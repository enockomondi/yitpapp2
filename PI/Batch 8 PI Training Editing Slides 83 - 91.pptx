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608" r:id="rId2"/>
    <p:sldId id="581" r:id="rId3"/>
    <p:sldId id="572" r:id="rId4"/>
    <p:sldId id="438" r:id="rId5"/>
    <p:sldId id="896" r:id="rId6"/>
    <p:sldId id="439" r:id="rId7"/>
    <p:sldId id="441" r:id="rId8"/>
    <p:sldId id="442" r:id="rId9"/>
    <p:sldId id="58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C9DBC1-C96F-4905-816C-C607F96DA7C5}" type="datetimeFigureOut">
              <a:rPr lang="en-GB" smtClean="0"/>
              <a:t>11/04/2024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3314B4-806F-49D8-A3E0-DDA1A04757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0788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9201d02545_1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5450" y="692150"/>
            <a:ext cx="6159500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9201d02545_1_109:notes"/>
          <p:cNvSpPr txBox="1">
            <a:spLocks noGrp="1"/>
          </p:cNvSpPr>
          <p:nvPr>
            <p:ph type="body" idx="1"/>
          </p:nvPr>
        </p:nvSpPr>
        <p:spPr>
          <a:xfrm>
            <a:off x="701040" y="4387136"/>
            <a:ext cx="5608320" cy="4156234"/>
          </a:xfrm>
          <a:prstGeom prst="rect">
            <a:avLst/>
          </a:prstGeom>
        </p:spPr>
        <p:txBody>
          <a:bodyPr spcFirstLastPara="1" wrap="square" lIns="92815" tIns="92815" rIns="92815" bIns="92815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41688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600b47a8e7_0_7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5450" y="692150"/>
            <a:ext cx="6159500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600b47a8e7_0_771:notes"/>
          <p:cNvSpPr txBox="1">
            <a:spLocks noGrp="1"/>
          </p:cNvSpPr>
          <p:nvPr>
            <p:ph type="body" idx="1"/>
          </p:nvPr>
        </p:nvSpPr>
        <p:spPr>
          <a:xfrm>
            <a:off x="701040" y="4387136"/>
            <a:ext cx="5608320" cy="4156234"/>
          </a:xfrm>
          <a:prstGeom prst="rect">
            <a:avLst/>
          </a:prstGeom>
        </p:spPr>
        <p:txBody>
          <a:bodyPr spcFirstLastPara="1" wrap="square" lIns="92815" tIns="92815" rIns="92815" bIns="92815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22178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425450" y="692150"/>
            <a:ext cx="6159500" cy="346392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61163" indent="0">
              <a:buNone/>
            </a:pPr>
            <a:r>
              <a:rPr lang="de-DE" dirty="0"/>
              <a:t>Change</a:t>
            </a:r>
            <a:r>
              <a:rPr lang="de-DE" baseline="0" dirty="0"/>
              <a:t> </a:t>
            </a:r>
            <a:r>
              <a:rPr lang="de-DE" baseline="0" dirty="0" err="1"/>
              <a:t>order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„</a:t>
            </a:r>
            <a:r>
              <a:rPr lang="de-DE" b="1" baseline="0" dirty="0"/>
              <a:t>PI-</a:t>
            </a:r>
            <a:r>
              <a:rPr lang="de-DE" baseline="0" dirty="0"/>
              <a:t>SMART“!</a:t>
            </a:r>
          </a:p>
          <a:p>
            <a:pPr marL="161163" indent="0">
              <a:buNone/>
            </a:pPr>
            <a:endParaRPr lang="de-DE" baseline="0" dirty="0"/>
          </a:p>
          <a:p>
            <a:pPr marL="161163" indent="0">
              <a:buNone/>
            </a:pPr>
            <a:r>
              <a:rPr lang="de-DE" baseline="0" dirty="0" err="1"/>
              <a:t>How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expain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PI </a:t>
            </a:r>
            <a:r>
              <a:rPr lang="de-DE" baseline="0" dirty="0" err="1"/>
              <a:t>aspect</a:t>
            </a:r>
            <a:r>
              <a:rPr lang="de-DE" baseline="0" dirty="0"/>
              <a:t>?</a:t>
            </a:r>
          </a:p>
          <a:p>
            <a:pPr marL="161163" indent="0">
              <a:buNone/>
            </a:pPr>
            <a:r>
              <a:rPr lang="de-DE" baseline="0" dirty="0"/>
              <a:t>„UMPF“, additional </a:t>
            </a:r>
            <a:r>
              <a:rPr lang="de-DE" baseline="0" dirty="0" err="1"/>
              <a:t>effort</a:t>
            </a:r>
            <a:endParaRPr lang="de-DE" baseline="0" dirty="0"/>
          </a:p>
          <a:p>
            <a:pPr marL="161163" indent="0">
              <a:buNone/>
            </a:pPr>
            <a:endParaRPr lang="de-DE" baseline="0" dirty="0"/>
          </a:p>
          <a:p>
            <a:pPr marL="161163" indent="0">
              <a:buNone/>
            </a:pPr>
            <a:r>
              <a:rPr lang="de-DE" dirty="0" err="1"/>
              <a:t>Reformulate</a:t>
            </a:r>
            <a:r>
              <a:rPr lang="de-DE" dirty="0"/>
              <a:t> PI </a:t>
            </a:r>
            <a:r>
              <a:rPr lang="de-DE" dirty="0" err="1"/>
              <a:t>dimensions</a:t>
            </a:r>
            <a:r>
              <a:rPr lang="de-DE" dirty="0"/>
              <a:t>:</a:t>
            </a:r>
            <a:r>
              <a:rPr lang="de-DE" baseline="0" dirty="0"/>
              <a:t> </a:t>
            </a:r>
          </a:p>
          <a:p>
            <a:pPr marL="161163" indent="0">
              <a:buNone/>
            </a:pPr>
            <a:r>
              <a:rPr lang="de-DE" baseline="0" dirty="0"/>
              <a:t>1) </a:t>
            </a:r>
            <a:r>
              <a:rPr lang="de-DE" baseline="0" dirty="0" err="1"/>
              <a:t>add</a:t>
            </a:r>
            <a:r>
              <a:rPr lang="de-DE" baseline="0" dirty="0"/>
              <a:t> </a:t>
            </a:r>
            <a:r>
              <a:rPr lang="de-DE" baseline="0" dirty="0" err="1"/>
              <a:t>something</a:t>
            </a:r>
            <a:r>
              <a:rPr lang="de-DE" baseline="0" dirty="0"/>
              <a:t> </a:t>
            </a:r>
            <a:r>
              <a:rPr lang="de-DE" baseline="0" dirty="0" err="1"/>
              <a:t>about</a:t>
            </a:r>
            <a:r>
              <a:rPr lang="de-DE" baseline="0" dirty="0"/>
              <a:t> </a:t>
            </a:r>
            <a:r>
              <a:rPr lang="de-DE" baseline="0" dirty="0" err="1"/>
              <a:t>proactivity</a:t>
            </a:r>
            <a:r>
              <a:rPr lang="de-DE" baseline="0" dirty="0"/>
              <a:t>/</a:t>
            </a:r>
            <a:r>
              <a:rPr lang="de-DE" baseline="0" dirty="0" err="1"/>
              <a:t>innovativeness</a:t>
            </a:r>
            <a:r>
              <a:rPr lang="de-DE" baseline="0" dirty="0"/>
              <a:t>/</a:t>
            </a:r>
            <a:r>
              <a:rPr lang="de-DE" baseline="0" dirty="0" err="1"/>
              <a:t>creative</a:t>
            </a:r>
            <a:r>
              <a:rPr lang="de-DE" baseline="0" dirty="0"/>
              <a:t>;</a:t>
            </a:r>
          </a:p>
          <a:p>
            <a:pPr marL="161163" indent="0">
              <a:buNone/>
            </a:pPr>
            <a:r>
              <a:rPr lang="de-DE" baseline="0" dirty="0"/>
              <a:t>Challenge </a:t>
            </a:r>
            <a:r>
              <a:rPr lang="de-DE" baseline="0" dirty="0" err="1"/>
              <a:t>yourself</a:t>
            </a:r>
            <a:r>
              <a:rPr lang="de-DE" baseline="0" dirty="0"/>
              <a:t> all </a:t>
            </a:r>
            <a:r>
              <a:rPr lang="de-DE" baseline="0" dirty="0" err="1"/>
              <a:t>the</a:t>
            </a:r>
            <a:r>
              <a:rPr lang="de-DE" baseline="0" dirty="0"/>
              <a:t> time</a:t>
            </a:r>
          </a:p>
          <a:p>
            <a:pPr marL="161163" indent="0">
              <a:buNone/>
            </a:pPr>
            <a:endParaRPr lang="de-DE" baseline="0" dirty="0"/>
          </a:p>
          <a:p>
            <a:pPr marL="161163" indent="0">
              <a:buNone/>
            </a:pPr>
            <a:r>
              <a:rPr lang="de-DE" baseline="0" dirty="0"/>
              <a:t>3) Test </a:t>
            </a:r>
            <a:r>
              <a:rPr lang="de-DE" baseline="0" dirty="0" err="1"/>
              <a:t>obstacles</a:t>
            </a:r>
            <a:r>
              <a:rPr lang="de-DE" baseline="0" dirty="0"/>
              <a:t> </a:t>
            </a:r>
            <a:r>
              <a:rPr lang="de-DE" baseline="0" dirty="0" err="1"/>
              <a:t>whether</a:t>
            </a:r>
            <a:r>
              <a:rPr lang="de-DE" baseline="0" dirty="0"/>
              <a:t> </a:t>
            </a:r>
            <a:r>
              <a:rPr lang="de-DE" baseline="0" dirty="0" err="1"/>
              <a:t>there</a:t>
            </a:r>
            <a:r>
              <a:rPr lang="de-DE" baseline="0" dirty="0"/>
              <a:t> </a:t>
            </a:r>
            <a:r>
              <a:rPr lang="de-DE" baseline="0" dirty="0" err="1"/>
              <a:t>are</a:t>
            </a:r>
            <a:r>
              <a:rPr lang="de-DE" baseline="0" dirty="0"/>
              <a:t> </a:t>
            </a:r>
            <a:r>
              <a:rPr lang="de-DE" baseline="0" dirty="0" err="1"/>
              <a:t>no</a:t>
            </a:r>
            <a:r>
              <a:rPr lang="de-DE" baseline="0" dirty="0"/>
              <a:t> </a:t>
            </a:r>
            <a:r>
              <a:rPr lang="de-DE" baseline="0" dirty="0" err="1"/>
              <a:t>opportunities</a:t>
            </a:r>
            <a:r>
              <a:rPr lang="de-DE" baseline="0" dirty="0"/>
              <a:t> </a:t>
            </a:r>
            <a:r>
              <a:rPr lang="de-DE" baseline="0" dirty="0" err="1"/>
              <a:t>there</a:t>
            </a:r>
            <a:endParaRPr lang="de-DE" baseline="0" dirty="0"/>
          </a:p>
          <a:p>
            <a:pPr marL="161163" indent="0">
              <a:buNone/>
            </a:pPr>
            <a:endParaRPr lang="de-DE" baseline="0" dirty="0"/>
          </a:p>
          <a:p>
            <a:pPr marL="161163" indent="0">
              <a:buNone/>
            </a:pPr>
            <a:r>
              <a:rPr lang="de-DE" baseline="0" dirty="0"/>
              <a:t>+ </a:t>
            </a:r>
            <a:r>
              <a:rPr lang="de-DE" baseline="0" dirty="0" err="1"/>
              <a:t>trainer</a:t>
            </a:r>
            <a:r>
              <a:rPr lang="de-DE" baseline="0" dirty="0"/>
              <a:t> </a:t>
            </a:r>
            <a:r>
              <a:rPr lang="de-DE" baseline="0" dirty="0" err="1"/>
              <a:t>manual</a:t>
            </a:r>
            <a:r>
              <a:rPr lang="de-DE" baseline="0" dirty="0"/>
              <a:t>: not </a:t>
            </a:r>
            <a:r>
              <a:rPr lang="de-DE" baseline="0" dirty="0" err="1"/>
              <a:t>only</a:t>
            </a:r>
            <a:r>
              <a:rPr lang="de-DE" baseline="0" dirty="0"/>
              <a:t> </a:t>
            </a:r>
            <a:r>
              <a:rPr lang="de-DE" baseline="0" dirty="0" err="1"/>
              <a:t>mention</a:t>
            </a:r>
            <a:r>
              <a:rPr lang="de-DE" baseline="0" dirty="0"/>
              <a:t> </a:t>
            </a:r>
            <a:r>
              <a:rPr lang="de-DE" baseline="0" dirty="0" err="1"/>
              <a:t>long</a:t>
            </a:r>
            <a:r>
              <a:rPr lang="de-DE" baseline="0" dirty="0"/>
              <a:t>-term </a:t>
            </a:r>
            <a:r>
              <a:rPr lang="de-DE" baseline="0" dirty="0" err="1"/>
              <a:t>goals</a:t>
            </a:r>
            <a:r>
              <a:rPr lang="de-DE" baseline="0" dirty="0"/>
              <a:t>, </a:t>
            </a:r>
          </a:p>
          <a:p>
            <a:pPr marL="161163" indent="0">
              <a:buNone/>
            </a:pPr>
            <a:r>
              <a:rPr lang="de-DE" baseline="0" dirty="0"/>
              <a:t>But also different time </a:t>
            </a:r>
            <a:r>
              <a:rPr lang="de-DE" baseline="0" dirty="0" err="1"/>
              <a:t>periods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507617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425450" y="692150"/>
            <a:ext cx="6159500" cy="346392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 lIns="92830" tIns="46415" rIns="92830" bIns="46415"/>
          <a:lstStyle/>
          <a:p>
            <a:pPr>
              <a:defRPr/>
            </a:pPr>
            <a:fld id="{7A052948-8FF2-4265-9115-B6B694A2C9D2}" type="slidenum">
              <a:rPr lang="de-DE" smtClean="0"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421082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425450" y="692150"/>
            <a:ext cx="6159500" cy="346392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61163" indent="0">
              <a:buNone/>
            </a:pPr>
            <a:r>
              <a:rPr lang="fr-FR" dirty="0" err="1"/>
              <a:t>Reduce</a:t>
            </a:r>
            <a:r>
              <a:rPr lang="fr-FR" dirty="0"/>
              <a:t> to one goal</a:t>
            </a:r>
          </a:p>
          <a:p>
            <a:pPr marL="161163" indent="0">
              <a:buNone/>
            </a:pPr>
            <a:r>
              <a:rPr lang="fr-FR" dirty="0">
                <a:sym typeface="Wingdings" panose="05000000000000000000" pitchFamily="2" charset="2"/>
              </a:rPr>
              <a:t> </a:t>
            </a:r>
            <a:r>
              <a:rPr lang="fr-FR" dirty="0" err="1">
                <a:sym typeface="Wingdings" panose="05000000000000000000" pitchFamily="2" charset="2"/>
              </a:rPr>
              <a:t>Everybody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will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think</a:t>
            </a:r>
            <a:r>
              <a:rPr lang="fr-FR" baseline="0" dirty="0">
                <a:sym typeface="Wingdings" panose="05000000000000000000" pitchFamily="2" charset="2"/>
              </a:rPr>
              <a:t> about &amp; </a:t>
            </a:r>
            <a:r>
              <a:rPr lang="fr-FR" baseline="0" dirty="0" err="1">
                <a:sym typeface="Wingdings" panose="05000000000000000000" pitchFamily="2" charset="2"/>
              </a:rPr>
              <a:t>work</a:t>
            </a:r>
            <a:r>
              <a:rPr lang="fr-FR" baseline="0" dirty="0">
                <a:sym typeface="Wingdings" panose="05000000000000000000" pitchFamily="2" charset="2"/>
              </a:rPr>
              <a:t> on </a:t>
            </a:r>
            <a:r>
              <a:rPr lang="fr-FR" baseline="0" dirty="0" err="1">
                <a:sym typeface="Wingdings" panose="05000000000000000000" pitchFamily="2" charset="2"/>
              </a:rPr>
              <a:t>same</a:t>
            </a:r>
            <a:r>
              <a:rPr lang="fr-FR" baseline="0" dirty="0">
                <a:sym typeface="Wingdings" panose="05000000000000000000" pitchFamily="2" charset="2"/>
              </a:rPr>
              <a:t> topic</a:t>
            </a:r>
            <a:endParaRPr lang="fr-FR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 lIns="92830" tIns="46415" rIns="92830" bIns="46415"/>
          <a:lstStyle/>
          <a:p>
            <a:pPr>
              <a:defRPr/>
            </a:pPr>
            <a:fld id="{7A052948-8FF2-4265-9115-B6B694A2C9D2}" type="slidenum">
              <a:rPr lang="de-DE" smtClean="0"/>
              <a:t>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622801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425450" y="692150"/>
            <a:ext cx="6159500" cy="346392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 lIns="92830" tIns="46415" rIns="92830" bIns="46415"/>
          <a:lstStyle/>
          <a:p>
            <a:pPr>
              <a:defRPr/>
            </a:pPr>
            <a:fld id="{7A052948-8FF2-4265-9115-B6B694A2C9D2}" type="slidenum">
              <a:rPr lang="de-DE" smtClean="0"/>
              <a:t>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481165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425450" y="692150"/>
            <a:ext cx="6159500" cy="346392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61163" indent="0">
              <a:buNone/>
            </a:pPr>
            <a:r>
              <a:rPr lang="fr-FR" dirty="0"/>
              <a:t>Is </a:t>
            </a:r>
            <a:r>
              <a:rPr lang="fr-FR" dirty="0" err="1"/>
              <a:t>it</a:t>
            </a:r>
            <a:r>
              <a:rPr lang="fr-FR" dirty="0"/>
              <a:t> SMART?</a:t>
            </a:r>
          </a:p>
          <a:p>
            <a:pPr marL="161163" indent="0">
              <a:buNone/>
            </a:pPr>
            <a:r>
              <a:rPr lang="fr-FR" dirty="0"/>
              <a:t>Is </a:t>
            </a:r>
            <a:r>
              <a:rPr lang="fr-FR" dirty="0" err="1"/>
              <a:t>it</a:t>
            </a:r>
            <a:r>
              <a:rPr lang="fr-FR" dirty="0"/>
              <a:t> a bit more new?</a:t>
            </a:r>
          </a:p>
          <a:p>
            <a:pPr marL="161163" indent="0">
              <a:buNone/>
            </a:pPr>
            <a:r>
              <a:rPr lang="fr-FR" dirty="0"/>
              <a:t>Is </a:t>
            </a:r>
            <a:r>
              <a:rPr lang="fr-FR" dirty="0" err="1"/>
              <a:t>it</a:t>
            </a:r>
            <a:r>
              <a:rPr lang="fr-FR" dirty="0"/>
              <a:t> a bit</a:t>
            </a:r>
            <a:r>
              <a:rPr lang="fr-FR" baseline="0" dirty="0"/>
              <a:t> </a:t>
            </a:r>
            <a:r>
              <a:rPr lang="fr-FR" baseline="0" dirty="0" err="1"/>
              <a:t>ambitious</a:t>
            </a:r>
            <a:r>
              <a:rPr lang="fr-FR" baseline="0" dirty="0"/>
              <a:t>?</a:t>
            </a:r>
            <a:endParaRPr lang="fr-FR" dirty="0"/>
          </a:p>
          <a:p>
            <a:pPr marL="161163" indent="0">
              <a:buNone/>
            </a:pPr>
            <a:r>
              <a:rPr lang="fr-FR" dirty="0"/>
              <a:t>Is </a:t>
            </a:r>
            <a:r>
              <a:rPr lang="fr-FR" dirty="0" err="1"/>
              <a:t>it</a:t>
            </a:r>
            <a:r>
              <a:rPr lang="fr-FR" dirty="0"/>
              <a:t> a bit more future-</a:t>
            </a:r>
            <a:r>
              <a:rPr lang="fr-FR" dirty="0" err="1"/>
              <a:t>oriented</a:t>
            </a:r>
            <a:r>
              <a:rPr lang="fr-FR" dirty="0"/>
              <a:t>?</a:t>
            </a:r>
          </a:p>
          <a:p>
            <a:pPr marL="161163" indent="0">
              <a:buNone/>
            </a:pPr>
            <a:r>
              <a:rPr lang="fr-FR" dirty="0"/>
              <a:t>Is </a:t>
            </a:r>
            <a:r>
              <a:rPr lang="fr-FR" dirty="0" err="1"/>
              <a:t>it</a:t>
            </a:r>
            <a:r>
              <a:rPr lang="fr-FR" dirty="0"/>
              <a:t> a bit « UMPF »?</a:t>
            </a:r>
          </a:p>
          <a:p>
            <a:pPr marL="161163" indent="0">
              <a:buNone/>
            </a:pPr>
            <a:endParaRPr lang="fr-FR" dirty="0"/>
          </a:p>
          <a:p>
            <a:pPr marL="161163" indent="0">
              <a:buNone/>
            </a:pPr>
            <a:r>
              <a:rPr lang="fr-FR" dirty="0"/>
              <a:t>+ change checklist on the AWS</a:t>
            </a:r>
          </a:p>
          <a:p>
            <a:pPr marL="161163" indent="0">
              <a:buNone/>
            </a:pPr>
            <a:r>
              <a:rPr lang="fr-FR" dirty="0"/>
              <a:t>Put</a:t>
            </a:r>
            <a:r>
              <a:rPr lang="fr-FR" baseline="0" dirty="0"/>
              <a:t> more </a:t>
            </a:r>
            <a:r>
              <a:rPr lang="fr-FR" baseline="0" dirty="0" err="1"/>
              <a:t>emphasise</a:t>
            </a:r>
            <a:r>
              <a:rPr lang="fr-FR" baseline="0" dirty="0"/>
              <a:t> on </a:t>
            </a:r>
            <a:r>
              <a:rPr lang="fr-FR" baseline="0" dirty="0" err="1"/>
              <a:t>every</a:t>
            </a:r>
            <a:r>
              <a:rPr lang="fr-FR" baseline="0" dirty="0"/>
              <a:t> PI dimension </a:t>
            </a:r>
            <a:r>
              <a:rPr lang="fr-FR" baseline="0" dirty="0">
                <a:sym typeface="Wingdings" panose="05000000000000000000" pitchFamily="2" charset="2"/>
              </a:rPr>
              <a:t> check </a:t>
            </a:r>
            <a:r>
              <a:rPr lang="fr-FR" baseline="0" dirty="0" err="1">
                <a:sym typeface="Wingdings" panose="05000000000000000000" pitchFamily="2" charset="2"/>
              </a:rPr>
              <a:t>individual</a:t>
            </a:r>
            <a:r>
              <a:rPr lang="fr-FR" baseline="0" dirty="0">
                <a:sym typeface="Wingdings" panose="05000000000000000000" pitchFamily="2" charset="2"/>
              </a:rPr>
              <a:t> </a:t>
            </a:r>
            <a:r>
              <a:rPr lang="fr-FR" baseline="0" dirty="0" err="1">
                <a:sym typeface="Wingdings" panose="05000000000000000000" pitchFamily="2" charset="2"/>
              </a:rPr>
              <a:t>factors</a:t>
            </a:r>
            <a:endParaRPr lang="fr-FR" baseline="0" dirty="0">
              <a:sym typeface="Wingdings" panose="05000000000000000000" pitchFamily="2" charset="2"/>
            </a:endParaRPr>
          </a:p>
          <a:p>
            <a:pPr marL="161163" indent="0">
              <a:buNone/>
            </a:pPr>
            <a:endParaRPr lang="fr-FR" baseline="0" dirty="0">
              <a:sym typeface="Wingdings" panose="05000000000000000000" pitchFamily="2" charset="2"/>
            </a:endParaRPr>
          </a:p>
          <a:p>
            <a:pPr marL="161163" indent="0">
              <a:buNone/>
            </a:pPr>
            <a:r>
              <a:rPr lang="fr-FR" baseline="0" dirty="0">
                <a:sym typeface="Wingdings" panose="05000000000000000000" pitchFamily="2" charset="2"/>
              </a:rPr>
              <a:t>+ </a:t>
            </a:r>
            <a:r>
              <a:rPr lang="fr-FR" baseline="0" dirty="0" err="1">
                <a:sym typeface="Wingdings" panose="05000000000000000000" pitchFamily="2" charset="2"/>
              </a:rPr>
              <a:t>better</a:t>
            </a:r>
            <a:r>
              <a:rPr lang="fr-FR" baseline="0" dirty="0">
                <a:sym typeface="Wingdings" panose="05000000000000000000" pitchFamily="2" charset="2"/>
              </a:rPr>
              <a:t> English translation</a:t>
            </a:r>
            <a:endParaRPr lang="fr-FR" dirty="0"/>
          </a:p>
          <a:p>
            <a:pPr marL="161163" indent="0">
              <a:buNone/>
            </a:pPr>
            <a:endParaRPr lang="fr-FR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 lIns="92830" tIns="46415" rIns="92830" bIns="46415"/>
          <a:lstStyle/>
          <a:p>
            <a:pPr>
              <a:defRPr/>
            </a:pPr>
            <a:fld id="{7A052948-8FF2-4265-9115-B6B694A2C9D2}" type="slidenum">
              <a:rPr lang="de-DE" smtClean="0"/>
              <a:t>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341820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600b47a8e7_0_7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5450" y="692150"/>
            <a:ext cx="6159500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600b47a8e7_0_771:notes"/>
          <p:cNvSpPr txBox="1">
            <a:spLocks noGrp="1"/>
          </p:cNvSpPr>
          <p:nvPr>
            <p:ph type="body" idx="1"/>
          </p:nvPr>
        </p:nvSpPr>
        <p:spPr>
          <a:xfrm>
            <a:off x="701040" y="4387136"/>
            <a:ext cx="5608320" cy="4156234"/>
          </a:xfrm>
          <a:prstGeom prst="rect">
            <a:avLst/>
          </a:prstGeom>
        </p:spPr>
        <p:txBody>
          <a:bodyPr spcFirstLastPara="1" wrap="square" lIns="92815" tIns="92815" rIns="92815" bIns="92815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9328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DC4BF-B852-A47F-C592-24CCB5CDC7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5A0527-FAF6-CD41-10B8-7E1EA5BD30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7EDE3-F1D8-5589-D145-97EC2E984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8D116-09B7-4619-B6E0-C7147D19BC35}" type="datetimeFigureOut">
              <a:rPr lang="en-GB" smtClean="0"/>
              <a:t>11/04/2024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C93C9E-460E-B74F-8BFE-3800D004B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FED2D-3AC9-2E63-F79A-211422171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EC9E7-A161-4019-BCEA-6AB3CFDAC6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9228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4A3CD-B6EC-8EC3-2E1F-83CBC9EFD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FB081-0F2D-197D-7EF8-BC2574613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338D2F-7EF3-77B8-E49E-B809CE518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8D116-09B7-4619-B6E0-C7147D19BC35}" type="datetimeFigureOut">
              <a:rPr lang="en-GB" smtClean="0"/>
              <a:t>11/04/2024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DDE33-445A-62B1-89A4-35C109AC2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5420B-1511-B52E-38B0-AABB33494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EC9E7-A161-4019-BCEA-6AB3CFDAC6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0994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91873-A108-856C-DB03-0C8005E45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22B27D-1D46-FB52-CDEA-3DDCB6E649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D308E1-BB8C-08F5-24AD-649132B01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8D116-09B7-4619-B6E0-C7147D19BC35}" type="datetimeFigureOut">
              <a:rPr lang="en-GB" smtClean="0"/>
              <a:t>11/04/2024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2413CA-F161-5638-B0F6-6799B6E17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381C0-0FCF-5F67-D544-86D0D2678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EC9E7-A161-4019-BCEA-6AB3CFDAC6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8663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30E80-A6BC-DAE6-C3D1-8AC9E31A3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D65CA-C07F-80B5-1801-A7A2045B7A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D39187-8149-6C6B-8C95-FC5352BE32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544A52-9A35-9C1C-ED1B-1F44ED783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8D116-09B7-4619-B6E0-C7147D19BC35}" type="datetimeFigureOut">
              <a:rPr lang="en-GB" smtClean="0"/>
              <a:t>11/04/2024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88DAC9-91ED-BEAB-0A62-C05090B5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55DB3-97DB-9C27-67B5-CEE984297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EC9E7-A161-4019-BCEA-6AB3CFDAC6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4415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8583E-8D2B-D43A-607F-A6FFEC202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EFFCC7-30B5-3693-E3ED-42365EC391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41A444-E1A1-5119-01B6-F658978CEE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C46236-C5E5-1938-7237-AAD881F35A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B51A5D-A686-1613-520B-058A0F08EF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A9DC7C-502A-4688-11E6-94A908D0B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8D116-09B7-4619-B6E0-C7147D19BC35}" type="datetimeFigureOut">
              <a:rPr lang="en-GB" smtClean="0"/>
              <a:t>11/04/2024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343C27-D2B4-768C-91F6-E7C32E372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4F123E-7BB2-FB03-9A55-08D315C10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EC9E7-A161-4019-BCEA-6AB3CFDAC6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196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2C254-1AF2-60CC-D41E-029723092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19943F-DB89-FCAE-B251-A9F584678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8D116-09B7-4619-B6E0-C7147D19BC35}" type="datetimeFigureOut">
              <a:rPr lang="en-GB" smtClean="0"/>
              <a:t>11/04/2024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904DD2-B63E-0BD6-AE73-1A7D9FBDE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1FDDD6-78D3-0AAA-20ED-828EBC0BF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EC9E7-A161-4019-BCEA-6AB3CFDAC6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5703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59917C-28B2-D5E1-AAD7-4C78B0D24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8D116-09B7-4619-B6E0-C7147D19BC35}" type="datetimeFigureOut">
              <a:rPr lang="en-GB" smtClean="0"/>
              <a:t>11/04/2024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B2DA71-0639-8D15-261C-33524BFE2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1EFF61-1A47-AE94-6CE6-8D973329B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EC9E7-A161-4019-BCEA-6AB3CFDAC6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1399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369BD-3FFE-9F4E-B552-D748A9D72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6E9E2-7022-8027-DB79-6810D6309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2562A4-527C-6D2C-27DB-DBCF99735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4BE8F-62A1-7E77-572B-1AFC069A8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8D116-09B7-4619-B6E0-C7147D19BC35}" type="datetimeFigureOut">
              <a:rPr lang="en-GB" smtClean="0"/>
              <a:t>11/04/2024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10E262-0FFC-073B-209D-9B5E5F6F0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B9EC17-D862-7B41-F613-E7C8DAFDD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EC9E7-A161-4019-BCEA-6AB3CFDAC6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9195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BC2DD-1759-3914-CE13-63D86C161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A83F62-406D-F8A9-D3BE-42521F5A1F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C1F791-44EC-A8E4-1E09-816BADD49D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DEA529-708E-5149-4195-47BCD923F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8D116-09B7-4619-B6E0-C7147D19BC35}" type="datetimeFigureOut">
              <a:rPr lang="en-GB" smtClean="0"/>
              <a:t>11/04/2024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B38987-5771-BEA6-323E-214214A08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3536B9-BF04-163B-D777-5F16B61BB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EC9E7-A161-4019-BCEA-6AB3CFDAC6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9937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FEB7E-B2C2-72C6-1186-72E40B2C2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A011AC-4F6D-9808-7551-83D9C7AD1D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91400-60D2-45AB-F594-C974DC6AA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8D116-09B7-4619-B6E0-C7147D19BC35}" type="datetimeFigureOut">
              <a:rPr lang="en-GB" smtClean="0"/>
              <a:t>11/04/2024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B56F35-E02F-795F-F18E-0BBEB67CD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BC69B-A67E-E16A-4150-D09B87EB7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EC9E7-A161-4019-BCEA-6AB3CFDAC6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5255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6883E1-E279-B553-3A23-213F07D974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FA8D28-BE4A-936A-60BE-8EB25E6D44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FDE8E7-FEBC-8B89-6E71-6FCF6338A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8D116-09B7-4619-B6E0-C7147D19BC35}" type="datetimeFigureOut">
              <a:rPr lang="en-GB" smtClean="0"/>
              <a:t>11/04/2024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0F359-DA12-10DD-F286-EE66F4796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A6B0F-9890-E485-A425-9729F0C83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EC9E7-A161-4019-BCEA-6AB3CFDAC6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21941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3;p10"/>
          <p:cNvSpPr txBox="1">
            <a:spLocks noGrp="1"/>
          </p:cNvSpPr>
          <p:nvPr>
            <p:ph type="title"/>
          </p:nvPr>
        </p:nvSpPr>
        <p:spPr>
          <a:xfrm>
            <a:off x="855859" y="698900"/>
            <a:ext cx="7805540" cy="12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08083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4 COLUMNS 2">
  <p:cSld name="TITLE + 4 COLUMNS 2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/>
          <p:nvPr/>
        </p:nvSpPr>
        <p:spPr>
          <a:xfrm>
            <a:off x="511267" y="414401"/>
            <a:ext cx="7004000" cy="545678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9" name="Google Shape;79;p11"/>
          <p:cNvSpPr txBox="1">
            <a:spLocks noGrp="1"/>
          </p:cNvSpPr>
          <p:nvPr>
            <p:ph type="subTitle" idx="1"/>
          </p:nvPr>
        </p:nvSpPr>
        <p:spPr>
          <a:xfrm>
            <a:off x="1370049" y="5287333"/>
            <a:ext cx="23780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ctrTitle"/>
          </p:nvPr>
        </p:nvSpPr>
        <p:spPr>
          <a:xfrm>
            <a:off x="1370049" y="4844988"/>
            <a:ext cx="2378000" cy="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subTitle" idx="2"/>
          </p:nvPr>
        </p:nvSpPr>
        <p:spPr>
          <a:xfrm>
            <a:off x="1370053" y="3204533"/>
            <a:ext cx="23780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ctrTitle" idx="3"/>
          </p:nvPr>
        </p:nvSpPr>
        <p:spPr>
          <a:xfrm>
            <a:off x="1370053" y="2762188"/>
            <a:ext cx="2378000" cy="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ctrTitle" idx="4"/>
          </p:nvPr>
        </p:nvSpPr>
        <p:spPr>
          <a:xfrm>
            <a:off x="1370063" y="960000"/>
            <a:ext cx="5286400" cy="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84" name="Google Shape;84;p11"/>
          <p:cNvSpPr txBox="1">
            <a:spLocks noGrp="1"/>
          </p:cNvSpPr>
          <p:nvPr>
            <p:ph type="subTitle" idx="5"/>
          </p:nvPr>
        </p:nvSpPr>
        <p:spPr>
          <a:xfrm>
            <a:off x="4278349" y="5287333"/>
            <a:ext cx="23780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85" name="Google Shape;85;p11"/>
          <p:cNvSpPr txBox="1">
            <a:spLocks noGrp="1"/>
          </p:cNvSpPr>
          <p:nvPr>
            <p:ph type="ctrTitle" idx="6"/>
          </p:nvPr>
        </p:nvSpPr>
        <p:spPr>
          <a:xfrm>
            <a:off x="4278349" y="4844988"/>
            <a:ext cx="2378000" cy="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subTitle" idx="7"/>
          </p:nvPr>
        </p:nvSpPr>
        <p:spPr>
          <a:xfrm>
            <a:off x="4278353" y="3204533"/>
            <a:ext cx="23780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ctrTitle" idx="8"/>
          </p:nvPr>
        </p:nvSpPr>
        <p:spPr>
          <a:xfrm>
            <a:off x="4278353" y="2762188"/>
            <a:ext cx="2378000" cy="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953190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4">
          <p15:clr>
            <a:srgbClr val="FA7B17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83EAA1-0D02-7D54-5C01-22576204B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43CD75-BAB8-0BA9-211F-E0FD5B7AF7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76E59-0005-1ABF-4480-673739D3C7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28D116-09B7-4619-B6E0-C7147D19BC35}" type="datetimeFigureOut">
              <a:rPr lang="en-GB" smtClean="0"/>
              <a:t>11/04/2024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FE845-4BD2-D248-CC94-C063205A19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FF829-8414-5AC6-DF7C-D4F8F676D7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1EC9E7-A161-4019-BCEA-6AB3CFDAC6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0286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/>
          <p:cNvGrpSpPr/>
          <p:nvPr/>
        </p:nvGrpSpPr>
        <p:grpSpPr>
          <a:xfrm>
            <a:off x="720127" y="690605"/>
            <a:ext cx="10702156" cy="2777200"/>
            <a:chOff x="979525" y="1411100"/>
            <a:chExt cx="7082500" cy="3315656"/>
          </a:xfrm>
        </p:grpSpPr>
        <p:sp>
          <p:nvSpPr>
            <p:cNvPr id="337" name="Google Shape;337;p37"/>
            <p:cNvSpPr/>
            <p:nvPr/>
          </p:nvSpPr>
          <p:spPr>
            <a:xfrm>
              <a:off x="2730500" y="3550156"/>
              <a:ext cx="1776300" cy="11766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38" name="Google Shape;338;p37"/>
            <p:cNvSpPr/>
            <p:nvPr/>
          </p:nvSpPr>
          <p:spPr>
            <a:xfrm>
              <a:off x="6285725" y="3533822"/>
              <a:ext cx="1776300" cy="11766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39" name="Google Shape;339;p37"/>
            <p:cNvSpPr/>
            <p:nvPr/>
          </p:nvSpPr>
          <p:spPr>
            <a:xfrm>
              <a:off x="4523100" y="1411100"/>
              <a:ext cx="1776300" cy="11766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40" name="Google Shape;340;p37"/>
            <p:cNvSpPr/>
            <p:nvPr/>
          </p:nvSpPr>
          <p:spPr>
            <a:xfrm>
              <a:off x="979525" y="1411100"/>
              <a:ext cx="1776300" cy="11766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42" name="Google Shape;342;p37"/>
            <p:cNvSpPr txBox="1"/>
            <p:nvPr/>
          </p:nvSpPr>
          <p:spPr>
            <a:xfrm>
              <a:off x="2893100" y="3771648"/>
              <a:ext cx="1451100" cy="6336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lvl="0" algn="ctr">
                <a:lnSpc>
                  <a:spcPct val="80000"/>
                </a:lnSpc>
              </a:pPr>
              <a:r>
                <a:rPr lang="de-DE" sz="2400" dirty="0">
                  <a:solidFill>
                    <a:srgbClr val="2F2F2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Setting </a:t>
              </a:r>
              <a:r>
                <a:rPr lang="de-DE" sz="2400" dirty="0" err="1">
                  <a:solidFill>
                    <a:srgbClr val="2F2F2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a goal</a:t>
              </a:r>
              <a:endParaRPr lang="de-DE" sz="2400" dirty="0">
                <a:solidFill>
                  <a:srgbClr val="2F2F2F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344" name="Google Shape;344;p37"/>
            <p:cNvSpPr/>
            <p:nvPr/>
          </p:nvSpPr>
          <p:spPr>
            <a:xfrm>
              <a:off x="1783503" y="2941201"/>
              <a:ext cx="158828" cy="286532"/>
            </a:xfrm>
            <a:custGeom>
              <a:avLst/>
              <a:gdLst/>
              <a:ahLst/>
              <a:cxnLst/>
              <a:rect l="l" t="t" r="r" b="b"/>
              <a:pathLst>
                <a:path w="5959" h="5928" fill="none" extrusionOk="0">
                  <a:moveTo>
                    <a:pt x="5958" y="2979"/>
                  </a:moveTo>
                  <a:cubicBezTo>
                    <a:pt x="5958" y="4620"/>
                    <a:pt x="4621" y="5927"/>
                    <a:pt x="2980" y="5927"/>
                  </a:cubicBezTo>
                  <a:cubicBezTo>
                    <a:pt x="1338" y="5927"/>
                    <a:pt x="1" y="4620"/>
                    <a:pt x="1" y="2979"/>
                  </a:cubicBezTo>
                  <a:cubicBezTo>
                    <a:pt x="1" y="1338"/>
                    <a:pt x="1338" y="0"/>
                    <a:pt x="2980" y="0"/>
                  </a:cubicBezTo>
                  <a:cubicBezTo>
                    <a:pt x="4621" y="0"/>
                    <a:pt x="5958" y="1338"/>
                    <a:pt x="5958" y="2979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45" name="Google Shape;345;p37"/>
            <p:cNvSpPr/>
            <p:nvPr/>
          </p:nvSpPr>
          <p:spPr>
            <a:xfrm rot="10800000" flipH="1">
              <a:off x="1938436" y="3122315"/>
              <a:ext cx="1590433" cy="5100"/>
            </a:xfrm>
            <a:custGeom>
              <a:avLst/>
              <a:gdLst/>
              <a:ahLst/>
              <a:cxnLst/>
              <a:rect l="l" t="t" r="r" b="b"/>
              <a:pathLst>
                <a:path w="40518" h="1" fill="none" extrusionOk="0">
                  <a:moveTo>
                    <a:pt x="0" y="1"/>
                  </a:moveTo>
                  <a:lnTo>
                    <a:pt x="40518" y="1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46" name="Google Shape;346;p37"/>
            <p:cNvSpPr/>
            <p:nvPr/>
          </p:nvSpPr>
          <p:spPr>
            <a:xfrm>
              <a:off x="3534103" y="2960611"/>
              <a:ext cx="158828" cy="286532"/>
            </a:xfrm>
            <a:custGeom>
              <a:avLst/>
              <a:gdLst/>
              <a:ahLst/>
              <a:cxnLst/>
              <a:rect l="l" t="t" r="r" b="b"/>
              <a:pathLst>
                <a:path w="5928" h="5928" fill="none" extrusionOk="0">
                  <a:moveTo>
                    <a:pt x="5928" y="2979"/>
                  </a:moveTo>
                  <a:cubicBezTo>
                    <a:pt x="5928" y="4620"/>
                    <a:pt x="4591" y="5927"/>
                    <a:pt x="2949" y="5927"/>
                  </a:cubicBezTo>
                  <a:cubicBezTo>
                    <a:pt x="1338" y="5927"/>
                    <a:pt x="1" y="4620"/>
                    <a:pt x="1" y="2979"/>
                  </a:cubicBezTo>
                  <a:cubicBezTo>
                    <a:pt x="1" y="1338"/>
                    <a:pt x="1338" y="0"/>
                    <a:pt x="2949" y="0"/>
                  </a:cubicBezTo>
                  <a:cubicBezTo>
                    <a:pt x="4591" y="0"/>
                    <a:pt x="5928" y="1338"/>
                    <a:pt x="5928" y="2979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47" name="Google Shape;347;p37"/>
            <p:cNvSpPr/>
            <p:nvPr/>
          </p:nvSpPr>
          <p:spPr>
            <a:xfrm>
              <a:off x="5317899" y="2960611"/>
              <a:ext cx="158828" cy="286532"/>
            </a:xfrm>
            <a:custGeom>
              <a:avLst/>
              <a:gdLst/>
              <a:ahLst/>
              <a:cxnLst/>
              <a:rect l="l" t="t" r="r" b="b"/>
              <a:pathLst>
                <a:path w="5958" h="5928" fill="none" extrusionOk="0">
                  <a:moveTo>
                    <a:pt x="5958" y="2979"/>
                  </a:moveTo>
                  <a:cubicBezTo>
                    <a:pt x="5958" y="4620"/>
                    <a:pt x="4621" y="5927"/>
                    <a:pt x="2979" y="5927"/>
                  </a:cubicBezTo>
                  <a:cubicBezTo>
                    <a:pt x="1338" y="5927"/>
                    <a:pt x="0" y="4620"/>
                    <a:pt x="0" y="2979"/>
                  </a:cubicBezTo>
                  <a:cubicBezTo>
                    <a:pt x="0" y="1338"/>
                    <a:pt x="1338" y="0"/>
                    <a:pt x="2979" y="0"/>
                  </a:cubicBezTo>
                  <a:cubicBezTo>
                    <a:pt x="4621" y="0"/>
                    <a:pt x="5958" y="1338"/>
                    <a:pt x="5958" y="2979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48" name="Google Shape;348;p37"/>
            <p:cNvSpPr/>
            <p:nvPr/>
          </p:nvSpPr>
          <p:spPr>
            <a:xfrm>
              <a:off x="7086541" y="2941203"/>
              <a:ext cx="158828" cy="286532"/>
            </a:xfrm>
            <a:custGeom>
              <a:avLst/>
              <a:gdLst/>
              <a:ahLst/>
              <a:cxnLst/>
              <a:rect l="l" t="t" r="r" b="b"/>
              <a:pathLst>
                <a:path w="5928" h="5928" fill="none" extrusionOk="0">
                  <a:moveTo>
                    <a:pt x="5928" y="2979"/>
                  </a:moveTo>
                  <a:cubicBezTo>
                    <a:pt x="5928" y="4620"/>
                    <a:pt x="4590" y="5927"/>
                    <a:pt x="2949" y="5927"/>
                  </a:cubicBezTo>
                  <a:cubicBezTo>
                    <a:pt x="1338" y="5927"/>
                    <a:pt x="0" y="4620"/>
                    <a:pt x="0" y="2979"/>
                  </a:cubicBezTo>
                  <a:cubicBezTo>
                    <a:pt x="0" y="1338"/>
                    <a:pt x="1338" y="0"/>
                    <a:pt x="2949" y="0"/>
                  </a:cubicBezTo>
                  <a:cubicBezTo>
                    <a:pt x="4590" y="0"/>
                    <a:pt x="5928" y="1338"/>
                    <a:pt x="5928" y="2979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49" name="Google Shape;349;p37"/>
            <p:cNvSpPr/>
            <p:nvPr/>
          </p:nvSpPr>
          <p:spPr>
            <a:xfrm>
              <a:off x="1850217" y="2941204"/>
              <a:ext cx="30" cy="3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19050" cap="rnd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0" name="Google Shape;350;p37"/>
            <p:cNvSpPr/>
            <p:nvPr/>
          </p:nvSpPr>
          <p:spPr>
            <a:xfrm>
              <a:off x="1850225" y="2587226"/>
              <a:ext cx="30" cy="353988"/>
            </a:xfrm>
            <a:custGeom>
              <a:avLst/>
              <a:gdLst/>
              <a:ahLst/>
              <a:cxnLst/>
              <a:rect l="l" t="t" r="r" b="b"/>
              <a:pathLst>
                <a:path w="1" h="12950" fill="none" extrusionOk="0">
                  <a:moveTo>
                    <a:pt x="1" y="12949"/>
                  </a:moveTo>
                  <a:lnTo>
                    <a:pt x="1" y="1"/>
                  </a:lnTo>
                </a:path>
              </a:pathLst>
            </a:custGeom>
            <a:noFill/>
            <a:ln w="19050" cap="rnd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1" name="Google Shape;351;p37"/>
            <p:cNvSpPr/>
            <p:nvPr/>
          </p:nvSpPr>
          <p:spPr>
            <a:xfrm>
              <a:off x="1850217" y="2469451"/>
              <a:ext cx="30" cy="3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2" name="Google Shape;352;p37"/>
            <p:cNvSpPr/>
            <p:nvPr/>
          </p:nvSpPr>
          <p:spPr>
            <a:xfrm>
              <a:off x="5395371" y="2941204"/>
              <a:ext cx="30" cy="3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19050" cap="rnd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3" name="Google Shape;353;p37"/>
            <p:cNvSpPr/>
            <p:nvPr/>
          </p:nvSpPr>
          <p:spPr>
            <a:xfrm>
              <a:off x="5395370" y="2587226"/>
              <a:ext cx="30" cy="353988"/>
            </a:xfrm>
            <a:custGeom>
              <a:avLst/>
              <a:gdLst/>
              <a:ahLst/>
              <a:cxnLst/>
              <a:rect l="l" t="t" r="r" b="b"/>
              <a:pathLst>
                <a:path w="1" h="12950" fill="none" extrusionOk="0">
                  <a:moveTo>
                    <a:pt x="0" y="12949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4" name="Google Shape;354;p37"/>
            <p:cNvSpPr/>
            <p:nvPr/>
          </p:nvSpPr>
          <p:spPr>
            <a:xfrm>
              <a:off x="5395371" y="2469451"/>
              <a:ext cx="30" cy="3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5" name="Google Shape;355;p37"/>
            <p:cNvSpPr/>
            <p:nvPr/>
          </p:nvSpPr>
          <p:spPr>
            <a:xfrm>
              <a:off x="3225799" y="3518492"/>
              <a:ext cx="30" cy="3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6" name="Google Shape;356;p37"/>
            <p:cNvSpPr/>
            <p:nvPr/>
          </p:nvSpPr>
          <p:spPr>
            <a:xfrm>
              <a:off x="3610675" y="3253530"/>
              <a:ext cx="30" cy="274681"/>
            </a:xfrm>
            <a:custGeom>
              <a:avLst/>
              <a:gdLst/>
              <a:ahLst/>
              <a:cxnLst/>
              <a:rect l="l" t="t" r="r" b="b"/>
              <a:pathLst>
                <a:path w="1" h="12949" fill="none" extrusionOk="0">
                  <a:moveTo>
                    <a:pt x="0" y="12949"/>
                  </a:moveTo>
                  <a:lnTo>
                    <a:pt x="0" y="0"/>
                  </a:lnTo>
                </a:path>
              </a:pathLst>
            </a:custGeom>
            <a:noFill/>
            <a:ln w="19050" cap="rnd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7" name="Google Shape;357;p37"/>
            <p:cNvSpPr/>
            <p:nvPr/>
          </p:nvSpPr>
          <p:spPr>
            <a:xfrm>
              <a:off x="3225799" y="3117637"/>
              <a:ext cx="30" cy="3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8" name="Google Shape;358;p37"/>
            <p:cNvSpPr/>
            <p:nvPr/>
          </p:nvSpPr>
          <p:spPr>
            <a:xfrm>
              <a:off x="7132485" y="3518492"/>
              <a:ext cx="30" cy="3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9" name="Google Shape;359;p37"/>
            <p:cNvSpPr/>
            <p:nvPr/>
          </p:nvSpPr>
          <p:spPr>
            <a:xfrm>
              <a:off x="7173845" y="3234122"/>
              <a:ext cx="30" cy="274681"/>
            </a:xfrm>
            <a:custGeom>
              <a:avLst/>
              <a:gdLst/>
              <a:ahLst/>
              <a:cxnLst/>
              <a:rect l="l" t="t" r="r" b="b"/>
              <a:pathLst>
                <a:path w="1" h="12949" fill="none" extrusionOk="0">
                  <a:moveTo>
                    <a:pt x="1" y="12949"/>
                  </a:move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0" name="Google Shape;360;p37"/>
            <p:cNvSpPr/>
            <p:nvPr/>
          </p:nvSpPr>
          <p:spPr>
            <a:xfrm>
              <a:off x="7132485" y="3117637"/>
              <a:ext cx="30" cy="3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1" name="Google Shape;361;p37"/>
            <p:cNvSpPr txBox="1"/>
            <p:nvPr/>
          </p:nvSpPr>
          <p:spPr>
            <a:xfrm>
              <a:off x="1099167" y="1554261"/>
              <a:ext cx="1502100" cy="8731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lvl="0" algn="ctr">
                <a:lnSpc>
                  <a:spcPct val="150000"/>
                </a:lnSpc>
              </a:pPr>
              <a:r>
                <a:rPr lang="de-DE" sz="2400" dirty="0">
                  <a:solidFill>
                    <a:srgbClr val="2F2F2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Identifying </a:t>
              </a:r>
              <a:r>
                <a:rPr lang="de-DE" sz="2400" dirty="0" err="1">
                  <a:solidFill>
                    <a:srgbClr val="2F2F2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opportunities</a:t>
              </a:r>
              <a:endParaRPr lang="de-DE" sz="2400" dirty="0">
                <a:solidFill>
                  <a:srgbClr val="2F2F2F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362" name="Google Shape;362;p37"/>
            <p:cNvSpPr txBox="1"/>
            <p:nvPr/>
          </p:nvSpPr>
          <p:spPr>
            <a:xfrm>
              <a:off x="4460119" y="1716414"/>
              <a:ext cx="1870500" cy="56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lvl="0" algn="ctr">
                <a:lnSpc>
                  <a:spcPct val="80000"/>
                </a:lnSpc>
              </a:pPr>
              <a:r>
                <a:rPr lang="de-DE" sz="2400" dirty="0" err="1">
                  <a:solidFill>
                    <a:srgbClr val="2F2F2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Planning</a:t>
              </a:r>
              <a:endParaRPr lang="de-DE" sz="2400" dirty="0">
                <a:solidFill>
                  <a:srgbClr val="2F2F2F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363" name="Google Shape;363;p37"/>
            <p:cNvSpPr/>
            <p:nvPr/>
          </p:nvSpPr>
          <p:spPr>
            <a:xfrm rot="10800000" flipH="1">
              <a:off x="3697052" y="3093454"/>
              <a:ext cx="1628131" cy="72778"/>
            </a:xfrm>
            <a:custGeom>
              <a:avLst/>
              <a:gdLst/>
              <a:ahLst/>
              <a:cxnLst/>
              <a:rect l="l" t="t" r="r" b="b"/>
              <a:pathLst>
                <a:path w="40518" h="1" fill="none" extrusionOk="0">
                  <a:moveTo>
                    <a:pt x="0" y="1"/>
                  </a:moveTo>
                  <a:lnTo>
                    <a:pt x="40518" y="1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4" name="Google Shape;364;p37"/>
            <p:cNvSpPr/>
            <p:nvPr/>
          </p:nvSpPr>
          <p:spPr>
            <a:xfrm rot="10800000" flipH="1">
              <a:off x="5492511" y="3122315"/>
              <a:ext cx="1590433" cy="5100"/>
            </a:xfrm>
            <a:custGeom>
              <a:avLst/>
              <a:gdLst/>
              <a:ahLst/>
              <a:cxnLst/>
              <a:rect l="l" t="t" r="r" b="b"/>
              <a:pathLst>
                <a:path w="40518" h="1" fill="none" extrusionOk="0">
                  <a:moveTo>
                    <a:pt x="0" y="1"/>
                  </a:moveTo>
                  <a:lnTo>
                    <a:pt x="40518" y="1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5" name="Textfeld 4"/>
          <p:cNvSpPr txBox="1"/>
          <p:nvPr/>
        </p:nvSpPr>
        <p:spPr>
          <a:xfrm>
            <a:off x="2838084" y="1733192"/>
            <a:ext cx="3550972" cy="21441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3333" dirty="0">
                <a:solidFill>
                  <a:schemeClr val="accent3"/>
                </a:solidFill>
              </a:rPr>
              <a:t>[      ]</a:t>
            </a:r>
          </a:p>
        </p:txBody>
      </p:sp>
      <p:sp>
        <p:nvSpPr>
          <p:cNvPr id="46" name="Google Shape;341;p37"/>
          <p:cNvSpPr txBox="1"/>
          <p:nvPr/>
        </p:nvSpPr>
        <p:spPr>
          <a:xfrm>
            <a:off x="8945291" y="2267811"/>
            <a:ext cx="2269779" cy="530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" sz="2400" dirty="0">
                <a:solidFill>
                  <a:srgbClr val="2F2F2F"/>
                </a:solidFill>
                <a:latin typeface="Poppins Light"/>
                <a:ea typeface="Poppins Light"/>
                <a:cs typeface="Poppins Light"/>
                <a:sym typeface="Poppins Light"/>
              </a:rPr>
              <a:t>Seeking feedback</a:t>
            </a:r>
            <a:endParaRPr sz="2400" dirty="0">
              <a:solidFill>
                <a:srgbClr val="2F2F2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343" name="Google Shape;343;p37"/>
          <p:cNvSpPr txBox="1">
            <a:spLocks noGrp="1"/>
          </p:cNvSpPr>
          <p:nvPr>
            <p:ph type="title"/>
          </p:nvPr>
        </p:nvSpPr>
        <p:spPr>
          <a:xfrm>
            <a:off x="434523" y="4436191"/>
            <a:ext cx="9358092" cy="7747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fr-FR" altLang="de-DE" sz="3733" dirty="0"/>
              <a:t>SET A GOAL</a:t>
            </a:r>
            <a:endParaRPr lang="fr-FR" dirty="0"/>
          </a:p>
        </p:txBody>
      </p:sp>
      <p:pic>
        <p:nvPicPr>
          <p:cNvPr id="35" name="Grafik 34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4300"/>
          <a:stretch/>
        </p:blipFill>
        <p:spPr>
          <a:xfrm>
            <a:off x="5685934" y="4348485"/>
            <a:ext cx="2574821" cy="2206612"/>
          </a:xfrm>
          <a:prstGeom prst="rect">
            <a:avLst/>
          </a:prstGeom>
        </p:spPr>
      </p:pic>
      <p:pic>
        <p:nvPicPr>
          <p:cNvPr id="36" name="Grafik 35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4300"/>
          <a:stretch/>
        </p:blipFill>
        <p:spPr>
          <a:xfrm>
            <a:off x="10080181" y="90572"/>
            <a:ext cx="896100" cy="767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778695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29"/>
          <p:cNvSpPr txBox="1">
            <a:spLocks noGrp="1"/>
          </p:cNvSpPr>
          <p:nvPr>
            <p:ph type="ctrTitle" idx="4"/>
          </p:nvPr>
        </p:nvSpPr>
        <p:spPr>
          <a:xfrm>
            <a:off x="971568" y="856624"/>
            <a:ext cx="5286400" cy="3631441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l">
              <a:spcBef>
                <a:spcPct val="50000"/>
              </a:spcBef>
            </a:pPr>
            <a:r>
              <a:rPr lang="fr-BE" sz="3200" dirty="0"/>
              <a:t>SELF-ASSESSMENT QUESTIONNAIRE </a:t>
            </a:r>
            <a:br>
              <a:rPr lang="fr-BE" sz="3200" dirty="0"/>
            </a:br>
            <a:r>
              <a:rPr lang="fr-BE" sz="3200" dirty="0"/>
              <a:t>setting a goal</a:t>
            </a:r>
            <a:br>
              <a:rPr lang="fr-BE" sz="3200" dirty="0"/>
            </a:br>
            <a:br>
              <a:rPr lang="fr-BE" sz="3200" dirty="0"/>
            </a:br>
            <a:endParaRPr lang="fr-BE" sz="3200" dirty="0"/>
          </a:p>
        </p:txBody>
      </p:sp>
      <p:sp>
        <p:nvSpPr>
          <p:cNvPr id="686" name="Google Shape;686;p29"/>
          <p:cNvSpPr/>
          <p:nvPr/>
        </p:nvSpPr>
        <p:spPr>
          <a:xfrm>
            <a:off x="11569833" y="1100667"/>
            <a:ext cx="235641" cy="534293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687" name="Google Shape;687;p29"/>
          <p:cNvSpPr/>
          <p:nvPr/>
        </p:nvSpPr>
        <p:spPr>
          <a:xfrm>
            <a:off x="10871567" y="5398567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" name="Textfeld 1"/>
          <p:cNvSpPr txBox="1"/>
          <p:nvPr/>
        </p:nvSpPr>
        <p:spPr>
          <a:xfrm>
            <a:off x="965297" y="3003987"/>
            <a:ext cx="50473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Poppins Light" panose="020B0604020202020204" charset="0"/>
                <a:cs typeface="Poppins Light" panose="020B0604020202020204" charset="0"/>
              </a:rPr>
              <a:t>Take the 'set a goal' self-assessment questionnaire and tick off what suits you.</a:t>
            </a:r>
          </a:p>
        </p:txBody>
      </p:sp>
      <p:pic>
        <p:nvPicPr>
          <p:cNvPr id="179" name="Grafik 178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4300"/>
          <a:stretch/>
        </p:blipFill>
        <p:spPr>
          <a:xfrm>
            <a:off x="10323989" y="97193"/>
            <a:ext cx="888152" cy="761143"/>
          </a:xfrm>
          <a:prstGeom prst="rect">
            <a:avLst/>
          </a:prstGeom>
        </p:spPr>
      </p:pic>
      <p:grpSp>
        <p:nvGrpSpPr>
          <p:cNvPr id="175" name="Gruppieren 174"/>
          <p:cNvGrpSpPr/>
          <p:nvPr/>
        </p:nvGrpSpPr>
        <p:grpSpPr>
          <a:xfrm>
            <a:off x="130117" y="162553"/>
            <a:ext cx="972127" cy="950345"/>
            <a:chOff x="97587" y="121915"/>
            <a:chExt cx="729095" cy="712759"/>
          </a:xfrm>
        </p:grpSpPr>
        <p:grpSp>
          <p:nvGrpSpPr>
            <p:cNvPr id="176" name="Gruppieren 175"/>
            <p:cNvGrpSpPr/>
            <p:nvPr/>
          </p:nvGrpSpPr>
          <p:grpSpPr>
            <a:xfrm>
              <a:off x="97587" y="121915"/>
              <a:ext cx="729095" cy="601507"/>
              <a:chOff x="2016744" y="-182666"/>
              <a:chExt cx="5143500" cy="4481945"/>
            </a:xfrm>
          </p:grpSpPr>
          <p:pic>
            <p:nvPicPr>
              <p:cNvPr id="182" name="Grafik 181"/>
              <p:cNvPicPr>
                <a:picLocks noChangeAspect="1"/>
              </p:cNvPicPr>
              <p:nvPr userDrawn="1"/>
            </p:nvPicPr>
            <p:blipFill rotWithShape="1"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2016744" y="-182666"/>
                <a:ext cx="5143500" cy="4481945"/>
              </a:xfrm>
              <a:prstGeom prst="rect">
                <a:avLst/>
              </a:prstGeom>
            </p:spPr>
          </p:pic>
          <p:sp>
            <p:nvSpPr>
              <p:cNvPr id="183" name="Rechteck 182"/>
              <p:cNvSpPr/>
              <p:nvPr userDrawn="1"/>
            </p:nvSpPr>
            <p:spPr>
              <a:xfrm>
                <a:off x="3263729" y="657940"/>
                <a:ext cx="777978" cy="3038127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dirty="0"/>
              </a:p>
            </p:txBody>
          </p:sp>
        </p:grpSp>
        <p:sp>
          <p:nvSpPr>
            <p:cNvPr id="177" name="Rechteck 176"/>
            <p:cNvSpPr/>
            <p:nvPr/>
          </p:nvSpPr>
          <p:spPr>
            <a:xfrm>
              <a:off x="350038" y="269215"/>
              <a:ext cx="307596" cy="45719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dirty="0"/>
            </a:p>
          </p:txBody>
        </p:sp>
        <p:sp>
          <p:nvSpPr>
            <p:cNvPr id="180" name="Rechteck 179"/>
            <p:cNvSpPr/>
            <p:nvPr/>
          </p:nvSpPr>
          <p:spPr>
            <a:xfrm>
              <a:off x="384628" y="314934"/>
              <a:ext cx="273005" cy="327533"/>
            </a:xfrm>
            <a:prstGeom prst="rect">
              <a:avLst/>
            </a:prstGeom>
            <a:solidFill>
              <a:schemeClr val="tx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/>
            </a:p>
          </p:txBody>
        </p:sp>
        <p:sp>
          <p:nvSpPr>
            <p:cNvPr id="181" name="Textfeld 180"/>
            <p:cNvSpPr txBox="1"/>
            <p:nvPr/>
          </p:nvSpPr>
          <p:spPr>
            <a:xfrm>
              <a:off x="97587" y="211426"/>
              <a:ext cx="689390" cy="6232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2400" dirty="0">
                  <a:latin typeface="Poppins" panose="020B0604020202020204" charset="0"/>
                  <a:cs typeface="Poppins" panose="020B0604020202020204" charset="0"/>
                </a:rPr>
                <a:t>WS</a:t>
              </a:r>
            </a:p>
            <a:p>
              <a:pPr algn="ctr"/>
              <a:r>
                <a:rPr lang="de-DE" sz="2400" dirty="0">
                  <a:latin typeface="Poppins" panose="020B0604020202020204" charset="0"/>
                  <a:cs typeface="Poppins" panose="020B0604020202020204" charset="0"/>
                </a:rPr>
                <a:t> 19 </a:t>
              </a:r>
              <a:endParaRPr lang="en-GB" sz="2400" dirty="0">
                <a:latin typeface="Poppins" panose="020B0604020202020204" charset="0"/>
                <a:cs typeface="Poppins" panose="020B0604020202020204" charset="0"/>
              </a:endParaRPr>
            </a:p>
          </p:txBody>
        </p:sp>
      </p:grpSp>
      <p:pic>
        <p:nvPicPr>
          <p:cNvPr id="174" name="Grafik 173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249603" y="126505"/>
            <a:ext cx="782367" cy="682999"/>
          </a:xfrm>
          <a:prstGeom prst="rect">
            <a:avLst/>
          </a:prstGeom>
        </p:spPr>
      </p:pic>
      <p:grpSp>
        <p:nvGrpSpPr>
          <p:cNvPr id="189" name="Google Shape;8797;p63"/>
          <p:cNvGrpSpPr/>
          <p:nvPr/>
        </p:nvGrpSpPr>
        <p:grpSpPr>
          <a:xfrm>
            <a:off x="288514" y="1137524"/>
            <a:ext cx="197108" cy="389321"/>
            <a:chOff x="3527539" y="4476677"/>
            <a:chExt cx="159232" cy="314510"/>
          </a:xfrm>
          <a:solidFill>
            <a:srgbClr val="000000"/>
          </a:solidFill>
        </p:grpSpPr>
        <p:sp>
          <p:nvSpPr>
            <p:cNvPr id="190" name="Google Shape;8798;p63"/>
            <p:cNvSpPr/>
            <p:nvPr/>
          </p:nvSpPr>
          <p:spPr>
            <a:xfrm>
              <a:off x="3527539" y="4536716"/>
              <a:ext cx="159232" cy="254471"/>
            </a:xfrm>
            <a:custGeom>
              <a:avLst/>
              <a:gdLst/>
              <a:ahLst/>
              <a:cxnLst/>
              <a:rect l="l" t="t" r="r" b="b"/>
              <a:pathLst>
                <a:path w="97241" h="155402" extrusionOk="0">
                  <a:moveTo>
                    <a:pt x="35360" y="0"/>
                  </a:moveTo>
                  <a:cubicBezTo>
                    <a:pt x="27173" y="0"/>
                    <a:pt x="21268" y="5220"/>
                    <a:pt x="17713" y="15527"/>
                  </a:cubicBezTo>
                  <a:cubicBezTo>
                    <a:pt x="15527" y="21921"/>
                    <a:pt x="1533" y="61750"/>
                    <a:pt x="1403" y="62174"/>
                  </a:cubicBezTo>
                  <a:cubicBezTo>
                    <a:pt x="0" y="66121"/>
                    <a:pt x="2088" y="70492"/>
                    <a:pt x="6068" y="71895"/>
                  </a:cubicBezTo>
                  <a:cubicBezTo>
                    <a:pt x="6895" y="72179"/>
                    <a:pt x="7739" y="72315"/>
                    <a:pt x="8570" y="72315"/>
                  </a:cubicBezTo>
                  <a:cubicBezTo>
                    <a:pt x="11735" y="72315"/>
                    <a:pt x="14703" y="70350"/>
                    <a:pt x="15788" y="67197"/>
                  </a:cubicBezTo>
                  <a:cubicBezTo>
                    <a:pt x="16245" y="65925"/>
                    <a:pt x="24661" y="42569"/>
                    <a:pt x="29358" y="29130"/>
                  </a:cubicBezTo>
                  <a:lnTo>
                    <a:pt x="29358" y="29130"/>
                  </a:lnTo>
                  <a:cubicBezTo>
                    <a:pt x="28869" y="33142"/>
                    <a:pt x="30272" y="24824"/>
                    <a:pt x="18431" y="85856"/>
                  </a:cubicBezTo>
                  <a:cubicBezTo>
                    <a:pt x="17941" y="88498"/>
                    <a:pt x="19964" y="90912"/>
                    <a:pt x="22606" y="90912"/>
                  </a:cubicBezTo>
                  <a:lnTo>
                    <a:pt x="28412" y="90912"/>
                  </a:lnTo>
                  <a:lnTo>
                    <a:pt x="28412" y="146235"/>
                  </a:lnTo>
                  <a:cubicBezTo>
                    <a:pt x="28412" y="151291"/>
                    <a:pt x="32522" y="155401"/>
                    <a:pt x="37578" y="155401"/>
                  </a:cubicBezTo>
                  <a:cubicBezTo>
                    <a:pt x="42634" y="155401"/>
                    <a:pt x="46745" y="151291"/>
                    <a:pt x="46745" y="146235"/>
                  </a:cubicBezTo>
                  <a:lnTo>
                    <a:pt x="46745" y="90912"/>
                  </a:lnTo>
                  <a:lnTo>
                    <a:pt x="50692" y="90912"/>
                  </a:lnTo>
                  <a:lnTo>
                    <a:pt x="50692" y="146235"/>
                  </a:lnTo>
                  <a:cubicBezTo>
                    <a:pt x="50692" y="151291"/>
                    <a:pt x="54769" y="155401"/>
                    <a:pt x="59825" y="155401"/>
                  </a:cubicBezTo>
                  <a:cubicBezTo>
                    <a:pt x="64881" y="155401"/>
                    <a:pt x="68991" y="151291"/>
                    <a:pt x="68991" y="146235"/>
                  </a:cubicBezTo>
                  <a:lnTo>
                    <a:pt x="68991" y="90912"/>
                  </a:lnTo>
                  <a:lnTo>
                    <a:pt x="74798" y="90912"/>
                  </a:lnTo>
                  <a:cubicBezTo>
                    <a:pt x="77472" y="90912"/>
                    <a:pt x="79462" y="88498"/>
                    <a:pt x="78973" y="85856"/>
                  </a:cubicBezTo>
                  <a:cubicBezTo>
                    <a:pt x="67262" y="25379"/>
                    <a:pt x="68535" y="32392"/>
                    <a:pt x="68143" y="29130"/>
                  </a:cubicBezTo>
                  <a:lnTo>
                    <a:pt x="68143" y="29130"/>
                  </a:lnTo>
                  <a:cubicBezTo>
                    <a:pt x="72873" y="42667"/>
                    <a:pt x="81028" y="65958"/>
                    <a:pt x="81485" y="67197"/>
                  </a:cubicBezTo>
                  <a:cubicBezTo>
                    <a:pt x="82570" y="70350"/>
                    <a:pt x="85538" y="72315"/>
                    <a:pt x="88687" y="72315"/>
                  </a:cubicBezTo>
                  <a:cubicBezTo>
                    <a:pt x="89513" y="72315"/>
                    <a:pt x="90352" y="72179"/>
                    <a:pt x="91173" y="71895"/>
                  </a:cubicBezTo>
                  <a:cubicBezTo>
                    <a:pt x="95152" y="70492"/>
                    <a:pt x="97240" y="66121"/>
                    <a:pt x="95870" y="62174"/>
                  </a:cubicBezTo>
                  <a:cubicBezTo>
                    <a:pt x="95707" y="61750"/>
                    <a:pt x="81746" y="21921"/>
                    <a:pt x="79560" y="15527"/>
                  </a:cubicBezTo>
                  <a:cubicBezTo>
                    <a:pt x="76005" y="5220"/>
                    <a:pt x="70068" y="0"/>
                    <a:pt x="619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1" name="Google Shape;8799;p63"/>
            <p:cNvSpPr/>
            <p:nvPr/>
          </p:nvSpPr>
          <p:spPr>
            <a:xfrm>
              <a:off x="3581381" y="4476677"/>
              <a:ext cx="51814" cy="51761"/>
            </a:xfrm>
            <a:custGeom>
              <a:avLst/>
              <a:gdLst/>
              <a:ahLst/>
              <a:cxnLst/>
              <a:rect l="l" t="t" r="r" b="b"/>
              <a:pathLst>
                <a:path w="31642" h="31610" extrusionOk="0">
                  <a:moveTo>
                    <a:pt x="15821" y="1"/>
                  </a:moveTo>
                  <a:cubicBezTo>
                    <a:pt x="7079" y="1"/>
                    <a:pt x="0" y="7079"/>
                    <a:pt x="0" y="15821"/>
                  </a:cubicBezTo>
                  <a:cubicBezTo>
                    <a:pt x="0" y="24531"/>
                    <a:pt x="7079" y="31609"/>
                    <a:pt x="15821" y="31609"/>
                  </a:cubicBezTo>
                  <a:cubicBezTo>
                    <a:pt x="24563" y="31609"/>
                    <a:pt x="31641" y="24531"/>
                    <a:pt x="31641" y="15821"/>
                  </a:cubicBezTo>
                  <a:cubicBezTo>
                    <a:pt x="31641" y="7079"/>
                    <a:pt x="24563" y="1"/>
                    <a:pt x="158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78" name="Gruppieren 177"/>
          <p:cNvGrpSpPr/>
          <p:nvPr/>
        </p:nvGrpSpPr>
        <p:grpSpPr>
          <a:xfrm>
            <a:off x="5973156" y="1380601"/>
            <a:ext cx="5323745" cy="4983127"/>
            <a:chOff x="4479866" y="1035450"/>
            <a:chExt cx="3992809" cy="3737345"/>
          </a:xfrm>
        </p:grpSpPr>
        <p:sp>
          <p:nvSpPr>
            <p:cNvPr id="184" name="Google Shape;687;p29"/>
            <p:cNvSpPr/>
            <p:nvPr/>
          </p:nvSpPr>
          <p:spPr>
            <a:xfrm>
              <a:off x="8153675" y="4048925"/>
              <a:ext cx="114300" cy="114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5" name="Google Shape;3979;p60"/>
            <p:cNvSpPr/>
            <p:nvPr/>
          </p:nvSpPr>
          <p:spPr>
            <a:xfrm>
              <a:off x="4516543" y="4523066"/>
              <a:ext cx="115978" cy="229548"/>
            </a:xfrm>
            <a:custGeom>
              <a:avLst/>
              <a:gdLst/>
              <a:ahLst/>
              <a:cxnLst/>
              <a:rect l="l" t="t" r="r" b="b"/>
              <a:pathLst>
                <a:path w="1638" h="3242" extrusionOk="0">
                  <a:moveTo>
                    <a:pt x="0" y="0"/>
                  </a:moveTo>
                  <a:lnTo>
                    <a:pt x="0" y="3242"/>
                  </a:lnTo>
                  <a:lnTo>
                    <a:pt x="752" y="3242"/>
                  </a:lnTo>
                  <a:cubicBezTo>
                    <a:pt x="702" y="2908"/>
                    <a:pt x="702" y="2557"/>
                    <a:pt x="752" y="2206"/>
                  </a:cubicBezTo>
                  <a:cubicBezTo>
                    <a:pt x="819" y="1822"/>
                    <a:pt x="1637" y="836"/>
                    <a:pt x="1604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6" name="Google Shape;3980;p60"/>
            <p:cNvSpPr/>
            <p:nvPr/>
          </p:nvSpPr>
          <p:spPr>
            <a:xfrm>
              <a:off x="4941229" y="4523066"/>
              <a:ext cx="114845" cy="229548"/>
            </a:xfrm>
            <a:custGeom>
              <a:avLst/>
              <a:gdLst/>
              <a:ahLst/>
              <a:cxnLst/>
              <a:rect l="l" t="t" r="r" b="b"/>
              <a:pathLst>
                <a:path w="1622" h="3242" extrusionOk="0">
                  <a:moveTo>
                    <a:pt x="0" y="0"/>
                  </a:moveTo>
                  <a:lnTo>
                    <a:pt x="0" y="3242"/>
                  </a:lnTo>
                  <a:lnTo>
                    <a:pt x="736" y="3242"/>
                  </a:lnTo>
                  <a:cubicBezTo>
                    <a:pt x="702" y="2908"/>
                    <a:pt x="702" y="2557"/>
                    <a:pt x="736" y="2206"/>
                  </a:cubicBezTo>
                  <a:cubicBezTo>
                    <a:pt x="819" y="1822"/>
                    <a:pt x="1621" y="836"/>
                    <a:pt x="160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7" name="Google Shape;3981;p60"/>
            <p:cNvSpPr/>
            <p:nvPr/>
          </p:nvSpPr>
          <p:spPr>
            <a:xfrm>
              <a:off x="5240519" y="4523066"/>
              <a:ext cx="116049" cy="229548"/>
            </a:xfrm>
            <a:custGeom>
              <a:avLst/>
              <a:gdLst/>
              <a:ahLst/>
              <a:cxnLst/>
              <a:rect l="l" t="t" r="r" b="b"/>
              <a:pathLst>
                <a:path w="1639" h="3242" extrusionOk="0">
                  <a:moveTo>
                    <a:pt x="17" y="0"/>
                  </a:moveTo>
                  <a:cubicBezTo>
                    <a:pt x="1" y="836"/>
                    <a:pt x="819" y="1822"/>
                    <a:pt x="886" y="2206"/>
                  </a:cubicBezTo>
                  <a:cubicBezTo>
                    <a:pt x="920" y="2557"/>
                    <a:pt x="920" y="2908"/>
                    <a:pt x="886" y="3242"/>
                  </a:cubicBezTo>
                  <a:lnTo>
                    <a:pt x="1638" y="3242"/>
                  </a:lnTo>
                  <a:lnTo>
                    <a:pt x="1638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8" name="Google Shape;3982;p60"/>
            <p:cNvSpPr/>
            <p:nvPr/>
          </p:nvSpPr>
          <p:spPr>
            <a:xfrm>
              <a:off x="5608490" y="4523066"/>
              <a:ext cx="115978" cy="229548"/>
            </a:xfrm>
            <a:custGeom>
              <a:avLst/>
              <a:gdLst/>
              <a:ahLst/>
              <a:cxnLst/>
              <a:rect l="l" t="t" r="r" b="b"/>
              <a:pathLst>
                <a:path w="1638" h="3242" extrusionOk="0">
                  <a:moveTo>
                    <a:pt x="17" y="0"/>
                  </a:moveTo>
                  <a:cubicBezTo>
                    <a:pt x="0" y="836"/>
                    <a:pt x="802" y="1822"/>
                    <a:pt x="886" y="2206"/>
                  </a:cubicBezTo>
                  <a:cubicBezTo>
                    <a:pt x="919" y="2557"/>
                    <a:pt x="919" y="2908"/>
                    <a:pt x="886" y="3242"/>
                  </a:cubicBezTo>
                  <a:lnTo>
                    <a:pt x="1637" y="3242"/>
                  </a:lnTo>
                  <a:lnTo>
                    <a:pt x="1637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2" name="Google Shape;3983;p60"/>
            <p:cNvSpPr/>
            <p:nvPr/>
          </p:nvSpPr>
          <p:spPr>
            <a:xfrm>
              <a:off x="4479866" y="3388495"/>
              <a:ext cx="1271790" cy="1141722"/>
            </a:xfrm>
            <a:custGeom>
              <a:avLst/>
              <a:gdLst/>
              <a:ahLst/>
              <a:cxnLst/>
              <a:rect l="l" t="t" r="r" b="b"/>
              <a:pathLst>
                <a:path w="17962" h="16125" extrusionOk="0">
                  <a:moveTo>
                    <a:pt x="0" y="1"/>
                  </a:moveTo>
                  <a:lnTo>
                    <a:pt x="0" y="16125"/>
                  </a:lnTo>
                  <a:lnTo>
                    <a:pt x="17962" y="16125"/>
                  </a:lnTo>
                  <a:lnTo>
                    <a:pt x="17962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3" name="Google Shape;3984;p60"/>
            <p:cNvSpPr/>
            <p:nvPr/>
          </p:nvSpPr>
          <p:spPr>
            <a:xfrm>
              <a:off x="5409672" y="3388495"/>
              <a:ext cx="341985" cy="1141722"/>
            </a:xfrm>
            <a:custGeom>
              <a:avLst/>
              <a:gdLst/>
              <a:ahLst/>
              <a:cxnLst/>
              <a:rect l="l" t="t" r="r" b="b"/>
              <a:pathLst>
                <a:path w="4830" h="16125" extrusionOk="0">
                  <a:moveTo>
                    <a:pt x="1" y="1"/>
                  </a:moveTo>
                  <a:lnTo>
                    <a:pt x="135" y="16125"/>
                  </a:lnTo>
                  <a:lnTo>
                    <a:pt x="4830" y="16125"/>
                  </a:lnTo>
                  <a:lnTo>
                    <a:pt x="483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4" name="Google Shape;3985;p60"/>
            <p:cNvSpPr/>
            <p:nvPr/>
          </p:nvSpPr>
          <p:spPr>
            <a:xfrm>
              <a:off x="4537784" y="3472541"/>
              <a:ext cx="816377" cy="289874"/>
            </a:xfrm>
            <a:custGeom>
              <a:avLst/>
              <a:gdLst/>
              <a:ahLst/>
              <a:cxnLst/>
              <a:rect l="l" t="t" r="r" b="b"/>
              <a:pathLst>
                <a:path w="11530" h="4094" extrusionOk="0">
                  <a:moveTo>
                    <a:pt x="1" y="0"/>
                  </a:moveTo>
                  <a:lnTo>
                    <a:pt x="1" y="4094"/>
                  </a:lnTo>
                  <a:lnTo>
                    <a:pt x="11530" y="4094"/>
                  </a:lnTo>
                  <a:lnTo>
                    <a:pt x="1153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5" name="Google Shape;3986;p60"/>
            <p:cNvSpPr/>
            <p:nvPr/>
          </p:nvSpPr>
          <p:spPr>
            <a:xfrm>
              <a:off x="4537784" y="3820332"/>
              <a:ext cx="816377" cy="291078"/>
            </a:xfrm>
            <a:custGeom>
              <a:avLst/>
              <a:gdLst/>
              <a:ahLst/>
              <a:cxnLst/>
              <a:rect l="l" t="t" r="r" b="b"/>
              <a:pathLst>
                <a:path w="11530" h="4111" extrusionOk="0">
                  <a:moveTo>
                    <a:pt x="1" y="0"/>
                  </a:moveTo>
                  <a:lnTo>
                    <a:pt x="1" y="4111"/>
                  </a:lnTo>
                  <a:lnTo>
                    <a:pt x="11530" y="4111"/>
                  </a:lnTo>
                  <a:lnTo>
                    <a:pt x="1153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6" name="Google Shape;3987;p60"/>
            <p:cNvSpPr/>
            <p:nvPr/>
          </p:nvSpPr>
          <p:spPr>
            <a:xfrm>
              <a:off x="4537784" y="4169328"/>
              <a:ext cx="816377" cy="291078"/>
            </a:xfrm>
            <a:custGeom>
              <a:avLst/>
              <a:gdLst/>
              <a:ahLst/>
              <a:cxnLst/>
              <a:rect l="l" t="t" r="r" b="b"/>
              <a:pathLst>
                <a:path w="11530" h="4111" extrusionOk="0">
                  <a:moveTo>
                    <a:pt x="1" y="0"/>
                  </a:moveTo>
                  <a:lnTo>
                    <a:pt x="1" y="4111"/>
                  </a:lnTo>
                  <a:lnTo>
                    <a:pt x="11530" y="4111"/>
                  </a:lnTo>
                  <a:lnTo>
                    <a:pt x="1153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7" name="Google Shape;3988;p60"/>
            <p:cNvSpPr/>
            <p:nvPr/>
          </p:nvSpPr>
          <p:spPr>
            <a:xfrm>
              <a:off x="4814631" y="3059609"/>
              <a:ext cx="488693" cy="327826"/>
            </a:xfrm>
            <a:custGeom>
              <a:avLst/>
              <a:gdLst/>
              <a:ahLst/>
              <a:cxnLst/>
              <a:rect l="l" t="t" r="r" b="b"/>
              <a:pathLst>
                <a:path w="6902" h="4630" extrusionOk="0">
                  <a:moveTo>
                    <a:pt x="502" y="1"/>
                  </a:moveTo>
                  <a:lnTo>
                    <a:pt x="1" y="4629"/>
                  </a:lnTo>
                  <a:lnTo>
                    <a:pt x="6383" y="4629"/>
                  </a:lnTo>
                  <a:lnTo>
                    <a:pt x="6901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8" name="Google Shape;3989;p60"/>
            <p:cNvSpPr/>
            <p:nvPr/>
          </p:nvSpPr>
          <p:spPr>
            <a:xfrm>
              <a:off x="4834739" y="3083329"/>
              <a:ext cx="440192" cy="286333"/>
            </a:xfrm>
            <a:custGeom>
              <a:avLst/>
              <a:gdLst/>
              <a:ahLst/>
              <a:cxnLst/>
              <a:rect l="l" t="t" r="r" b="b"/>
              <a:pathLst>
                <a:path w="6217" h="4044" extrusionOk="0">
                  <a:moveTo>
                    <a:pt x="485" y="0"/>
                  </a:moveTo>
                  <a:lnTo>
                    <a:pt x="1" y="4043"/>
                  </a:lnTo>
                  <a:lnTo>
                    <a:pt x="5748" y="4043"/>
                  </a:lnTo>
                  <a:lnTo>
                    <a:pt x="6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9" name="Google Shape;3990;p60"/>
            <p:cNvSpPr/>
            <p:nvPr/>
          </p:nvSpPr>
          <p:spPr>
            <a:xfrm>
              <a:off x="4916375" y="3131829"/>
              <a:ext cx="269837" cy="189332"/>
            </a:xfrm>
            <a:custGeom>
              <a:avLst/>
              <a:gdLst/>
              <a:ahLst/>
              <a:cxnLst/>
              <a:rect l="l" t="t" r="r" b="b"/>
              <a:pathLst>
                <a:path w="3811" h="2674" extrusionOk="0">
                  <a:moveTo>
                    <a:pt x="301" y="0"/>
                  </a:moveTo>
                  <a:lnTo>
                    <a:pt x="1" y="2673"/>
                  </a:lnTo>
                  <a:lnTo>
                    <a:pt x="3626" y="2673"/>
                  </a:lnTo>
                  <a:lnTo>
                    <a:pt x="381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0" name="Google Shape;3991;p60"/>
            <p:cNvSpPr/>
            <p:nvPr/>
          </p:nvSpPr>
          <p:spPr>
            <a:xfrm>
              <a:off x="5266576" y="3200438"/>
              <a:ext cx="114774" cy="188128"/>
            </a:xfrm>
            <a:custGeom>
              <a:avLst/>
              <a:gdLst/>
              <a:ahLst/>
              <a:cxnLst/>
              <a:rect l="l" t="t" r="r" b="b"/>
              <a:pathLst>
                <a:path w="1621" h="2657" extrusionOk="0">
                  <a:moveTo>
                    <a:pt x="301" y="0"/>
                  </a:moveTo>
                  <a:lnTo>
                    <a:pt x="0" y="2640"/>
                  </a:lnTo>
                  <a:lnTo>
                    <a:pt x="1621" y="2657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1" name="Google Shape;3992;p60"/>
            <p:cNvSpPr/>
            <p:nvPr/>
          </p:nvSpPr>
          <p:spPr>
            <a:xfrm>
              <a:off x="4905756" y="3602678"/>
              <a:ext cx="69813" cy="59829"/>
            </a:xfrm>
            <a:custGeom>
              <a:avLst/>
              <a:gdLst/>
              <a:ahLst/>
              <a:cxnLst/>
              <a:rect l="l" t="t" r="r" b="b"/>
              <a:pathLst>
                <a:path w="986" h="845" extrusionOk="0">
                  <a:moveTo>
                    <a:pt x="568" y="0"/>
                  </a:moveTo>
                  <a:cubicBezTo>
                    <a:pt x="184" y="0"/>
                    <a:pt x="0" y="451"/>
                    <a:pt x="267" y="719"/>
                  </a:cubicBezTo>
                  <a:cubicBezTo>
                    <a:pt x="355" y="806"/>
                    <a:pt x="461" y="845"/>
                    <a:pt x="565" y="845"/>
                  </a:cubicBezTo>
                  <a:cubicBezTo>
                    <a:pt x="781" y="845"/>
                    <a:pt x="986" y="677"/>
                    <a:pt x="986" y="418"/>
                  </a:cubicBezTo>
                  <a:cubicBezTo>
                    <a:pt x="986" y="184"/>
                    <a:pt x="802" y="0"/>
                    <a:pt x="56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2" name="Google Shape;3993;p60"/>
            <p:cNvSpPr/>
            <p:nvPr/>
          </p:nvSpPr>
          <p:spPr>
            <a:xfrm>
              <a:off x="4905756" y="3955214"/>
              <a:ext cx="69813" cy="59617"/>
            </a:xfrm>
            <a:custGeom>
              <a:avLst/>
              <a:gdLst/>
              <a:ahLst/>
              <a:cxnLst/>
              <a:rect l="l" t="t" r="r" b="b"/>
              <a:pathLst>
                <a:path w="986" h="842" extrusionOk="0">
                  <a:moveTo>
                    <a:pt x="568" y="0"/>
                  </a:moveTo>
                  <a:cubicBezTo>
                    <a:pt x="184" y="0"/>
                    <a:pt x="0" y="451"/>
                    <a:pt x="267" y="719"/>
                  </a:cubicBezTo>
                  <a:cubicBezTo>
                    <a:pt x="353" y="804"/>
                    <a:pt x="456" y="841"/>
                    <a:pt x="558" y="841"/>
                  </a:cubicBezTo>
                  <a:cubicBezTo>
                    <a:pt x="776" y="841"/>
                    <a:pt x="986" y="669"/>
                    <a:pt x="986" y="418"/>
                  </a:cubicBezTo>
                  <a:cubicBezTo>
                    <a:pt x="986" y="184"/>
                    <a:pt x="802" y="0"/>
                    <a:pt x="56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3" name="Google Shape;3994;p60"/>
            <p:cNvSpPr/>
            <p:nvPr/>
          </p:nvSpPr>
          <p:spPr>
            <a:xfrm>
              <a:off x="4905756" y="4306548"/>
              <a:ext cx="69813" cy="59900"/>
            </a:xfrm>
            <a:custGeom>
              <a:avLst/>
              <a:gdLst/>
              <a:ahLst/>
              <a:cxnLst/>
              <a:rect l="l" t="t" r="r" b="b"/>
              <a:pathLst>
                <a:path w="986" h="846" extrusionOk="0">
                  <a:moveTo>
                    <a:pt x="568" y="1"/>
                  </a:moveTo>
                  <a:cubicBezTo>
                    <a:pt x="184" y="1"/>
                    <a:pt x="0" y="452"/>
                    <a:pt x="267" y="719"/>
                  </a:cubicBezTo>
                  <a:cubicBezTo>
                    <a:pt x="355" y="806"/>
                    <a:pt x="461" y="845"/>
                    <a:pt x="565" y="845"/>
                  </a:cubicBezTo>
                  <a:cubicBezTo>
                    <a:pt x="781" y="845"/>
                    <a:pt x="986" y="677"/>
                    <a:pt x="986" y="418"/>
                  </a:cubicBezTo>
                  <a:cubicBezTo>
                    <a:pt x="986" y="184"/>
                    <a:pt x="802" y="1"/>
                    <a:pt x="56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4" name="Google Shape;3995;p60"/>
            <p:cNvSpPr/>
            <p:nvPr/>
          </p:nvSpPr>
          <p:spPr>
            <a:xfrm>
              <a:off x="4631246" y="1525203"/>
              <a:ext cx="741890" cy="941771"/>
            </a:xfrm>
            <a:custGeom>
              <a:avLst/>
              <a:gdLst/>
              <a:ahLst/>
              <a:cxnLst/>
              <a:rect l="l" t="t" r="r" b="b"/>
              <a:pathLst>
                <a:path w="10478" h="13301" extrusionOk="0">
                  <a:moveTo>
                    <a:pt x="1" y="1"/>
                  </a:moveTo>
                  <a:lnTo>
                    <a:pt x="285" y="13267"/>
                  </a:lnTo>
                  <a:lnTo>
                    <a:pt x="10477" y="13301"/>
                  </a:lnTo>
                  <a:lnTo>
                    <a:pt x="10193" y="1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5" name="Google Shape;3996;p60"/>
            <p:cNvSpPr/>
            <p:nvPr/>
          </p:nvSpPr>
          <p:spPr>
            <a:xfrm>
              <a:off x="4675004" y="1557207"/>
              <a:ext cx="649561" cy="860132"/>
            </a:xfrm>
            <a:custGeom>
              <a:avLst/>
              <a:gdLst/>
              <a:ahLst/>
              <a:cxnLst/>
              <a:rect l="l" t="t" r="r" b="b"/>
              <a:pathLst>
                <a:path w="9174" h="12148" extrusionOk="0">
                  <a:moveTo>
                    <a:pt x="1" y="0"/>
                  </a:moveTo>
                  <a:lnTo>
                    <a:pt x="252" y="12030"/>
                  </a:lnTo>
                  <a:lnTo>
                    <a:pt x="9174" y="12147"/>
                  </a:lnTo>
                  <a:lnTo>
                    <a:pt x="8907" y="23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6" name="Google Shape;3997;p60"/>
            <p:cNvSpPr/>
            <p:nvPr/>
          </p:nvSpPr>
          <p:spPr>
            <a:xfrm>
              <a:off x="4779158" y="1694427"/>
              <a:ext cx="431837" cy="595111"/>
            </a:xfrm>
            <a:custGeom>
              <a:avLst/>
              <a:gdLst/>
              <a:ahLst/>
              <a:cxnLst/>
              <a:rect l="l" t="t" r="r" b="b"/>
              <a:pathLst>
                <a:path w="6099" h="8405" extrusionOk="0">
                  <a:moveTo>
                    <a:pt x="0" y="0"/>
                  </a:moveTo>
                  <a:lnTo>
                    <a:pt x="184" y="8405"/>
                  </a:lnTo>
                  <a:lnTo>
                    <a:pt x="6099" y="8288"/>
                  </a:lnTo>
                  <a:lnTo>
                    <a:pt x="5915" y="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7" name="Google Shape;3998;p60"/>
            <p:cNvSpPr/>
            <p:nvPr/>
          </p:nvSpPr>
          <p:spPr>
            <a:xfrm>
              <a:off x="4779158" y="1694427"/>
              <a:ext cx="424756" cy="595111"/>
            </a:xfrm>
            <a:custGeom>
              <a:avLst/>
              <a:gdLst/>
              <a:ahLst/>
              <a:cxnLst/>
              <a:rect l="l" t="t" r="r" b="b"/>
              <a:pathLst>
                <a:path w="5999" h="8405" extrusionOk="0">
                  <a:moveTo>
                    <a:pt x="0" y="0"/>
                  </a:moveTo>
                  <a:lnTo>
                    <a:pt x="184" y="8405"/>
                  </a:lnTo>
                  <a:lnTo>
                    <a:pt x="5999" y="3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8" name="Google Shape;3999;p60"/>
            <p:cNvSpPr/>
            <p:nvPr/>
          </p:nvSpPr>
          <p:spPr>
            <a:xfrm>
              <a:off x="7823114" y="1035450"/>
              <a:ext cx="649561" cy="826997"/>
            </a:xfrm>
            <a:custGeom>
              <a:avLst/>
              <a:gdLst/>
              <a:ahLst/>
              <a:cxnLst/>
              <a:rect l="l" t="t" r="r" b="b"/>
              <a:pathLst>
                <a:path w="9174" h="11680" extrusionOk="0">
                  <a:moveTo>
                    <a:pt x="0" y="1"/>
                  </a:moveTo>
                  <a:lnTo>
                    <a:pt x="234" y="11646"/>
                  </a:lnTo>
                  <a:lnTo>
                    <a:pt x="9173" y="11680"/>
                  </a:lnTo>
                  <a:lnTo>
                    <a:pt x="9173" y="11680"/>
                  </a:lnTo>
                  <a:lnTo>
                    <a:pt x="8923" y="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9" name="Google Shape;4000;p60"/>
            <p:cNvSpPr/>
            <p:nvPr/>
          </p:nvSpPr>
          <p:spPr>
            <a:xfrm>
              <a:off x="7860995" y="1063842"/>
              <a:ext cx="569056" cy="754847"/>
            </a:xfrm>
            <a:custGeom>
              <a:avLst/>
              <a:gdLst/>
              <a:ahLst/>
              <a:cxnLst/>
              <a:rect l="l" t="t" r="r" b="b"/>
              <a:pathLst>
                <a:path w="8037" h="10661" extrusionOk="0">
                  <a:moveTo>
                    <a:pt x="0" y="1"/>
                  </a:moveTo>
                  <a:lnTo>
                    <a:pt x="217" y="10560"/>
                  </a:lnTo>
                  <a:lnTo>
                    <a:pt x="8037" y="10661"/>
                  </a:lnTo>
                  <a:lnTo>
                    <a:pt x="7820" y="2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0" name="Google Shape;4001;p60"/>
            <p:cNvSpPr/>
            <p:nvPr/>
          </p:nvSpPr>
          <p:spPr>
            <a:xfrm>
              <a:off x="7952049" y="1184493"/>
              <a:ext cx="378662" cy="523032"/>
            </a:xfrm>
            <a:custGeom>
              <a:avLst/>
              <a:gdLst/>
              <a:ahLst/>
              <a:cxnLst/>
              <a:rect l="l" t="t" r="r" b="b"/>
              <a:pathLst>
                <a:path w="5348" h="7387" extrusionOk="0">
                  <a:moveTo>
                    <a:pt x="1" y="1"/>
                  </a:moveTo>
                  <a:lnTo>
                    <a:pt x="168" y="7386"/>
                  </a:lnTo>
                  <a:lnTo>
                    <a:pt x="5347" y="7269"/>
                  </a:lnTo>
                  <a:lnTo>
                    <a:pt x="5197" y="8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1" name="Google Shape;4002;p60"/>
            <p:cNvSpPr/>
            <p:nvPr/>
          </p:nvSpPr>
          <p:spPr>
            <a:xfrm>
              <a:off x="7952049" y="1184493"/>
              <a:ext cx="372715" cy="523032"/>
            </a:xfrm>
            <a:custGeom>
              <a:avLst/>
              <a:gdLst/>
              <a:ahLst/>
              <a:cxnLst/>
              <a:rect l="l" t="t" r="r" b="b"/>
              <a:pathLst>
                <a:path w="5264" h="7387" extrusionOk="0">
                  <a:moveTo>
                    <a:pt x="1" y="1"/>
                  </a:moveTo>
                  <a:lnTo>
                    <a:pt x="168" y="7386"/>
                  </a:lnTo>
                  <a:lnTo>
                    <a:pt x="5264" y="347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2" name="Google Shape;4003;p60"/>
            <p:cNvSpPr/>
            <p:nvPr/>
          </p:nvSpPr>
          <p:spPr>
            <a:xfrm>
              <a:off x="7743883" y="4140936"/>
              <a:ext cx="159735" cy="366838"/>
            </a:xfrm>
            <a:custGeom>
              <a:avLst/>
              <a:gdLst/>
              <a:ahLst/>
              <a:cxnLst/>
              <a:rect l="l" t="t" r="r" b="b"/>
              <a:pathLst>
                <a:path w="2256" h="5181" extrusionOk="0">
                  <a:moveTo>
                    <a:pt x="33" y="0"/>
                  </a:moveTo>
                  <a:cubicBezTo>
                    <a:pt x="0" y="117"/>
                    <a:pt x="1337" y="5180"/>
                    <a:pt x="1337" y="5180"/>
                  </a:cubicBezTo>
                  <a:lnTo>
                    <a:pt x="2256" y="4996"/>
                  </a:lnTo>
                  <a:lnTo>
                    <a:pt x="986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3" name="Google Shape;4004;p60"/>
            <p:cNvSpPr/>
            <p:nvPr/>
          </p:nvSpPr>
          <p:spPr>
            <a:xfrm>
              <a:off x="8118865" y="4090027"/>
              <a:ext cx="198818" cy="417747"/>
            </a:xfrm>
            <a:custGeom>
              <a:avLst/>
              <a:gdLst/>
              <a:ahLst/>
              <a:cxnLst/>
              <a:rect l="l" t="t" r="r" b="b"/>
              <a:pathLst>
                <a:path w="2808" h="5900" extrusionOk="0">
                  <a:moveTo>
                    <a:pt x="1822" y="1"/>
                  </a:moveTo>
                  <a:lnTo>
                    <a:pt x="1" y="5899"/>
                  </a:lnTo>
                  <a:lnTo>
                    <a:pt x="1070" y="5899"/>
                  </a:lnTo>
                  <a:lnTo>
                    <a:pt x="2808" y="419"/>
                  </a:lnTo>
                  <a:lnTo>
                    <a:pt x="1822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4" name="Google Shape;4005;p60"/>
            <p:cNvSpPr/>
            <p:nvPr/>
          </p:nvSpPr>
          <p:spPr>
            <a:xfrm>
              <a:off x="8218274" y="4025029"/>
              <a:ext cx="218928" cy="482745"/>
            </a:xfrm>
            <a:custGeom>
              <a:avLst/>
              <a:gdLst/>
              <a:ahLst/>
              <a:cxnLst/>
              <a:rect l="l" t="t" r="r" b="b"/>
              <a:pathLst>
                <a:path w="3092" h="6818" extrusionOk="0">
                  <a:moveTo>
                    <a:pt x="2089" y="0"/>
                  </a:moveTo>
                  <a:lnTo>
                    <a:pt x="0" y="6817"/>
                  </a:lnTo>
                  <a:lnTo>
                    <a:pt x="1069" y="6817"/>
                  </a:lnTo>
                  <a:lnTo>
                    <a:pt x="3091" y="434"/>
                  </a:lnTo>
                  <a:lnTo>
                    <a:pt x="2089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5" name="Google Shape;4006;p60"/>
            <p:cNvSpPr/>
            <p:nvPr/>
          </p:nvSpPr>
          <p:spPr>
            <a:xfrm>
              <a:off x="7792384" y="4478107"/>
              <a:ext cx="525299" cy="261482"/>
            </a:xfrm>
            <a:custGeom>
              <a:avLst/>
              <a:gdLst/>
              <a:ahLst/>
              <a:cxnLst/>
              <a:rect l="l" t="t" r="r" b="b"/>
              <a:pathLst>
                <a:path w="7419" h="3693" extrusionOk="0">
                  <a:moveTo>
                    <a:pt x="0" y="0"/>
                  </a:moveTo>
                  <a:lnTo>
                    <a:pt x="1069" y="3693"/>
                  </a:lnTo>
                  <a:lnTo>
                    <a:pt x="6433" y="3693"/>
                  </a:lnTo>
                  <a:lnTo>
                    <a:pt x="74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6" name="Google Shape;4007;p60"/>
            <p:cNvSpPr/>
            <p:nvPr/>
          </p:nvSpPr>
          <p:spPr>
            <a:xfrm>
              <a:off x="7799464" y="3938647"/>
              <a:ext cx="189332" cy="539530"/>
            </a:xfrm>
            <a:custGeom>
              <a:avLst/>
              <a:gdLst/>
              <a:ahLst/>
              <a:cxnLst/>
              <a:rect l="l" t="t" r="r" b="b"/>
              <a:pathLst>
                <a:path w="2674" h="7620" extrusionOk="0">
                  <a:moveTo>
                    <a:pt x="0" y="0"/>
                  </a:moveTo>
                  <a:lnTo>
                    <a:pt x="17" y="50"/>
                  </a:lnTo>
                  <a:lnTo>
                    <a:pt x="1253" y="5431"/>
                  </a:lnTo>
                  <a:cubicBezTo>
                    <a:pt x="1404" y="6099"/>
                    <a:pt x="1538" y="6650"/>
                    <a:pt x="1621" y="7035"/>
                  </a:cubicBezTo>
                  <a:cubicBezTo>
                    <a:pt x="1671" y="7218"/>
                    <a:pt x="1705" y="7369"/>
                    <a:pt x="1721" y="7469"/>
                  </a:cubicBezTo>
                  <a:cubicBezTo>
                    <a:pt x="1738" y="7519"/>
                    <a:pt x="1755" y="7553"/>
                    <a:pt x="1755" y="7586"/>
                  </a:cubicBezTo>
                  <a:cubicBezTo>
                    <a:pt x="1755" y="7603"/>
                    <a:pt x="1771" y="7619"/>
                    <a:pt x="1771" y="7619"/>
                  </a:cubicBezTo>
                  <a:cubicBezTo>
                    <a:pt x="1771" y="7603"/>
                    <a:pt x="1771" y="7603"/>
                    <a:pt x="1771" y="7586"/>
                  </a:cubicBezTo>
                  <a:cubicBezTo>
                    <a:pt x="1755" y="7553"/>
                    <a:pt x="1755" y="7519"/>
                    <a:pt x="1738" y="7469"/>
                  </a:cubicBezTo>
                  <a:lnTo>
                    <a:pt x="1654" y="7035"/>
                  </a:lnTo>
                  <a:cubicBezTo>
                    <a:pt x="1554" y="6650"/>
                    <a:pt x="1437" y="6099"/>
                    <a:pt x="1287" y="5414"/>
                  </a:cubicBezTo>
                  <a:cubicBezTo>
                    <a:pt x="988" y="4051"/>
                    <a:pt x="556" y="2159"/>
                    <a:pt x="91" y="67"/>
                  </a:cubicBezTo>
                  <a:lnTo>
                    <a:pt x="956" y="67"/>
                  </a:lnTo>
                  <a:lnTo>
                    <a:pt x="2156" y="5431"/>
                  </a:lnTo>
                  <a:cubicBezTo>
                    <a:pt x="2306" y="6099"/>
                    <a:pt x="2440" y="6650"/>
                    <a:pt x="2523" y="7035"/>
                  </a:cubicBezTo>
                  <a:cubicBezTo>
                    <a:pt x="2573" y="7218"/>
                    <a:pt x="2607" y="7369"/>
                    <a:pt x="2624" y="7469"/>
                  </a:cubicBezTo>
                  <a:cubicBezTo>
                    <a:pt x="2640" y="7519"/>
                    <a:pt x="2657" y="7553"/>
                    <a:pt x="2657" y="7586"/>
                  </a:cubicBezTo>
                  <a:cubicBezTo>
                    <a:pt x="2657" y="7603"/>
                    <a:pt x="2657" y="7619"/>
                    <a:pt x="2674" y="7619"/>
                  </a:cubicBezTo>
                  <a:cubicBezTo>
                    <a:pt x="2674" y="7603"/>
                    <a:pt x="2674" y="7603"/>
                    <a:pt x="2674" y="7586"/>
                  </a:cubicBezTo>
                  <a:cubicBezTo>
                    <a:pt x="2657" y="7553"/>
                    <a:pt x="2657" y="7519"/>
                    <a:pt x="2640" y="7469"/>
                  </a:cubicBezTo>
                  <a:cubicBezTo>
                    <a:pt x="2624" y="7369"/>
                    <a:pt x="2590" y="7218"/>
                    <a:pt x="2557" y="7035"/>
                  </a:cubicBezTo>
                  <a:cubicBezTo>
                    <a:pt x="2473" y="6650"/>
                    <a:pt x="2356" y="6099"/>
                    <a:pt x="2206" y="5414"/>
                  </a:cubicBezTo>
                  <a:cubicBezTo>
                    <a:pt x="1905" y="4044"/>
                    <a:pt x="1487" y="2139"/>
                    <a:pt x="1020" y="34"/>
                  </a:cubicBezTo>
                  <a:lnTo>
                    <a:pt x="1020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7" name="Google Shape;4008;p60"/>
            <p:cNvSpPr/>
            <p:nvPr/>
          </p:nvSpPr>
          <p:spPr>
            <a:xfrm>
              <a:off x="5454633" y="1326455"/>
              <a:ext cx="2223050" cy="3046434"/>
            </a:xfrm>
            <a:custGeom>
              <a:avLst/>
              <a:gdLst/>
              <a:ahLst/>
              <a:cxnLst/>
              <a:rect l="l" t="t" r="r" b="b"/>
              <a:pathLst>
                <a:path w="31397" h="43026" extrusionOk="0">
                  <a:moveTo>
                    <a:pt x="1" y="1"/>
                  </a:moveTo>
                  <a:lnTo>
                    <a:pt x="1" y="43025"/>
                  </a:lnTo>
                  <a:lnTo>
                    <a:pt x="31396" y="43025"/>
                  </a:lnTo>
                  <a:lnTo>
                    <a:pt x="31396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8" name="Google Shape;4009;p60"/>
            <p:cNvSpPr/>
            <p:nvPr/>
          </p:nvSpPr>
          <p:spPr>
            <a:xfrm>
              <a:off x="5640424" y="1449514"/>
              <a:ext cx="1949674" cy="2742331"/>
            </a:xfrm>
            <a:custGeom>
              <a:avLst/>
              <a:gdLst/>
              <a:ahLst/>
              <a:cxnLst/>
              <a:rect l="l" t="t" r="r" b="b"/>
              <a:pathLst>
                <a:path w="27536" h="38731" extrusionOk="0">
                  <a:moveTo>
                    <a:pt x="0" y="1"/>
                  </a:moveTo>
                  <a:lnTo>
                    <a:pt x="0" y="38731"/>
                  </a:lnTo>
                  <a:lnTo>
                    <a:pt x="27536" y="38731"/>
                  </a:lnTo>
                  <a:lnTo>
                    <a:pt x="27536" y="33902"/>
                  </a:lnTo>
                  <a:lnTo>
                    <a:pt x="27536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9" name="Google Shape;4010;p60"/>
            <p:cNvSpPr/>
            <p:nvPr/>
          </p:nvSpPr>
          <p:spPr>
            <a:xfrm>
              <a:off x="5626192" y="1412837"/>
              <a:ext cx="1933175" cy="2728170"/>
            </a:xfrm>
            <a:custGeom>
              <a:avLst/>
              <a:gdLst/>
              <a:ahLst/>
              <a:cxnLst/>
              <a:rect l="l" t="t" r="r" b="b"/>
              <a:pathLst>
                <a:path w="27303" h="38531" extrusionOk="0">
                  <a:moveTo>
                    <a:pt x="1" y="1"/>
                  </a:moveTo>
                  <a:lnTo>
                    <a:pt x="1" y="38530"/>
                  </a:lnTo>
                  <a:lnTo>
                    <a:pt x="27302" y="38530"/>
                  </a:lnTo>
                  <a:lnTo>
                    <a:pt x="27302" y="33735"/>
                  </a:lnTo>
                  <a:lnTo>
                    <a:pt x="27302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0" name="Google Shape;4011;p60"/>
            <p:cNvSpPr/>
            <p:nvPr/>
          </p:nvSpPr>
          <p:spPr>
            <a:xfrm>
              <a:off x="5590719" y="1419917"/>
              <a:ext cx="1949744" cy="2689155"/>
            </a:xfrm>
            <a:custGeom>
              <a:avLst/>
              <a:gdLst/>
              <a:ahLst/>
              <a:cxnLst/>
              <a:rect l="l" t="t" r="r" b="b"/>
              <a:pathLst>
                <a:path w="27537" h="37980" extrusionOk="0">
                  <a:moveTo>
                    <a:pt x="0" y="1"/>
                  </a:moveTo>
                  <a:lnTo>
                    <a:pt x="0" y="37979"/>
                  </a:lnTo>
                  <a:lnTo>
                    <a:pt x="21722" y="37979"/>
                  </a:lnTo>
                  <a:lnTo>
                    <a:pt x="24879" y="35423"/>
                  </a:lnTo>
                  <a:lnTo>
                    <a:pt x="27536" y="33251"/>
                  </a:lnTo>
                  <a:lnTo>
                    <a:pt x="275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1" name="Google Shape;4012;p60"/>
            <p:cNvSpPr/>
            <p:nvPr/>
          </p:nvSpPr>
          <p:spPr>
            <a:xfrm>
              <a:off x="5588311" y="1417580"/>
              <a:ext cx="1954487" cy="2693828"/>
            </a:xfrm>
            <a:custGeom>
              <a:avLst/>
              <a:gdLst/>
              <a:ahLst/>
              <a:cxnLst/>
              <a:rect l="l" t="t" r="r" b="b"/>
              <a:pathLst>
                <a:path w="27604" h="38046" extrusionOk="0">
                  <a:moveTo>
                    <a:pt x="25080" y="35322"/>
                  </a:moveTo>
                  <a:lnTo>
                    <a:pt x="25080" y="35322"/>
                  </a:lnTo>
                  <a:cubicBezTo>
                    <a:pt x="24963" y="35406"/>
                    <a:pt x="24897" y="35456"/>
                    <a:pt x="24897" y="35456"/>
                  </a:cubicBezTo>
                  <a:lnTo>
                    <a:pt x="24913" y="35456"/>
                  </a:lnTo>
                  <a:cubicBezTo>
                    <a:pt x="24913" y="35456"/>
                    <a:pt x="24964" y="35406"/>
                    <a:pt x="25080" y="35322"/>
                  </a:cubicBezTo>
                  <a:close/>
                  <a:moveTo>
                    <a:pt x="24897" y="35456"/>
                  </a:moveTo>
                  <a:lnTo>
                    <a:pt x="24897" y="35456"/>
                  </a:lnTo>
                  <a:cubicBezTo>
                    <a:pt x="24897" y="35456"/>
                    <a:pt x="24830" y="35506"/>
                    <a:pt x="24713" y="35623"/>
                  </a:cubicBezTo>
                  <a:cubicBezTo>
                    <a:pt x="24847" y="35506"/>
                    <a:pt x="24897" y="35456"/>
                    <a:pt x="24897" y="35456"/>
                  </a:cubicBezTo>
                  <a:close/>
                  <a:moveTo>
                    <a:pt x="1" y="0"/>
                  </a:moveTo>
                  <a:lnTo>
                    <a:pt x="1" y="34"/>
                  </a:lnTo>
                  <a:cubicBezTo>
                    <a:pt x="1" y="14320"/>
                    <a:pt x="1" y="27486"/>
                    <a:pt x="1" y="38012"/>
                  </a:cubicBezTo>
                  <a:lnTo>
                    <a:pt x="1" y="38046"/>
                  </a:lnTo>
                  <a:lnTo>
                    <a:pt x="34" y="38046"/>
                  </a:lnTo>
                  <a:lnTo>
                    <a:pt x="21756" y="38029"/>
                  </a:lnTo>
                  <a:lnTo>
                    <a:pt x="21772" y="38029"/>
                  </a:lnTo>
                  <a:lnTo>
                    <a:pt x="24128" y="36108"/>
                  </a:lnTo>
                  <a:lnTo>
                    <a:pt x="24713" y="35623"/>
                  </a:lnTo>
                  <a:lnTo>
                    <a:pt x="24713" y="35623"/>
                  </a:lnTo>
                  <a:lnTo>
                    <a:pt x="24111" y="36091"/>
                  </a:lnTo>
                  <a:lnTo>
                    <a:pt x="21756" y="38012"/>
                  </a:lnTo>
                  <a:lnTo>
                    <a:pt x="68" y="37996"/>
                  </a:lnTo>
                  <a:lnTo>
                    <a:pt x="68" y="37996"/>
                  </a:lnTo>
                  <a:cubicBezTo>
                    <a:pt x="68" y="27480"/>
                    <a:pt x="68" y="14333"/>
                    <a:pt x="68" y="67"/>
                  </a:cubicBezTo>
                  <a:lnTo>
                    <a:pt x="27553" y="67"/>
                  </a:lnTo>
                  <a:cubicBezTo>
                    <a:pt x="27553" y="15707"/>
                    <a:pt x="27570" y="27841"/>
                    <a:pt x="27570" y="33284"/>
                  </a:cubicBezTo>
                  <a:lnTo>
                    <a:pt x="25582" y="34905"/>
                  </a:lnTo>
                  <a:lnTo>
                    <a:pt x="25081" y="35322"/>
                  </a:lnTo>
                  <a:lnTo>
                    <a:pt x="25582" y="34921"/>
                  </a:lnTo>
                  <a:lnTo>
                    <a:pt x="27587" y="33301"/>
                  </a:lnTo>
                  <a:cubicBezTo>
                    <a:pt x="27587" y="27837"/>
                    <a:pt x="27604" y="15690"/>
                    <a:pt x="27604" y="34"/>
                  </a:cubicBezTo>
                  <a:lnTo>
                    <a:pt x="27604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2" name="Google Shape;4013;p60"/>
            <p:cNvSpPr/>
            <p:nvPr/>
          </p:nvSpPr>
          <p:spPr>
            <a:xfrm>
              <a:off x="6166854" y="1231860"/>
              <a:ext cx="798604" cy="273305"/>
            </a:xfrm>
            <a:custGeom>
              <a:avLst/>
              <a:gdLst/>
              <a:ahLst/>
              <a:cxnLst/>
              <a:rect l="l" t="t" r="r" b="b"/>
              <a:pathLst>
                <a:path w="11279" h="3860" extrusionOk="0">
                  <a:moveTo>
                    <a:pt x="1922" y="0"/>
                  </a:moveTo>
                  <a:cubicBezTo>
                    <a:pt x="869" y="0"/>
                    <a:pt x="0" y="852"/>
                    <a:pt x="0" y="1905"/>
                  </a:cubicBezTo>
                  <a:lnTo>
                    <a:pt x="0" y="3860"/>
                  </a:lnTo>
                  <a:lnTo>
                    <a:pt x="11279" y="3860"/>
                  </a:lnTo>
                  <a:lnTo>
                    <a:pt x="11279" y="1838"/>
                  </a:lnTo>
                  <a:cubicBezTo>
                    <a:pt x="11279" y="819"/>
                    <a:pt x="10460" y="0"/>
                    <a:pt x="94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3" name="Google Shape;4014;p60"/>
            <p:cNvSpPr/>
            <p:nvPr/>
          </p:nvSpPr>
          <p:spPr>
            <a:xfrm>
              <a:off x="6333670" y="1083951"/>
              <a:ext cx="459096" cy="147983"/>
            </a:xfrm>
            <a:custGeom>
              <a:avLst/>
              <a:gdLst/>
              <a:ahLst/>
              <a:cxnLst/>
              <a:rect l="l" t="t" r="r" b="b"/>
              <a:pathLst>
                <a:path w="6484" h="2090" extrusionOk="0">
                  <a:moveTo>
                    <a:pt x="0" y="1"/>
                  </a:moveTo>
                  <a:lnTo>
                    <a:pt x="418" y="2089"/>
                  </a:lnTo>
                  <a:lnTo>
                    <a:pt x="6132" y="2089"/>
                  </a:lnTo>
                  <a:lnTo>
                    <a:pt x="648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grpSp>
          <p:nvGrpSpPr>
            <p:cNvPr id="224" name="Gruppieren 223"/>
            <p:cNvGrpSpPr/>
            <p:nvPr/>
          </p:nvGrpSpPr>
          <p:grpSpPr>
            <a:xfrm>
              <a:off x="5732827" y="1740028"/>
              <a:ext cx="694000" cy="209438"/>
              <a:chOff x="6262653" y="1925108"/>
              <a:chExt cx="1021072" cy="209438"/>
            </a:xfrm>
          </p:grpSpPr>
          <p:sp>
            <p:nvSpPr>
              <p:cNvPr id="343" name="Google Shape;4016;p60"/>
              <p:cNvSpPr/>
              <p:nvPr/>
            </p:nvSpPr>
            <p:spPr>
              <a:xfrm>
                <a:off x="6262653" y="1925108"/>
                <a:ext cx="1021072" cy="4814"/>
              </a:xfrm>
              <a:custGeom>
                <a:avLst/>
                <a:gdLst/>
                <a:ahLst/>
                <a:cxnLst/>
                <a:rect l="l" t="t" r="r" b="b"/>
                <a:pathLst>
                  <a:path w="14421" h="68" extrusionOk="0">
                    <a:moveTo>
                      <a:pt x="7219" y="0"/>
                    </a:moveTo>
                    <a:cubicBezTo>
                      <a:pt x="3226" y="0"/>
                      <a:pt x="1" y="17"/>
                      <a:pt x="1" y="34"/>
                    </a:cubicBezTo>
                    <a:cubicBezTo>
                      <a:pt x="1" y="51"/>
                      <a:pt x="3226" y="67"/>
                      <a:pt x="7219" y="67"/>
                    </a:cubicBezTo>
                    <a:cubicBezTo>
                      <a:pt x="11196" y="67"/>
                      <a:pt x="14420" y="51"/>
                      <a:pt x="14420" y="34"/>
                    </a:cubicBezTo>
                    <a:cubicBezTo>
                      <a:pt x="14420" y="17"/>
                      <a:pt x="11196" y="0"/>
                      <a:pt x="721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44" name="Google Shape;4017;p60"/>
              <p:cNvSpPr/>
              <p:nvPr/>
            </p:nvSpPr>
            <p:spPr>
              <a:xfrm>
                <a:off x="6262653" y="1993717"/>
                <a:ext cx="1021072" cy="4814"/>
              </a:xfrm>
              <a:custGeom>
                <a:avLst/>
                <a:gdLst/>
                <a:ahLst/>
                <a:cxnLst/>
                <a:rect l="l" t="t" r="r" b="b"/>
                <a:pathLst>
                  <a:path w="14421" h="68" extrusionOk="0">
                    <a:moveTo>
                      <a:pt x="7219" y="0"/>
                    </a:moveTo>
                    <a:cubicBezTo>
                      <a:pt x="3226" y="0"/>
                      <a:pt x="1" y="17"/>
                      <a:pt x="1" y="34"/>
                    </a:cubicBezTo>
                    <a:cubicBezTo>
                      <a:pt x="1" y="51"/>
                      <a:pt x="3226" y="67"/>
                      <a:pt x="7219" y="67"/>
                    </a:cubicBezTo>
                    <a:cubicBezTo>
                      <a:pt x="11196" y="67"/>
                      <a:pt x="14420" y="51"/>
                      <a:pt x="14420" y="34"/>
                    </a:cubicBezTo>
                    <a:cubicBezTo>
                      <a:pt x="14420" y="17"/>
                      <a:pt x="11196" y="0"/>
                      <a:pt x="721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45" name="Google Shape;4018;p60"/>
              <p:cNvSpPr/>
              <p:nvPr/>
            </p:nvSpPr>
            <p:spPr>
              <a:xfrm>
                <a:off x="6262653" y="2062328"/>
                <a:ext cx="1021072" cy="4814"/>
              </a:xfrm>
              <a:custGeom>
                <a:avLst/>
                <a:gdLst/>
                <a:ahLst/>
                <a:cxnLst/>
                <a:rect l="l" t="t" r="r" b="b"/>
                <a:pathLst>
                  <a:path w="14421" h="68" extrusionOk="0">
                    <a:moveTo>
                      <a:pt x="7219" y="1"/>
                    </a:moveTo>
                    <a:cubicBezTo>
                      <a:pt x="3226" y="1"/>
                      <a:pt x="1" y="1"/>
                      <a:pt x="1" y="34"/>
                    </a:cubicBezTo>
                    <a:cubicBezTo>
                      <a:pt x="1" y="51"/>
                      <a:pt x="3226" y="67"/>
                      <a:pt x="7219" y="67"/>
                    </a:cubicBezTo>
                    <a:cubicBezTo>
                      <a:pt x="11196" y="67"/>
                      <a:pt x="14420" y="51"/>
                      <a:pt x="14420" y="34"/>
                    </a:cubicBezTo>
                    <a:cubicBezTo>
                      <a:pt x="14420" y="1"/>
                      <a:pt x="11196" y="1"/>
                      <a:pt x="721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46" name="Google Shape;4019;p60"/>
              <p:cNvSpPr/>
              <p:nvPr/>
            </p:nvSpPr>
            <p:spPr>
              <a:xfrm>
                <a:off x="6262653" y="2129732"/>
                <a:ext cx="1021072" cy="4814"/>
              </a:xfrm>
              <a:custGeom>
                <a:avLst/>
                <a:gdLst/>
                <a:ahLst/>
                <a:cxnLst/>
                <a:rect l="l" t="t" r="r" b="b"/>
                <a:pathLst>
                  <a:path w="14421" h="68" extrusionOk="0">
                    <a:moveTo>
                      <a:pt x="7219" y="1"/>
                    </a:moveTo>
                    <a:cubicBezTo>
                      <a:pt x="3226" y="1"/>
                      <a:pt x="1" y="18"/>
                      <a:pt x="1" y="34"/>
                    </a:cubicBezTo>
                    <a:cubicBezTo>
                      <a:pt x="1" y="51"/>
                      <a:pt x="3226" y="68"/>
                      <a:pt x="7219" y="68"/>
                    </a:cubicBezTo>
                    <a:cubicBezTo>
                      <a:pt x="11196" y="68"/>
                      <a:pt x="14420" y="51"/>
                      <a:pt x="14420" y="34"/>
                    </a:cubicBezTo>
                    <a:cubicBezTo>
                      <a:pt x="14420" y="18"/>
                      <a:pt x="11196" y="1"/>
                      <a:pt x="721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225" name="Google Shape;4038;p60"/>
            <p:cNvSpPr/>
            <p:nvPr/>
          </p:nvSpPr>
          <p:spPr>
            <a:xfrm>
              <a:off x="6976080" y="3664138"/>
              <a:ext cx="214183" cy="442529"/>
            </a:xfrm>
            <a:custGeom>
              <a:avLst/>
              <a:gdLst/>
              <a:ahLst/>
              <a:cxnLst/>
              <a:rect l="l" t="t" r="r" b="b"/>
              <a:pathLst>
                <a:path w="3025" h="6250" extrusionOk="0">
                  <a:moveTo>
                    <a:pt x="3024" y="1"/>
                  </a:moveTo>
                  <a:lnTo>
                    <a:pt x="0" y="6250"/>
                  </a:lnTo>
                  <a:lnTo>
                    <a:pt x="2156" y="6250"/>
                  </a:lnTo>
                  <a:lnTo>
                    <a:pt x="30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grpSp>
          <p:nvGrpSpPr>
            <p:cNvPr id="226" name="Gruppieren 225"/>
            <p:cNvGrpSpPr/>
            <p:nvPr/>
          </p:nvGrpSpPr>
          <p:grpSpPr>
            <a:xfrm>
              <a:off x="6500110" y="3806192"/>
              <a:ext cx="853377" cy="108000"/>
              <a:chOff x="6500110" y="1780140"/>
              <a:chExt cx="853377" cy="108000"/>
            </a:xfrm>
          </p:grpSpPr>
          <p:sp>
            <p:nvSpPr>
              <p:cNvPr id="338" name="Google Shape;4026;p60"/>
              <p:cNvSpPr/>
              <p:nvPr/>
            </p:nvSpPr>
            <p:spPr>
              <a:xfrm>
                <a:off x="6500110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39" name="Google Shape;4026;p60"/>
              <p:cNvSpPr/>
              <p:nvPr/>
            </p:nvSpPr>
            <p:spPr>
              <a:xfrm>
                <a:off x="6686432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40" name="Google Shape;4026;p60"/>
              <p:cNvSpPr/>
              <p:nvPr/>
            </p:nvSpPr>
            <p:spPr>
              <a:xfrm>
                <a:off x="6868080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41" name="Google Shape;4026;p60"/>
              <p:cNvSpPr/>
              <p:nvPr/>
            </p:nvSpPr>
            <p:spPr>
              <a:xfrm>
                <a:off x="7054402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42" name="Google Shape;4026;p60"/>
              <p:cNvSpPr/>
              <p:nvPr/>
            </p:nvSpPr>
            <p:spPr>
              <a:xfrm>
                <a:off x="7245487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227" name="Google Shape;4040;p60"/>
            <p:cNvSpPr/>
            <p:nvPr/>
          </p:nvSpPr>
          <p:spPr>
            <a:xfrm>
              <a:off x="7128664" y="3664138"/>
              <a:ext cx="417676" cy="444935"/>
            </a:xfrm>
            <a:custGeom>
              <a:avLst/>
              <a:gdLst/>
              <a:ahLst/>
              <a:cxnLst/>
              <a:rect l="l" t="t" r="r" b="b"/>
              <a:pathLst>
                <a:path w="5899" h="6284" extrusionOk="0">
                  <a:moveTo>
                    <a:pt x="17" y="6201"/>
                  </a:moveTo>
                  <a:cubicBezTo>
                    <a:pt x="14" y="6220"/>
                    <a:pt x="11" y="6237"/>
                    <a:pt x="8" y="6251"/>
                  </a:cubicBezTo>
                  <a:lnTo>
                    <a:pt x="8" y="6251"/>
                  </a:lnTo>
                  <a:cubicBezTo>
                    <a:pt x="14" y="6235"/>
                    <a:pt x="16" y="6221"/>
                    <a:pt x="17" y="6201"/>
                  </a:cubicBezTo>
                  <a:close/>
                  <a:moveTo>
                    <a:pt x="8" y="6251"/>
                  </a:moveTo>
                  <a:cubicBezTo>
                    <a:pt x="6" y="6256"/>
                    <a:pt x="3" y="6261"/>
                    <a:pt x="1" y="6267"/>
                  </a:cubicBezTo>
                  <a:cubicBezTo>
                    <a:pt x="1" y="6267"/>
                    <a:pt x="1" y="6283"/>
                    <a:pt x="1" y="6283"/>
                  </a:cubicBezTo>
                  <a:cubicBezTo>
                    <a:pt x="3" y="6274"/>
                    <a:pt x="5" y="6263"/>
                    <a:pt x="8" y="6251"/>
                  </a:cubicBezTo>
                  <a:close/>
                  <a:moveTo>
                    <a:pt x="836" y="1"/>
                  </a:moveTo>
                  <a:lnTo>
                    <a:pt x="836" y="34"/>
                  </a:lnTo>
                  <a:cubicBezTo>
                    <a:pt x="585" y="1856"/>
                    <a:pt x="385" y="3426"/>
                    <a:pt x="234" y="4546"/>
                  </a:cubicBezTo>
                  <a:cubicBezTo>
                    <a:pt x="168" y="5097"/>
                    <a:pt x="101" y="5531"/>
                    <a:pt x="67" y="5832"/>
                  </a:cubicBezTo>
                  <a:cubicBezTo>
                    <a:pt x="51" y="5983"/>
                    <a:pt x="34" y="6100"/>
                    <a:pt x="17" y="6166"/>
                  </a:cubicBezTo>
                  <a:cubicBezTo>
                    <a:pt x="17" y="6180"/>
                    <a:pt x="17" y="6192"/>
                    <a:pt x="17" y="6201"/>
                  </a:cubicBezTo>
                  <a:lnTo>
                    <a:pt x="17" y="6201"/>
                  </a:lnTo>
                  <a:cubicBezTo>
                    <a:pt x="55" y="5983"/>
                    <a:pt x="124" y="5445"/>
                    <a:pt x="268" y="4512"/>
                  </a:cubicBezTo>
                  <a:cubicBezTo>
                    <a:pt x="417" y="3419"/>
                    <a:pt x="632" y="1882"/>
                    <a:pt x="896" y="81"/>
                  </a:cubicBezTo>
                  <a:lnTo>
                    <a:pt x="896" y="81"/>
                  </a:lnTo>
                  <a:lnTo>
                    <a:pt x="3894" y="1003"/>
                  </a:lnTo>
                  <a:lnTo>
                    <a:pt x="5758" y="1571"/>
                  </a:lnTo>
                  <a:lnTo>
                    <a:pt x="5758" y="1571"/>
                  </a:lnTo>
                  <a:lnTo>
                    <a:pt x="1671" y="4913"/>
                  </a:lnTo>
                  <a:lnTo>
                    <a:pt x="1" y="6283"/>
                  </a:lnTo>
                  <a:cubicBezTo>
                    <a:pt x="1" y="6283"/>
                    <a:pt x="17" y="6283"/>
                    <a:pt x="34" y="6267"/>
                  </a:cubicBezTo>
                  <a:lnTo>
                    <a:pt x="118" y="6200"/>
                  </a:lnTo>
                  <a:lnTo>
                    <a:pt x="435" y="5949"/>
                  </a:lnTo>
                  <a:lnTo>
                    <a:pt x="1655" y="4963"/>
                  </a:lnTo>
                  <a:lnTo>
                    <a:pt x="5849" y="1588"/>
                  </a:lnTo>
                  <a:lnTo>
                    <a:pt x="5899" y="1555"/>
                  </a:lnTo>
                  <a:lnTo>
                    <a:pt x="5832" y="1538"/>
                  </a:lnTo>
                  <a:lnTo>
                    <a:pt x="3927" y="937"/>
                  </a:lnTo>
                  <a:lnTo>
                    <a:pt x="886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8" name="Google Shape;4041;p60"/>
            <p:cNvSpPr/>
            <p:nvPr/>
          </p:nvSpPr>
          <p:spPr>
            <a:xfrm>
              <a:off x="6735910" y="1083951"/>
              <a:ext cx="56856" cy="147983"/>
            </a:xfrm>
            <a:custGeom>
              <a:avLst/>
              <a:gdLst/>
              <a:ahLst/>
              <a:cxnLst/>
              <a:rect l="l" t="t" r="r" b="b"/>
              <a:pathLst>
                <a:path w="803" h="2090" extrusionOk="0">
                  <a:moveTo>
                    <a:pt x="368" y="1"/>
                  </a:moveTo>
                  <a:lnTo>
                    <a:pt x="0" y="2089"/>
                  </a:lnTo>
                  <a:lnTo>
                    <a:pt x="451" y="2089"/>
                  </a:lnTo>
                  <a:lnTo>
                    <a:pt x="80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9" name="Google Shape;4042;p60"/>
            <p:cNvSpPr/>
            <p:nvPr/>
          </p:nvSpPr>
          <p:spPr>
            <a:xfrm>
              <a:off x="5345806" y="2149984"/>
              <a:ext cx="239036" cy="491171"/>
            </a:xfrm>
            <a:custGeom>
              <a:avLst/>
              <a:gdLst/>
              <a:ahLst/>
              <a:cxnLst/>
              <a:rect l="l" t="t" r="r" b="b"/>
              <a:pathLst>
                <a:path w="3376" h="6937" extrusionOk="0">
                  <a:moveTo>
                    <a:pt x="1863" y="0"/>
                  </a:moveTo>
                  <a:cubicBezTo>
                    <a:pt x="1213" y="0"/>
                    <a:pt x="565" y="191"/>
                    <a:pt x="1" y="567"/>
                  </a:cubicBezTo>
                  <a:lnTo>
                    <a:pt x="68" y="3926"/>
                  </a:lnTo>
                  <a:lnTo>
                    <a:pt x="68" y="5713"/>
                  </a:lnTo>
                  <a:cubicBezTo>
                    <a:pt x="68" y="6315"/>
                    <a:pt x="385" y="6883"/>
                    <a:pt x="987" y="6933"/>
                  </a:cubicBezTo>
                  <a:cubicBezTo>
                    <a:pt x="1017" y="6935"/>
                    <a:pt x="1047" y="6937"/>
                    <a:pt x="1076" y="6937"/>
                  </a:cubicBezTo>
                  <a:cubicBezTo>
                    <a:pt x="1690" y="6937"/>
                    <a:pt x="2208" y="6451"/>
                    <a:pt x="2240" y="5814"/>
                  </a:cubicBezTo>
                  <a:cubicBezTo>
                    <a:pt x="2256" y="5179"/>
                    <a:pt x="2290" y="4544"/>
                    <a:pt x="2290" y="4544"/>
                  </a:cubicBezTo>
                  <a:cubicBezTo>
                    <a:pt x="2290" y="4544"/>
                    <a:pt x="3242" y="4460"/>
                    <a:pt x="3309" y="3508"/>
                  </a:cubicBezTo>
                  <a:cubicBezTo>
                    <a:pt x="3376" y="2555"/>
                    <a:pt x="3342" y="350"/>
                    <a:pt x="3342" y="350"/>
                  </a:cubicBezTo>
                  <a:cubicBezTo>
                    <a:pt x="2874" y="116"/>
                    <a:pt x="2368" y="0"/>
                    <a:pt x="1863" y="0"/>
                  </a:cubicBezTo>
                  <a:close/>
                </a:path>
              </a:pathLst>
            </a:custGeom>
            <a:solidFill>
              <a:srgbClr val="69504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0" name="Google Shape;4043;p60"/>
            <p:cNvSpPr/>
            <p:nvPr/>
          </p:nvSpPr>
          <p:spPr>
            <a:xfrm>
              <a:off x="5310333" y="2094188"/>
              <a:ext cx="330161" cy="398133"/>
            </a:xfrm>
            <a:custGeom>
              <a:avLst/>
              <a:gdLst/>
              <a:ahLst/>
              <a:cxnLst/>
              <a:rect l="l" t="t" r="r" b="b"/>
              <a:pathLst>
                <a:path w="4663" h="5623" extrusionOk="0">
                  <a:moveTo>
                    <a:pt x="2874" y="3126"/>
                  </a:moveTo>
                  <a:lnTo>
                    <a:pt x="2874" y="3126"/>
                  </a:lnTo>
                  <a:cubicBezTo>
                    <a:pt x="2869" y="3126"/>
                    <a:pt x="2863" y="3126"/>
                    <a:pt x="2858" y="3126"/>
                  </a:cubicBezTo>
                  <a:lnTo>
                    <a:pt x="2874" y="3126"/>
                  </a:lnTo>
                  <a:cubicBezTo>
                    <a:pt x="2874" y="3126"/>
                    <a:pt x="2874" y="3126"/>
                    <a:pt x="2874" y="3126"/>
                  </a:cubicBezTo>
                  <a:close/>
                  <a:moveTo>
                    <a:pt x="2759" y="0"/>
                  </a:moveTo>
                  <a:cubicBezTo>
                    <a:pt x="2548" y="0"/>
                    <a:pt x="2340" y="56"/>
                    <a:pt x="2156" y="169"/>
                  </a:cubicBezTo>
                  <a:cubicBezTo>
                    <a:pt x="1872" y="353"/>
                    <a:pt x="1571" y="520"/>
                    <a:pt x="1254" y="653"/>
                  </a:cubicBezTo>
                  <a:cubicBezTo>
                    <a:pt x="986" y="737"/>
                    <a:pt x="686" y="754"/>
                    <a:pt x="452" y="904"/>
                  </a:cubicBezTo>
                  <a:cubicBezTo>
                    <a:pt x="251" y="1054"/>
                    <a:pt x="117" y="1272"/>
                    <a:pt x="67" y="1522"/>
                  </a:cubicBezTo>
                  <a:cubicBezTo>
                    <a:pt x="17" y="1773"/>
                    <a:pt x="0" y="2023"/>
                    <a:pt x="17" y="2274"/>
                  </a:cubicBezTo>
                  <a:cubicBezTo>
                    <a:pt x="34" y="2976"/>
                    <a:pt x="34" y="3678"/>
                    <a:pt x="51" y="4379"/>
                  </a:cubicBezTo>
                  <a:cubicBezTo>
                    <a:pt x="34" y="4680"/>
                    <a:pt x="101" y="4981"/>
                    <a:pt x="251" y="5231"/>
                  </a:cubicBezTo>
                  <a:cubicBezTo>
                    <a:pt x="454" y="5521"/>
                    <a:pt x="833" y="5623"/>
                    <a:pt x="1191" y="5623"/>
                  </a:cubicBezTo>
                  <a:cubicBezTo>
                    <a:pt x="1246" y="5623"/>
                    <a:pt x="1301" y="5620"/>
                    <a:pt x="1354" y="5616"/>
                  </a:cubicBezTo>
                  <a:cubicBezTo>
                    <a:pt x="1772" y="5566"/>
                    <a:pt x="2156" y="5382"/>
                    <a:pt x="2457" y="5081"/>
                  </a:cubicBezTo>
                  <a:cubicBezTo>
                    <a:pt x="2624" y="4914"/>
                    <a:pt x="2741" y="4680"/>
                    <a:pt x="2791" y="4429"/>
                  </a:cubicBezTo>
                  <a:cubicBezTo>
                    <a:pt x="2808" y="4246"/>
                    <a:pt x="2674" y="4079"/>
                    <a:pt x="2507" y="4028"/>
                  </a:cubicBezTo>
                  <a:cubicBezTo>
                    <a:pt x="2306" y="3978"/>
                    <a:pt x="2139" y="3861"/>
                    <a:pt x="2039" y="3678"/>
                  </a:cubicBezTo>
                  <a:cubicBezTo>
                    <a:pt x="1922" y="3427"/>
                    <a:pt x="1989" y="3143"/>
                    <a:pt x="2223" y="2993"/>
                  </a:cubicBezTo>
                  <a:cubicBezTo>
                    <a:pt x="2300" y="2945"/>
                    <a:pt x="2385" y="2923"/>
                    <a:pt x="2470" y="2923"/>
                  </a:cubicBezTo>
                  <a:cubicBezTo>
                    <a:pt x="2624" y="2923"/>
                    <a:pt x="2777" y="2997"/>
                    <a:pt x="2874" y="3126"/>
                  </a:cubicBezTo>
                  <a:lnTo>
                    <a:pt x="2874" y="3126"/>
                  </a:lnTo>
                  <a:cubicBezTo>
                    <a:pt x="3026" y="3115"/>
                    <a:pt x="3043" y="2956"/>
                    <a:pt x="3075" y="2859"/>
                  </a:cubicBezTo>
                  <a:cubicBezTo>
                    <a:pt x="3142" y="2642"/>
                    <a:pt x="3142" y="2408"/>
                    <a:pt x="3092" y="2191"/>
                  </a:cubicBezTo>
                  <a:lnTo>
                    <a:pt x="3092" y="2191"/>
                  </a:lnTo>
                  <a:cubicBezTo>
                    <a:pt x="3251" y="2268"/>
                    <a:pt x="3419" y="2304"/>
                    <a:pt x="3583" y="2304"/>
                  </a:cubicBezTo>
                  <a:cubicBezTo>
                    <a:pt x="4024" y="2304"/>
                    <a:pt x="4442" y="2044"/>
                    <a:pt x="4612" y="1606"/>
                  </a:cubicBezTo>
                  <a:cubicBezTo>
                    <a:pt x="4662" y="1439"/>
                    <a:pt x="4662" y="1272"/>
                    <a:pt x="4612" y="1121"/>
                  </a:cubicBezTo>
                  <a:cubicBezTo>
                    <a:pt x="4478" y="670"/>
                    <a:pt x="4044" y="703"/>
                    <a:pt x="3743" y="520"/>
                  </a:cubicBezTo>
                  <a:cubicBezTo>
                    <a:pt x="3526" y="403"/>
                    <a:pt x="3376" y="186"/>
                    <a:pt x="3158" y="69"/>
                  </a:cubicBezTo>
                  <a:cubicBezTo>
                    <a:pt x="3028" y="23"/>
                    <a:pt x="2893" y="0"/>
                    <a:pt x="275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1" name="Google Shape;4039;p60"/>
            <p:cNvSpPr/>
            <p:nvPr/>
          </p:nvSpPr>
          <p:spPr>
            <a:xfrm>
              <a:off x="7128664" y="3666546"/>
              <a:ext cx="411799" cy="442529"/>
            </a:xfrm>
            <a:custGeom>
              <a:avLst/>
              <a:gdLst/>
              <a:ahLst/>
              <a:cxnLst/>
              <a:rect l="l" t="t" r="r" b="b"/>
              <a:pathLst>
                <a:path w="5816" h="6250" extrusionOk="0">
                  <a:moveTo>
                    <a:pt x="869" y="0"/>
                  </a:moveTo>
                  <a:lnTo>
                    <a:pt x="1" y="6249"/>
                  </a:lnTo>
                  <a:lnTo>
                    <a:pt x="1" y="6249"/>
                  </a:lnTo>
                  <a:lnTo>
                    <a:pt x="5815" y="1538"/>
                  </a:lnTo>
                  <a:lnTo>
                    <a:pt x="86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2" name="Google Shape;4045;p60"/>
            <p:cNvSpPr/>
            <p:nvPr/>
          </p:nvSpPr>
          <p:spPr>
            <a:xfrm>
              <a:off x="5307996" y="2152248"/>
              <a:ext cx="33136" cy="32005"/>
            </a:xfrm>
            <a:custGeom>
              <a:avLst/>
              <a:gdLst/>
              <a:ahLst/>
              <a:cxnLst/>
              <a:rect l="l" t="t" r="r" b="b"/>
              <a:pathLst>
                <a:path w="468" h="452" extrusionOk="0">
                  <a:moveTo>
                    <a:pt x="468" y="0"/>
                  </a:moveTo>
                  <a:cubicBezTo>
                    <a:pt x="434" y="0"/>
                    <a:pt x="401" y="134"/>
                    <a:pt x="267" y="268"/>
                  </a:cubicBezTo>
                  <a:cubicBezTo>
                    <a:pt x="150" y="385"/>
                    <a:pt x="0" y="418"/>
                    <a:pt x="17" y="452"/>
                  </a:cubicBezTo>
                  <a:cubicBezTo>
                    <a:pt x="251" y="435"/>
                    <a:pt x="451" y="251"/>
                    <a:pt x="468" y="0"/>
                  </a:cubicBezTo>
                  <a:close/>
                </a:path>
              </a:pathLst>
            </a:custGeom>
            <a:solidFill>
              <a:srgbClr val="19B5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3" name="Google Shape;4048;p60"/>
            <p:cNvSpPr/>
            <p:nvPr/>
          </p:nvSpPr>
          <p:spPr>
            <a:xfrm>
              <a:off x="5136437" y="2811227"/>
              <a:ext cx="179843" cy="305522"/>
            </a:xfrm>
            <a:custGeom>
              <a:avLst/>
              <a:gdLst/>
              <a:ahLst/>
              <a:cxnLst/>
              <a:rect l="l" t="t" r="r" b="b"/>
              <a:pathLst>
                <a:path w="2540" h="4315" extrusionOk="0">
                  <a:moveTo>
                    <a:pt x="485" y="0"/>
                  </a:moveTo>
                  <a:cubicBezTo>
                    <a:pt x="485" y="0"/>
                    <a:pt x="0" y="3542"/>
                    <a:pt x="485" y="3993"/>
                  </a:cubicBezTo>
                  <a:cubicBezTo>
                    <a:pt x="685" y="4207"/>
                    <a:pt x="950" y="4314"/>
                    <a:pt x="1228" y="4314"/>
                  </a:cubicBezTo>
                  <a:cubicBezTo>
                    <a:pt x="1297" y="4314"/>
                    <a:pt x="1367" y="4308"/>
                    <a:pt x="1437" y="4294"/>
                  </a:cubicBezTo>
                  <a:lnTo>
                    <a:pt x="2356" y="3526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rgbClr val="69504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grpSp>
          <p:nvGrpSpPr>
            <p:cNvPr id="234" name="Gruppieren 233"/>
            <p:cNvGrpSpPr/>
            <p:nvPr/>
          </p:nvGrpSpPr>
          <p:grpSpPr>
            <a:xfrm>
              <a:off x="5727282" y="2241895"/>
              <a:ext cx="694000" cy="209438"/>
              <a:chOff x="6262653" y="1925108"/>
              <a:chExt cx="1021072" cy="209438"/>
            </a:xfrm>
          </p:grpSpPr>
          <p:sp>
            <p:nvSpPr>
              <p:cNvPr id="334" name="Google Shape;4016;p60"/>
              <p:cNvSpPr/>
              <p:nvPr/>
            </p:nvSpPr>
            <p:spPr>
              <a:xfrm>
                <a:off x="6262653" y="1925108"/>
                <a:ext cx="1021072" cy="4814"/>
              </a:xfrm>
              <a:custGeom>
                <a:avLst/>
                <a:gdLst/>
                <a:ahLst/>
                <a:cxnLst/>
                <a:rect l="l" t="t" r="r" b="b"/>
                <a:pathLst>
                  <a:path w="14421" h="68" extrusionOk="0">
                    <a:moveTo>
                      <a:pt x="7219" y="0"/>
                    </a:moveTo>
                    <a:cubicBezTo>
                      <a:pt x="3226" y="0"/>
                      <a:pt x="1" y="17"/>
                      <a:pt x="1" y="34"/>
                    </a:cubicBezTo>
                    <a:cubicBezTo>
                      <a:pt x="1" y="51"/>
                      <a:pt x="3226" y="67"/>
                      <a:pt x="7219" y="67"/>
                    </a:cubicBezTo>
                    <a:cubicBezTo>
                      <a:pt x="11196" y="67"/>
                      <a:pt x="14420" y="51"/>
                      <a:pt x="14420" y="34"/>
                    </a:cubicBezTo>
                    <a:cubicBezTo>
                      <a:pt x="14420" y="17"/>
                      <a:pt x="11196" y="0"/>
                      <a:pt x="721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35" name="Google Shape;4017;p60"/>
              <p:cNvSpPr/>
              <p:nvPr/>
            </p:nvSpPr>
            <p:spPr>
              <a:xfrm>
                <a:off x="6262653" y="1993717"/>
                <a:ext cx="1021072" cy="4814"/>
              </a:xfrm>
              <a:custGeom>
                <a:avLst/>
                <a:gdLst/>
                <a:ahLst/>
                <a:cxnLst/>
                <a:rect l="l" t="t" r="r" b="b"/>
                <a:pathLst>
                  <a:path w="14421" h="68" extrusionOk="0">
                    <a:moveTo>
                      <a:pt x="7219" y="0"/>
                    </a:moveTo>
                    <a:cubicBezTo>
                      <a:pt x="3226" y="0"/>
                      <a:pt x="1" y="17"/>
                      <a:pt x="1" y="34"/>
                    </a:cubicBezTo>
                    <a:cubicBezTo>
                      <a:pt x="1" y="51"/>
                      <a:pt x="3226" y="67"/>
                      <a:pt x="7219" y="67"/>
                    </a:cubicBezTo>
                    <a:cubicBezTo>
                      <a:pt x="11196" y="67"/>
                      <a:pt x="14420" y="51"/>
                      <a:pt x="14420" y="34"/>
                    </a:cubicBezTo>
                    <a:cubicBezTo>
                      <a:pt x="14420" y="17"/>
                      <a:pt x="11196" y="0"/>
                      <a:pt x="721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36" name="Google Shape;4018;p60"/>
              <p:cNvSpPr/>
              <p:nvPr/>
            </p:nvSpPr>
            <p:spPr>
              <a:xfrm>
                <a:off x="6262653" y="2062328"/>
                <a:ext cx="1021072" cy="4814"/>
              </a:xfrm>
              <a:custGeom>
                <a:avLst/>
                <a:gdLst/>
                <a:ahLst/>
                <a:cxnLst/>
                <a:rect l="l" t="t" r="r" b="b"/>
                <a:pathLst>
                  <a:path w="14421" h="68" extrusionOk="0">
                    <a:moveTo>
                      <a:pt x="7219" y="1"/>
                    </a:moveTo>
                    <a:cubicBezTo>
                      <a:pt x="3226" y="1"/>
                      <a:pt x="1" y="1"/>
                      <a:pt x="1" y="34"/>
                    </a:cubicBezTo>
                    <a:cubicBezTo>
                      <a:pt x="1" y="51"/>
                      <a:pt x="3226" y="67"/>
                      <a:pt x="7219" y="67"/>
                    </a:cubicBezTo>
                    <a:cubicBezTo>
                      <a:pt x="11196" y="67"/>
                      <a:pt x="14420" y="51"/>
                      <a:pt x="14420" y="34"/>
                    </a:cubicBezTo>
                    <a:cubicBezTo>
                      <a:pt x="14420" y="1"/>
                      <a:pt x="11196" y="1"/>
                      <a:pt x="721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37" name="Google Shape;4019;p60"/>
              <p:cNvSpPr/>
              <p:nvPr/>
            </p:nvSpPr>
            <p:spPr>
              <a:xfrm>
                <a:off x="6262653" y="2129732"/>
                <a:ext cx="1021072" cy="4814"/>
              </a:xfrm>
              <a:custGeom>
                <a:avLst/>
                <a:gdLst/>
                <a:ahLst/>
                <a:cxnLst/>
                <a:rect l="l" t="t" r="r" b="b"/>
                <a:pathLst>
                  <a:path w="14421" h="68" extrusionOk="0">
                    <a:moveTo>
                      <a:pt x="7219" y="1"/>
                    </a:moveTo>
                    <a:cubicBezTo>
                      <a:pt x="3226" y="1"/>
                      <a:pt x="1" y="18"/>
                      <a:pt x="1" y="34"/>
                    </a:cubicBezTo>
                    <a:cubicBezTo>
                      <a:pt x="1" y="51"/>
                      <a:pt x="3226" y="68"/>
                      <a:pt x="7219" y="68"/>
                    </a:cubicBezTo>
                    <a:cubicBezTo>
                      <a:pt x="11196" y="68"/>
                      <a:pt x="14420" y="51"/>
                      <a:pt x="14420" y="34"/>
                    </a:cubicBezTo>
                    <a:cubicBezTo>
                      <a:pt x="14420" y="18"/>
                      <a:pt x="11196" y="1"/>
                      <a:pt x="721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235" name="Google Shape;9650;p71"/>
            <p:cNvSpPr/>
            <p:nvPr/>
          </p:nvSpPr>
          <p:spPr>
            <a:xfrm rot="575160">
              <a:off x="5954079" y="1904077"/>
              <a:ext cx="291966" cy="289050"/>
            </a:xfrm>
            <a:custGeom>
              <a:avLst/>
              <a:gdLst/>
              <a:ahLst/>
              <a:cxnLst/>
              <a:rect l="l" t="t" r="r" b="b"/>
              <a:pathLst>
                <a:path w="11113" h="11002" extrusionOk="0">
                  <a:moveTo>
                    <a:pt x="2619" y="0"/>
                  </a:moveTo>
                  <a:cubicBezTo>
                    <a:pt x="2492" y="0"/>
                    <a:pt x="2366" y="49"/>
                    <a:pt x="2268" y="146"/>
                  </a:cubicBezTo>
                  <a:lnTo>
                    <a:pt x="201" y="2213"/>
                  </a:lnTo>
                  <a:cubicBezTo>
                    <a:pt x="7" y="2407"/>
                    <a:pt x="7" y="2719"/>
                    <a:pt x="201" y="2914"/>
                  </a:cubicBezTo>
                  <a:lnTo>
                    <a:pt x="2782" y="5501"/>
                  </a:lnTo>
                  <a:lnTo>
                    <a:pt x="195" y="8081"/>
                  </a:lnTo>
                  <a:cubicBezTo>
                    <a:pt x="0" y="8275"/>
                    <a:pt x="0" y="8587"/>
                    <a:pt x="195" y="8782"/>
                  </a:cubicBezTo>
                  <a:lnTo>
                    <a:pt x="2268" y="10856"/>
                  </a:lnTo>
                  <a:cubicBezTo>
                    <a:pt x="2366" y="10953"/>
                    <a:pt x="2492" y="11001"/>
                    <a:pt x="2619" y="11001"/>
                  </a:cubicBezTo>
                  <a:cubicBezTo>
                    <a:pt x="2745" y="11001"/>
                    <a:pt x="2872" y="10953"/>
                    <a:pt x="2969" y="10856"/>
                  </a:cubicBezTo>
                  <a:lnTo>
                    <a:pt x="5556" y="8268"/>
                  </a:lnTo>
                  <a:lnTo>
                    <a:pt x="8143" y="10856"/>
                  </a:lnTo>
                  <a:cubicBezTo>
                    <a:pt x="8241" y="10953"/>
                    <a:pt x="8367" y="11001"/>
                    <a:pt x="8494" y="11001"/>
                  </a:cubicBezTo>
                  <a:cubicBezTo>
                    <a:pt x="8620" y="11001"/>
                    <a:pt x="8747" y="10953"/>
                    <a:pt x="8844" y="10856"/>
                  </a:cubicBezTo>
                  <a:lnTo>
                    <a:pt x="10911" y="8789"/>
                  </a:lnTo>
                  <a:cubicBezTo>
                    <a:pt x="11105" y="8594"/>
                    <a:pt x="11105" y="8275"/>
                    <a:pt x="10911" y="8081"/>
                  </a:cubicBezTo>
                  <a:lnTo>
                    <a:pt x="8331" y="5501"/>
                  </a:lnTo>
                  <a:lnTo>
                    <a:pt x="10918" y="2914"/>
                  </a:lnTo>
                  <a:cubicBezTo>
                    <a:pt x="11112" y="2719"/>
                    <a:pt x="11112" y="2407"/>
                    <a:pt x="10918" y="2213"/>
                  </a:cubicBezTo>
                  <a:lnTo>
                    <a:pt x="8844" y="146"/>
                  </a:lnTo>
                  <a:cubicBezTo>
                    <a:pt x="8747" y="49"/>
                    <a:pt x="8620" y="0"/>
                    <a:pt x="8494" y="0"/>
                  </a:cubicBezTo>
                  <a:cubicBezTo>
                    <a:pt x="8367" y="0"/>
                    <a:pt x="8241" y="49"/>
                    <a:pt x="8143" y="146"/>
                  </a:cubicBezTo>
                  <a:lnTo>
                    <a:pt x="5556" y="2726"/>
                  </a:lnTo>
                  <a:lnTo>
                    <a:pt x="2969" y="146"/>
                  </a:lnTo>
                  <a:cubicBezTo>
                    <a:pt x="2872" y="49"/>
                    <a:pt x="2745" y="0"/>
                    <a:pt x="261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6" name="Google Shape;4050;p60"/>
            <p:cNvSpPr/>
            <p:nvPr/>
          </p:nvSpPr>
          <p:spPr>
            <a:xfrm>
              <a:off x="5713778" y="2117909"/>
              <a:ext cx="386875" cy="556099"/>
            </a:xfrm>
            <a:custGeom>
              <a:avLst/>
              <a:gdLst/>
              <a:ahLst/>
              <a:cxnLst/>
              <a:rect l="l" t="t" r="r" b="b"/>
              <a:pathLst>
                <a:path w="5464" h="7854" extrusionOk="0">
                  <a:moveTo>
                    <a:pt x="4086" y="0"/>
                  </a:moveTo>
                  <a:cubicBezTo>
                    <a:pt x="4070" y="0"/>
                    <a:pt x="4060" y="16"/>
                    <a:pt x="4060" y="51"/>
                  </a:cubicBezTo>
                  <a:cubicBezTo>
                    <a:pt x="4077" y="218"/>
                    <a:pt x="4077" y="1137"/>
                    <a:pt x="4077" y="1137"/>
                  </a:cubicBezTo>
                  <a:lnTo>
                    <a:pt x="2473" y="4495"/>
                  </a:lnTo>
                  <a:cubicBezTo>
                    <a:pt x="2306" y="4947"/>
                    <a:pt x="1938" y="5281"/>
                    <a:pt x="1487" y="5448"/>
                  </a:cubicBezTo>
                  <a:lnTo>
                    <a:pt x="0" y="5882"/>
                  </a:lnTo>
                  <a:lnTo>
                    <a:pt x="585" y="7854"/>
                  </a:lnTo>
                  <a:lnTo>
                    <a:pt x="2657" y="7169"/>
                  </a:lnTo>
                  <a:cubicBezTo>
                    <a:pt x="3191" y="6985"/>
                    <a:pt x="3609" y="6567"/>
                    <a:pt x="3793" y="6033"/>
                  </a:cubicBezTo>
                  <a:lnTo>
                    <a:pt x="5213" y="1688"/>
                  </a:lnTo>
                  <a:cubicBezTo>
                    <a:pt x="5313" y="1404"/>
                    <a:pt x="5380" y="1120"/>
                    <a:pt x="5447" y="836"/>
                  </a:cubicBezTo>
                  <a:cubicBezTo>
                    <a:pt x="5464" y="536"/>
                    <a:pt x="5397" y="252"/>
                    <a:pt x="5263" y="1"/>
                  </a:cubicBezTo>
                  <a:lnTo>
                    <a:pt x="4361" y="569"/>
                  </a:lnTo>
                  <a:cubicBezTo>
                    <a:pt x="4334" y="285"/>
                    <a:pt x="4153" y="0"/>
                    <a:pt x="4086" y="0"/>
                  </a:cubicBezTo>
                  <a:close/>
                </a:path>
              </a:pathLst>
            </a:custGeom>
            <a:solidFill>
              <a:srgbClr val="69504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7" name="Google Shape;4051;p60"/>
            <p:cNvSpPr/>
            <p:nvPr/>
          </p:nvSpPr>
          <p:spPr>
            <a:xfrm>
              <a:off x="5434523" y="4643719"/>
              <a:ext cx="246188" cy="107128"/>
            </a:xfrm>
            <a:custGeom>
              <a:avLst/>
              <a:gdLst/>
              <a:ahLst/>
              <a:cxnLst/>
              <a:rect l="l" t="t" r="r" b="b"/>
              <a:pathLst>
                <a:path w="3477" h="1513" extrusionOk="0">
                  <a:moveTo>
                    <a:pt x="1856" y="1"/>
                  </a:moveTo>
                  <a:lnTo>
                    <a:pt x="1" y="17"/>
                  </a:lnTo>
                  <a:lnTo>
                    <a:pt x="18" y="1488"/>
                  </a:lnTo>
                  <a:lnTo>
                    <a:pt x="135" y="1488"/>
                  </a:lnTo>
                  <a:cubicBezTo>
                    <a:pt x="394" y="1496"/>
                    <a:pt x="1045" y="1513"/>
                    <a:pt x="1676" y="1513"/>
                  </a:cubicBezTo>
                  <a:cubicBezTo>
                    <a:pt x="2307" y="1513"/>
                    <a:pt x="2917" y="1496"/>
                    <a:pt x="3092" y="1438"/>
                  </a:cubicBezTo>
                  <a:cubicBezTo>
                    <a:pt x="3476" y="1321"/>
                    <a:pt x="1889" y="986"/>
                    <a:pt x="1889" y="986"/>
                  </a:cubicBezTo>
                  <a:lnTo>
                    <a:pt x="1856" y="1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8" name="Google Shape;4052;p60"/>
            <p:cNvSpPr/>
            <p:nvPr/>
          </p:nvSpPr>
          <p:spPr>
            <a:xfrm>
              <a:off x="5434523" y="4709778"/>
              <a:ext cx="48571" cy="36960"/>
            </a:xfrm>
            <a:custGeom>
              <a:avLst/>
              <a:gdLst/>
              <a:ahLst/>
              <a:cxnLst/>
              <a:rect l="l" t="t" r="r" b="b"/>
              <a:pathLst>
                <a:path w="686" h="522" extrusionOk="0">
                  <a:moveTo>
                    <a:pt x="65" y="0"/>
                  </a:moveTo>
                  <a:cubicBezTo>
                    <a:pt x="44" y="0"/>
                    <a:pt x="22" y="1"/>
                    <a:pt x="1" y="3"/>
                  </a:cubicBezTo>
                  <a:lnTo>
                    <a:pt x="18" y="521"/>
                  </a:lnTo>
                  <a:lnTo>
                    <a:pt x="686" y="521"/>
                  </a:lnTo>
                  <a:cubicBezTo>
                    <a:pt x="653" y="371"/>
                    <a:pt x="569" y="220"/>
                    <a:pt x="452" y="120"/>
                  </a:cubicBezTo>
                  <a:cubicBezTo>
                    <a:pt x="336" y="47"/>
                    <a:pt x="207" y="0"/>
                    <a:pt x="65" y="0"/>
                  </a:cubicBezTo>
                  <a:close/>
                </a:path>
              </a:pathLst>
            </a:custGeom>
            <a:solidFill>
              <a:srgbClr val="FFFFFF">
                <a:alpha val="5625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9" name="Google Shape;4053;p60"/>
            <p:cNvSpPr/>
            <p:nvPr/>
          </p:nvSpPr>
          <p:spPr>
            <a:xfrm>
              <a:off x="5435727" y="4727692"/>
              <a:ext cx="226009" cy="23861"/>
            </a:xfrm>
            <a:custGeom>
              <a:avLst/>
              <a:gdLst/>
              <a:ahLst/>
              <a:cxnLst/>
              <a:rect l="l" t="t" r="r" b="b"/>
              <a:pathLst>
                <a:path w="3192" h="337" extrusionOk="0">
                  <a:moveTo>
                    <a:pt x="2641" y="1"/>
                  </a:moveTo>
                  <a:cubicBezTo>
                    <a:pt x="2540" y="1"/>
                    <a:pt x="2473" y="235"/>
                    <a:pt x="2473" y="235"/>
                  </a:cubicBezTo>
                  <a:lnTo>
                    <a:pt x="1" y="252"/>
                  </a:lnTo>
                  <a:lnTo>
                    <a:pt x="1" y="302"/>
                  </a:lnTo>
                  <a:cubicBezTo>
                    <a:pt x="332" y="325"/>
                    <a:pt x="812" y="336"/>
                    <a:pt x="1297" y="336"/>
                  </a:cubicBezTo>
                  <a:cubicBezTo>
                    <a:pt x="2182" y="336"/>
                    <a:pt x="3082" y="300"/>
                    <a:pt x="3125" y="235"/>
                  </a:cubicBezTo>
                  <a:cubicBezTo>
                    <a:pt x="3192" y="151"/>
                    <a:pt x="2641" y="1"/>
                    <a:pt x="2641" y="1"/>
                  </a:cubicBezTo>
                  <a:close/>
                </a:path>
              </a:pathLst>
            </a:custGeom>
            <a:solidFill>
              <a:srgbClr val="FFFFFF">
                <a:alpha val="5625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0" name="Google Shape;4054;p60"/>
            <p:cNvSpPr/>
            <p:nvPr/>
          </p:nvSpPr>
          <p:spPr>
            <a:xfrm>
              <a:off x="5442807" y="4741924"/>
              <a:ext cx="211848" cy="5311"/>
            </a:xfrm>
            <a:custGeom>
              <a:avLst/>
              <a:gdLst/>
              <a:ahLst/>
              <a:cxnLst/>
              <a:rect l="l" t="t" r="r" b="b"/>
              <a:pathLst>
                <a:path w="2992" h="75" extrusionOk="0">
                  <a:moveTo>
                    <a:pt x="2908" y="0"/>
                  </a:moveTo>
                  <a:lnTo>
                    <a:pt x="2574" y="17"/>
                  </a:lnTo>
                  <a:cubicBezTo>
                    <a:pt x="2290" y="34"/>
                    <a:pt x="1889" y="34"/>
                    <a:pt x="1454" y="51"/>
                  </a:cubicBezTo>
                  <a:lnTo>
                    <a:pt x="1" y="51"/>
                  </a:lnTo>
                  <a:lnTo>
                    <a:pt x="335" y="67"/>
                  </a:lnTo>
                  <a:cubicBezTo>
                    <a:pt x="524" y="67"/>
                    <a:pt x="766" y="75"/>
                    <a:pt x="1034" y="75"/>
                  </a:cubicBezTo>
                  <a:cubicBezTo>
                    <a:pt x="1169" y="75"/>
                    <a:pt x="1310" y="73"/>
                    <a:pt x="1454" y="67"/>
                  </a:cubicBezTo>
                  <a:cubicBezTo>
                    <a:pt x="1889" y="67"/>
                    <a:pt x="2290" y="51"/>
                    <a:pt x="2574" y="34"/>
                  </a:cubicBezTo>
                  <a:lnTo>
                    <a:pt x="2908" y="17"/>
                  </a:lnTo>
                  <a:lnTo>
                    <a:pt x="299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1" name="Google Shape;4055;p60"/>
            <p:cNvSpPr/>
            <p:nvPr/>
          </p:nvSpPr>
          <p:spPr>
            <a:xfrm>
              <a:off x="5610827" y="4725355"/>
              <a:ext cx="13098" cy="21383"/>
            </a:xfrm>
            <a:custGeom>
              <a:avLst/>
              <a:gdLst/>
              <a:ahLst/>
              <a:cxnLst/>
              <a:rect l="l" t="t" r="r" b="b"/>
              <a:pathLst>
                <a:path w="185" h="302" extrusionOk="0">
                  <a:moveTo>
                    <a:pt x="184" y="0"/>
                  </a:moveTo>
                  <a:lnTo>
                    <a:pt x="184" y="0"/>
                  </a:lnTo>
                  <a:cubicBezTo>
                    <a:pt x="67" y="51"/>
                    <a:pt x="0" y="168"/>
                    <a:pt x="0" y="301"/>
                  </a:cubicBezTo>
                  <a:cubicBezTo>
                    <a:pt x="17" y="234"/>
                    <a:pt x="34" y="184"/>
                    <a:pt x="67" y="134"/>
                  </a:cubicBezTo>
                  <a:cubicBezTo>
                    <a:pt x="101" y="84"/>
                    <a:pt x="134" y="51"/>
                    <a:pt x="18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2" name="Google Shape;4056;p60"/>
            <p:cNvSpPr/>
            <p:nvPr/>
          </p:nvSpPr>
          <p:spPr>
            <a:xfrm>
              <a:off x="5571813" y="4715869"/>
              <a:ext cx="7151" cy="11894"/>
            </a:xfrm>
            <a:custGeom>
              <a:avLst/>
              <a:gdLst/>
              <a:ahLst/>
              <a:cxnLst/>
              <a:rect l="l" t="t" r="r" b="b"/>
              <a:pathLst>
                <a:path w="101" h="168" extrusionOk="0">
                  <a:moveTo>
                    <a:pt x="100" y="1"/>
                  </a:moveTo>
                  <a:cubicBezTo>
                    <a:pt x="100" y="1"/>
                    <a:pt x="67" y="34"/>
                    <a:pt x="50" y="84"/>
                  </a:cubicBezTo>
                  <a:cubicBezTo>
                    <a:pt x="17" y="118"/>
                    <a:pt x="0" y="151"/>
                    <a:pt x="0" y="168"/>
                  </a:cubicBezTo>
                  <a:cubicBezTo>
                    <a:pt x="17" y="168"/>
                    <a:pt x="33" y="134"/>
                    <a:pt x="67" y="84"/>
                  </a:cubicBezTo>
                  <a:cubicBezTo>
                    <a:pt x="84" y="51"/>
                    <a:pt x="100" y="1"/>
                    <a:pt x="10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3" name="Google Shape;4057;p60"/>
            <p:cNvSpPr/>
            <p:nvPr/>
          </p:nvSpPr>
          <p:spPr>
            <a:xfrm>
              <a:off x="5561123" y="4714382"/>
              <a:ext cx="8355" cy="7505"/>
            </a:xfrm>
            <a:custGeom>
              <a:avLst/>
              <a:gdLst/>
              <a:ahLst/>
              <a:cxnLst/>
              <a:rect l="l" t="t" r="r" b="b"/>
              <a:pathLst>
                <a:path w="118" h="106" extrusionOk="0">
                  <a:moveTo>
                    <a:pt x="114" y="1"/>
                  </a:moveTo>
                  <a:cubicBezTo>
                    <a:pt x="105" y="1"/>
                    <a:pt x="78" y="25"/>
                    <a:pt x="51" y="39"/>
                  </a:cubicBezTo>
                  <a:cubicBezTo>
                    <a:pt x="17" y="72"/>
                    <a:pt x="1" y="105"/>
                    <a:pt x="1" y="105"/>
                  </a:cubicBezTo>
                  <a:cubicBezTo>
                    <a:pt x="1" y="105"/>
                    <a:pt x="34" y="89"/>
                    <a:pt x="68" y="55"/>
                  </a:cubicBezTo>
                  <a:cubicBezTo>
                    <a:pt x="101" y="22"/>
                    <a:pt x="118" y="5"/>
                    <a:pt x="118" y="5"/>
                  </a:cubicBezTo>
                  <a:cubicBezTo>
                    <a:pt x="118" y="2"/>
                    <a:pt x="116" y="1"/>
                    <a:pt x="11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4" name="Google Shape;4058;p60"/>
            <p:cNvSpPr/>
            <p:nvPr/>
          </p:nvSpPr>
          <p:spPr>
            <a:xfrm>
              <a:off x="5554042" y="4708788"/>
              <a:ext cx="14232" cy="1275"/>
            </a:xfrm>
            <a:custGeom>
              <a:avLst/>
              <a:gdLst/>
              <a:ahLst/>
              <a:cxnLst/>
              <a:rect l="l" t="t" r="r" b="b"/>
              <a:pathLst>
                <a:path w="201" h="18" extrusionOk="0">
                  <a:moveTo>
                    <a:pt x="0" y="1"/>
                  </a:moveTo>
                  <a:lnTo>
                    <a:pt x="0" y="17"/>
                  </a:lnTo>
                  <a:lnTo>
                    <a:pt x="101" y="17"/>
                  </a:lnTo>
                  <a:cubicBezTo>
                    <a:pt x="134" y="17"/>
                    <a:pt x="168" y="17"/>
                    <a:pt x="20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5" name="Google Shape;4059;p60"/>
            <p:cNvSpPr/>
            <p:nvPr/>
          </p:nvSpPr>
          <p:spPr>
            <a:xfrm>
              <a:off x="5551705" y="4700504"/>
              <a:ext cx="15436" cy="2549"/>
            </a:xfrm>
            <a:custGeom>
              <a:avLst/>
              <a:gdLst/>
              <a:ahLst/>
              <a:cxnLst/>
              <a:rect l="l" t="t" r="r" b="b"/>
              <a:pathLst>
                <a:path w="218" h="36" extrusionOk="0">
                  <a:moveTo>
                    <a:pt x="0" y="1"/>
                  </a:moveTo>
                  <a:cubicBezTo>
                    <a:pt x="41" y="21"/>
                    <a:pt x="89" y="36"/>
                    <a:pt x="135" y="36"/>
                  </a:cubicBezTo>
                  <a:cubicBezTo>
                    <a:pt x="164" y="36"/>
                    <a:pt x="192" y="30"/>
                    <a:pt x="217" y="17"/>
                  </a:cubicBezTo>
                  <a:cubicBezTo>
                    <a:pt x="195" y="17"/>
                    <a:pt x="173" y="10"/>
                    <a:pt x="150" y="10"/>
                  </a:cubicBezTo>
                  <a:cubicBezTo>
                    <a:pt x="139" y="10"/>
                    <a:pt x="128" y="12"/>
                    <a:pt x="117" y="17"/>
                  </a:cubicBezTo>
                  <a:cubicBezTo>
                    <a:pt x="84" y="1"/>
                    <a:pt x="33" y="1"/>
                    <a:pt x="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6" name="Google Shape;4060;p60"/>
            <p:cNvSpPr/>
            <p:nvPr/>
          </p:nvSpPr>
          <p:spPr>
            <a:xfrm>
              <a:off x="5576488" y="4703548"/>
              <a:ext cx="24924" cy="14797"/>
            </a:xfrm>
            <a:custGeom>
              <a:avLst/>
              <a:gdLst/>
              <a:ahLst/>
              <a:cxnLst/>
              <a:rect l="l" t="t" r="r" b="b"/>
              <a:pathLst>
                <a:path w="352" h="209" extrusionOk="0">
                  <a:moveTo>
                    <a:pt x="212" y="17"/>
                  </a:moveTo>
                  <a:cubicBezTo>
                    <a:pt x="247" y="17"/>
                    <a:pt x="283" y="29"/>
                    <a:pt x="318" y="41"/>
                  </a:cubicBezTo>
                  <a:cubicBezTo>
                    <a:pt x="335" y="58"/>
                    <a:pt x="318" y="75"/>
                    <a:pt x="302" y="91"/>
                  </a:cubicBezTo>
                  <a:cubicBezTo>
                    <a:pt x="285" y="108"/>
                    <a:pt x="268" y="108"/>
                    <a:pt x="235" y="125"/>
                  </a:cubicBezTo>
                  <a:cubicBezTo>
                    <a:pt x="201" y="141"/>
                    <a:pt x="151" y="141"/>
                    <a:pt x="118" y="158"/>
                  </a:cubicBezTo>
                  <a:cubicBezTo>
                    <a:pt x="82" y="167"/>
                    <a:pt x="51" y="171"/>
                    <a:pt x="30" y="173"/>
                  </a:cubicBezTo>
                  <a:lnTo>
                    <a:pt x="30" y="173"/>
                  </a:lnTo>
                  <a:cubicBezTo>
                    <a:pt x="43" y="142"/>
                    <a:pt x="55" y="120"/>
                    <a:pt x="68" y="108"/>
                  </a:cubicBezTo>
                  <a:cubicBezTo>
                    <a:pt x="101" y="75"/>
                    <a:pt x="135" y="41"/>
                    <a:pt x="168" y="24"/>
                  </a:cubicBezTo>
                  <a:cubicBezTo>
                    <a:pt x="183" y="20"/>
                    <a:pt x="197" y="17"/>
                    <a:pt x="212" y="17"/>
                  </a:cubicBezTo>
                  <a:close/>
                  <a:moveTo>
                    <a:pt x="236" y="1"/>
                  </a:moveTo>
                  <a:cubicBezTo>
                    <a:pt x="165" y="1"/>
                    <a:pt x="96" y="34"/>
                    <a:pt x="51" y="91"/>
                  </a:cubicBezTo>
                  <a:cubicBezTo>
                    <a:pt x="34" y="108"/>
                    <a:pt x="34" y="141"/>
                    <a:pt x="18" y="174"/>
                  </a:cubicBezTo>
                  <a:lnTo>
                    <a:pt x="18" y="174"/>
                  </a:lnTo>
                  <a:cubicBezTo>
                    <a:pt x="7" y="175"/>
                    <a:pt x="1" y="175"/>
                    <a:pt x="1" y="175"/>
                  </a:cubicBezTo>
                  <a:lnTo>
                    <a:pt x="18" y="175"/>
                  </a:lnTo>
                  <a:cubicBezTo>
                    <a:pt x="18" y="192"/>
                    <a:pt x="18" y="208"/>
                    <a:pt x="18" y="208"/>
                  </a:cubicBezTo>
                  <a:cubicBezTo>
                    <a:pt x="22" y="196"/>
                    <a:pt x="26" y="185"/>
                    <a:pt x="30" y="175"/>
                  </a:cubicBezTo>
                  <a:lnTo>
                    <a:pt x="118" y="175"/>
                  </a:lnTo>
                  <a:cubicBezTo>
                    <a:pt x="168" y="158"/>
                    <a:pt x="201" y="158"/>
                    <a:pt x="252" y="141"/>
                  </a:cubicBezTo>
                  <a:cubicBezTo>
                    <a:pt x="268" y="125"/>
                    <a:pt x="302" y="125"/>
                    <a:pt x="318" y="108"/>
                  </a:cubicBezTo>
                  <a:cubicBezTo>
                    <a:pt x="335" y="91"/>
                    <a:pt x="335" y="91"/>
                    <a:pt x="352" y="75"/>
                  </a:cubicBezTo>
                  <a:cubicBezTo>
                    <a:pt x="352" y="58"/>
                    <a:pt x="335" y="41"/>
                    <a:pt x="335" y="24"/>
                  </a:cubicBezTo>
                  <a:cubicBezTo>
                    <a:pt x="303" y="8"/>
                    <a:pt x="269" y="1"/>
                    <a:pt x="23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7" name="Google Shape;4061;p60"/>
            <p:cNvSpPr/>
            <p:nvPr/>
          </p:nvSpPr>
          <p:spPr>
            <a:xfrm>
              <a:off x="5567070" y="4699300"/>
              <a:ext cx="13098" cy="16640"/>
            </a:xfrm>
            <a:custGeom>
              <a:avLst/>
              <a:gdLst/>
              <a:ahLst/>
              <a:cxnLst/>
              <a:rect l="l" t="t" r="r" b="b"/>
              <a:pathLst>
                <a:path w="185" h="235" extrusionOk="0">
                  <a:moveTo>
                    <a:pt x="34" y="1"/>
                  </a:moveTo>
                  <a:cubicBezTo>
                    <a:pt x="17" y="18"/>
                    <a:pt x="0" y="34"/>
                    <a:pt x="0" y="68"/>
                  </a:cubicBezTo>
                  <a:cubicBezTo>
                    <a:pt x="0" y="84"/>
                    <a:pt x="17" y="101"/>
                    <a:pt x="34" y="118"/>
                  </a:cubicBezTo>
                  <a:cubicBezTo>
                    <a:pt x="50" y="135"/>
                    <a:pt x="67" y="168"/>
                    <a:pt x="84" y="185"/>
                  </a:cubicBezTo>
                  <a:cubicBezTo>
                    <a:pt x="100" y="201"/>
                    <a:pt x="134" y="218"/>
                    <a:pt x="151" y="235"/>
                  </a:cubicBezTo>
                  <a:cubicBezTo>
                    <a:pt x="151" y="235"/>
                    <a:pt x="134" y="218"/>
                    <a:pt x="100" y="168"/>
                  </a:cubicBezTo>
                  <a:cubicBezTo>
                    <a:pt x="84" y="151"/>
                    <a:pt x="50" y="135"/>
                    <a:pt x="50" y="101"/>
                  </a:cubicBezTo>
                  <a:cubicBezTo>
                    <a:pt x="34" y="84"/>
                    <a:pt x="17" y="34"/>
                    <a:pt x="50" y="34"/>
                  </a:cubicBezTo>
                  <a:cubicBezTo>
                    <a:pt x="53" y="31"/>
                    <a:pt x="57" y="30"/>
                    <a:pt x="61" y="30"/>
                  </a:cubicBezTo>
                  <a:cubicBezTo>
                    <a:pt x="79" y="30"/>
                    <a:pt x="104" y="57"/>
                    <a:pt x="117" y="84"/>
                  </a:cubicBezTo>
                  <a:cubicBezTo>
                    <a:pt x="134" y="101"/>
                    <a:pt x="151" y="135"/>
                    <a:pt x="167" y="151"/>
                  </a:cubicBezTo>
                  <a:cubicBezTo>
                    <a:pt x="167" y="118"/>
                    <a:pt x="167" y="84"/>
                    <a:pt x="134" y="68"/>
                  </a:cubicBezTo>
                  <a:cubicBezTo>
                    <a:pt x="117" y="34"/>
                    <a:pt x="84" y="1"/>
                    <a:pt x="34" y="1"/>
                  </a:cubicBezTo>
                  <a:close/>
                  <a:moveTo>
                    <a:pt x="167" y="151"/>
                  </a:moveTo>
                  <a:cubicBezTo>
                    <a:pt x="167" y="185"/>
                    <a:pt x="167" y="201"/>
                    <a:pt x="167" y="235"/>
                  </a:cubicBezTo>
                  <a:cubicBezTo>
                    <a:pt x="184" y="218"/>
                    <a:pt x="184" y="185"/>
                    <a:pt x="167" y="15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8" name="Google Shape;4062;p60"/>
            <p:cNvSpPr/>
            <p:nvPr/>
          </p:nvSpPr>
          <p:spPr>
            <a:xfrm>
              <a:off x="5435727" y="4708788"/>
              <a:ext cx="47367" cy="36748"/>
            </a:xfrm>
            <a:custGeom>
              <a:avLst/>
              <a:gdLst/>
              <a:ahLst/>
              <a:cxnLst/>
              <a:rect l="l" t="t" r="r" b="b"/>
              <a:pathLst>
                <a:path w="669" h="519" extrusionOk="0">
                  <a:moveTo>
                    <a:pt x="1" y="1"/>
                  </a:moveTo>
                  <a:cubicBezTo>
                    <a:pt x="1" y="9"/>
                    <a:pt x="13" y="9"/>
                    <a:pt x="36" y="9"/>
                  </a:cubicBezTo>
                  <a:cubicBezTo>
                    <a:pt x="59" y="9"/>
                    <a:pt x="92" y="9"/>
                    <a:pt x="134" y="17"/>
                  </a:cubicBezTo>
                  <a:cubicBezTo>
                    <a:pt x="368" y="34"/>
                    <a:pt x="552" y="184"/>
                    <a:pt x="636" y="385"/>
                  </a:cubicBezTo>
                  <a:cubicBezTo>
                    <a:pt x="669" y="468"/>
                    <a:pt x="669" y="519"/>
                    <a:pt x="669" y="519"/>
                  </a:cubicBezTo>
                  <a:cubicBezTo>
                    <a:pt x="669" y="519"/>
                    <a:pt x="669" y="502"/>
                    <a:pt x="669" y="485"/>
                  </a:cubicBezTo>
                  <a:cubicBezTo>
                    <a:pt x="669" y="452"/>
                    <a:pt x="652" y="418"/>
                    <a:pt x="652" y="385"/>
                  </a:cubicBezTo>
                  <a:cubicBezTo>
                    <a:pt x="569" y="168"/>
                    <a:pt x="368" y="1"/>
                    <a:pt x="13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9" name="Google Shape;4063;p60"/>
            <p:cNvSpPr/>
            <p:nvPr/>
          </p:nvSpPr>
          <p:spPr>
            <a:xfrm>
              <a:off x="5447553" y="4654338"/>
              <a:ext cx="2479" cy="54521"/>
            </a:xfrm>
            <a:custGeom>
              <a:avLst/>
              <a:gdLst/>
              <a:ahLst/>
              <a:cxnLst/>
              <a:rect l="l" t="t" r="r" b="b"/>
              <a:pathLst>
                <a:path w="35" h="770" extrusionOk="0">
                  <a:moveTo>
                    <a:pt x="17" y="1"/>
                  </a:moveTo>
                  <a:cubicBezTo>
                    <a:pt x="1" y="252"/>
                    <a:pt x="1" y="502"/>
                    <a:pt x="17" y="770"/>
                  </a:cubicBezTo>
                  <a:cubicBezTo>
                    <a:pt x="34" y="502"/>
                    <a:pt x="34" y="252"/>
                    <a:pt x="1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0" name="Google Shape;4064;p60"/>
            <p:cNvSpPr/>
            <p:nvPr/>
          </p:nvSpPr>
          <p:spPr>
            <a:xfrm>
              <a:off x="5499592" y="4733074"/>
              <a:ext cx="39156" cy="2337"/>
            </a:xfrm>
            <a:custGeom>
              <a:avLst/>
              <a:gdLst/>
              <a:ahLst/>
              <a:cxnLst/>
              <a:rect l="l" t="t" r="r" b="b"/>
              <a:pathLst>
                <a:path w="553" h="33" extrusionOk="0">
                  <a:moveTo>
                    <a:pt x="512" y="1"/>
                  </a:moveTo>
                  <a:cubicBezTo>
                    <a:pt x="461" y="1"/>
                    <a:pt x="368" y="8"/>
                    <a:pt x="268" y="8"/>
                  </a:cubicBezTo>
                  <a:lnTo>
                    <a:pt x="1" y="8"/>
                  </a:lnTo>
                  <a:cubicBezTo>
                    <a:pt x="60" y="20"/>
                    <a:pt x="127" y="32"/>
                    <a:pt x="191" y="32"/>
                  </a:cubicBezTo>
                  <a:cubicBezTo>
                    <a:pt x="218" y="32"/>
                    <a:pt x="244" y="30"/>
                    <a:pt x="268" y="25"/>
                  </a:cubicBezTo>
                  <a:cubicBezTo>
                    <a:pt x="368" y="25"/>
                    <a:pt x="452" y="25"/>
                    <a:pt x="552" y="8"/>
                  </a:cubicBezTo>
                  <a:cubicBezTo>
                    <a:pt x="552" y="3"/>
                    <a:pt x="537" y="1"/>
                    <a:pt x="51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1" name="Google Shape;4065;p60"/>
            <p:cNvSpPr/>
            <p:nvPr/>
          </p:nvSpPr>
          <p:spPr>
            <a:xfrm>
              <a:off x="5473608" y="4733639"/>
              <a:ext cx="4814" cy="8355"/>
            </a:xfrm>
            <a:custGeom>
              <a:avLst/>
              <a:gdLst/>
              <a:ahLst/>
              <a:cxnLst/>
              <a:rect l="l" t="t" r="r" b="b"/>
              <a:pathLst>
                <a:path w="68" h="118" extrusionOk="0">
                  <a:moveTo>
                    <a:pt x="0" y="0"/>
                  </a:moveTo>
                  <a:cubicBezTo>
                    <a:pt x="0" y="17"/>
                    <a:pt x="17" y="34"/>
                    <a:pt x="34" y="51"/>
                  </a:cubicBezTo>
                  <a:cubicBezTo>
                    <a:pt x="34" y="84"/>
                    <a:pt x="50" y="117"/>
                    <a:pt x="50" y="117"/>
                  </a:cubicBezTo>
                  <a:cubicBezTo>
                    <a:pt x="67" y="101"/>
                    <a:pt x="67" y="84"/>
                    <a:pt x="50" y="51"/>
                  </a:cubicBezTo>
                  <a:cubicBezTo>
                    <a:pt x="34" y="1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2" name="Google Shape;4066;p60"/>
            <p:cNvSpPr/>
            <p:nvPr/>
          </p:nvSpPr>
          <p:spPr>
            <a:xfrm>
              <a:off x="5464119" y="4721816"/>
              <a:ext cx="4814" cy="5311"/>
            </a:xfrm>
            <a:custGeom>
              <a:avLst/>
              <a:gdLst/>
              <a:ahLst/>
              <a:cxnLst/>
              <a:rect l="l" t="t" r="r" b="b"/>
              <a:pathLst>
                <a:path w="68" h="75" extrusionOk="0">
                  <a:moveTo>
                    <a:pt x="1" y="0"/>
                  </a:moveTo>
                  <a:cubicBezTo>
                    <a:pt x="1" y="0"/>
                    <a:pt x="1" y="34"/>
                    <a:pt x="17" y="50"/>
                  </a:cubicBezTo>
                  <a:cubicBezTo>
                    <a:pt x="41" y="62"/>
                    <a:pt x="56" y="74"/>
                    <a:pt x="63" y="74"/>
                  </a:cubicBezTo>
                  <a:cubicBezTo>
                    <a:pt x="66" y="74"/>
                    <a:pt x="67" y="72"/>
                    <a:pt x="67" y="67"/>
                  </a:cubicBezTo>
                  <a:cubicBezTo>
                    <a:pt x="67" y="67"/>
                    <a:pt x="67" y="50"/>
                    <a:pt x="34" y="34"/>
                  </a:cubicBezTo>
                  <a:cubicBezTo>
                    <a:pt x="17" y="17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3" name="Google Shape;4067;p60"/>
            <p:cNvSpPr/>
            <p:nvPr/>
          </p:nvSpPr>
          <p:spPr>
            <a:xfrm>
              <a:off x="5449959" y="4715869"/>
              <a:ext cx="8355" cy="3612"/>
            </a:xfrm>
            <a:custGeom>
              <a:avLst/>
              <a:gdLst/>
              <a:ahLst/>
              <a:cxnLst/>
              <a:rect l="l" t="t" r="r" b="b"/>
              <a:pathLst>
                <a:path w="118" h="51" extrusionOk="0">
                  <a:moveTo>
                    <a:pt x="67" y="1"/>
                  </a:moveTo>
                  <a:cubicBezTo>
                    <a:pt x="33" y="1"/>
                    <a:pt x="0" y="1"/>
                    <a:pt x="0" y="18"/>
                  </a:cubicBezTo>
                  <a:cubicBezTo>
                    <a:pt x="0" y="18"/>
                    <a:pt x="33" y="18"/>
                    <a:pt x="50" y="34"/>
                  </a:cubicBezTo>
                  <a:cubicBezTo>
                    <a:pt x="84" y="34"/>
                    <a:pt x="100" y="51"/>
                    <a:pt x="100" y="51"/>
                  </a:cubicBezTo>
                  <a:cubicBezTo>
                    <a:pt x="117" y="34"/>
                    <a:pt x="100" y="18"/>
                    <a:pt x="6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4" name="Google Shape;4068;p60"/>
            <p:cNvSpPr/>
            <p:nvPr/>
          </p:nvSpPr>
          <p:spPr>
            <a:xfrm>
              <a:off x="5439268" y="4713814"/>
              <a:ext cx="4814" cy="2123"/>
            </a:xfrm>
            <a:custGeom>
              <a:avLst/>
              <a:gdLst/>
              <a:ahLst/>
              <a:cxnLst/>
              <a:rect l="l" t="t" r="r" b="b"/>
              <a:pathLst>
                <a:path w="68" h="30" extrusionOk="0">
                  <a:moveTo>
                    <a:pt x="26" y="1"/>
                  </a:moveTo>
                  <a:cubicBezTo>
                    <a:pt x="22" y="1"/>
                    <a:pt x="17" y="5"/>
                    <a:pt x="17" y="13"/>
                  </a:cubicBezTo>
                  <a:cubicBezTo>
                    <a:pt x="1" y="13"/>
                    <a:pt x="17" y="13"/>
                    <a:pt x="34" y="30"/>
                  </a:cubicBezTo>
                  <a:lnTo>
                    <a:pt x="68" y="30"/>
                  </a:lnTo>
                  <a:cubicBezTo>
                    <a:pt x="68" y="13"/>
                    <a:pt x="51" y="13"/>
                    <a:pt x="34" y="13"/>
                  </a:cubicBezTo>
                  <a:cubicBezTo>
                    <a:pt x="34" y="5"/>
                    <a:pt x="30" y="1"/>
                    <a:pt x="2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5" name="Google Shape;4069;p60"/>
            <p:cNvSpPr/>
            <p:nvPr/>
          </p:nvSpPr>
          <p:spPr>
            <a:xfrm>
              <a:off x="4979110" y="4552663"/>
              <a:ext cx="185366" cy="219777"/>
            </a:xfrm>
            <a:custGeom>
              <a:avLst/>
              <a:gdLst/>
              <a:ahLst/>
              <a:cxnLst/>
              <a:rect l="l" t="t" r="r" b="b"/>
              <a:pathLst>
                <a:path w="2618" h="3104" extrusionOk="0">
                  <a:moveTo>
                    <a:pt x="936" y="0"/>
                  </a:moveTo>
                  <a:lnTo>
                    <a:pt x="0" y="1119"/>
                  </a:lnTo>
                  <a:lnTo>
                    <a:pt x="84" y="1186"/>
                  </a:lnTo>
                  <a:cubicBezTo>
                    <a:pt x="468" y="1537"/>
                    <a:pt x="2022" y="2941"/>
                    <a:pt x="2356" y="3091"/>
                  </a:cubicBezTo>
                  <a:cubicBezTo>
                    <a:pt x="2376" y="3099"/>
                    <a:pt x="2392" y="3103"/>
                    <a:pt x="2405" y="3103"/>
                  </a:cubicBezTo>
                  <a:cubicBezTo>
                    <a:pt x="2618" y="3103"/>
                    <a:pt x="1738" y="1955"/>
                    <a:pt x="1738" y="1955"/>
                  </a:cubicBezTo>
                  <a:lnTo>
                    <a:pt x="2373" y="1186"/>
                  </a:lnTo>
                  <a:lnTo>
                    <a:pt x="93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6" name="Google Shape;4070;p60"/>
            <p:cNvSpPr/>
            <p:nvPr/>
          </p:nvSpPr>
          <p:spPr>
            <a:xfrm>
              <a:off x="4980243" y="4601165"/>
              <a:ext cx="43828" cy="60397"/>
            </a:xfrm>
            <a:custGeom>
              <a:avLst/>
              <a:gdLst/>
              <a:ahLst/>
              <a:cxnLst/>
              <a:rect l="l" t="t" r="r" b="b"/>
              <a:pathLst>
                <a:path w="619" h="853" extrusionOk="0">
                  <a:moveTo>
                    <a:pt x="335" y="0"/>
                  </a:moveTo>
                  <a:lnTo>
                    <a:pt x="1" y="401"/>
                  </a:lnTo>
                  <a:lnTo>
                    <a:pt x="519" y="852"/>
                  </a:lnTo>
                  <a:cubicBezTo>
                    <a:pt x="602" y="702"/>
                    <a:pt x="619" y="551"/>
                    <a:pt x="586" y="384"/>
                  </a:cubicBezTo>
                  <a:cubicBezTo>
                    <a:pt x="552" y="234"/>
                    <a:pt x="469" y="100"/>
                    <a:pt x="335" y="0"/>
                  </a:cubicBezTo>
                  <a:close/>
                </a:path>
              </a:pathLst>
            </a:custGeom>
            <a:solidFill>
              <a:srgbClr val="FFFFFF">
                <a:alpha val="5625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7" name="Google Shape;4071;p60"/>
            <p:cNvSpPr/>
            <p:nvPr/>
          </p:nvSpPr>
          <p:spPr>
            <a:xfrm>
              <a:off x="4979110" y="4629558"/>
              <a:ext cx="178710" cy="143237"/>
            </a:xfrm>
            <a:custGeom>
              <a:avLst/>
              <a:gdLst/>
              <a:ahLst/>
              <a:cxnLst/>
              <a:rect l="l" t="t" r="r" b="b"/>
              <a:pathLst>
                <a:path w="2524" h="2023" extrusionOk="0">
                  <a:moveTo>
                    <a:pt x="33" y="0"/>
                  </a:moveTo>
                  <a:lnTo>
                    <a:pt x="0" y="17"/>
                  </a:lnTo>
                  <a:cubicBezTo>
                    <a:pt x="660" y="677"/>
                    <a:pt x="2267" y="2022"/>
                    <a:pt x="2418" y="2022"/>
                  </a:cubicBezTo>
                  <a:cubicBezTo>
                    <a:pt x="2420" y="2022"/>
                    <a:pt x="2421" y="2022"/>
                    <a:pt x="2423" y="2022"/>
                  </a:cubicBezTo>
                  <a:cubicBezTo>
                    <a:pt x="2523" y="2005"/>
                    <a:pt x="2206" y="1521"/>
                    <a:pt x="2206" y="1521"/>
                  </a:cubicBezTo>
                  <a:cubicBezTo>
                    <a:pt x="2190" y="1508"/>
                    <a:pt x="2171" y="1503"/>
                    <a:pt x="2150" y="1503"/>
                  </a:cubicBezTo>
                  <a:cubicBezTo>
                    <a:pt x="2056" y="1503"/>
                    <a:pt x="1922" y="1604"/>
                    <a:pt x="1922" y="1604"/>
                  </a:cubicBezTo>
                  <a:lnTo>
                    <a:pt x="33" y="0"/>
                  </a:lnTo>
                  <a:close/>
                </a:path>
              </a:pathLst>
            </a:custGeom>
            <a:solidFill>
              <a:srgbClr val="FFFFFF">
                <a:alpha val="5625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8" name="Google Shape;4072;p60"/>
            <p:cNvSpPr/>
            <p:nvPr/>
          </p:nvSpPr>
          <p:spPr>
            <a:xfrm>
              <a:off x="4980243" y="4627150"/>
              <a:ext cx="170923" cy="143449"/>
            </a:xfrm>
            <a:custGeom>
              <a:avLst/>
              <a:gdLst/>
              <a:ahLst/>
              <a:cxnLst/>
              <a:rect l="l" t="t" r="r" b="b"/>
              <a:pathLst>
                <a:path w="2414" h="2026" extrusionOk="0">
                  <a:moveTo>
                    <a:pt x="1" y="1"/>
                  </a:moveTo>
                  <a:lnTo>
                    <a:pt x="1" y="17"/>
                  </a:lnTo>
                  <a:cubicBezTo>
                    <a:pt x="1" y="17"/>
                    <a:pt x="17" y="17"/>
                    <a:pt x="17" y="34"/>
                  </a:cubicBezTo>
                  <a:cubicBezTo>
                    <a:pt x="17" y="17"/>
                    <a:pt x="1" y="17"/>
                    <a:pt x="1" y="1"/>
                  </a:cubicBezTo>
                  <a:close/>
                  <a:moveTo>
                    <a:pt x="17" y="34"/>
                  </a:moveTo>
                  <a:lnTo>
                    <a:pt x="84" y="101"/>
                  </a:lnTo>
                  <a:lnTo>
                    <a:pt x="335" y="318"/>
                  </a:lnTo>
                  <a:cubicBezTo>
                    <a:pt x="552" y="519"/>
                    <a:pt x="853" y="769"/>
                    <a:pt x="1187" y="1053"/>
                  </a:cubicBezTo>
                  <a:cubicBezTo>
                    <a:pt x="1521" y="1337"/>
                    <a:pt x="1822" y="1588"/>
                    <a:pt x="2056" y="1755"/>
                  </a:cubicBezTo>
                  <a:lnTo>
                    <a:pt x="2323" y="1956"/>
                  </a:lnTo>
                  <a:lnTo>
                    <a:pt x="2056" y="1738"/>
                  </a:lnTo>
                  <a:cubicBezTo>
                    <a:pt x="1839" y="1571"/>
                    <a:pt x="1538" y="1321"/>
                    <a:pt x="1204" y="1037"/>
                  </a:cubicBezTo>
                  <a:cubicBezTo>
                    <a:pt x="870" y="753"/>
                    <a:pt x="569" y="502"/>
                    <a:pt x="352" y="318"/>
                  </a:cubicBezTo>
                  <a:lnTo>
                    <a:pt x="101" y="84"/>
                  </a:lnTo>
                  <a:lnTo>
                    <a:pt x="17" y="34"/>
                  </a:lnTo>
                  <a:close/>
                  <a:moveTo>
                    <a:pt x="2323" y="1956"/>
                  </a:moveTo>
                  <a:lnTo>
                    <a:pt x="2390" y="2022"/>
                  </a:lnTo>
                  <a:cubicBezTo>
                    <a:pt x="2390" y="2025"/>
                    <a:pt x="2391" y="2026"/>
                    <a:pt x="2392" y="2026"/>
                  </a:cubicBezTo>
                  <a:cubicBezTo>
                    <a:pt x="2398" y="2026"/>
                    <a:pt x="2414" y="2002"/>
                    <a:pt x="2411" y="2002"/>
                  </a:cubicBezTo>
                  <a:lnTo>
                    <a:pt x="2411" y="2002"/>
                  </a:lnTo>
                  <a:cubicBezTo>
                    <a:pt x="2411" y="2002"/>
                    <a:pt x="2409" y="2003"/>
                    <a:pt x="2407" y="2006"/>
                  </a:cubicBezTo>
                  <a:lnTo>
                    <a:pt x="2323" y="1956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9" name="Google Shape;4073;p60"/>
            <p:cNvSpPr/>
            <p:nvPr/>
          </p:nvSpPr>
          <p:spPr>
            <a:xfrm>
              <a:off x="5113921" y="4735765"/>
              <a:ext cx="23791" cy="8567"/>
            </a:xfrm>
            <a:custGeom>
              <a:avLst/>
              <a:gdLst/>
              <a:ahLst/>
              <a:cxnLst/>
              <a:rect l="l" t="t" r="r" b="b"/>
              <a:pathLst>
                <a:path w="336" h="121" extrusionOk="0">
                  <a:moveTo>
                    <a:pt x="231" y="1"/>
                  </a:moveTo>
                  <a:cubicBezTo>
                    <a:pt x="141" y="1"/>
                    <a:pt x="62" y="47"/>
                    <a:pt x="1" y="121"/>
                  </a:cubicBezTo>
                  <a:cubicBezTo>
                    <a:pt x="88" y="63"/>
                    <a:pt x="188" y="17"/>
                    <a:pt x="289" y="17"/>
                  </a:cubicBezTo>
                  <a:cubicBezTo>
                    <a:pt x="304" y="17"/>
                    <a:pt x="320" y="18"/>
                    <a:pt x="335" y="21"/>
                  </a:cubicBezTo>
                  <a:cubicBezTo>
                    <a:pt x="299" y="7"/>
                    <a:pt x="265" y="1"/>
                    <a:pt x="23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0" name="Google Shape;4074;p60"/>
            <p:cNvSpPr/>
            <p:nvPr/>
          </p:nvSpPr>
          <p:spPr>
            <a:xfrm>
              <a:off x="5096219" y="4700504"/>
              <a:ext cx="13028" cy="3612"/>
            </a:xfrm>
            <a:custGeom>
              <a:avLst/>
              <a:gdLst/>
              <a:ahLst/>
              <a:cxnLst/>
              <a:rect l="l" t="t" r="r" b="b"/>
              <a:pathLst>
                <a:path w="184" h="51" extrusionOk="0">
                  <a:moveTo>
                    <a:pt x="184" y="1"/>
                  </a:moveTo>
                  <a:cubicBezTo>
                    <a:pt x="151" y="1"/>
                    <a:pt x="117" y="1"/>
                    <a:pt x="100" y="17"/>
                  </a:cubicBezTo>
                  <a:cubicBezTo>
                    <a:pt x="50" y="34"/>
                    <a:pt x="0" y="51"/>
                    <a:pt x="17" y="51"/>
                  </a:cubicBezTo>
                  <a:cubicBezTo>
                    <a:pt x="34" y="51"/>
                    <a:pt x="67" y="51"/>
                    <a:pt x="100" y="34"/>
                  </a:cubicBezTo>
                  <a:cubicBezTo>
                    <a:pt x="151" y="17"/>
                    <a:pt x="184" y="1"/>
                    <a:pt x="18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1" name="Google Shape;4075;p60"/>
            <p:cNvSpPr/>
            <p:nvPr/>
          </p:nvSpPr>
          <p:spPr>
            <a:xfrm>
              <a:off x="5092680" y="4692219"/>
              <a:ext cx="10692" cy="1275"/>
            </a:xfrm>
            <a:custGeom>
              <a:avLst/>
              <a:gdLst/>
              <a:ahLst/>
              <a:cxnLst/>
              <a:rect l="l" t="t" r="r" b="b"/>
              <a:pathLst>
                <a:path w="151" h="18" extrusionOk="0">
                  <a:moveTo>
                    <a:pt x="67" y="1"/>
                  </a:moveTo>
                  <a:cubicBezTo>
                    <a:pt x="34" y="1"/>
                    <a:pt x="0" y="1"/>
                    <a:pt x="0" y="17"/>
                  </a:cubicBezTo>
                  <a:lnTo>
                    <a:pt x="67" y="17"/>
                  </a:lnTo>
                  <a:cubicBezTo>
                    <a:pt x="117" y="17"/>
                    <a:pt x="150" y="17"/>
                    <a:pt x="15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2" name="Google Shape;4076;p60"/>
            <p:cNvSpPr/>
            <p:nvPr/>
          </p:nvSpPr>
          <p:spPr>
            <a:xfrm>
              <a:off x="5095017" y="4679192"/>
              <a:ext cx="10692" cy="9559"/>
            </a:xfrm>
            <a:custGeom>
              <a:avLst/>
              <a:gdLst/>
              <a:ahLst/>
              <a:cxnLst/>
              <a:rect l="l" t="t" r="r" b="b"/>
              <a:pathLst>
                <a:path w="151" h="135" extrusionOk="0">
                  <a:moveTo>
                    <a:pt x="1" y="1"/>
                  </a:moveTo>
                  <a:lnTo>
                    <a:pt x="1" y="1"/>
                  </a:lnTo>
                  <a:cubicBezTo>
                    <a:pt x="1" y="1"/>
                    <a:pt x="34" y="34"/>
                    <a:pt x="67" y="68"/>
                  </a:cubicBezTo>
                  <a:cubicBezTo>
                    <a:pt x="117" y="101"/>
                    <a:pt x="151" y="134"/>
                    <a:pt x="151" y="134"/>
                  </a:cubicBezTo>
                  <a:cubicBezTo>
                    <a:pt x="151" y="118"/>
                    <a:pt x="117" y="84"/>
                    <a:pt x="84" y="51"/>
                  </a:cubicBezTo>
                  <a:cubicBezTo>
                    <a:pt x="51" y="18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3" name="Google Shape;4077;p60"/>
            <p:cNvSpPr/>
            <p:nvPr/>
          </p:nvSpPr>
          <p:spPr>
            <a:xfrm>
              <a:off x="5098556" y="4670907"/>
              <a:ext cx="11894" cy="10763"/>
            </a:xfrm>
            <a:custGeom>
              <a:avLst/>
              <a:gdLst/>
              <a:ahLst/>
              <a:cxnLst/>
              <a:rect l="l" t="t" r="r" b="b"/>
              <a:pathLst>
                <a:path w="168" h="152" extrusionOk="0">
                  <a:moveTo>
                    <a:pt x="1" y="1"/>
                  </a:moveTo>
                  <a:cubicBezTo>
                    <a:pt x="34" y="68"/>
                    <a:pt x="101" y="135"/>
                    <a:pt x="168" y="151"/>
                  </a:cubicBezTo>
                  <a:cubicBezTo>
                    <a:pt x="168" y="151"/>
                    <a:pt x="134" y="118"/>
                    <a:pt x="84" y="84"/>
                  </a:cubicBezTo>
                  <a:cubicBezTo>
                    <a:pt x="34" y="34"/>
                    <a:pt x="17" y="1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4" name="Google Shape;4078;p60"/>
            <p:cNvSpPr/>
            <p:nvPr/>
          </p:nvSpPr>
          <p:spPr>
            <a:xfrm>
              <a:off x="5106841" y="4696255"/>
              <a:ext cx="26126" cy="13807"/>
            </a:xfrm>
            <a:custGeom>
              <a:avLst/>
              <a:gdLst/>
              <a:ahLst/>
              <a:cxnLst/>
              <a:rect l="l" t="t" r="r" b="b"/>
              <a:pathLst>
                <a:path w="369" h="195" extrusionOk="0">
                  <a:moveTo>
                    <a:pt x="150" y="20"/>
                  </a:moveTo>
                  <a:cubicBezTo>
                    <a:pt x="179" y="20"/>
                    <a:pt x="211" y="32"/>
                    <a:pt x="235" y="44"/>
                  </a:cubicBezTo>
                  <a:cubicBezTo>
                    <a:pt x="285" y="61"/>
                    <a:pt x="318" y="94"/>
                    <a:pt x="335" y="127"/>
                  </a:cubicBezTo>
                  <a:cubicBezTo>
                    <a:pt x="335" y="152"/>
                    <a:pt x="326" y="167"/>
                    <a:pt x="314" y="167"/>
                  </a:cubicBezTo>
                  <a:cubicBezTo>
                    <a:pt x="310" y="167"/>
                    <a:pt x="306" y="165"/>
                    <a:pt x="301" y="161"/>
                  </a:cubicBezTo>
                  <a:cubicBezTo>
                    <a:pt x="268" y="161"/>
                    <a:pt x="251" y="161"/>
                    <a:pt x="235" y="144"/>
                  </a:cubicBezTo>
                  <a:cubicBezTo>
                    <a:pt x="184" y="127"/>
                    <a:pt x="151" y="111"/>
                    <a:pt x="118" y="94"/>
                  </a:cubicBezTo>
                  <a:cubicBezTo>
                    <a:pt x="80" y="75"/>
                    <a:pt x="53" y="57"/>
                    <a:pt x="37" y="44"/>
                  </a:cubicBezTo>
                  <a:lnTo>
                    <a:pt x="37" y="44"/>
                  </a:lnTo>
                  <a:cubicBezTo>
                    <a:pt x="60" y="34"/>
                    <a:pt x="85" y="27"/>
                    <a:pt x="118" y="27"/>
                  </a:cubicBezTo>
                  <a:cubicBezTo>
                    <a:pt x="127" y="22"/>
                    <a:pt x="139" y="20"/>
                    <a:pt x="150" y="20"/>
                  </a:cubicBezTo>
                  <a:close/>
                  <a:moveTo>
                    <a:pt x="171" y="0"/>
                  </a:moveTo>
                  <a:cubicBezTo>
                    <a:pt x="149" y="0"/>
                    <a:pt x="125" y="3"/>
                    <a:pt x="101" y="10"/>
                  </a:cubicBezTo>
                  <a:cubicBezTo>
                    <a:pt x="85" y="10"/>
                    <a:pt x="52" y="26"/>
                    <a:pt x="35" y="43"/>
                  </a:cubicBezTo>
                  <a:lnTo>
                    <a:pt x="35" y="43"/>
                  </a:lnTo>
                  <a:cubicBezTo>
                    <a:pt x="23" y="33"/>
                    <a:pt x="17" y="27"/>
                    <a:pt x="17" y="27"/>
                  </a:cubicBezTo>
                  <a:lnTo>
                    <a:pt x="17" y="27"/>
                  </a:lnTo>
                  <a:cubicBezTo>
                    <a:pt x="21" y="34"/>
                    <a:pt x="25" y="40"/>
                    <a:pt x="29" y="47"/>
                  </a:cubicBezTo>
                  <a:lnTo>
                    <a:pt x="29" y="47"/>
                  </a:lnTo>
                  <a:cubicBezTo>
                    <a:pt x="30" y="46"/>
                    <a:pt x="31" y="46"/>
                    <a:pt x="32" y="45"/>
                  </a:cubicBezTo>
                  <a:lnTo>
                    <a:pt x="32" y="45"/>
                  </a:lnTo>
                  <a:cubicBezTo>
                    <a:pt x="31" y="46"/>
                    <a:pt x="31" y="47"/>
                    <a:pt x="30" y="48"/>
                  </a:cubicBezTo>
                  <a:lnTo>
                    <a:pt x="30" y="48"/>
                  </a:lnTo>
                  <a:cubicBezTo>
                    <a:pt x="29" y="48"/>
                    <a:pt x="29" y="47"/>
                    <a:pt x="29" y="47"/>
                  </a:cubicBezTo>
                  <a:lnTo>
                    <a:pt x="29" y="47"/>
                  </a:lnTo>
                  <a:cubicBezTo>
                    <a:pt x="19" y="51"/>
                    <a:pt x="10" y="56"/>
                    <a:pt x="1" y="61"/>
                  </a:cubicBezTo>
                  <a:cubicBezTo>
                    <a:pt x="1" y="61"/>
                    <a:pt x="15" y="61"/>
                    <a:pt x="30" y="48"/>
                  </a:cubicBezTo>
                  <a:lnTo>
                    <a:pt x="30" y="48"/>
                  </a:lnTo>
                  <a:cubicBezTo>
                    <a:pt x="48" y="74"/>
                    <a:pt x="74" y="97"/>
                    <a:pt x="101" y="111"/>
                  </a:cubicBezTo>
                  <a:cubicBezTo>
                    <a:pt x="134" y="127"/>
                    <a:pt x="184" y="144"/>
                    <a:pt x="218" y="161"/>
                  </a:cubicBezTo>
                  <a:cubicBezTo>
                    <a:pt x="251" y="178"/>
                    <a:pt x="268" y="178"/>
                    <a:pt x="301" y="194"/>
                  </a:cubicBezTo>
                  <a:cubicBezTo>
                    <a:pt x="318" y="194"/>
                    <a:pt x="335" y="194"/>
                    <a:pt x="351" y="178"/>
                  </a:cubicBezTo>
                  <a:cubicBezTo>
                    <a:pt x="351" y="161"/>
                    <a:pt x="368" y="144"/>
                    <a:pt x="351" y="127"/>
                  </a:cubicBezTo>
                  <a:cubicBezTo>
                    <a:pt x="325" y="48"/>
                    <a:pt x="257" y="0"/>
                    <a:pt x="17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5" name="Google Shape;4079;p60"/>
            <p:cNvSpPr/>
            <p:nvPr/>
          </p:nvSpPr>
          <p:spPr>
            <a:xfrm>
              <a:off x="5106841" y="4681597"/>
              <a:ext cx="9559" cy="18975"/>
            </a:xfrm>
            <a:custGeom>
              <a:avLst/>
              <a:gdLst/>
              <a:ahLst/>
              <a:cxnLst/>
              <a:rect l="l" t="t" r="r" b="b"/>
              <a:pathLst>
                <a:path w="135" h="268" extrusionOk="0">
                  <a:moveTo>
                    <a:pt x="84" y="0"/>
                  </a:moveTo>
                  <a:cubicBezTo>
                    <a:pt x="67" y="0"/>
                    <a:pt x="34" y="0"/>
                    <a:pt x="34" y="34"/>
                  </a:cubicBezTo>
                  <a:cubicBezTo>
                    <a:pt x="17" y="50"/>
                    <a:pt x="17" y="67"/>
                    <a:pt x="1" y="84"/>
                  </a:cubicBezTo>
                  <a:cubicBezTo>
                    <a:pt x="1" y="117"/>
                    <a:pt x="1" y="134"/>
                    <a:pt x="1" y="167"/>
                  </a:cubicBezTo>
                  <a:cubicBezTo>
                    <a:pt x="1" y="201"/>
                    <a:pt x="17" y="234"/>
                    <a:pt x="34" y="251"/>
                  </a:cubicBezTo>
                  <a:cubicBezTo>
                    <a:pt x="34" y="251"/>
                    <a:pt x="17" y="217"/>
                    <a:pt x="17" y="167"/>
                  </a:cubicBezTo>
                  <a:cubicBezTo>
                    <a:pt x="17" y="134"/>
                    <a:pt x="17" y="117"/>
                    <a:pt x="34" y="84"/>
                  </a:cubicBezTo>
                  <a:cubicBezTo>
                    <a:pt x="34" y="57"/>
                    <a:pt x="45" y="29"/>
                    <a:pt x="67" y="29"/>
                  </a:cubicBezTo>
                  <a:cubicBezTo>
                    <a:pt x="72" y="29"/>
                    <a:pt x="78" y="31"/>
                    <a:pt x="84" y="34"/>
                  </a:cubicBezTo>
                  <a:cubicBezTo>
                    <a:pt x="101" y="50"/>
                    <a:pt x="118" y="84"/>
                    <a:pt x="101" y="117"/>
                  </a:cubicBezTo>
                  <a:cubicBezTo>
                    <a:pt x="101" y="151"/>
                    <a:pt x="101" y="167"/>
                    <a:pt x="84" y="201"/>
                  </a:cubicBezTo>
                  <a:cubicBezTo>
                    <a:pt x="67" y="217"/>
                    <a:pt x="51" y="234"/>
                    <a:pt x="34" y="268"/>
                  </a:cubicBezTo>
                  <a:cubicBezTo>
                    <a:pt x="34" y="268"/>
                    <a:pt x="67" y="251"/>
                    <a:pt x="101" y="201"/>
                  </a:cubicBezTo>
                  <a:cubicBezTo>
                    <a:pt x="118" y="184"/>
                    <a:pt x="118" y="151"/>
                    <a:pt x="134" y="117"/>
                  </a:cubicBezTo>
                  <a:cubicBezTo>
                    <a:pt x="134" y="84"/>
                    <a:pt x="118" y="34"/>
                    <a:pt x="8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6" name="Google Shape;4080;p60"/>
            <p:cNvSpPr/>
            <p:nvPr/>
          </p:nvSpPr>
          <p:spPr>
            <a:xfrm>
              <a:off x="5005094" y="4602296"/>
              <a:ext cx="23720" cy="58060"/>
            </a:xfrm>
            <a:custGeom>
              <a:avLst/>
              <a:gdLst/>
              <a:ahLst/>
              <a:cxnLst/>
              <a:rect l="l" t="t" r="r" b="b"/>
              <a:pathLst>
                <a:path w="335" h="820" extrusionOk="0">
                  <a:moveTo>
                    <a:pt x="1" y="1"/>
                  </a:moveTo>
                  <a:cubicBezTo>
                    <a:pt x="1" y="1"/>
                    <a:pt x="51" y="17"/>
                    <a:pt x="101" y="84"/>
                  </a:cubicBezTo>
                  <a:cubicBezTo>
                    <a:pt x="268" y="251"/>
                    <a:pt x="301" y="485"/>
                    <a:pt x="235" y="703"/>
                  </a:cubicBezTo>
                  <a:cubicBezTo>
                    <a:pt x="201" y="769"/>
                    <a:pt x="168" y="819"/>
                    <a:pt x="168" y="819"/>
                  </a:cubicBezTo>
                  <a:cubicBezTo>
                    <a:pt x="184" y="819"/>
                    <a:pt x="184" y="803"/>
                    <a:pt x="201" y="786"/>
                  </a:cubicBezTo>
                  <a:cubicBezTo>
                    <a:pt x="218" y="769"/>
                    <a:pt x="235" y="736"/>
                    <a:pt x="251" y="703"/>
                  </a:cubicBezTo>
                  <a:cubicBezTo>
                    <a:pt x="335" y="485"/>
                    <a:pt x="285" y="235"/>
                    <a:pt x="118" y="68"/>
                  </a:cubicBezTo>
                  <a:cubicBezTo>
                    <a:pt x="84" y="51"/>
                    <a:pt x="67" y="34"/>
                    <a:pt x="34" y="17"/>
                  </a:cubicBezTo>
                  <a:cubicBezTo>
                    <a:pt x="17" y="1"/>
                    <a:pt x="17" y="1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7" name="Google Shape;4081;p60"/>
            <p:cNvSpPr/>
            <p:nvPr/>
          </p:nvSpPr>
          <p:spPr>
            <a:xfrm>
              <a:off x="5015787" y="4568027"/>
              <a:ext cx="35544" cy="41491"/>
            </a:xfrm>
            <a:custGeom>
              <a:avLst/>
              <a:gdLst/>
              <a:ahLst/>
              <a:cxnLst/>
              <a:rect l="l" t="t" r="r" b="b"/>
              <a:pathLst>
                <a:path w="502" h="586" extrusionOk="0">
                  <a:moveTo>
                    <a:pt x="501" y="0"/>
                  </a:moveTo>
                  <a:cubicBezTo>
                    <a:pt x="401" y="100"/>
                    <a:pt x="317" y="184"/>
                    <a:pt x="234" y="284"/>
                  </a:cubicBezTo>
                  <a:cubicBezTo>
                    <a:pt x="150" y="385"/>
                    <a:pt x="67" y="485"/>
                    <a:pt x="0" y="585"/>
                  </a:cubicBezTo>
                  <a:cubicBezTo>
                    <a:pt x="167" y="401"/>
                    <a:pt x="334" y="217"/>
                    <a:pt x="50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8" name="Google Shape;4082;p60"/>
            <p:cNvSpPr/>
            <p:nvPr/>
          </p:nvSpPr>
          <p:spPr>
            <a:xfrm>
              <a:off x="5038230" y="4661489"/>
              <a:ext cx="29667" cy="24924"/>
            </a:xfrm>
            <a:custGeom>
              <a:avLst/>
              <a:gdLst/>
              <a:ahLst/>
              <a:cxnLst/>
              <a:rect l="l" t="t" r="r" b="b"/>
              <a:pathLst>
                <a:path w="419" h="352" extrusionOk="0">
                  <a:moveTo>
                    <a:pt x="0" y="0"/>
                  </a:moveTo>
                  <a:lnTo>
                    <a:pt x="0" y="0"/>
                  </a:lnTo>
                  <a:cubicBezTo>
                    <a:pt x="117" y="151"/>
                    <a:pt x="251" y="268"/>
                    <a:pt x="418" y="351"/>
                  </a:cubicBezTo>
                  <a:cubicBezTo>
                    <a:pt x="418" y="351"/>
                    <a:pt x="318" y="284"/>
                    <a:pt x="201" y="184"/>
                  </a:cubicBezTo>
                  <a:cubicBezTo>
                    <a:pt x="84" y="84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9" name="Google Shape;4083;p60"/>
            <p:cNvSpPr/>
            <p:nvPr/>
          </p:nvSpPr>
          <p:spPr>
            <a:xfrm>
              <a:off x="5015787" y="4644921"/>
              <a:ext cx="3612" cy="8355"/>
            </a:xfrm>
            <a:custGeom>
              <a:avLst/>
              <a:gdLst/>
              <a:ahLst/>
              <a:cxnLst/>
              <a:rect l="l" t="t" r="r" b="b"/>
              <a:pathLst>
                <a:path w="51" h="118" extrusionOk="0">
                  <a:moveTo>
                    <a:pt x="33" y="0"/>
                  </a:moveTo>
                  <a:cubicBezTo>
                    <a:pt x="33" y="0"/>
                    <a:pt x="17" y="34"/>
                    <a:pt x="17" y="67"/>
                  </a:cubicBezTo>
                  <a:cubicBezTo>
                    <a:pt x="0" y="84"/>
                    <a:pt x="0" y="117"/>
                    <a:pt x="0" y="117"/>
                  </a:cubicBezTo>
                  <a:cubicBezTo>
                    <a:pt x="0" y="117"/>
                    <a:pt x="33" y="101"/>
                    <a:pt x="33" y="67"/>
                  </a:cubicBezTo>
                  <a:cubicBezTo>
                    <a:pt x="50" y="34"/>
                    <a:pt x="33" y="0"/>
                    <a:pt x="3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0" name="Google Shape;4084;p60"/>
            <p:cNvSpPr/>
            <p:nvPr/>
          </p:nvSpPr>
          <p:spPr>
            <a:xfrm>
              <a:off x="5018122" y="4629558"/>
              <a:ext cx="1275" cy="7151"/>
            </a:xfrm>
            <a:custGeom>
              <a:avLst/>
              <a:gdLst/>
              <a:ahLst/>
              <a:cxnLst/>
              <a:rect l="l" t="t" r="r" b="b"/>
              <a:pathLst>
                <a:path w="18" h="101" extrusionOk="0">
                  <a:moveTo>
                    <a:pt x="0" y="0"/>
                  </a:moveTo>
                  <a:cubicBezTo>
                    <a:pt x="0" y="0"/>
                    <a:pt x="0" y="33"/>
                    <a:pt x="0" y="50"/>
                  </a:cubicBezTo>
                  <a:cubicBezTo>
                    <a:pt x="0" y="84"/>
                    <a:pt x="0" y="100"/>
                    <a:pt x="17" y="100"/>
                  </a:cubicBezTo>
                  <a:cubicBezTo>
                    <a:pt x="17" y="100"/>
                    <a:pt x="17" y="84"/>
                    <a:pt x="17" y="50"/>
                  </a:cubicBezTo>
                  <a:cubicBezTo>
                    <a:pt x="17" y="17"/>
                    <a:pt x="17" y="0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1" name="Google Shape;4085;p60"/>
            <p:cNvSpPr/>
            <p:nvPr/>
          </p:nvSpPr>
          <p:spPr>
            <a:xfrm>
              <a:off x="5011041" y="4616528"/>
              <a:ext cx="4814" cy="7151"/>
            </a:xfrm>
            <a:custGeom>
              <a:avLst/>
              <a:gdLst/>
              <a:ahLst/>
              <a:cxnLst/>
              <a:rect l="l" t="t" r="r" b="b"/>
              <a:pathLst>
                <a:path w="68" h="101" extrusionOk="0">
                  <a:moveTo>
                    <a:pt x="0" y="0"/>
                  </a:moveTo>
                  <a:cubicBezTo>
                    <a:pt x="0" y="0"/>
                    <a:pt x="17" y="17"/>
                    <a:pt x="34" y="50"/>
                  </a:cubicBezTo>
                  <a:cubicBezTo>
                    <a:pt x="50" y="67"/>
                    <a:pt x="50" y="101"/>
                    <a:pt x="67" y="101"/>
                  </a:cubicBezTo>
                  <a:cubicBezTo>
                    <a:pt x="67" y="101"/>
                    <a:pt x="67" y="67"/>
                    <a:pt x="50" y="34"/>
                  </a:cubicBezTo>
                  <a:cubicBezTo>
                    <a:pt x="34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2" name="Google Shape;4086;p60"/>
            <p:cNvSpPr/>
            <p:nvPr/>
          </p:nvSpPr>
          <p:spPr>
            <a:xfrm>
              <a:off x="5005094" y="4608246"/>
              <a:ext cx="2479" cy="3612"/>
            </a:xfrm>
            <a:custGeom>
              <a:avLst/>
              <a:gdLst/>
              <a:ahLst/>
              <a:cxnLst/>
              <a:rect l="l" t="t" r="r" b="b"/>
              <a:pathLst>
                <a:path w="35" h="51" extrusionOk="0">
                  <a:moveTo>
                    <a:pt x="1" y="0"/>
                  </a:moveTo>
                  <a:cubicBezTo>
                    <a:pt x="1" y="0"/>
                    <a:pt x="1" y="17"/>
                    <a:pt x="1" y="34"/>
                  </a:cubicBezTo>
                  <a:cubicBezTo>
                    <a:pt x="17" y="50"/>
                    <a:pt x="34" y="50"/>
                    <a:pt x="34" y="50"/>
                  </a:cubicBezTo>
                  <a:cubicBezTo>
                    <a:pt x="34" y="50"/>
                    <a:pt x="34" y="34"/>
                    <a:pt x="34" y="17"/>
                  </a:cubicBezTo>
                  <a:cubicBezTo>
                    <a:pt x="17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3" name="Google Shape;4087;p60"/>
            <p:cNvSpPr/>
            <p:nvPr/>
          </p:nvSpPr>
          <p:spPr>
            <a:xfrm>
              <a:off x="4990933" y="3209856"/>
              <a:ext cx="729993" cy="1482434"/>
            </a:xfrm>
            <a:custGeom>
              <a:avLst/>
              <a:gdLst/>
              <a:ahLst/>
              <a:cxnLst/>
              <a:rect l="l" t="t" r="r" b="b"/>
              <a:pathLst>
                <a:path w="10310" h="20937" extrusionOk="0">
                  <a:moveTo>
                    <a:pt x="9340" y="1"/>
                  </a:moveTo>
                  <a:lnTo>
                    <a:pt x="5447" y="118"/>
                  </a:lnTo>
                  <a:cubicBezTo>
                    <a:pt x="5447" y="118"/>
                    <a:pt x="4829" y="2741"/>
                    <a:pt x="5013" y="3259"/>
                  </a:cubicBezTo>
                  <a:cubicBezTo>
                    <a:pt x="5180" y="3777"/>
                    <a:pt x="6316" y="4078"/>
                    <a:pt x="6316" y="4078"/>
                  </a:cubicBezTo>
                  <a:lnTo>
                    <a:pt x="6283" y="11262"/>
                  </a:lnTo>
                  <a:lnTo>
                    <a:pt x="0" y="19032"/>
                  </a:lnTo>
                  <a:lnTo>
                    <a:pt x="2323" y="20937"/>
                  </a:lnTo>
                  <a:cubicBezTo>
                    <a:pt x="2323" y="20937"/>
                    <a:pt x="9123" y="13150"/>
                    <a:pt x="9725" y="11747"/>
                  </a:cubicBezTo>
                  <a:cubicBezTo>
                    <a:pt x="10309" y="10327"/>
                    <a:pt x="9340" y="1"/>
                    <a:pt x="934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4" name="Google Shape;4088;p60"/>
            <p:cNvSpPr/>
            <p:nvPr/>
          </p:nvSpPr>
          <p:spPr>
            <a:xfrm>
              <a:off x="5228695" y="3142449"/>
              <a:ext cx="397568" cy="1546300"/>
            </a:xfrm>
            <a:custGeom>
              <a:avLst/>
              <a:gdLst/>
              <a:ahLst/>
              <a:cxnLst/>
              <a:rect l="l" t="t" r="r" b="b"/>
              <a:pathLst>
                <a:path w="5615" h="21839" extrusionOk="0">
                  <a:moveTo>
                    <a:pt x="5297" y="0"/>
                  </a:moveTo>
                  <a:lnTo>
                    <a:pt x="134" y="518"/>
                  </a:lnTo>
                  <a:lnTo>
                    <a:pt x="67" y="1955"/>
                  </a:lnTo>
                  <a:cubicBezTo>
                    <a:pt x="1" y="3192"/>
                    <a:pt x="468" y="3743"/>
                    <a:pt x="803" y="4061"/>
                  </a:cubicBezTo>
                  <a:lnTo>
                    <a:pt x="2407" y="21838"/>
                  </a:lnTo>
                  <a:lnTo>
                    <a:pt x="5615" y="21822"/>
                  </a:lnTo>
                  <a:lnTo>
                    <a:pt x="5297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5" name="Google Shape;4089;p60"/>
            <p:cNvSpPr/>
            <p:nvPr/>
          </p:nvSpPr>
          <p:spPr>
            <a:xfrm>
              <a:off x="5364781" y="3454768"/>
              <a:ext cx="87586" cy="638939"/>
            </a:xfrm>
            <a:custGeom>
              <a:avLst/>
              <a:gdLst/>
              <a:ahLst/>
              <a:cxnLst/>
              <a:rect l="l" t="t" r="r" b="b"/>
              <a:pathLst>
                <a:path w="1237" h="9024" extrusionOk="0">
                  <a:moveTo>
                    <a:pt x="618" y="1"/>
                  </a:moveTo>
                  <a:cubicBezTo>
                    <a:pt x="602" y="34"/>
                    <a:pt x="602" y="67"/>
                    <a:pt x="618" y="101"/>
                  </a:cubicBezTo>
                  <a:cubicBezTo>
                    <a:pt x="618" y="67"/>
                    <a:pt x="618" y="34"/>
                    <a:pt x="618" y="1"/>
                  </a:cubicBezTo>
                  <a:close/>
                  <a:moveTo>
                    <a:pt x="618" y="101"/>
                  </a:moveTo>
                  <a:cubicBezTo>
                    <a:pt x="618" y="168"/>
                    <a:pt x="618" y="268"/>
                    <a:pt x="618" y="385"/>
                  </a:cubicBezTo>
                  <a:cubicBezTo>
                    <a:pt x="635" y="619"/>
                    <a:pt x="652" y="953"/>
                    <a:pt x="685" y="1387"/>
                  </a:cubicBezTo>
                  <a:cubicBezTo>
                    <a:pt x="735" y="2239"/>
                    <a:pt x="819" y="3409"/>
                    <a:pt x="936" y="4712"/>
                  </a:cubicBezTo>
                  <a:cubicBezTo>
                    <a:pt x="1035" y="5692"/>
                    <a:pt x="1118" y="6605"/>
                    <a:pt x="1185" y="7371"/>
                  </a:cubicBezTo>
                  <a:lnTo>
                    <a:pt x="1185" y="7371"/>
                  </a:lnTo>
                  <a:lnTo>
                    <a:pt x="334" y="8555"/>
                  </a:lnTo>
                  <a:lnTo>
                    <a:pt x="84" y="8906"/>
                  </a:lnTo>
                  <a:lnTo>
                    <a:pt x="33" y="8990"/>
                  </a:lnTo>
                  <a:lnTo>
                    <a:pt x="33" y="8990"/>
                  </a:lnTo>
                  <a:lnTo>
                    <a:pt x="100" y="8906"/>
                  </a:lnTo>
                  <a:lnTo>
                    <a:pt x="351" y="8589"/>
                  </a:lnTo>
                  <a:cubicBezTo>
                    <a:pt x="568" y="8288"/>
                    <a:pt x="869" y="7887"/>
                    <a:pt x="1236" y="7402"/>
                  </a:cubicBezTo>
                  <a:lnTo>
                    <a:pt x="1236" y="7386"/>
                  </a:lnTo>
                  <a:cubicBezTo>
                    <a:pt x="1186" y="6617"/>
                    <a:pt x="1103" y="5698"/>
                    <a:pt x="1003" y="4712"/>
                  </a:cubicBezTo>
                  <a:cubicBezTo>
                    <a:pt x="902" y="3409"/>
                    <a:pt x="785" y="2239"/>
                    <a:pt x="719" y="1387"/>
                  </a:cubicBezTo>
                  <a:cubicBezTo>
                    <a:pt x="685" y="970"/>
                    <a:pt x="668" y="619"/>
                    <a:pt x="652" y="368"/>
                  </a:cubicBezTo>
                  <a:cubicBezTo>
                    <a:pt x="635" y="268"/>
                    <a:pt x="635" y="168"/>
                    <a:pt x="618" y="101"/>
                  </a:cubicBezTo>
                  <a:close/>
                  <a:moveTo>
                    <a:pt x="33" y="8990"/>
                  </a:moveTo>
                  <a:cubicBezTo>
                    <a:pt x="20" y="8990"/>
                    <a:pt x="18" y="9000"/>
                    <a:pt x="17" y="9012"/>
                  </a:cubicBezTo>
                  <a:lnTo>
                    <a:pt x="17" y="9012"/>
                  </a:lnTo>
                  <a:cubicBezTo>
                    <a:pt x="21" y="9006"/>
                    <a:pt x="25" y="8998"/>
                    <a:pt x="33" y="8990"/>
                  </a:cubicBezTo>
                  <a:close/>
                  <a:moveTo>
                    <a:pt x="17" y="9012"/>
                  </a:moveTo>
                  <a:cubicBezTo>
                    <a:pt x="13" y="9019"/>
                    <a:pt x="9" y="9023"/>
                    <a:pt x="0" y="9023"/>
                  </a:cubicBezTo>
                  <a:lnTo>
                    <a:pt x="17" y="9023"/>
                  </a:lnTo>
                  <a:cubicBezTo>
                    <a:pt x="17" y="9019"/>
                    <a:pt x="17" y="9016"/>
                    <a:pt x="17" y="9012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6" name="Google Shape;4090;p60"/>
            <p:cNvSpPr/>
            <p:nvPr/>
          </p:nvSpPr>
          <p:spPr>
            <a:xfrm>
              <a:off x="5316280" y="3429915"/>
              <a:ext cx="118315" cy="24924"/>
            </a:xfrm>
            <a:custGeom>
              <a:avLst/>
              <a:gdLst/>
              <a:ahLst/>
              <a:cxnLst/>
              <a:rect l="l" t="t" r="r" b="b"/>
              <a:pathLst>
                <a:path w="1671" h="352" extrusionOk="0">
                  <a:moveTo>
                    <a:pt x="0" y="1"/>
                  </a:moveTo>
                  <a:cubicBezTo>
                    <a:pt x="551" y="184"/>
                    <a:pt x="1103" y="301"/>
                    <a:pt x="1671" y="352"/>
                  </a:cubicBezTo>
                  <a:cubicBezTo>
                    <a:pt x="1119" y="218"/>
                    <a:pt x="568" y="101"/>
                    <a:pt x="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7" name="Google Shape;4091;p60"/>
            <p:cNvSpPr/>
            <p:nvPr/>
          </p:nvSpPr>
          <p:spPr>
            <a:xfrm>
              <a:off x="5466457" y="3961305"/>
              <a:ext cx="123129" cy="21171"/>
            </a:xfrm>
            <a:custGeom>
              <a:avLst/>
              <a:gdLst/>
              <a:ahLst/>
              <a:cxnLst/>
              <a:rect l="l" t="t" r="r" b="b"/>
              <a:pathLst>
                <a:path w="1739" h="299" extrusionOk="0">
                  <a:moveTo>
                    <a:pt x="721" y="1"/>
                  </a:moveTo>
                  <a:cubicBezTo>
                    <a:pt x="559" y="1"/>
                    <a:pt x="396" y="21"/>
                    <a:pt x="235" y="65"/>
                  </a:cubicBezTo>
                  <a:cubicBezTo>
                    <a:pt x="151" y="81"/>
                    <a:pt x="68" y="115"/>
                    <a:pt x="1" y="165"/>
                  </a:cubicBezTo>
                  <a:cubicBezTo>
                    <a:pt x="223" y="100"/>
                    <a:pt x="452" y="67"/>
                    <a:pt x="682" y="67"/>
                  </a:cubicBezTo>
                  <a:cubicBezTo>
                    <a:pt x="1042" y="67"/>
                    <a:pt x="1403" y="146"/>
                    <a:pt x="1739" y="299"/>
                  </a:cubicBezTo>
                  <a:cubicBezTo>
                    <a:pt x="1672" y="248"/>
                    <a:pt x="1605" y="198"/>
                    <a:pt x="1521" y="165"/>
                  </a:cubicBezTo>
                  <a:cubicBezTo>
                    <a:pt x="1269" y="60"/>
                    <a:pt x="997" y="1"/>
                    <a:pt x="72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8" name="Google Shape;4092;p60"/>
            <p:cNvSpPr/>
            <p:nvPr/>
          </p:nvSpPr>
          <p:spPr>
            <a:xfrm>
              <a:off x="5380146" y="4054554"/>
              <a:ext cx="291078" cy="378662"/>
            </a:xfrm>
            <a:custGeom>
              <a:avLst/>
              <a:gdLst/>
              <a:ahLst/>
              <a:cxnLst/>
              <a:rect l="l" t="t" r="r" b="b"/>
              <a:pathLst>
                <a:path w="4111" h="5348" extrusionOk="0">
                  <a:moveTo>
                    <a:pt x="4093" y="1"/>
                  </a:moveTo>
                  <a:cubicBezTo>
                    <a:pt x="4064" y="1"/>
                    <a:pt x="3150" y="1181"/>
                    <a:pt x="2022" y="2657"/>
                  </a:cubicBezTo>
                  <a:cubicBezTo>
                    <a:pt x="903" y="4128"/>
                    <a:pt x="0" y="5331"/>
                    <a:pt x="17" y="5347"/>
                  </a:cubicBezTo>
                  <a:cubicBezTo>
                    <a:pt x="34" y="5347"/>
                    <a:pt x="953" y="4161"/>
                    <a:pt x="2089" y="2691"/>
                  </a:cubicBezTo>
                  <a:cubicBezTo>
                    <a:pt x="3208" y="1220"/>
                    <a:pt x="4111" y="1"/>
                    <a:pt x="4094" y="1"/>
                  </a:cubicBezTo>
                  <a:cubicBezTo>
                    <a:pt x="4094" y="1"/>
                    <a:pt x="4094" y="1"/>
                    <a:pt x="409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9" name="Google Shape;4093;p60"/>
            <p:cNvSpPr/>
            <p:nvPr/>
          </p:nvSpPr>
          <p:spPr>
            <a:xfrm>
              <a:off x="5525650" y="3245399"/>
              <a:ext cx="113641" cy="44464"/>
            </a:xfrm>
            <a:custGeom>
              <a:avLst/>
              <a:gdLst/>
              <a:ahLst/>
              <a:cxnLst/>
              <a:rect l="l" t="t" r="r" b="b"/>
              <a:pathLst>
                <a:path w="1605" h="628" extrusionOk="0">
                  <a:moveTo>
                    <a:pt x="0" y="0"/>
                  </a:moveTo>
                  <a:lnTo>
                    <a:pt x="0" y="0"/>
                  </a:lnTo>
                  <a:cubicBezTo>
                    <a:pt x="17" y="100"/>
                    <a:pt x="51" y="184"/>
                    <a:pt x="117" y="267"/>
                  </a:cubicBezTo>
                  <a:cubicBezTo>
                    <a:pt x="297" y="503"/>
                    <a:pt x="567" y="627"/>
                    <a:pt x="837" y="627"/>
                  </a:cubicBezTo>
                  <a:cubicBezTo>
                    <a:pt x="1045" y="627"/>
                    <a:pt x="1253" y="554"/>
                    <a:pt x="1421" y="401"/>
                  </a:cubicBezTo>
                  <a:cubicBezTo>
                    <a:pt x="1504" y="351"/>
                    <a:pt x="1571" y="267"/>
                    <a:pt x="1604" y="167"/>
                  </a:cubicBezTo>
                  <a:lnTo>
                    <a:pt x="1604" y="167"/>
                  </a:lnTo>
                  <a:cubicBezTo>
                    <a:pt x="1538" y="234"/>
                    <a:pt x="1471" y="301"/>
                    <a:pt x="1387" y="368"/>
                  </a:cubicBezTo>
                  <a:cubicBezTo>
                    <a:pt x="1231" y="496"/>
                    <a:pt x="1041" y="557"/>
                    <a:pt x="850" y="557"/>
                  </a:cubicBezTo>
                  <a:cubicBezTo>
                    <a:pt x="593" y="557"/>
                    <a:pt x="333" y="445"/>
                    <a:pt x="151" y="234"/>
                  </a:cubicBezTo>
                  <a:cubicBezTo>
                    <a:pt x="101" y="167"/>
                    <a:pt x="51" y="84"/>
                    <a:pt x="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0" name="Google Shape;4094;p60"/>
            <p:cNvSpPr/>
            <p:nvPr/>
          </p:nvSpPr>
          <p:spPr>
            <a:xfrm>
              <a:off x="5247599" y="2186517"/>
              <a:ext cx="82913" cy="275784"/>
            </a:xfrm>
            <a:custGeom>
              <a:avLst/>
              <a:gdLst/>
              <a:ahLst/>
              <a:cxnLst/>
              <a:rect l="l" t="t" r="r" b="b"/>
              <a:pathLst>
                <a:path w="1171" h="3895" extrusionOk="0">
                  <a:moveTo>
                    <a:pt x="1003" y="1"/>
                  </a:moveTo>
                  <a:lnTo>
                    <a:pt x="1003" y="1"/>
                  </a:lnTo>
                  <a:cubicBezTo>
                    <a:pt x="1" y="1137"/>
                    <a:pt x="68" y="2858"/>
                    <a:pt x="1171" y="3894"/>
                  </a:cubicBezTo>
                  <a:lnTo>
                    <a:pt x="1003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1" name="Google Shape;4095;p60"/>
            <p:cNvSpPr/>
            <p:nvPr/>
          </p:nvSpPr>
          <p:spPr>
            <a:xfrm>
              <a:off x="5143517" y="2606530"/>
              <a:ext cx="145575" cy="287961"/>
            </a:xfrm>
            <a:custGeom>
              <a:avLst/>
              <a:gdLst/>
              <a:ahLst/>
              <a:cxnLst/>
              <a:rect l="l" t="t" r="r" b="b"/>
              <a:pathLst>
                <a:path w="2056" h="4067" extrusionOk="0">
                  <a:moveTo>
                    <a:pt x="836" y="1"/>
                  </a:moveTo>
                  <a:cubicBezTo>
                    <a:pt x="836" y="1"/>
                    <a:pt x="134" y="786"/>
                    <a:pt x="1" y="3777"/>
                  </a:cubicBezTo>
                  <a:cubicBezTo>
                    <a:pt x="1" y="3777"/>
                    <a:pt x="1486" y="4066"/>
                    <a:pt x="1900" y="4066"/>
                  </a:cubicBezTo>
                  <a:cubicBezTo>
                    <a:pt x="1963" y="4066"/>
                    <a:pt x="2001" y="4059"/>
                    <a:pt x="2006" y="4044"/>
                  </a:cubicBezTo>
                  <a:cubicBezTo>
                    <a:pt x="2056" y="3944"/>
                    <a:pt x="836" y="1"/>
                    <a:pt x="83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2" name="Google Shape;4096;p60"/>
            <p:cNvSpPr/>
            <p:nvPr/>
          </p:nvSpPr>
          <p:spPr>
            <a:xfrm>
              <a:off x="5178990" y="2502449"/>
              <a:ext cx="641277" cy="722915"/>
            </a:xfrm>
            <a:custGeom>
              <a:avLst/>
              <a:gdLst/>
              <a:ahLst/>
              <a:cxnLst/>
              <a:rect l="l" t="t" r="r" b="b"/>
              <a:pathLst>
                <a:path w="9057" h="10210" extrusionOk="0">
                  <a:moveTo>
                    <a:pt x="8322" y="0"/>
                  </a:moveTo>
                  <a:cubicBezTo>
                    <a:pt x="6968" y="217"/>
                    <a:pt x="4930" y="485"/>
                    <a:pt x="4930" y="485"/>
                  </a:cubicBezTo>
                  <a:lnTo>
                    <a:pt x="4629" y="501"/>
                  </a:lnTo>
                  <a:cubicBezTo>
                    <a:pt x="4629" y="501"/>
                    <a:pt x="2524" y="618"/>
                    <a:pt x="2474" y="618"/>
                  </a:cubicBezTo>
                  <a:cubicBezTo>
                    <a:pt x="1605" y="719"/>
                    <a:pt x="569" y="785"/>
                    <a:pt x="201" y="1738"/>
                  </a:cubicBezTo>
                  <a:cubicBezTo>
                    <a:pt x="1" y="2239"/>
                    <a:pt x="185" y="2991"/>
                    <a:pt x="519" y="3776"/>
                  </a:cubicBezTo>
                  <a:lnTo>
                    <a:pt x="1304" y="6166"/>
                  </a:lnTo>
                  <a:cubicBezTo>
                    <a:pt x="1605" y="7486"/>
                    <a:pt x="1104" y="7419"/>
                    <a:pt x="836" y="8739"/>
                  </a:cubicBezTo>
                  <a:cubicBezTo>
                    <a:pt x="803" y="8939"/>
                    <a:pt x="652" y="10025"/>
                    <a:pt x="652" y="10209"/>
                  </a:cubicBezTo>
                  <a:lnTo>
                    <a:pt x="6734" y="10209"/>
                  </a:lnTo>
                  <a:lnTo>
                    <a:pt x="6634" y="9257"/>
                  </a:lnTo>
                  <a:cubicBezTo>
                    <a:pt x="6634" y="9257"/>
                    <a:pt x="5932" y="5648"/>
                    <a:pt x="5932" y="5598"/>
                  </a:cubicBezTo>
                  <a:lnTo>
                    <a:pt x="6049" y="5380"/>
                  </a:lnTo>
                  <a:cubicBezTo>
                    <a:pt x="6333" y="4779"/>
                    <a:pt x="6350" y="4077"/>
                    <a:pt x="6083" y="3459"/>
                  </a:cubicBezTo>
                  <a:lnTo>
                    <a:pt x="9057" y="2456"/>
                  </a:lnTo>
                  <a:lnTo>
                    <a:pt x="83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3" name="Google Shape;4097;p60"/>
            <p:cNvSpPr/>
            <p:nvPr/>
          </p:nvSpPr>
          <p:spPr>
            <a:xfrm>
              <a:off x="5574009" y="2678680"/>
              <a:ext cx="243921" cy="88292"/>
            </a:xfrm>
            <a:custGeom>
              <a:avLst/>
              <a:gdLst/>
              <a:ahLst/>
              <a:cxnLst/>
              <a:rect l="l" t="t" r="r" b="b"/>
              <a:pathLst>
                <a:path w="3445" h="1247" extrusionOk="0">
                  <a:moveTo>
                    <a:pt x="3444" y="1"/>
                  </a:moveTo>
                  <a:cubicBezTo>
                    <a:pt x="3394" y="1"/>
                    <a:pt x="3344" y="17"/>
                    <a:pt x="3294" y="34"/>
                  </a:cubicBezTo>
                  <a:cubicBezTo>
                    <a:pt x="3211" y="51"/>
                    <a:pt x="3094" y="84"/>
                    <a:pt x="2926" y="134"/>
                  </a:cubicBezTo>
                  <a:cubicBezTo>
                    <a:pt x="2609" y="235"/>
                    <a:pt x="2175" y="368"/>
                    <a:pt x="1707" y="519"/>
                  </a:cubicBezTo>
                  <a:cubicBezTo>
                    <a:pt x="1289" y="636"/>
                    <a:pt x="888" y="786"/>
                    <a:pt x="504" y="970"/>
                  </a:cubicBezTo>
                  <a:cubicBezTo>
                    <a:pt x="353" y="1037"/>
                    <a:pt x="236" y="1087"/>
                    <a:pt x="153" y="1137"/>
                  </a:cubicBezTo>
                  <a:cubicBezTo>
                    <a:pt x="138" y="1117"/>
                    <a:pt x="118" y="1109"/>
                    <a:pt x="97" y="1109"/>
                  </a:cubicBezTo>
                  <a:cubicBezTo>
                    <a:pt x="49" y="1109"/>
                    <a:pt x="0" y="1156"/>
                    <a:pt x="36" y="1204"/>
                  </a:cubicBezTo>
                  <a:cubicBezTo>
                    <a:pt x="48" y="1234"/>
                    <a:pt x="71" y="1247"/>
                    <a:pt x="95" y="1247"/>
                  </a:cubicBezTo>
                  <a:cubicBezTo>
                    <a:pt x="136" y="1247"/>
                    <a:pt x="180" y="1207"/>
                    <a:pt x="170" y="1154"/>
                  </a:cubicBezTo>
                  <a:cubicBezTo>
                    <a:pt x="253" y="1120"/>
                    <a:pt x="370" y="1070"/>
                    <a:pt x="520" y="1003"/>
                  </a:cubicBezTo>
                  <a:cubicBezTo>
                    <a:pt x="821" y="886"/>
                    <a:pt x="1256" y="736"/>
                    <a:pt x="1723" y="586"/>
                  </a:cubicBezTo>
                  <a:cubicBezTo>
                    <a:pt x="2208" y="418"/>
                    <a:pt x="2626" y="285"/>
                    <a:pt x="2943" y="185"/>
                  </a:cubicBezTo>
                  <a:cubicBezTo>
                    <a:pt x="3094" y="134"/>
                    <a:pt x="3227" y="84"/>
                    <a:pt x="3311" y="51"/>
                  </a:cubicBezTo>
                  <a:cubicBezTo>
                    <a:pt x="3361" y="34"/>
                    <a:pt x="3394" y="17"/>
                    <a:pt x="344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4" name="Google Shape;4098;p60"/>
            <p:cNvSpPr/>
            <p:nvPr/>
          </p:nvSpPr>
          <p:spPr>
            <a:xfrm>
              <a:off x="5225154" y="2584085"/>
              <a:ext cx="567923" cy="4743"/>
            </a:xfrm>
            <a:custGeom>
              <a:avLst/>
              <a:gdLst/>
              <a:ahLst/>
              <a:cxnLst/>
              <a:rect l="l" t="t" r="r" b="b"/>
              <a:pathLst>
                <a:path w="8021" h="67" extrusionOk="0">
                  <a:moveTo>
                    <a:pt x="4011" y="0"/>
                  </a:moveTo>
                  <a:cubicBezTo>
                    <a:pt x="1788" y="0"/>
                    <a:pt x="0" y="17"/>
                    <a:pt x="0" y="33"/>
                  </a:cubicBezTo>
                  <a:cubicBezTo>
                    <a:pt x="0" y="50"/>
                    <a:pt x="1788" y="67"/>
                    <a:pt x="4011" y="67"/>
                  </a:cubicBezTo>
                  <a:cubicBezTo>
                    <a:pt x="6216" y="67"/>
                    <a:pt x="8021" y="50"/>
                    <a:pt x="8021" y="33"/>
                  </a:cubicBezTo>
                  <a:cubicBezTo>
                    <a:pt x="8021" y="17"/>
                    <a:pt x="6216" y="0"/>
                    <a:pt x="40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5" name="Google Shape;4099;p60"/>
            <p:cNvSpPr/>
            <p:nvPr/>
          </p:nvSpPr>
          <p:spPr>
            <a:xfrm>
              <a:off x="5174247" y="2668058"/>
              <a:ext cx="631859" cy="4814"/>
            </a:xfrm>
            <a:custGeom>
              <a:avLst/>
              <a:gdLst/>
              <a:ahLst/>
              <a:cxnLst/>
              <a:rect l="l" t="t" r="r" b="b"/>
              <a:pathLst>
                <a:path w="8924" h="68" extrusionOk="0">
                  <a:moveTo>
                    <a:pt x="4462" y="0"/>
                  </a:moveTo>
                  <a:cubicBezTo>
                    <a:pt x="1989" y="0"/>
                    <a:pt x="1" y="17"/>
                    <a:pt x="1" y="34"/>
                  </a:cubicBezTo>
                  <a:cubicBezTo>
                    <a:pt x="1" y="50"/>
                    <a:pt x="1989" y="67"/>
                    <a:pt x="4462" y="67"/>
                  </a:cubicBezTo>
                  <a:cubicBezTo>
                    <a:pt x="6918" y="67"/>
                    <a:pt x="8923" y="50"/>
                    <a:pt x="8923" y="34"/>
                  </a:cubicBezTo>
                  <a:cubicBezTo>
                    <a:pt x="8923" y="17"/>
                    <a:pt x="6918" y="0"/>
                    <a:pt x="44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6" name="Google Shape;4100;p60"/>
            <p:cNvSpPr/>
            <p:nvPr/>
          </p:nvSpPr>
          <p:spPr>
            <a:xfrm>
              <a:off x="5156545" y="2764496"/>
              <a:ext cx="53317" cy="4460"/>
            </a:xfrm>
            <a:custGeom>
              <a:avLst/>
              <a:gdLst/>
              <a:ahLst/>
              <a:cxnLst/>
              <a:rect l="l" t="t" r="r" b="b"/>
              <a:pathLst>
                <a:path w="753" h="63" extrusionOk="0">
                  <a:moveTo>
                    <a:pt x="376" y="0"/>
                  </a:moveTo>
                  <a:cubicBezTo>
                    <a:pt x="251" y="0"/>
                    <a:pt x="126" y="8"/>
                    <a:pt x="0" y="25"/>
                  </a:cubicBezTo>
                  <a:cubicBezTo>
                    <a:pt x="126" y="50"/>
                    <a:pt x="251" y="63"/>
                    <a:pt x="376" y="63"/>
                  </a:cubicBezTo>
                  <a:cubicBezTo>
                    <a:pt x="502" y="63"/>
                    <a:pt x="627" y="50"/>
                    <a:pt x="752" y="25"/>
                  </a:cubicBezTo>
                  <a:cubicBezTo>
                    <a:pt x="627" y="8"/>
                    <a:pt x="502" y="0"/>
                    <a:pt x="3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7" name="Google Shape;4101;p60"/>
            <p:cNvSpPr/>
            <p:nvPr/>
          </p:nvSpPr>
          <p:spPr>
            <a:xfrm>
              <a:off x="5209791" y="2767399"/>
              <a:ext cx="412933" cy="4814"/>
            </a:xfrm>
            <a:custGeom>
              <a:avLst/>
              <a:gdLst/>
              <a:ahLst/>
              <a:cxnLst/>
              <a:rect l="l" t="t" r="r" b="b"/>
              <a:pathLst>
                <a:path w="5832" h="68" extrusionOk="0">
                  <a:moveTo>
                    <a:pt x="2908" y="1"/>
                  </a:moveTo>
                  <a:cubicBezTo>
                    <a:pt x="1304" y="1"/>
                    <a:pt x="0" y="18"/>
                    <a:pt x="0" y="34"/>
                  </a:cubicBezTo>
                  <a:cubicBezTo>
                    <a:pt x="0" y="51"/>
                    <a:pt x="1304" y="68"/>
                    <a:pt x="2908" y="68"/>
                  </a:cubicBezTo>
                  <a:cubicBezTo>
                    <a:pt x="4528" y="68"/>
                    <a:pt x="5832" y="51"/>
                    <a:pt x="5832" y="34"/>
                  </a:cubicBezTo>
                  <a:cubicBezTo>
                    <a:pt x="5832" y="18"/>
                    <a:pt x="4528" y="1"/>
                    <a:pt x="29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8" name="Google Shape;4102;p60"/>
            <p:cNvSpPr/>
            <p:nvPr/>
          </p:nvSpPr>
          <p:spPr>
            <a:xfrm>
              <a:off x="5242927" y="2865604"/>
              <a:ext cx="370307" cy="4814"/>
            </a:xfrm>
            <a:custGeom>
              <a:avLst/>
              <a:gdLst/>
              <a:ahLst/>
              <a:cxnLst/>
              <a:rect l="l" t="t" r="r" b="b"/>
              <a:pathLst>
                <a:path w="5230" h="68" extrusionOk="0">
                  <a:moveTo>
                    <a:pt x="2607" y="1"/>
                  </a:moveTo>
                  <a:cubicBezTo>
                    <a:pt x="1170" y="1"/>
                    <a:pt x="0" y="17"/>
                    <a:pt x="0" y="34"/>
                  </a:cubicBezTo>
                  <a:cubicBezTo>
                    <a:pt x="0" y="51"/>
                    <a:pt x="1170" y="68"/>
                    <a:pt x="2607" y="68"/>
                  </a:cubicBezTo>
                  <a:cubicBezTo>
                    <a:pt x="4060" y="68"/>
                    <a:pt x="5230" y="51"/>
                    <a:pt x="5230" y="34"/>
                  </a:cubicBezTo>
                  <a:cubicBezTo>
                    <a:pt x="5230" y="17"/>
                    <a:pt x="4060" y="1"/>
                    <a:pt x="26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9" name="Google Shape;4103;p60"/>
            <p:cNvSpPr/>
            <p:nvPr/>
          </p:nvSpPr>
          <p:spPr>
            <a:xfrm>
              <a:off x="5274860" y="2957862"/>
              <a:ext cx="336038" cy="4814"/>
            </a:xfrm>
            <a:custGeom>
              <a:avLst/>
              <a:gdLst/>
              <a:ahLst/>
              <a:cxnLst/>
              <a:rect l="l" t="t" r="r" b="b"/>
              <a:pathLst>
                <a:path w="4746" h="68" extrusionOk="0">
                  <a:moveTo>
                    <a:pt x="2373" y="1"/>
                  </a:moveTo>
                  <a:cubicBezTo>
                    <a:pt x="1053" y="1"/>
                    <a:pt x="0" y="18"/>
                    <a:pt x="0" y="34"/>
                  </a:cubicBezTo>
                  <a:cubicBezTo>
                    <a:pt x="0" y="51"/>
                    <a:pt x="1053" y="68"/>
                    <a:pt x="2373" y="68"/>
                  </a:cubicBezTo>
                  <a:cubicBezTo>
                    <a:pt x="3676" y="68"/>
                    <a:pt x="4745" y="51"/>
                    <a:pt x="4745" y="34"/>
                  </a:cubicBezTo>
                  <a:cubicBezTo>
                    <a:pt x="4745" y="18"/>
                    <a:pt x="3676" y="1"/>
                    <a:pt x="23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0" name="Google Shape;4104;p60"/>
            <p:cNvSpPr/>
            <p:nvPr/>
          </p:nvSpPr>
          <p:spPr>
            <a:xfrm>
              <a:off x="5265372" y="3032420"/>
              <a:ext cx="359687" cy="4814"/>
            </a:xfrm>
            <a:custGeom>
              <a:avLst/>
              <a:gdLst/>
              <a:ahLst/>
              <a:cxnLst/>
              <a:rect l="l" t="t" r="r" b="b"/>
              <a:pathLst>
                <a:path w="5080" h="68" extrusionOk="0">
                  <a:moveTo>
                    <a:pt x="2540" y="1"/>
                  </a:moveTo>
                  <a:cubicBezTo>
                    <a:pt x="1137" y="1"/>
                    <a:pt x="1" y="1"/>
                    <a:pt x="1" y="34"/>
                  </a:cubicBezTo>
                  <a:cubicBezTo>
                    <a:pt x="1" y="51"/>
                    <a:pt x="1137" y="67"/>
                    <a:pt x="2540" y="67"/>
                  </a:cubicBezTo>
                  <a:cubicBezTo>
                    <a:pt x="3944" y="67"/>
                    <a:pt x="5080" y="51"/>
                    <a:pt x="5080" y="34"/>
                  </a:cubicBezTo>
                  <a:cubicBezTo>
                    <a:pt x="5080" y="17"/>
                    <a:pt x="3944" y="1"/>
                    <a:pt x="25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1" name="Google Shape;4105;p60"/>
            <p:cNvSpPr/>
            <p:nvPr/>
          </p:nvSpPr>
          <p:spPr>
            <a:xfrm>
              <a:off x="5239315" y="3127086"/>
              <a:ext cx="409462" cy="4814"/>
            </a:xfrm>
            <a:custGeom>
              <a:avLst/>
              <a:gdLst/>
              <a:ahLst/>
              <a:cxnLst/>
              <a:rect l="l" t="t" r="r" b="b"/>
              <a:pathLst>
                <a:path w="5783" h="68" extrusionOk="0">
                  <a:moveTo>
                    <a:pt x="2892" y="0"/>
                  </a:moveTo>
                  <a:cubicBezTo>
                    <a:pt x="1304" y="0"/>
                    <a:pt x="1" y="0"/>
                    <a:pt x="1" y="34"/>
                  </a:cubicBezTo>
                  <a:cubicBezTo>
                    <a:pt x="1" y="50"/>
                    <a:pt x="1304" y="67"/>
                    <a:pt x="2892" y="67"/>
                  </a:cubicBezTo>
                  <a:cubicBezTo>
                    <a:pt x="4496" y="67"/>
                    <a:pt x="5782" y="50"/>
                    <a:pt x="5782" y="34"/>
                  </a:cubicBezTo>
                  <a:cubicBezTo>
                    <a:pt x="5782" y="0"/>
                    <a:pt x="4496" y="0"/>
                    <a:pt x="28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2" name="Google Shape;4106;p60"/>
            <p:cNvSpPr/>
            <p:nvPr/>
          </p:nvSpPr>
          <p:spPr>
            <a:xfrm>
              <a:off x="5192018" y="2709481"/>
              <a:ext cx="75760" cy="221264"/>
            </a:xfrm>
            <a:custGeom>
              <a:avLst/>
              <a:gdLst/>
              <a:ahLst/>
              <a:cxnLst/>
              <a:rect l="l" t="t" r="r" b="b"/>
              <a:pathLst>
                <a:path w="1070" h="3125" extrusionOk="0">
                  <a:moveTo>
                    <a:pt x="1" y="0"/>
                  </a:moveTo>
                  <a:cubicBezTo>
                    <a:pt x="1" y="34"/>
                    <a:pt x="17" y="84"/>
                    <a:pt x="17" y="134"/>
                  </a:cubicBezTo>
                  <a:cubicBezTo>
                    <a:pt x="34" y="201"/>
                    <a:pt x="67" y="318"/>
                    <a:pt x="118" y="468"/>
                  </a:cubicBezTo>
                  <a:cubicBezTo>
                    <a:pt x="201" y="752"/>
                    <a:pt x="318" y="1153"/>
                    <a:pt x="485" y="1587"/>
                  </a:cubicBezTo>
                  <a:cubicBezTo>
                    <a:pt x="636" y="2022"/>
                    <a:pt x="786" y="2406"/>
                    <a:pt x="886" y="2674"/>
                  </a:cubicBezTo>
                  <a:cubicBezTo>
                    <a:pt x="936" y="2807"/>
                    <a:pt x="986" y="2924"/>
                    <a:pt x="1020" y="3008"/>
                  </a:cubicBezTo>
                  <a:cubicBezTo>
                    <a:pt x="1037" y="3058"/>
                    <a:pt x="1053" y="3091"/>
                    <a:pt x="1070" y="3125"/>
                  </a:cubicBezTo>
                  <a:cubicBezTo>
                    <a:pt x="1070" y="3091"/>
                    <a:pt x="1053" y="3041"/>
                    <a:pt x="1053" y="3008"/>
                  </a:cubicBezTo>
                  <a:cubicBezTo>
                    <a:pt x="1020" y="2924"/>
                    <a:pt x="986" y="2807"/>
                    <a:pt x="936" y="2657"/>
                  </a:cubicBezTo>
                  <a:cubicBezTo>
                    <a:pt x="836" y="2373"/>
                    <a:pt x="702" y="1988"/>
                    <a:pt x="552" y="1554"/>
                  </a:cubicBezTo>
                  <a:cubicBezTo>
                    <a:pt x="385" y="1136"/>
                    <a:pt x="251" y="735"/>
                    <a:pt x="151" y="451"/>
                  </a:cubicBezTo>
                  <a:cubicBezTo>
                    <a:pt x="118" y="301"/>
                    <a:pt x="67" y="151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grpSp>
          <p:nvGrpSpPr>
            <p:cNvPr id="293" name="Gruppieren 292"/>
            <p:cNvGrpSpPr/>
            <p:nvPr/>
          </p:nvGrpSpPr>
          <p:grpSpPr>
            <a:xfrm>
              <a:off x="5735882" y="2778194"/>
              <a:ext cx="694000" cy="209438"/>
              <a:chOff x="6262653" y="1925108"/>
              <a:chExt cx="1021072" cy="209438"/>
            </a:xfrm>
          </p:grpSpPr>
          <p:sp>
            <p:nvSpPr>
              <p:cNvPr id="330" name="Google Shape;4016;p60"/>
              <p:cNvSpPr/>
              <p:nvPr/>
            </p:nvSpPr>
            <p:spPr>
              <a:xfrm>
                <a:off x="6262653" y="1925108"/>
                <a:ext cx="1021072" cy="4814"/>
              </a:xfrm>
              <a:custGeom>
                <a:avLst/>
                <a:gdLst/>
                <a:ahLst/>
                <a:cxnLst/>
                <a:rect l="l" t="t" r="r" b="b"/>
                <a:pathLst>
                  <a:path w="14421" h="68" extrusionOk="0">
                    <a:moveTo>
                      <a:pt x="7219" y="0"/>
                    </a:moveTo>
                    <a:cubicBezTo>
                      <a:pt x="3226" y="0"/>
                      <a:pt x="1" y="17"/>
                      <a:pt x="1" y="34"/>
                    </a:cubicBezTo>
                    <a:cubicBezTo>
                      <a:pt x="1" y="51"/>
                      <a:pt x="3226" y="67"/>
                      <a:pt x="7219" y="67"/>
                    </a:cubicBezTo>
                    <a:cubicBezTo>
                      <a:pt x="11196" y="67"/>
                      <a:pt x="14420" y="51"/>
                      <a:pt x="14420" y="34"/>
                    </a:cubicBezTo>
                    <a:cubicBezTo>
                      <a:pt x="14420" y="17"/>
                      <a:pt x="11196" y="0"/>
                      <a:pt x="721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31" name="Google Shape;4017;p60"/>
              <p:cNvSpPr/>
              <p:nvPr/>
            </p:nvSpPr>
            <p:spPr>
              <a:xfrm>
                <a:off x="6262653" y="1993717"/>
                <a:ext cx="1021072" cy="4814"/>
              </a:xfrm>
              <a:custGeom>
                <a:avLst/>
                <a:gdLst/>
                <a:ahLst/>
                <a:cxnLst/>
                <a:rect l="l" t="t" r="r" b="b"/>
                <a:pathLst>
                  <a:path w="14421" h="68" extrusionOk="0">
                    <a:moveTo>
                      <a:pt x="7219" y="0"/>
                    </a:moveTo>
                    <a:cubicBezTo>
                      <a:pt x="3226" y="0"/>
                      <a:pt x="1" y="17"/>
                      <a:pt x="1" y="34"/>
                    </a:cubicBezTo>
                    <a:cubicBezTo>
                      <a:pt x="1" y="51"/>
                      <a:pt x="3226" y="67"/>
                      <a:pt x="7219" y="67"/>
                    </a:cubicBezTo>
                    <a:cubicBezTo>
                      <a:pt x="11196" y="67"/>
                      <a:pt x="14420" y="51"/>
                      <a:pt x="14420" y="34"/>
                    </a:cubicBezTo>
                    <a:cubicBezTo>
                      <a:pt x="14420" y="17"/>
                      <a:pt x="11196" y="0"/>
                      <a:pt x="721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32" name="Google Shape;4018;p60"/>
              <p:cNvSpPr/>
              <p:nvPr/>
            </p:nvSpPr>
            <p:spPr>
              <a:xfrm>
                <a:off x="6262653" y="2062328"/>
                <a:ext cx="1021072" cy="4814"/>
              </a:xfrm>
              <a:custGeom>
                <a:avLst/>
                <a:gdLst/>
                <a:ahLst/>
                <a:cxnLst/>
                <a:rect l="l" t="t" r="r" b="b"/>
                <a:pathLst>
                  <a:path w="14421" h="68" extrusionOk="0">
                    <a:moveTo>
                      <a:pt x="7219" y="1"/>
                    </a:moveTo>
                    <a:cubicBezTo>
                      <a:pt x="3226" y="1"/>
                      <a:pt x="1" y="1"/>
                      <a:pt x="1" y="34"/>
                    </a:cubicBezTo>
                    <a:cubicBezTo>
                      <a:pt x="1" y="51"/>
                      <a:pt x="3226" y="67"/>
                      <a:pt x="7219" y="67"/>
                    </a:cubicBezTo>
                    <a:cubicBezTo>
                      <a:pt x="11196" y="67"/>
                      <a:pt x="14420" y="51"/>
                      <a:pt x="14420" y="34"/>
                    </a:cubicBezTo>
                    <a:cubicBezTo>
                      <a:pt x="14420" y="1"/>
                      <a:pt x="11196" y="1"/>
                      <a:pt x="721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33" name="Google Shape;4019;p60"/>
              <p:cNvSpPr/>
              <p:nvPr/>
            </p:nvSpPr>
            <p:spPr>
              <a:xfrm>
                <a:off x="6262653" y="2129732"/>
                <a:ext cx="1021072" cy="4814"/>
              </a:xfrm>
              <a:custGeom>
                <a:avLst/>
                <a:gdLst/>
                <a:ahLst/>
                <a:cxnLst/>
                <a:rect l="l" t="t" r="r" b="b"/>
                <a:pathLst>
                  <a:path w="14421" h="68" extrusionOk="0">
                    <a:moveTo>
                      <a:pt x="7219" y="1"/>
                    </a:moveTo>
                    <a:cubicBezTo>
                      <a:pt x="3226" y="1"/>
                      <a:pt x="1" y="18"/>
                      <a:pt x="1" y="34"/>
                    </a:cubicBezTo>
                    <a:cubicBezTo>
                      <a:pt x="1" y="51"/>
                      <a:pt x="3226" y="68"/>
                      <a:pt x="7219" y="68"/>
                    </a:cubicBezTo>
                    <a:cubicBezTo>
                      <a:pt x="11196" y="68"/>
                      <a:pt x="14420" y="51"/>
                      <a:pt x="14420" y="34"/>
                    </a:cubicBezTo>
                    <a:cubicBezTo>
                      <a:pt x="14420" y="18"/>
                      <a:pt x="11196" y="1"/>
                      <a:pt x="721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294" name="Gruppieren 293"/>
            <p:cNvGrpSpPr/>
            <p:nvPr/>
          </p:nvGrpSpPr>
          <p:grpSpPr>
            <a:xfrm>
              <a:off x="5740964" y="3279011"/>
              <a:ext cx="694000" cy="209438"/>
              <a:chOff x="6262653" y="1925108"/>
              <a:chExt cx="1021072" cy="209438"/>
            </a:xfrm>
          </p:grpSpPr>
          <p:sp>
            <p:nvSpPr>
              <p:cNvPr id="326" name="Google Shape;4016;p60"/>
              <p:cNvSpPr/>
              <p:nvPr/>
            </p:nvSpPr>
            <p:spPr>
              <a:xfrm>
                <a:off x="6262653" y="1925108"/>
                <a:ext cx="1021072" cy="4814"/>
              </a:xfrm>
              <a:custGeom>
                <a:avLst/>
                <a:gdLst/>
                <a:ahLst/>
                <a:cxnLst/>
                <a:rect l="l" t="t" r="r" b="b"/>
                <a:pathLst>
                  <a:path w="14421" h="68" extrusionOk="0">
                    <a:moveTo>
                      <a:pt x="7219" y="0"/>
                    </a:moveTo>
                    <a:cubicBezTo>
                      <a:pt x="3226" y="0"/>
                      <a:pt x="1" y="17"/>
                      <a:pt x="1" y="34"/>
                    </a:cubicBezTo>
                    <a:cubicBezTo>
                      <a:pt x="1" y="51"/>
                      <a:pt x="3226" y="67"/>
                      <a:pt x="7219" y="67"/>
                    </a:cubicBezTo>
                    <a:cubicBezTo>
                      <a:pt x="11196" y="67"/>
                      <a:pt x="14420" y="51"/>
                      <a:pt x="14420" y="34"/>
                    </a:cubicBezTo>
                    <a:cubicBezTo>
                      <a:pt x="14420" y="17"/>
                      <a:pt x="11196" y="0"/>
                      <a:pt x="721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27" name="Google Shape;4017;p60"/>
              <p:cNvSpPr/>
              <p:nvPr/>
            </p:nvSpPr>
            <p:spPr>
              <a:xfrm>
                <a:off x="6262653" y="1993717"/>
                <a:ext cx="1021072" cy="4814"/>
              </a:xfrm>
              <a:custGeom>
                <a:avLst/>
                <a:gdLst/>
                <a:ahLst/>
                <a:cxnLst/>
                <a:rect l="l" t="t" r="r" b="b"/>
                <a:pathLst>
                  <a:path w="14421" h="68" extrusionOk="0">
                    <a:moveTo>
                      <a:pt x="7219" y="0"/>
                    </a:moveTo>
                    <a:cubicBezTo>
                      <a:pt x="3226" y="0"/>
                      <a:pt x="1" y="17"/>
                      <a:pt x="1" y="34"/>
                    </a:cubicBezTo>
                    <a:cubicBezTo>
                      <a:pt x="1" y="51"/>
                      <a:pt x="3226" y="67"/>
                      <a:pt x="7219" y="67"/>
                    </a:cubicBezTo>
                    <a:cubicBezTo>
                      <a:pt x="11196" y="67"/>
                      <a:pt x="14420" y="51"/>
                      <a:pt x="14420" y="34"/>
                    </a:cubicBezTo>
                    <a:cubicBezTo>
                      <a:pt x="14420" y="17"/>
                      <a:pt x="11196" y="0"/>
                      <a:pt x="721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28" name="Google Shape;4018;p60"/>
              <p:cNvSpPr/>
              <p:nvPr/>
            </p:nvSpPr>
            <p:spPr>
              <a:xfrm>
                <a:off x="6262653" y="2062328"/>
                <a:ext cx="1021072" cy="4814"/>
              </a:xfrm>
              <a:custGeom>
                <a:avLst/>
                <a:gdLst/>
                <a:ahLst/>
                <a:cxnLst/>
                <a:rect l="l" t="t" r="r" b="b"/>
                <a:pathLst>
                  <a:path w="14421" h="68" extrusionOk="0">
                    <a:moveTo>
                      <a:pt x="7219" y="1"/>
                    </a:moveTo>
                    <a:cubicBezTo>
                      <a:pt x="3226" y="1"/>
                      <a:pt x="1" y="1"/>
                      <a:pt x="1" y="34"/>
                    </a:cubicBezTo>
                    <a:cubicBezTo>
                      <a:pt x="1" y="51"/>
                      <a:pt x="3226" y="67"/>
                      <a:pt x="7219" y="67"/>
                    </a:cubicBezTo>
                    <a:cubicBezTo>
                      <a:pt x="11196" y="67"/>
                      <a:pt x="14420" y="51"/>
                      <a:pt x="14420" y="34"/>
                    </a:cubicBezTo>
                    <a:cubicBezTo>
                      <a:pt x="14420" y="1"/>
                      <a:pt x="11196" y="1"/>
                      <a:pt x="721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29" name="Google Shape;4019;p60"/>
              <p:cNvSpPr/>
              <p:nvPr/>
            </p:nvSpPr>
            <p:spPr>
              <a:xfrm>
                <a:off x="6262653" y="2129732"/>
                <a:ext cx="1021072" cy="4814"/>
              </a:xfrm>
              <a:custGeom>
                <a:avLst/>
                <a:gdLst/>
                <a:ahLst/>
                <a:cxnLst/>
                <a:rect l="l" t="t" r="r" b="b"/>
                <a:pathLst>
                  <a:path w="14421" h="68" extrusionOk="0">
                    <a:moveTo>
                      <a:pt x="7219" y="1"/>
                    </a:moveTo>
                    <a:cubicBezTo>
                      <a:pt x="3226" y="1"/>
                      <a:pt x="1" y="18"/>
                      <a:pt x="1" y="34"/>
                    </a:cubicBezTo>
                    <a:cubicBezTo>
                      <a:pt x="1" y="51"/>
                      <a:pt x="3226" y="68"/>
                      <a:pt x="7219" y="68"/>
                    </a:cubicBezTo>
                    <a:cubicBezTo>
                      <a:pt x="11196" y="68"/>
                      <a:pt x="14420" y="51"/>
                      <a:pt x="14420" y="34"/>
                    </a:cubicBezTo>
                    <a:cubicBezTo>
                      <a:pt x="14420" y="18"/>
                      <a:pt x="11196" y="1"/>
                      <a:pt x="721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295" name="Gruppieren 294"/>
            <p:cNvGrpSpPr/>
            <p:nvPr/>
          </p:nvGrpSpPr>
          <p:grpSpPr>
            <a:xfrm>
              <a:off x="5727282" y="3744414"/>
              <a:ext cx="694000" cy="209438"/>
              <a:chOff x="6262653" y="1925108"/>
              <a:chExt cx="1021072" cy="209438"/>
            </a:xfrm>
          </p:grpSpPr>
          <p:sp>
            <p:nvSpPr>
              <p:cNvPr id="322" name="Google Shape;4016;p60"/>
              <p:cNvSpPr/>
              <p:nvPr/>
            </p:nvSpPr>
            <p:spPr>
              <a:xfrm>
                <a:off x="6262653" y="1925108"/>
                <a:ext cx="1021072" cy="4814"/>
              </a:xfrm>
              <a:custGeom>
                <a:avLst/>
                <a:gdLst/>
                <a:ahLst/>
                <a:cxnLst/>
                <a:rect l="l" t="t" r="r" b="b"/>
                <a:pathLst>
                  <a:path w="14421" h="68" extrusionOk="0">
                    <a:moveTo>
                      <a:pt x="7219" y="0"/>
                    </a:moveTo>
                    <a:cubicBezTo>
                      <a:pt x="3226" y="0"/>
                      <a:pt x="1" y="17"/>
                      <a:pt x="1" y="34"/>
                    </a:cubicBezTo>
                    <a:cubicBezTo>
                      <a:pt x="1" y="51"/>
                      <a:pt x="3226" y="67"/>
                      <a:pt x="7219" y="67"/>
                    </a:cubicBezTo>
                    <a:cubicBezTo>
                      <a:pt x="11196" y="67"/>
                      <a:pt x="14420" y="51"/>
                      <a:pt x="14420" y="34"/>
                    </a:cubicBezTo>
                    <a:cubicBezTo>
                      <a:pt x="14420" y="17"/>
                      <a:pt x="11196" y="0"/>
                      <a:pt x="721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23" name="Google Shape;4017;p60"/>
              <p:cNvSpPr/>
              <p:nvPr/>
            </p:nvSpPr>
            <p:spPr>
              <a:xfrm>
                <a:off x="6262653" y="1993717"/>
                <a:ext cx="1021072" cy="4814"/>
              </a:xfrm>
              <a:custGeom>
                <a:avLst/>
                <a:gdLst/>
                <a:ahLst/>
                <a:cxnLst/>
                <a:rect l="l" t="t" r="r" b="b"/>
                <a:pathLst>
                  <a:path w="14421" h="68" extrusionOk="0">
                    <a:moveTo>
                      <a:pt x="7219" y="0"/>
                    </a:moveTo>
                    <a:cubicBezTo>
                      <a:pt x="3226" y="0"/>
                      <a:pt x="1" y="17"/>
                      <a:pt x="1" y="34"/>
                    </a:cubicBezTo>
                    <a:cubicBezTo>
                      <a:pt x="1" y="51"/>
                      <a:pt x="3226" y="67"/>
                      <a:pt x="7219" y="67"/>
                    </a:cubicBezTo>
                    <a:cubicBezTo>
                      <a:pt x="11196" y="67"/>
                      <a:pt x="14420" y="51"/>
                      <a:pt x="14420" y="34"/>
                    </a:cubicBezTo>
                    <a:cubicBezTo>
                      <a:pt x="14420" y="17"/>
                      <a:pt x="11196" y="0"/>
                      <a:pt x="721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24" name="Google Shape;4018;p60"/>
              <p:cNvSpPr/>
              <p:nvPr/>
            </p:nvSpPr>
            <p:spPr>
              <a:xfrm>
                <a:off x="6262653" y="2062328"/>
                <a:ext cx="1021072" cy="4814"/>
              </a:xfrm>
              <a:custGeom>
                <a:avLst/>
                <a:gdLst/>
                <a:ahLst/>
                <a:cxnLst/>
                <a:rect l="l" t="t" r="r" b="b"/>
                <a:pathLst>
                  <a:path w="14421" h="68" extrusionOk="0">
                    <a:moveTo>
                      <a:pt x="7219" y="1"/>
                    </a:moveTo>
                    <a:cubicBezTo>
                      <a:pt x="3226" y="1"/>
                      <a:pt x="1" y="1"/>
                      <a:pt x="1" y="34"/>
                    </a:cubicBezTo>
                    <a:cubicBezTo>
                      <a:pt x="1" y="51"/>
                      <a:pt x="3226" y="67"/>
                      <a:pt x="7219" y="67"/>
                    </a:cubicBezTo>
                    <a:cubicBezTo>
                      <a:pt x="11196" y="67"/>
                      <a:pt x="14420" y="51"/>
                      <a:pt x="14420" y="34"/>
                    </a:cubicBezTo>
                    <a:cubicBezTo>
                      <a:pt x="14420" y="1"/>
                      <a:pt x="11196" y="1"/>
                      <a:pt x="721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25" name="Google Shape;4019;p60"/>
              <p:cNvSpPr/>
              <p:nvPr/>
            </p:nvSpPr>
            <p:spPr>
              <a:xfrm>
                <a:off x="6262653" y="2129732"/>
                <a:ext cx="1021072" cy="4814"/>
              </a:xfrm>
              <a:custGeom>
                <a:avLst/>
                <a:gdLst/>
                <a:ahLst/>
                <a:cxnLst/>
                <a:rect l="l" t="t" r="r" b="b"/>
                <a:pathLst>
                  <a:path w="14421" h="68" extrusionOk="0">
                    <a:moveTo>
                      <a:pt x="7219" y="1"/>
                    </a:moveTo>
                    <a:cubicBezTo>
                      <a:pt x="3226" y="1"/>
                      <a:pt x="1" y="18"/>
                      <a:pt x="1" y="34"/>
                    </a:cubicBezTo>
                    <a:cubicBezTo>
                      <a:pt x="1" y="51"/>
                      <a:pt x="3226" y="68"/>
                      <a:pt x="7219" y="68"/>
                    </a:cubicBezTo>
                    <a:cubicBezTo>
                      <a:pt x="11196" y="68"/>
                      <a:pt x="14420" y="51"/>
                      <a:pt x="14420" y="34"/>
                    </a:cubicBezTo>
                    <a:cubicBezTo>
                      <a:pt x="14420" y="18"/>
                      <a:pt x="11196" y="1"/>
                      <a:pt x="721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296" name="Gruppieren 295"/>
            <p:cNvGrpSpPr/>
            <p:nvPr/>
          </p:nvGrpSpPr>
          <p:grpSpPr>
            <a:xfrm>
              <a:off x="6500110" y="1780140"/>
              <a:ext cx="853377" cy="108000"/>
              <a:chOff x="6500110" y="1780140"/>
              <a:chExt cx="853377" cy="108000"/>
            </a:xfrm>
          </p:grpSpPr>
          <p:sp>
            <p:nvSpPr>
              <p:cNvPr id="317" name="Google Shape;4026;p60"/>
              <p:cNvSpPr/>
              <p:nvPr/>
            </p:nvSpPr>
            <p:spPr>
              <a:xfrm>
                <a:off x="6500110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18" name="Google Shape;4026;p60"/>
              <p:cNvSpPr/>
              <p:nvPr/>
            </p:nvSpPr>
            <p:spPr>
              <a:xfrm>
                <a:off x="6686432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19" name="Google Shape;4026;p60"/>
              <p:cNvSpPr/>
              <p:nvPr/>
            </p:nvSpPr>
            <p:spPr>
              <a:xfrm>
                <a:off x="6868080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20" name="Google Shape;4026;p60"/>
              <p:cNvSpPr/>
              <p:nvPr/>
            </p:nvSpPr>
            <p:spPr>
              <a:xfrm>
                <a:off x="7054402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21" name="Google Shape;4026;p60"/>
              <p:cNvSpPr/>
              <p:nvPr/>
            </p:nvSpPr>
            <p:spPr>
              <a:xfrm>
                <a:off x="7245487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297" name="Gruppieren 296"/>
            <p:cNvGrpSpPr/>
            <p:nvPr/>
          </p:nvGrpSpPr>
          <p:grpSpPr>
            <a:xfrm>
              <a:off x="6500110" y="2288400"/>
              <a:ext cx="853377" cy="108000"/>
              <a:chOff x="6500110" y="1780140"/>
              <a:chExt cx="853377" cy="108000"/>
            </a:xfrm>
          </p:grpSpPr>
          <p:sp>
            <p:nvSpPr>
              <p:cNvPr id="312" name="Google Shape;4026;p60"/>
              <p:cNvSpPr/>
              <p:nvPr/>
            </p:nvSpPr>
            <p:spPr>
              <a:xfrm>
                <a:off x="6500110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13" name="Google Shape;4026;p60"/>
              <p:cNvSpPr/>
              <p:nvPr/>
            </p:nvSpPr>
            <p:spPr>
              <a:xfrm>
                <a:off x="6686432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14" name="Google Shape;4026;p60"/>
              <p:cNvSpPr/>
              <p:nvPr/>
            </p:nvSpPr>
            <p:spPr>
              <a:xfrm>
                <a:off x="6868080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15" name="Google Shape;4026;p60"/>
              <p:cNvSpPr/>
              <p:nvPr/>
            </p:nvSpPr>
            <p:spPr>
              <a:xfrm>
                <a:off x="7054402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16" name="Google Shape;4026;p60"/>
              <p:cNvSpPr/>
              <p:nvPr/>
            </p:nvSpPr>
            <p:spPr>
              <a:xfrm>
                <a:off x="7245487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298" name="Gruppieren 297"/>
            <p:cNvGrpSpPr/>
            <p:nvPr/>
          </p:nvGrpSpPr>
          <p:grpSpPr>
            <a:xfrm>
              <a:off x="6495391" y="2822745"/>
              <a:ext cx="853377" cy="108000"/>
              <a:chOff x="6500110" y="1780140"/>
              <a:chExt cx="853377" cy="108000"/>
            </a:xfrm>
          </p:grpSpPr>
          <p:sp>
            <p:nvSpPr>
              <p:cNvPr id="307" name="Google Shape;4026;p60"/>
              <p:cNvSpPr/>
              <p:nvPr/>
            </p:nvSpPr>
            <p:spPr>
              <a:xfrm>
                <a:off x="6500110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08" name="Google Shape;4026;p60"/>
              <p:cNvSpPr/>
              <p:nvPr/>
            </p:nvSpPr>
            <p:spPr>
              <a:xfrm>
                <a:off x="6686432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09" name="Google Shape;4026;p60"/>
              <p:cNvSpPr/>
              <p:nvPr/>
            </p:nvSpPr>
            <p:spPr>
              <a:xfrm>
                <a:off x="6868080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10" name="Google Shape;4026;p60"/>
              <p:cNvSpPr/>
              <p:nvPr/>
            </p:nvSpPr>
            <p:spPr>
              <a:xfrm>
                <a:off x="7054402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11" name="Google Shape;4026;p60"/>
              <p:cNvSpPr/>
              <p:nvPr/>
            </p:nvSpPr>
            <p:spPr>
              <a:xfrm>
                <a:off x="7245487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299" name="Gruppieren 298"/>
            <p:cNvGrpSpPr/>
            <p:nvPr/>
          </p:nvGrpSpPr>
          <p:grpSpPr>
            <a:xfrm>
              <a:off x="6495391" y="3327595"/>
              <a:ext cx="853377" cy="108000"/>
              <a:chOff x="6500110" y="1780140"/>
              <a:chExt cx="853377" cy="108000"/>
            </a:xfrm>
          </p:grpSpPr>
          <p:sp>
            <p:nvSpPr>
              <p:cNvPr id="302" name="Google Shape;4026;p60"/>
              <p:cNvSpPr/>
              <p:nvPr/>
            </p:nvSpPr>
            <p:spPr>
              <a:xfrm>
                <a:off x="6500110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03" name="Google Shape;4026;p60"/>
              <p:cNvSpPr/>
              <p:nvPr/>
            </p:nvSpPr>
            <p:spPr>
              <a:xfrm>
                <a:off x="6686432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04" name="Google Shape;4026;p60"/>
              <p:cNvSpPr/>
              <p:nvPr/>
            </p:nvSpPr>
            <p:spPr>
              <a:xfrm>
                <a:off x="6868080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05" name="Google Shape;4026;p60"/>
              <p:cNvSpPr/>
              <p:nvPr/>
            </p:nvSpPr>
            <p:spPr>
              <a:xfrm>
                <a:off x="7054402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06" name="Google Shape;4026;p60"/>
              <p:cNvSpPr/>
              <p:nvPr/>
            </p:nvSpPr>
            <p:spPr>
              <a:xfrm>
                <a:off x="7245487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300" name="Google Shape;9650;p71"/>
            <p:cNvSpPr>
              <a:spLocks noChangeAspect="1"/>
            </p:cNvSpPr>
            <p:nvPr/>
          </p:nvSpPr>
          <p:spPr>
            <a:xfrm>
              <a:off x="6655337" y="2829961"/>
              <a:ext cx="138848" cy="137461"/>
            </a:xfrm>
            <a:custGeom>
              <a:avLst/>
              <a:gdLst/>
              <a:ahLst/>
              <a:cxnLst/>
              <a:rect l="l" t="t" r="r" b="b"/>
              <a:pathLst>
                <a:path w="11113" h="11002" extrusionOk="0">
                  <a:moveTo>
                    <a:pt x="2619" y="0"/>
                  </a:moveTo>
                  <a:cubicBezTo>
                    <a:pt x="2492" y="0"/>
                    <a:pt x="2366" y="49"/>
                    <a:pt x="2268" y="146"/>
                  </a:cubicBezTo>
                  <a:lnTo>
                    <a:pt x="201" y="2213"/>
                  </a:lnTo>
                  <a:cubicBezTo>
                    <a:pt x="7" y="2407"/>
                    <a:pt x="7" y="2719"/>
                    <a:pt x="201" y="2914"/>
                  </a:cubicBezTo>
                  <a:lnTo>
                    <a:pt x="2782" y="5501"/>
                  </a:lnTo>
                  <a:lnTo>
                    <a:pt x="195" y="8081"/>
                  </a:lnTo>
                  <a:cubicBezTo>
                    <a:pt x="0" y="8275"/>
                    <a:pt x="0" y="8587"/>
                    <a:pt x="195" y="8782"/>
                  </a:cubicBezTo>
                  <a:lnTo>
                    <a:pt x="2268" y="10856"/>
                  </a:lnTo>
                  <a:cubicBezTo>
                    <a:pt x="2366" y="10953"/>
                    <a:pt x="2492" y="11001"/>
                    <a:pt x="2619" y="11001"/>
                  </a:cubicBezTo>
                  <a:cubicBezTo>
                    <a:pt x="2745" y="11001"/>
                    <a:pt x="2872" y="10953"/>
                    <a:pt x="2969" y="10856"/>
                  </a:cubicBezTo>
                  <a:lnTo>
                    <a:pt x="5556" y="8268"/>
                  </a:lnTo>
                  <a:lnTo>
                    <a:pt x="8143" y="10856"/>
                  </a:lnTo>
                  <a:cubicBezTo>
                    <a:pt x="8241" y="10953"/>
                    <a:pt x="8367" y="11001"/>
                    <a:pt x="8494" y="11001"/>
                  </a:cubicBezTo>
                  <a:cubicBezTo>
                    <a:pt x="8620" y="11001"/>
                    <a:pt x="8747" y="10953"/>
                    <a:pt x="8844" y="10856"/>
                  </a:cubicBezTo>
                  <a:lnTo>
                    <a:pt x="10911" y="8789"/>
                  </a:lnTo>
                  <a:cubicBezTo>
                    <a:pt x="11105" y="8594"/>
                    <a:pt x="11105" y="8275"/>
                    <a:pt x="10911" y="8081"/>
                  </a:cubicBezTo>
                  <a:lnTo>
                    <a:pt x="8331" y="5501"/>
                  </a:lnTo>
                  <a:lnTo>
                    <a:pt x="10918" y="2914"/>
                  </a:lnTo>
                  <a:cubicBezTo>
                    <a:pt x="11112" y="2719"/>
                    <a:pt x="11112" y="2407"/>
                    <a:pt x="10918" y="2213"/>
                  </a:cubicBezTo>
                  <a:lnTo>
                    <a:pt x="8844" y="146"/>
                  </a:lnTo>
                  <a:cubicBezTo>
                    <a:pt x="8747" y="49"/>
                    <a:pt x="8620" y="0"/>
                    <a:pt x="8494" y="0"/>
                  </a:cubicBezTo>
                  <a:cubicBezTo>
                    <a:pt x="8367" y="0"/>
                    <a:pt x="8241" y="49"/>
                    <a:pt x="8143" y="146"/>
                  </a:cubicBezTo>
                  <a:lnTo>
                    <a:pt x="5556" y="2726"/>
                  </a:lnTo>
                  <a:lnTo>
                    <a:pt x="2969" y="146"/>
                  </a:lnTo>
                  <a:cubicBezTo>
                    <a:pt x="2872" y="49"/>
                    <a:pt x="2745" y="0"/>
                    <a:pt x="2619" y="0"/>
                  </a:cubicBezTo>
                  <a:close/>
                </a:path>
              </a:pathLst>
            </a:cu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01" name="Google Shape;9650;p71"/>
            <p:cNvSpPr>
              <a:spLocks noChangeAspect="1"/>
            </p:cNvSpPr>
            <p:nvPr/>
          </p:nvSpPr>
          <p:spPr>
            <a:xfrm>
              <a:off x="7068515" y="2302135"/>
              <a:ext cx="138848" cy="137461"/>
            </a:xfrm>
            <a:custGeom>
              <a:avLst/>
              <a:gdLst/>
              <a:ahLst/>
              <a:cxnLst/>
              <a:rect l="l" t="t" r="r" b="b"/>
              <a:pathLst>
                <a:path w="11113" h="11002" extrusionOk="0">
                  <a:moveTo>
                    <a:pt x="2619" y="0"/>
                  </a:moveTo>
                  <a:cubicBezTo>
                    <a:pt x="2492" y="0"/>
                    <a:pt x="2366" y="49"/>
                    <a:pt x="2268" y="146"/>
                  </a:cubicBezTo>
                  <a:lnTo>
                    <a:pt x="201" y="2213"/>
                  </a:lnTo>
                  <a:cubicBezTo>
                    <a:pt x="7" y="2407"/>
                    <a:pt x="7" y="2719"/>
                    <a:pt x="201" y="2914"/>
                  </a:cubicBezTo>
                  <a:lnTo>
                    <a:pt x="2782" y="5501"/>
                  </a:lnTo>
                  <a:lnTo>
                    <a:pt x="195" y="8081"/>
                  </a:lnTo>
                  <a:cubicBezTo>
                    <a:pt x="0" y="8275"/>
                    <a:pt x="0" y="8587"/>
                    <a:pt x="195" y="8782"/>
                  </a:cubicBezTo>
                  <a:lnTo>
                    <a:pt x="2268" y="10856"/>
                  </a:lnTo>
                  <a:cubicBezTo>
                    <a:pt x="2366" y="10953"/>
                    <a:pt x="2492" y="11001"/>
                    <a:pt x="2619" y="11001"/>
                  </a:cubicBezTo>
                  <a:cubicBezTo>
                    <a:pt x="2745" y="11001"/>
                    <a:pt x="2872" y="10953"/>
                    <a:pt x="2969" y="10856"/>
                  </a:cubicBezTo>
                  <a:lnTo>
                    <a:pt x="5556" y="8268"/>
                  </a:lnTo>
                  <a:lnTo>
                    <a:pt x="8143" y="10856"/>
                  </a:lnTo>
                  <a:cubicBezTo>
                    <a:pt x="8241" y="10953"/>
                    <a:pt x="8367" y="11001"/>
                    <a:pt x="8494" y="11001"/>
                  </a:cubicBezTo>
                  <a:cubicBezTo>
                    <a:pt x="8620" y="11001"/>
                    <a:pt x="8747" y="10953"/>
                    <a:pt x="8844" y="10856"/>
                  </a:cubicBezTo>
                  <a:lnTo>
                    <a:pt x="10911" y="8789"/>
                  </a:lnTo>
                  <a:cubicBezTo>
                    <a:pt x="11105" y="8594"/>
                    <a:pt x="11105" y="8275"/>
                    <a:pt x="10911" y="8081"/>
                  </a:cubicBezTo>
                  <a:lnTo>
                    <a:pt x="8331" y="5501"/>
                  </a:lnTo>
                  <a:lnTo>
                    <a:pt x="10918" y="2914"/>
                  </a:lnTo>
                  <a:cubicBezTo>
                    <a:pt x="11112" y="2719"/>
                    <a:pt x="11112" y="2407"/>
                    <a:pt x="10918" y="2213"/>
                  </a:cubicBezTo>
                  <a:lnTo>
                    <a:pt x="8844" y="146"/>
                  </a:lnTo>
                  <a:cubicBezTo>
                    <a:pt x="8747" y="49"/>
                    <a:pt x="8620" y="0"/>
                    <a:pt x="8494" y="0"/>
                  </a:cubicBezTo>
                  <a:cubicBezTo>
                    <a:pt x="8367" y="0"/>
                    <a:pt x="8241" y="49"/>
                    <a:pt x="8143" y="146"/>
                  </a:cubicBezTo>
                  <a:lnTo>
                    <a:pt x="5556" y="2726"/>
                  </a:lnTo>
                  <a:lnTo>
                    <a:pt x="2969" y="146"/>
                  </a:lnTo>
                  <a:cubicBezTo>
                    <a:pt x="2872" y="49"/>
                    <a:pt x="2745" y="0"/>
                    <a:pt x="2619" y="0"/>
                  </a:cubicBezTo>
                  <a:close/>
                </a:path>
              </a:pathLst>
            </a:cu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347" name="Google Shape;4019;p60"/>
          <p:cNvSpPr/>
          <p:nvPr/>
        </p:nvSpPr>
        <p:spPr>
          <a:xfrm>
            <a:off x="7678988" y="3785356"/>
            <a:ext cx="925333" cy="6419"/>
          </a:xfrm>
          <a:custGeom>
            <a:avLst/>
            <a:gdLst/>
            <a:ahLst/>
            <a:cxnLst/>
            <a:rect l="l" t="t" r="r" b="b"/>
            <a:pathLst>
              <a:path w="14421" h="68" extrusionOk="0">
                <a:moveTo>
                  <a:pt x="7219" y="1"/>
                </a:moveTo>
                <a:cubicBezTo>
                  <a:pt x="3226" y="1"/>
                  <a:pt x="1" y="18"/>
                  <a:pt x="1" y="34"/>
                </a:cubicBezTo>
                <a:cubicBezTo>
                  <a:pt x="1" y="51"/>
                  <a:pt x="3226" y="68"/>
                  <a:pt x="7219" y="68"/>
                </a:cubicBezTo>
                <a:cubicBezTo>
                  <a:pt x="11196" y="68"/>
                  <a:pt x="14420" y="51"/>
                  <a:pt x="14420" y="34"/>
                </a:cubicBezTo>
                <a:cubicBezTo>
                  <a:pt x="14420" y="18"/>
                  <a:pt x="11196" y="1"/>
                  <a:pt x="7219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347977476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2"/>
          <p:cNvSpPr>
            <a:spLocks noGrp="1"/>
          </p:cNvSpPr>
          <p:nvPr>
            <p:ph type="title"/>
          </p:nvPr>
        </p:nvSpPr>
        <p:spPr>
          <a:xfrm>
            <a:off x="411291" y="191996"/>
            <a:ext cx="11360800" cy="763600"/>
          </a:xfrm>
        </p:spPr>
        <p:txBody>
          <a:bodyPr>
            <a:normAutofit fontScale="90000"/>
          </a:bodyPr>
          <a:lstStyle/>
          <a:p>
            <a:r>
              <a:rPr lang="fr-FR" b="0" dirty="0">
                <a:solidFill>
                  <a:schemeClr val="accent3"/>
                </a:solidFill>
                <a:latin typeface="Josefin Sans" panose="020B0604020202020204" charset="0"/>
              </a:rPr>
              <a:t>WHAT YOU NEED TO DO</a:t>
            </a:r>
            <a:br>
              <a:rPr lang="fr-FR" b="0" dirty="0">
                <a:solidFill>
                  <a:schemeClr val="accent3"/>
                </a:solidFill>
              </a:rPr>
            </a:br>
            <a:r>
              <a:rPr lang="fr-FR" b="0" dirty="0"/>
              <a:t>Set a </a:t>
            </a:r>
            <a:r>
              <a:rPr lang="fr-FR" dirty="0">
                <a:solidFill>
                  <a:schemeClr val="accent3">
                    <a:lumMod val="75000"/>
                  </a:schemeClr>
                </a:solidFill>
              </a:rPr>
              <a:t>SMART-PI </a:t>
            </a:r>
            <a:r>
              <a:rPr lang="fr-FR" b="0" dirty="0"/>
              <a:t>goal:</a:t>
            </a:r>
            <a:r>
              <a:rPr lang="fr-FR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endParaRPr lang="fr-FR" noProof="0" dirty="0">
              <a:solidFill>
                <a:schemeClr val="accent3">
                  <a:lumMod val="75000"/>
                </a:schemeClr>
              </a:solidFill>
              <a:latin typeface="Josefin Sans" panose="020B0604020202020204" charset="0"/>
            </a:endParaRPr>
          </a:p>
        </p:txBody>
      </p:sp>
      <p:sp>
        <p:nvSpPr>
          <p:cNvPr id="14" name="Rechteck 13"/>
          <p:cNvSpPr/>
          <p:nvPr/>
        </p:nvSpPr>
        <p:spPr>
          <a:xfrm>
            <a:off x="838623" y="1688339"/>
            <a:ext cx="10534576" cy="4902104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Aft>
                <a:spcPts val="800"/>
              </a:spcAft>
              <a:buClr>
                <a:schemeClr val="accent3"/>
              </a:buClr>
              <a:buFont typeface="Symbol" panose="05050102010706020507" pitchFamily="18" charset="2"/>
              <a:buChar char="-"/>
            </a:pPr>
            <a:endParaRPr lang="fr-FR" sz="2400" dirty="0"/>
          </a:p>
        </p:txBody>
      </p:sp>
      <p:sp>
        <p:nvSpPr>
          <p:cNvPr id="15" name="Google Shape;480;p42"/>
          <p:cNvSpPr/>
          <p:nvPr/>
        </p:nvSpPr>
        <p:spPr>
          <a:xfrm>
            <a:off x="2555369" y="2018175"/>
            <a:ext cx="232724" cy="158588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467"/>
          </a:p>
        </p:txBody>
      </p:sp>
      <p:sp>
        <p:nvSpPr>
          <p:cNvPr id="16" name="Google Shape;496;p42"/>
          <p:cNvSpPr txBox="1">
            <a:spLocks/>
          </p:cNvSpPr>
          <p:nvPr/>
        </p:nvSpPr>
        <p:spPr>
          <a:xfrm>
            <a:off x="1092975" y="1736109"/>
            <a:ext cx="10454731" cy="346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>
              <a:spcBef>
                <a:spcPct val="70000"/>
              </a:spcBef>
              <a:buClr>
                <a:srgbClr val="FF3300"/>
              </a:buClr>
            </a:pPr>
            <a:r>
              <a:rPr lang="fr-FR" sz="1867" dirty="0"/>
              <a:t>Set yourself a goal ...</a:t>
            </a:r>
          </a:p>
        </p:txBody>
      </p:sp>
      <p:sp>
        <p:nvSpPr>
          <p:cNvPr id="17" name="Google Shape;497;p42"/>
          <p:cNvSpPr txBox="1">
            <a:spLocks/>
          </p:cNvSpPr>
          <p:nvPr/>
        </p:nvSpPr>
        <p:spPr>
          <a:xfrm>
            <a:off x="1790324" y="2424489"/>
            <a:ext cx="9832125" cy="32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marL="838179">
              <a:spcBef>
                <a:spcPts val="800"/>
              </a:spcBef>
              <a:buClr>
                <a:srgbClr val="FF3300"/>
              </a:buClr>
            </a:pPr>
            <a:endParaRPr lang="fr-FR" sz="1467" dirty="0"/>
          </a:p>
        </p:txBody>
      </p:sp>
      <p:cxnSp>
        <p:nvCxnSpPr>
          <p:cNvPr id="20" name="Google Shape;472;p42"/>
          <p:cNvCxnSpPr/>
          <p:nvPr/>
        </p:nvCxnSpPr>
        <p:spPr>
          <a:xfrm>
            <a:off x="1111553" y="2213732"/>
            <a:ext cx="9997441" cy="24171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1" name="Grafik 20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22471" y="2290598"/>
            <a:ext cx="397639" cy="344836"/>
          </a:xfrm>
          <a:prstGeom prst="rect">
            <a:avLst/>
          </a:prstGeom>
        </p:spPr>
      </p:pic>
      <p:cxnSp>
        <p:nvCxnSpPr>
          <p:cNvPr id="24" name="Google Shape;472;p42"/>
          <p:cNvCxnSpPr/>
          <p:nvPr/>
        </p:nvCxnSpPr>
        <p:spPr>
          <a:xfrm>
            <a:off x="1092976" y="3664460"/>
            <a:ext cx="9997441" cy="24171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" name="Google Shape;472;p42"/>
          <p:cNvCxnSpPr/>
          <p:nvPr/>
        </p:nvCxnSpPr>
        <p:spPr>
          <a:xfrm>
            <a:off x="1111553" y="2701400"/>
            <a:ext cx="9997441" cy="24171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" name="Google Shape;497;p42"/>
          <p:cNvSpPr txBox="1">
            <a:spLocks/>
          </p:cNvSpPr>
          <p:nvPr/>
        </p:nvSpPr>
        <p:spPr>
          <a:xfrm>
            <a:off x="1007754" y="2715095"/>
            <a:ext cx="9915444" cy="405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marL="838179" lvl="1">
              <a:spcBef>
                <a:spcPts val="800"/>
              </a:spcBef>
              <a:buClr>
                <a:srgbClr val="FF3300"/>
              </a:buClr>
            </a:pPr>
            <a:r>
              <a:rPr lang="fr-FR" sz="1467" dirty="0">
                <a:latin typeface="Poppins" panose="020B0604020202020204" charset="0"/>
                <a:cs typeface="Poppins" panose="020B0604020202020204" charset="0"/>
              </a:rPr>
              <a:t>Measurable </a:t>
            </a:r>
            <a:r>
              <a:rPr lang="fr-FR" sz="1467" b="0" dirty="0">
                <a:latin typeface="Poppins" panose="020B0604020202020204" charset="0"/>
                <a:cs typeface="Poppins" panose="020B0604020202020204" charset="0"/>
              </a:rPr>
              <a:t>(exact number, percentage, ...)</a:t>
            </a:r>
          </a:p>
        </p:txBody>
      </p:sp>
      <p:cxnSp>
        <p:nvCxnSpPr>
          <p:cNvPr id="37" name="Google Shape;472;p42"/>
          <p:cNvCxnSpPr/>
          <p:nvPr/>
        </p:nvCxnSpPr>
        <p:spPr>
          <a:xfrm>
            <a:off x="1111553" y="3190921"/>
            <a:ext cx="9997441" cy="24171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" name="Google Shape;497;p42"/>
          <p:cNvSpPr txBox="1">
            <a:spLocks/>
          </p:cNvSpPr>
          <p:nvPr/>
        </p:nvSpPr>
        <p:spPr>
          <a:xfrm>
            <a:off x="1007753" y="3189208"/>
            <a:ext cx="9915444" cy="405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marL="838179" lvl="1">
              <a:spcBef>
                <a:spcPts val="800"/>
              </a:spcBef>
              <a:buClr>
                <a:srgbClr val="FF3300"/>
              </a:buClr>
            </a:pPr>
            <a:r>
              <a:rPr lang="fr-FR" sz="1467" dirty="0">
                <a:latin typeface="Poppins" panose="020B0604020202020204" charset="0"/>
                <a:cs typeface="Poppins" panose="020B0604020202020204" charset="0"/>
              </a:rPr>
              <a:t>Ambitious, </a:t>
            </a:r>
            <a:r>
              <a:rPr lang="fr-FR" sz="1467" b="0" dirty="0">
                <a:latin typeface="Poppins" panose="020B0604020202020204" charset="0"/>
                <a:cs typeface="Poppins" panose="020B0604020202020204" charset="0"/>
              </a:rPr>
              <a:t>but</a:t>
            </a:r>
          </a:p>
        </p:txBody>
      </p:sp>
      <p:pic>
        <p:nvPicPr>
          <p:cNvPr id="40" name="Grafik 39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190868" y="183379"/>
            <a:ext cx="928561" cy="775624"/>
          </a:xfrm>
          <a:prstGeom prst="rect">
            <a:avLst/>
          </a:prstGeom>
        </p:spPr>
      </p:pic>
      <p:sp>
        <p:nvSpPr>
          <p:cNvPr id="42" name="Google Shape;497;p42"/>
          <p:cNvSpPr txBox="1">
            <a:spLocks/>
          </p:cNvSpPr>
          <p:nvPr/>
        </p:nvSpPr>
        <p:spPr>
          <a:xfrm>
            <a:off x="1007751" y="3645180"/>
            <a:ext cx="9915444" cy="405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marL="838179" lvl="1">
              <a:spcBef>
                <a:spcPts val="800"/>
              </a:spcBef>
              <a:buClr>
                <a:srgbClr val="FF3300"/>
              </a:buClr>
            </a:pPr>
            <a:r>
              <a:rPr lang="fr-FR" sz="1467" dirty="0">
                <a:latin typeface="Poppins" panose="020B0604020202020204" charset="0"/>
                <a:cs typeface="Poppins" panose="020B0604020202020204" charset="0"/>
              </a:rPr>
              <a:t>Realistic</a:t>
            </a:r>
          </a:p>
        </p:txBody>
      </p:sp>
      <p:sp>
        <p:nvSpPr>
          <p:cNvPr id="2" name="Rechteck 1"/>
          <p:cNvSpPr/>
          <p:nvPr/>
        </p:nvSpPr>
        <p:spPr>
          <a:xfrm>
            <a:off x="1007752" y="4147974"/>
            <a:ext cx="9361105" cy="318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38179" lvl="1">
              <a:spcBef>
                <a:spcPts val="800"/>
              </a:spcBef>
              <a:buClr>
                <a:srgbClr val="FF3300"/>
              </a:buClr>
            </a:pPr>
            <a:r>
              <a:rPr lang="fr-FR" sz="1467" b="1" dirty="0">
                <a:solidFill>
                  <a:srgbClr val="47362D"/>
                </a:solidFill>
                <a:latin typeface="Poppins" panose="020B0604020202020204" charset="0"/>
                <a:cs typeface="Poppins" panose="020B0604020202020204" charset="0"/>
              </a:rPr>
              <a:t>Time-</a:t>
            </a:r>
            <a:r>
              <a:rPr lang="fr-FR" sz="1467" b="1" dirty="0" err="1">
                <a:solidFill>
                  <a:srgbClr val="47362D"/>
                </a:solidFill>
                <a:latin typeface="Poppins" panose="020B0604020202020204" charset="0"/>
                <a:cs typeface="Poppins" panose="020B0604020202020204" charset="0"/>
              </a:rPr>
              <a:t>bound</a:t>
            </a:r>
            <a:r>
              <a:rPr lang="fr-FR" sz="1467" b="1" dirty="0">
                <a:solidFill>
                  <a:srgbClr val="47362D"/>
                </a:solidFill>
                <a:latin typeface="Poppins" panose="020B0604020202020204" charset="0"/>
                <a:cs typeface="Poppins" panose="020B0604020202020204" charset="0"/>
              </a:rPr>
              <a:t> </a:t>
            </a:r>
            <a:r>
              <a:rPr lang="fr-FR" sz="1467" dirty="0">
                <a:latin typeface="Poppins" panose="020B0604020202020204" charset="0"/>
                <a:cs typeface="Poppins" panose="020B0604020202020204" charset="0"/>
              </a:rPr>
              <a:t>(exact date by which the objective must be achieved)</a:t>
            </a:r>
          </a:p>
        </p:txBody>
      </p:sp>
      <p:cxnSp>
        <p:nvCxnSpPr>
          <p:cNvPr id="22" name="Google Shape;472;p42"/>
          <p:cNvCxnSpPr/>
          <p:nvPr/>
        </p:nvCxnSpPr>
        <p:spPr>
          <a:xfrm>
            <a:off x="1092974" y="4115220"/>
            <a:ext cx="9997441" cy="24171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" name="Google Shape;472;p42"/>
          <p:cNvCxnSpPr/>
          <p:nvPr/>
        </p:nvCxnSpPr>
        <p:spPr>
          <a:xfrm>
            <a:off x="1107192" y="4910783"/>
            <a:ext cx="9997441" cy="24171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Rechteck 3"/>
          <p:cNvSpPr/>
          <p:nvPr/>
        </p:nvSpPr>
        <p:spPr>
          <a:xfrm>
            <a:off x="1007757" y="2318731"/>
            <a:ext cx="9208076" cy="318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38179" lvl="1">
              <a:spcBef>
                <a:spcPts val="800"/>
              </a:spcBef>
              <a:buClr>
                <a:srgbClr val="FF3300"/>
              </a:buClr>
            </a:pPr>
            <a:r>
              <a:rPr lang="fr-FR" sz="1467" b="1" dirty="0">
                <a:latin typeface="Poppins" panose="020B0604020202020204" charset="0"/>
                <a:cs typeface="Poppins" panose="020B0604020202020204" charset="0"/>
              </a:rPr>
              <a:t>Specific </a:t>
            </a:r>
            <a:r>
              <a:rPr lang="fr-FR" sz="1467" dirty="0">
                <a:latin typeface="Poppins" panose="020B0604020202020204" charset="0"/>
                <a:cs typeface="Poppins" panose="020B0604020202020204" charset="0"/>
              </a:rPr>
              <a:t>(exact description of what you want to achieve)</a:t>
            </a:r>
          </a:p>
        </p:txBody>
      </p:sp>
      <p:pic>
        <p:nvPicPr>
          <p:cNvPr id="31" name="Grafik 30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4300"/>
          <a:stretch/>
        </p:blipFill>
        <p:spPr>
          <a:xfrm>
            <a:off x="10254783" y="150986"/>
            <a:ext cx="888152" cy="761143"/>
          </a:xfrm>
          <a:prstGeom prst="rect">
            <a:avLst/>
          </a:prstGeom>
        </p:spPr>
      </p:pic>
      <p:sp>
        <p:nvSpPr>
          <p:cNvPr id="26" name="Google Shape;480;p42"/>
          <p:cNvSpPr/>
          <p:nvPr/>
        </p:nvSpPr>
        <p:spPr>
          <a:xfrm>
            <a:off x="2555369" y="5678026"/>
            <a:ext cx="232724" cy="158588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467"/>
          </a:p>
        </p:txBody>
      </p:sp>
      <p:sp>
        <p:nvSpPr>
          <p:cNvPr id="27" name="Google Shape;496;p42"/>
          <p:cNvSpPr txBox="1">
            <a:spLocks/>
          </p:cNvSpPr>
          <p:nvPr/>
        </p:nvSpPr>
        <p:spPr>
          <a:xfrm>
            <a:off x="1107191" y="4847421"/>
            <a:ext cx="10454731" cy="346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>
              <a:spcBef>
                <a:spcPct val="70000"/>
              </a:spcBef>
              <a:buClr>
                <a:srgbClr val="FF3300"/>
              </a:buClr>
            </a:pPr>
            <a:r>
              <a:rPr lang="fr-FR" sz="1467" dirty="0"/>
              <a:t>Future-oriented :</a:t>
            </a:r>
          </a:p>
        </p:txBody>
      </p:sp>
      <p:sp>
        <p:nvSpPr>
          <p:cNvPr id="28" name="Google Shape;497;p42"/>
          <p:cNvSpPr txBox="1">
            <a:spLocks/>
          </p:cNvSpPr>
          <p:nvPr/>
        </p:nvSpPr>
        <p:spPr>
          <a:xfrm>
            <a:off x="1560675" y="6074295"/>
            <a:ext cx="9832125" cy="32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marL="838179">
              <a:spcBef>
                <a:spcPts val="800"/>
              </a:spcBef>
              <a:buClr>
                <a:srgbClr val="FF3300"/>
              </a:buClr>
            </a:pPr>
            <a:endParaRPr lang="fr-FR" sz="1467" dirty="0"/>
          </a:p>
        </p:txBody>
      </p:sp>
      <p:cxnSp>
        <p:nvCxnSpPr>
          <p:cNvPr id="29" name="Google Shape;472;p42"/>
          <p:cNvCxnSpPr/>
          <p:nvPr/>
        </p:nvCxnSpPr>
        <p:spPr>
          <a:xfrm>
            <a:off x="1107193" y="5228331"/>
            <a:ext cx="9997441" cy="24171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" name="Google Shape;472;p42"/>
          <p:cNvCxnSpPr/>
          <p:nvPr/>
        </p:nvCxnSpPr>
        <p:spPr>
          <a:xfrm>
            <a:off x="1107192" y="6014227"/>
            <a:ext cx="9997441" cy="24171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" name="Google Shape;472;p42"/>
          <p:cNvCxnSpPr/>
          <p:nvPr/>
        </p:nvCxnSpPr>
        <p:spPr>
          <a:xfrm>
            <a:off x="1107192" y="5699489"/>
            <a:ext cx="9997441" cy="24171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" name="Google Shape;472;p42"/>
          <p:cNvCxnSpPr/>
          <p:nvPr/>
        </p:nvCxnSpPr>
        <p:spPr>
          <a:xfrm>
            <a:off x="1092973" y="6444052"/>
            <a:ext cx="9997441" cy="24171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4" name="Google Shape;497;p42"/>
          <p:cNvSpPr txBox="1">
            <a:spLocks/>
          </p:cNvSpPr>
          <p:nvPr/>
        </p:nvSpPr>
        <p:spPr>
          <a:xfrm>
            <a:off x="1790324" y="5955306"/>
            <a:ext cx="9168811" cy="405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>
              <a:spcBef>
                <a:spcPts val="1200"/>
              </a:spcBef>
              <a:buClr>
                <a:srgbClr val="FF0000"/>
              </a:buClr>
            </a:pPr>
            <a:r>
              <a:rPr lang="fr-FR" sz="1467" b="0" dirty="0">
                <a:latin typeface="Poppins" panose="020B0604020202020204" charset="0"/>
                <a:cs typeface="Poppins" panose="020B0604020202020204" charset="0"/>
              </a:rPr>
              <a:t>Protect your goal when barriers arise – don’t sacrifice it in the face of a barrier</a:t>
            </a:r>
          </a:p>
        </p:txBody>
      </p:sp>
      <p:sp>
        <p:nvSpPr>
          <p:cNvPr id="46" name="Rechteck 45"/>
          <p:cNvSpPr/>
          <p:nvPr/>
        </p:nvSpPr>
        <p:spPr>
          <a:xfrm>
            <a:off x="1796185" y="5265016"/>
            <a:ext cx="9361104" cy="318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buClr>
                <a:srgbClr val="FF0000"/>
              </a:buClr>
            </a:pPr>
            <a:r>
              <a:rPr lang="fr-FR" sz="1467" dirty="0">
                <a:latin typeface="Poppins" panose="020B0604020202020204" charset="0"/>
                <a:cs typeface="Poppins" panose="020B0604020202020204" charset="0"/>
              </a:rPr>
              <a:t>Set goalst o cover different time periods, including long-term goals (1-2 years) </a:t>
            </a:r>
          </a:p>
        </p:txBody>
      </p:sp>
      <p:sp>
        <p:nvSpPr>
          <p:cNvPr id="47" name="Google Shape;497;p42"/>
          <p:cNvSpPr txBox="1">
            <a:spLocks/>
          </p:cNvSpPr>
          <p:nvPr/>
        </p:nvSpPr>
        <p:spPr>
          <a:xfrm>
            <a:off x="243668" y="5640214"/>
            <a:ext cx="9310973" cy="405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marL="838179" lvl="1">
              <a:spcBef>
                <a:spcPts val="800"/>
              </a:spcBef>
              <a:buClr>
                <a:srgbClr val="FF3300"/>
              </a:buClr>
            </a:pPr>
            <a:r>
              <a:rPr lang="fr-FR" sz="1467" dirty="0"/>
              <a:t>Overcoming-Barriers :</a:t>
            </a:r>
          </a:p>
        </p:txBody>
      </p:sp>
      <p:pic>
        <p:nvPicPr>
          <p:cNvPr id="48" name="Grafik 47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15314" y="2800718"/>
            <a:ext cx="397639" cy="344836"/>
          </a:xfrm>
          <a:prstGeom prst="rect">
            <a:avLst/>
          </a:prstGeom>
        </p:spPr>
      </p:pic>
      <p:pic>
        <p:nvPicPr>
          <p:cNvPr id="49" name="Grafik 48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15314" y="3285910"/>
            <a:ext cx="397639" cy="344836"/>
          </a:xfrm>
          <a:prstGeom prst="rect">
            <a:avLst/>
          </a:prstGeom>
        </p:spPr>
      </p:pic>
      <p:pic>
        <p:nvPicPr>
          <p:cNvPr id="50" name="Grafik 49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11083" y="3743867"/>
            <a:ext cx="397639" cy="344836"/>
          </a:xfrm>
          <a:prstGeom prst="rect">
            <a:avLst/>
          </a:prstGeom>
        </p:spPr>
      </p:pic>
      <p:pic>
        <p:nvPicPr>
          <p:cNvPr id="51" name="Grafik 50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22471" y="4188645"/>
            <a:ext cx="397639" cy="344836"/>
          </a:xfrm>
          <a:prstGeom prst="rect">
            <a:avLst/>
          </a:prstGeom>
        </p:spPr>
      </p:pic>
      <p:pic>
        <p:nvPicPr>
          <p:cNvPr id="52" name="Grafik 5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11082" y="5298738"/>
            <a:ext cx="397639" cy="344836"/>
          </a:xfrm>
          <a:prstGeom prst="rect">
            <a:avLst/>
          </a:prstGeom>
        </p:spPr>
      </p:pic>
      <p:pic>
        <p:nvPicPr>
          <p:cNvPr id="53" name="Grafik 52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22471" y="6084339"/>
            <a:ext cx="397639" cy="344836"/>
          </a:xfrm>
          <a:prstGeom prst="rect">
            <a:avLst/>
          </a:prstGeom>
        </p:spPr>
      </p:pic>
      <p:cxnSp>
        <p:nvCxnSpPr>
          <p:cNvPr id="54" name="Google Shape;472;p42"/>
          <p:cNvCxnSpPr/>
          <p:nvPr/>
        </p:nvCxnSpPr>
        <p:spPr>
          <a:xfrm>
            <a:off x="1092972" y="4568140"/>
            <a:ext cx="9997441" cy="24171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7" name="Rechteck 56"/>
          <p:cNvSpPr/>
          <p:nvPr/>
        </p:nvSpPr>
        <p:spPr>
          <a:xfrm>
            <a:off x="1007751" y="4575134"/>
            <a:ext cx="9208076" cy="3590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38179" lvl="1">
              <a:spcBef>
                <a:spcPts val="800"/>
              </a:spcBef>
              <a:buClr>
                <a:srgbClr val="FF3300"/>
              </a:buClr>
            </a:pPr>
            <a:r>
              <a:rPr lang="fr-FR" sz="1733" b="1" dirty="0">
                <a:latin typeface="Poppins" panose="020B0604020202020204" charset="0"/>
                <a:cs typeface="Poppins" panose="020B0604020202020204" charset="0"/>
              </a:rPr>
              <a:t>PI</a:t>
            </a:r>
            <a:endParaRPr lang="fr-FR" sz="1733" dirty="0">
              <a:latin typeface="Poppins" panose="020B0604020202020204" charset="0"/>
              <a:cs typeface="Poppi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0722353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Grp="1" noChangeArrowheads="1"/>
          </p:cNvSpPr>
          <p:nvPr>
            <p:ph type="title"/>
          </p:nvPr>
        </p:nvSpPr>
        <p:spPr>
          <a:xfrm>
            <a:off x="4694155" y="698077"/>
            <a:ext cx="7082245" cy="763600"/>
          </a:xfrm>
        </p:spPr>
        <p:txBody>
          <a:bodyPr>
            <a:normAutofit fontScale="90000"/>
          </a:bodyPr>
          <a:lstStyle/>
          <a:p>
            <a:r>
              <a:rPr lang="fr-FR" sz="3200" dirty="0"/>
              <a:t> </a:t>
            </a:r>
            <a:br>
              <a:rPr lang="fr-FR" altLang="de-DE" dirty="0"/>
            </a:br>
            <a:r>
              <a:rPr lang="fr-FR" sz="4400" dirty="0"/>
              <a:t>SET A </a:t>
            </a:r>
            <a:r>
              <a:rPr lang="fr-FR" sz="4400" dirty="0">
                <a:solidFill>
                  <a:schemeClr val="accent3"/>
                </a:solidFill>
              </a:rPr>
              <a:t>SMART-PI </a:t>
            </a:r>
            <a:r>
              <a:rPr lang="fr-FR" sz="4400" dirty="0"/>
              <a:t>GOAL: </a:t>
            </a:r>
            <a:br>
              <a:rPr lang="fr-FR" sz="4400" dirty="0"/>
            </a:br>
            <a:br>
              <a:rPr lang="fr-FR" altLang="de-DE" dirty="0"/>
            </a:br>
            <a:endParaRPr lang="fr-FR" altLang="de-DE" noProof="0" dirty="0"/>
          </a:p>
        </p:txBody>
      </p:sp>
      <p:sp>
        <p:nvSpPr>
          <p:cNvPr id="9" name="Text Box 2">
            <a:extLst>
              <a:ext uri="{FF2B5EF4-FFF2-40B4-BE49-F238E27FC236}">
                <a16:creationId xmlns:a16="http://schemas.microsoft.com/office/drawing/2014/main" id="{868D2740-395A-482B-BACF-D3867074A0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4155" y="1964352"/>
            <a:ext cx="6496712" cy="372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127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6="http://schemas.microsoft.com/office/drawing/2014/main" xmlns:p14="http://schemas.microsoft.com/office/powerpoint/2010/main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190500" indent="-190500">
              <a:tabLst>
                <a:tab pos="1905000" algn="l"/>
                <a:tab pos="334010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1905000" algn="l"/>
                <a:tab pos="334010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1905000" algn="l"/>
                <a:tab pos="334010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1905000" algn="l"/>
                <a:tab pos="334010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1905000" algn="l"/>
                <a:tab pos="334010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05000" algn="l"/>
                <a:tab pos="334010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05000" algn="l"/>
                <a:tab pos="334010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05000" algn="l"/>
                <a:tab pos="334010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05000" algn="l"/>
                <a:tab pos="334010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spcBef>
                <a:spcPct val="70000"/>
              </a:spcBef>
              <a:buClr>
                <a:srgbClr val="FF3300"/>
              </a:buClr>
            </a:pPr>
            <a:r>
              <a:rPr lang="fr-FR" sz="2000" b="1" dirty="0">
                <a:solidFill>
                  <a:srgbClr val="000000"/>
                </a:solidFill>
                <a:latin typeface="Poppins" panose="020B0604020202020204" charset="0"/>
                <a:cs typeface="Poppins" panose="020B0604020202020204" charset="0"/>
              </a:rPr>
              <a:t>Examples: </a:t>
            </a:r>
          </a:p>
          <a:p>
            <a:pPr marL="0" indent="0" algn="just">
              <a:spcBef>
                <a:spcPct val="70000"/>
              </a:spcBef>
              <a:buClr>
                <a:srgbClr val="FF3300"/>
              </a:buClr>
            </a:pPr>
            <a:r>
              <a:rPr lang="fr-FR" sz="2000" dirty="0">
                <a:solidFill>
                  <a:srgbClr val="47362D"/>
                </a:solidFill>
                <a:latin typeface="Poppins" panose="020B0604020202020204" charset="0"/>
                <a:cs typeface="Poppins" panose="020B0604020202020204" charset="0"/>
              </a:rPr>
              <a:t>"I want to increase the </a:t>
            </a:r>
            <a:r>
              <a:rPr lang="fr-FR" sz="2000" dirty="0" err="1">
                <a:solidFill>
                  <a:srgbClr val="47362D"/>
                </a:solidFill>
                <a:latin typeface="Poppins" panose="020B0604020202020204" charset="0"/>
                <a:cs typeface="Poppins" panose="020B0604020202020204" charset="0"/>
              </a:rPr>
              <a:t>customers</a:t>
            </a:r>
            <a:r>
              <a:rPr lang="fr-FR" sz="2000" dirty="0">
                <a:solidFill>
                  <a:srgbClr val="47362D"/>
                </a:solidFill>
                <a:latin typeface="Poppins" panose="020B0604020202020204" charset="0"/>
                <a:cs typeface="Poppins" panose="020B0604020202020204" charset="0"/>
              </a:rPr>
              <a:t> of </a:t>
            </a:r>
            <a:r>
              <a:rPr lang="fr-FR" sz="2000" dirty="0" err="1">
                <a:solidFill>
                  <a:srgbClr val="47362D"/>
                </a:solidFill>
                <a:latin typeface="Poppins" panose="020B0604020202020204" charset="0"/>
                <a:cs typeface="Poppins" panose="020B0604020202020204" charset="0"/>
              </a:rPr>
              <a:t>my</a:t>
            </a:r>
            <a:r>
              <a:rPr lang="fr-FR" sz="2000" dirty="0">
                <a:solidFill>
                  <a:srgbClr val="47362D"/>
                </a:solidFill>
                <a:latin typeface="Poppins" panose="020B0604020202020204" charset="0"/>
                <a:cs typeface="Poppins" panose="020B0604020202020204" charset="0"/>
              </a:rPr>
              <a:t> coffee shop by 30% per month by offering ice cream with homemade cones from September. </a:t>
            </a:r>
          </a:p>
          <a:p>
            <a:pPr marL="0" indent="0" algn="just">
              <a:spcBef>
                <a:spcPct val="70000"/>
              </a:spcBef>
              <a:buClr>
                <a:srgbClr val="FF3300"/>
              </a:buClr>
            </a:pPr>
            <a:endParaRPr lang="de-DE" sz="2000" i="1" dirty="0">
              <a:solidFill>
                <a:srgbClr val="47362D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marL="0" indent="0" algn="just">
              <a:spcBef>
                <a:spcPct val="70000"/>
              </a:spcBef>
              <a:buClr>
                <a:srgbClr val="FF3300"/>
              </a:buClr>
            </a:pPr>
            <a:r>
              <a:rPr lang="fr-FR" sz="2000" dirty="0">
                <a:solidFill>
                  <a:srgbClr val="47362D"/>
                </a:solidFill>
                <a:latin typeface="Poppins" panose="020B0604020202020204" charset="0"/>
                <a:cs typeface="Poppins" panose="020B0604020202020204" charset="0"/>
              </a:rPr>
              <a:t>"I want to reduce my electricity bill by 20% per month by buying a solar parabolic cooker to pasteurise my natural juices from next month onwards. </a:t>
            </a:r>
          </a:p>
          <a:p>
            <a:pPr marL="0" indent="0">
              <a:spcBef>
                <a:spcPct val="70000"/>
              </a:spcBef>
              <a:buClr>
                <a:srgbClr val="FF3300"/>
              </a:buClr>
            </a:pPr>
            <a:endParaRPr lang="de-DE" sz="2000" dirty="0">
              <a:solidFill>
                <a:srgbClr val="000000"/>
              </a:solidFill>
              <a:latin typeface="Poppins" panose="020B0604020202020204" charset="0"/>
              <a:cs typeface="Poppins" panose="020B0604020202020204" charset="0"/>
            </a:endParaRPr>
          </a:p>
        </p:txBody>
      </p:sp>
      <p:pic>
        <p:nvPicPr>
          <p:cNvPr id="15" name="Grafik 14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190868" y="183379"/>
            <a:ext cx="928561" cy="775624"/>
          </a:xfrm>
          <a:prstGeom prst="rect">
            <a:avLst/>
          </a:prstGeom>
        </p:spPr>
      </p:pic>
      <p:pic>
        <p:nvPicPr>
          <p:cNvPr id="12" name="Grafik 11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4300"/>
          <a:stretch/>
        </p:blipFill>
        <p:spPr>
          <a:xfrm>
            <a:off x="10254783" y="150986"/>
            <a:ext cx="888152" cy="761143"/>
          </a:xfrm>
          <a:prstGeom prst="rect">
            <a:avLst/>
          </a:prstGeom>
        </p:spPr>
      </p:pic>
      <p:pic>
        <p:nvPicPr>
          <p:cNvPr id="6" name="Graphic 5" descr="Ice cream outline">
            <a:extLst>
              <a:ext uri="{FF2B5EF4-FFF2-40B4-BE49-F238E27FC236}">
                <a16:creationId xmlns:a16="http://schemas.microsoft.com/office/drawing/2014/main" id="{85CF3FBE-0837-A7EF-EA72-F320CDE330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0" y="1141416"/>
            <a:ext cx="1219200" cy="1219200"/>
          </a:xfrm>
          <a:prstGeom prst="rect">
            <a:avLst/>
          </a:prstGeom>
        </p:spPr>
      </p:pic>
      <p:pic>
        <p:nvPicPr>
          <p:cNvPr id="7" name="Graphic 6" descr="Ice cream outline">
            <a:extLst>
              <a:ext uri="{FF2B5EF4-FFF2-40B4-BE49-F238E27FC236}">
                <a16:creationId xmlns:a16="http://schemas.microsoft.com/office/drawing/2014/main" id="{4608B8EF-17C5-A302-86F5-CCD5A0F21F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0577" y="1574800"/>
            <a:ext cx="1219200" cy="1219200"/>
          </a:xfrm>
          <a:prstGeom prst="rect">
            <a:avLst/>
          </a:prstGeom>
        </p:spPr>
      </p:pic>
      <p:pic>
        <p:nvPicPr>
          <p:cNvPr id="10" name="Graphic 9" descr="Ice cream outline">
            <a:extLst>
              <a:ext uri="{FF2B5EF4-FFF2-40B4-BE49-F238E27FC236}">
                <a16:creationId xmlns:a16="http://schemas.microsoft.com/office/drawing/2014/main" id="{771FD69C-C015-A8B2-00DF-D539F8DAD5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0961" y="2008184"/>
            <a:ext cx="1219200" cy="1219200"/>
          </a:xfrm>
          <a:prstGeom prst="rect">
            <a:avLst/>
          </a:prstGeom>
        </p:spPr>
      </p:pic>
      <p:pic>
        <p:nvPicPr>
          <p:cNvPr id="11" name="Graphic 10" descr="Ice cream outline">
            <a:extLst>
              <a:ext uri="{FF2B5EF4-FFF2-40B4-BE49-F238E27FC236}">
                <a16:creationId xmlns:a16="http://schemas.microsoft.com/office/drawing/2014/main" id="{20B1AB52-7363-66F9-45AC-3D128BBA5F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0961" y="974195"/>
            <a:ext cx="1219200" cy="1219200"/>
          </a:xfrm>
          <a:prstGeom prst="rect">
            <a:avLst/>
          </a:prstGeom>
        </p:spPr>
      </p:pic>
      <p:pic>
        <p:nvPicPr>
          <p:cNvPr id="13" name="Graphic 12" descr="Ice cream outline">
            <a:extLst>
              <a:ext uri="{FF2B5EF4-FFF2-40B4-BE49-F238E27FC236}">
                <a16:creationId xmlns:a16="http://schemas.microsoft.com/office/drawing/2014/main" id="{33AB41F6-2AD1-54D8-C77B-735A1AE70C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6844" y="1583795"/>
            <a:ext cx="1219200" cy="1219200"/>
          </a:xfrm>
          <a:prstGeom prst="rect">
            <a:avLst/>
          </a:prstGeom>
        </p:spPr>
      </p:pic>
      <p:pic>
        <p:nvPicPr>
          <p:cNvPr id="14" name="Graphic 13" descr="Ice cream outline">
            <a:extLst>
              <a:ext uri="{FF2B5EF4-FFF2-40B4-BE49-F238E27FC236}">
                <a16:creationId xmlns:a16="http://schemas.microsoft.com/office/drawing/2014/main" id="{317229DD-4BC7-5374-CBF1-25DB2D13FF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17133" y="1186389"/>
            <a:ext cx="1219200" cy="1219200"/>
          </a:xfrm>
          <a:prstGeom prst="rect">
            <a:avLst/>
          </a:prstGeom>
        </p:spPr>
      </p:pic>
      <p:pic>
        <p:nvPicPr>
          <p:cNvPr id="17" name="Graphic 16" descr="Solar Panels outline">
            <a:extLst>
              <a:ext uri="{FF2B5EF4-FFF2-40B4-BE49-F238E27FC236}">
                <a16:creationId xmlns:a16="http://schemas.microsoft.com/office/drawing/2014/main" id="{9A3BF20E-6D14-8DBD-63C2-3B89661ED2E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3716" y="3596944"/>
            <a:ext cx="1686256" cy="1686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025751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ECE39-F333-43BF-A683-1721296BD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Habakkuk 2:2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661A9-5CDE-4069-8838-44B897DDB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And the Lord answered me: “Write the vision; make it plain on tablets, so he may run who reads it.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46C583-9A1D-44A6-B8FE-A9B47B0F42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8B8376E-7F0E-4E8B-89BF-38FA73E7CC53}" type="slidenum">
              <a:rPr lang="de-DE" smtClean="0">
                <a:solidFill>
                  <a:srgbClr val="000000"/>
                </a:solidFill>
              </a:rPr>
              <a:pPr>
                <a:defRPr/>
              </a:pPr>
              <a:t>5</a:t>
            </a:fld>
            <a:endParaRPr lang="de-DE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6893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9" name="Rectangle 2"/>
          <p:cNvSpPr>
            <a:spLocks noGrp="1" noChangeAspect="1" noChangeArrowheads="1"/>
          </p:cNvSpPr>
          <p:nvPr>
            <p:ph type="title"/>
          </p:nvPr>
        </p:nvSpPr>
        <p:spPr>
          <a:xfrm>
            <a:off x="1128131" y="593367"/>
            <a:ext cx="10648268" cy="763600"/>
          </a:xfrm>
        </p:spPr>
        <p:txBody>
          <a:bodyPr/>
          <a:lstStyle/>
          <a:p>
            <a:r>
              <a:rPr lang="fr-FR" dirty="0"/>
              <a:t>EXERCISE: </a:t>
            </a:r>
            <a:r>
              <a:rPr lang="fr-FR" b="0" dirty="0" err="1"/>
              <a:t>Rephrasing</a:t>
            </a:r>
            <a:r>
              <a:rPr lang="fr-FR" b="0" dirty="0"/>
              <a:t> the Objectives</a:t>
            </a:r>
            <a:endParaRPr lang="fr-FR" b="0" noProof="0" dirty="0">
              <a:solidFill>
                <a:schemeClr val="tx1"/>
              </a:solidFill>
            </a:endParaRPr>
          </a:p>
        </p:txBody>
      </p:sp>
      <p:sp>
        <p:nvSpPr>
          <p:cNvPr id="101380" name="Rectangle 3"/>
          <p:cNvSpPr>
            <a:spLocks noGrp="1" noChangeArrowheads="1"/>
          </p:cNvSpPr>
          <p:nvPr>
            <p:ph idx="1"/>
          </p:nvPr>
        </p:nvSpPr>
        <p:spPr>
          <a:xfrm>
            <a:off x="802281" y="1401851"/>
            <a:ext cx="7932416" cy="4555200"/>
          </a:xfrm>
        </p:spPr>
        <p:txBody>
          <a:bodyPr/>
          <a:lstStyle/>
          <a:p>
            <a:pPr marL="152396" indent="0" algn="just">
              <a:buNone/>
            </a:pPr>
            <a:r>
              <a:rPr lang="fr-FR" sz="1600" dirty="0">
                <a:solidFill>
                  <a:srgbClr val="000000"/>
                </a:solidFill>
              </a:rPr>
              <a:t>After several jobs in the food industry, Frank wants to start a catering service. He has drawn up a plan in </a:t>
            </a:r>
            <a:r>
              <a:rPr lang="fr-FR" sz="1600" dirty="0" err="1">
                <a:solidFill>
                  <a:srgbClr val="000000"/>
                </a:solidFill>
              </a:rPr>
              <a:t>which</a:t>
            </a:r>
            <a:r>
              <a:rPr lang="fr-FR" sz="1600" dirty="0">
                <a:solidFill>
                  <a:srgbClr val="000000"/>
                </a:solidFill>
              </a:rPr>
              <a:t> </a:t>
            </a:r>
            <a:r>
              <a:rPr lang="fr-FR" sz="1600" dirty="0" err="1">
                <a:solidFill>
                  <a:srgbClr val="000000"/>
                </a:solidFill>
              </a:rPr>
              <a:t>he</a:t>
            </a:r>
            <a:r>
              <a:rPr lang="fr-FR" sz="1600" dirty="0">
                <a:solidFill>
                  <a:srgbClr val="000000"/>
                </a:solidFill>
              </a:rPr>
              <a:t> identifies an objective for </a:t>
            </a:r>
            <a:r>
              <a:rPr lang="fr-FR" sz="1600" dirty="0" err="1">
                <a:solidFill>
                  <a:srgbClr val="000000"/>
                </a:solidFill>
              </a:rPr>
              <a:t>his</a:t>
            </a:r>
            <a:r>
              <a:rPr lang="fr-FR" sz="1600" dirty="0">
                <a:solidFill>
                  <a:srgbClr val="000000"/>
                </a:solidFill>
              </a:rPr>
              <a:t> business:  </a:t>
            </a:r>
            <a:r>
              <a:rPr lang="fr-FR" sz="1600" b="1" dirty="0">
                <a:solidFill>
                  <a:srgbClr val="000000"/>
                </a:solidFill>
              </a:rPr>
              <a:t>‘I want to become the most famous restaurant in </a:t>
            </a:r>
            <a:r>
              <a:rPr lang="fr-FR" sz="1600" b="1" dirty="0" err="1">
                <a:solidFill>
                  <a:srgbClr val="000000"/>
                </a:solidFill>
              </a:rPr>
              <a:t>my</a:t>
            </a:r>
            <a:r>
              <a:rPr lang="fr-FR" sz="1600" b="1" dirty="0">
                <a:solidFill>
                  <a:srgbClr val="000000"/>
                </a:solidFill>
              </a:rPr>
              <a:t> </a:t>
            </a:r>
            <a:r>
              <a:rPr lang="fr-FR" sz="1600" b="1" dirty="0" err="1">
                <a:solidFill>
                  <a:srgbClr val="000000"/>
                </a:solidFill>
              </a:rPr>
              <a:t>region</a:t>
            </a:r>
            <a:r>
              <a:rPr lang="fr-FR" sz="1600" b="1" dirty="0">
                <a:solidFill>
                  <a:srgbClr val="000000"/>
                </a:solidFill>
              </a:rPr>
              <a:t> ’. </a:t>
            </a:r>
          </a:p>
        </p:txBody>
      </p:sp>
      <p:pic>
        <p:nvPicPr>
          <p:cNvPr id="63" name="Grafik 62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4300"/>
          <a:stretch/>
        </p:blipFill>
        <p:spPr>
          <a:xfrm>
            <a:off x="10323989" y="97193"/>
            <a:ext cx="888152" cy="761143"/>
          </a:xfrm>
          <a:prstGeom prst="rect">
            <a:avLst/>
          </a:prstGeom>
        </p:spPr>
      </p:pic>
      <p:sp>
        <p:nvSpPr>
          <p:cNvPr id="64" name="Google Shape;9647;p65"/>
          <p:cNvSpPr/>
          <p:nvPr/>
        </p:nvSpPr>
        <p:spPr>
          <a:xfrm>
            <a:off x="11267895" y="195241"/>
            <a:ext cx="692965" cy="664023"/>
          </a:xfrm>
          <a:custGeom>
            <a:avLst/>
            <a:gdLst/>
            <a:ahLst/>
            <a:cxnLst/>
            <a:rect l="l" t="t" r="r" b="b"/>
            <a:pathLst>
              <a:path w="11478" h="11413" extrusionOk="0">
                <a:moveTo>
                  <a:pt x="1401" y="515"/>
                </a:moveTo>
                <a:cubicBezTo>
                  <a:pt x="1616" y="515"/>
                  <a:pt x="1834" y="595"/>
                  <a:pt x="2000" y="756"/>
                </a:cubicBezTo>
                <a:lnTo>
                  <a:pt x="2548" y="1304"/>
                </a:lnTo>
                <a:lnTo>
                  <a:pt x="1358" y="2494"/>
                </a:lnTo>
                <a:lnTo>
                  <a:pt x="810" y="1947"/>
                </a:lnTo>
                <a:cubicBezTo>
                  <a:pt x="476" y="1625"/>
                  <a:pt x="476" y="1078"/>
                  <a:pt x="810" y="756"/>
                </a:cubicBezTo>
                <a:cubicBezTo>
                  <a:pt x="971" y="595"/>
                  <a:pt x="1185" y="515"/>
                  <a:pt x="1401" y="515"/>
                </a:cubicBezTo>
                <a:close/>
                <a:moveTo>
                  <a:pt x="2798" y="1566"/>
                </a:moveTo>
                <a:lnTo>
                  <a:pt x="3251" y="2006"/>
                </a:lnTo>
                <a:lnTo>
                  <a:pt x="2655" y="2602"/>
                </a:lnTo>
                <a:lnTo>
                  <a:pt x="2060" y="3197"/>
                </a:lnTo>
                <a:lnTo>
                  <a:pt x="1608" y="2756"/>
                </a:lnTo>
                <a:lnTo>
                  <a:pt x="2798" y="1566"/>
                </a:lnTo>
                <a:close/>
                <a:moveTo>
                  <a:pt x="10132" y="9031"/>
                </a:moveTo>
                <a:lnTo>
                  <a:pt x="10811" y="10757"/>
                </a:lnTo>
                <a:lnTo>
                  <a:pt x="9085" y="10091"/>
                </a:lnTo>
                <a:lnTo>
                  <a:pt x="10132" y="9031"/>
                </a:lnTo>
                <a:close/>
                <a:moveTo>
                  <a:pt x="4036" y="5685"/>
                </a:moveTo>
                <a:lnTo>
                  <a:pt x="5763" y="7412"/>
                </a:lnTo>
                <a:lnTo>
                  <a:pt x="5418" y="7757"/>
                </a:lnTo>
                <a:lnTo>
                  <a:pt x="5001" y="7340"/>
                </a:lnTo>
                <a:cubicBezTo>
                  <a:pt x="4965" y="7299"/>
                  <a:pt x="4920" y="7278"/>
                  <a:pt x="4876" y="7278"/>
                </a:cubicBezTo>
                <a:cubicBezTo>
                  <a:pt x="4831" y="7278"/>
                  <a:pt x="4787" y="7299"/>
                  <a:pt x="4751" y="7340"/>
                </a:cubicBezTo>
                <a:cubicBezTo>
                  <a:pt x="4679" y="7412"/>
                  <a:pt x="4679" y="7519"/>
                  <a:pt x="4751" y="7590"/>
                </a:cubicBezTo>
                <a:lnTo>
                  <a:pt x="5168" y="8007"/>
                </a:lnTo>
                <a:lnTo>
                  <a:pt x="4763" y="8412"/>
                </a:lnTo>
                <a:lnTo>
                  <a:pt x="3822" y="7471"/>
                </a:lnTo>
                <a:cubicBezTo>
                  <a:pt x="3786" y="7436"/>
                  <a:pt x="3742" y="7418"/>
                  <a:pt x="3697" y="7418"/>
                </a:cubicBezTo>
                <a:cubicBezTo>
                  <a:pt x="3652" y="7418"/>
                  <a:pt x="3608" y="7436"/>
                  <a:pt x="3572" y="7471"/>
                </a:cubicBezTo>
                <a:cubicBezTo>
                  <a:pt x="3501" y="7543"/>
                  <a:pt x="3501" y="7650"/>
                  <a:pt x="3572" y="7721"/>
                </a:cubicBezTo>
                <a:lnTo>
                  <a:pt x="4513" y="8662"/>
                </a:lnTo>
                <a:lnTo>
                  <a:pt x="4108" y="9067"/>
                </a:lnTo>
                <a:lnTo>
                  <a:pt x="3691" y="8638"/>
                </a:lnTo>
                <a:cubicBezTo>
                  <a:pt x="3655" y="8602"/>
                  <a:pt x="3611" y="8584"/>
                  <a:pt x="3566" y="8584"/>
                </a:cubicBezTo>
                <a:cubicBezTo>
                  <a:pt x="3521" y="8584"/>
                  <a:pt x="3477" y="8602"/>
                  <a:pt x="3441" y="8638"/>
                </a:cubicBezTo>
                <a:cubicBezTo>
                  <a:pt x="3358" y="8721"/>
                  <a:pt x="3358" y="8817"/>
                  <a:pt x="3441" y="8900"/>
                </a:cubicBezTo>
                <a:lnTo>
                  <a:pt x="3858" y="9317"/>
                </a:lnTo>
                <a:lnTo>
                  <a:pt x="3453" y="9710"/>
                </a:lnTo>
                <a:lnTo>
                  <a:pt x="3036" y="9293"/>
                </a:lnTo>
                <a:cubicBezTo>
                  <a:pt x="3001" y="9257"/>
                  <a:pt x="2956" y="9239"/>
                  <a:pt x="2911" y="9239"/>
                </a:cubicBezTo>
                <a:cubicBezTo>
                  <a:pt x="2867" y="9239"/>
                  <a:pt x="2822" y="9257"/>
                  <a:pt x="2786" y="9293"/>
                </a:cubicBezTo>
                <a:cubicBezTo>
                  <a:pt x="2703" y="9376"/>
                  <a:pt x="2703" y="9471"/>
                  <a:pt x="2786" y="9555"/>
                </a:cubicBezTo>
                <a:lnTo>
                  <a:pt x="3203" y="9972"/>
                </a:lnTo>
                <a:lnTo>
                  <a:pt x="2798" y="10364"/>
                </a:lnTo>
                <a:lnTo>
                  <a:pt x="1858" y="9436"/>
                </a:lnTo>
                <a:cubicBezTo>
                  <a:pt x="1822" y="9394"/>
                  <a:pt x="1777" y="9373"/>
                  <a:pt x="1733" y="9373"/>
                </a:cubicBezTo>
                <a:cubicBezTo>
                  <a:pt x="1688" y="9373"/>
                  <a:pt x="1643" y="9394"/>
                  <a:pt x="1608" y="9436"/>
                </a:cubicBezTo>
                <a:cubicBezTo>
                  <a:pt x="1536" y="9507"/>
                  <a:pt x="1536" y="9614"/>
                  <a:pt x="1608" y="9686"/>
                </a:cubicBezTo>
                <a:lnTo>
                  <a:pt x="2548" y="10626"/>
                </a:lnTo>
                <a:lnTo>
                  <a:pt x="2191" y="10984"/>
                </a:lnTo>
                <a:cubicBezTo>
                  <a:pt x="2155" y="11007"/>
                  <a:pt x="2096" y="11043"/>
                  <a:pt x="2048" y="11043"/>
                </a:cubicBezTo>
                <a:cubicBezTo>
                  <a:pt x="2012" y="11043"/>
                  <a:pt x="1953" y="11019"/>
                  <a:pt x="1917" y="10984"/>
                </a:cubicBezTo>
                <a:lnTo>
                  <a:pt x="465" y="9519"/>
                </a:lnTo>
                <a:cubicBezTo>
                  <a:pt x="381" y="9448"/>
                  <a:pt x="381" y="9329"/>
                  <a:pt x="465" y="9257"/>
                </a:cubicBezTo>
                <a:lnTo>
                  <a:pt x="4036" y="5685"/>
                </a:lnTo>
                <a:close/>
                <a:moveTo>
                  <a:pt x="9428" y="0"/>
                </a:moveTo>
                <a:cubicBezTo>
                  <a:pt x="9290" y="0"/>
                  <a:pt x="9150" y="54"/>
                  <a:pt x="9037" y="161"/>
                </a:cubicBezTo>
                <a:lnTo>
                  <a:pt x="6299" y="2899"/>
                </a:lnTo>
                <a:cubicBezTo>
                  <a:pt x="6227" y="2971"/>
                  <a:pt x="6227" y="3078"/>
                  <a:pt x="6299" y="3149"/>
                </a:cubicBezTo>
                <a:cubicBezTo>
                  <a:pt x="6334" y="3185"/>
                  <a:pt x="6379" y="3203"/>
                  <a:pt x="6424" y="3203"/>
                </a:cubicBezTo>
                <a:cubicBezTo>
                  <a:pt x="6468" y="3203"/>
                  <a:pt x="6513" y="3185"/>
                  <a:pt x="6549" y="3149"/>
                </a:cubicBezTo>
                <a:lnTo>
                  <a:pt x="9287" y="411"/>
                </a:lnTo>
                <a:cubicBezTo>
                  <a:pt x="9323" y="387"/>
                  <a:pt x="9382" y="351"/>
                  <a:pt x="9418" y="351"/>
                </a:cubicBezTo>
                <a:cubicBezTo>
                  <a:pt x="9466" y="351"/>
                  <a:pt x="9525" y="363"/>
                  <a:pt x="9561" y="411"/>
                </a:cubicBezTo>
                <a:lnTo>
                  <a:pt x="11013" y="1875"/>
                </a:lnTo>
                <a:cubicBezTo>
                  <a:pt x="11049" y="1899"/>
                  <a:pt x="11073" y="1959"/>
                  <a:pt x="11073" y="2006"/>
                </a:cubicBezTo>
                <a:cubicBezTo>
                  <a:pt x="11073" y="2054"/>
                  <a:pt x="11061" y="2113"/>
                  <a:pt x="11013" y="2137"/>
                </a:cubicBezTo>
                <a:lnTo>
                  <a:pt x="10656" y="2494"/>
                </a:lnTo>
                <a:lnTo>
                  <a:pt x="9716" y="1554"/>
                </a:lnTo>
                <a:cubicBezTo>
                  <a:pt x="9680" y="1518"/>
                  <a:pt x="9635" y="1500"/>
                  <a:pt x="9591" y="1500"/>
                </a:cubicBezTo>
                <a:cubicBezTo>
                  <a:pt x="9546" y="1500"/>
                  <a:pt x="9501" y="1518"/>
                  <a:pt x="9466" y="1554"/>
                </a:cubicBezTo>
                <a:cubicBezTo>
                  <a:pt x="9394" y="1637"/>
                  <a:pt x="9394" y="1732"/>
                  <a:pt x="9466" y="1816"/>
                </a:cubicBezTo>
                <a:lnTo>
                  <a:pt x="10406" y="2744"/>
                </a:lnTo>
                <a:lnTo>
                  <a:pt x="10001" y="3149"/>
                </a:lnTo>
                <a:lnTo>
                  <a:pt x="9585" y="2733"/>
                </a:lnTo>
                <a:cubicBezTo>
                  <a:pt x="9549" y="2697"/>
                  <a:pt x="9504" y="2679"/>
                  <a:pt x="9460" y="2679"/>
                </a:cubicBezTo>
                <a:cubicBezTo>
                  <a:pt x="9415" y="2679"/>
                  <a:pt x="9370" y="2697"/>
                  <a:pt x="9335" y="2733"/>
                </a:cubicBezTo>
                <a:cubicBezTo>
                  <a:pt x="9263" y="2804"/>
                  <a:pt x="9263" y="2911"/>
                  <a:pt x="9335" y="2983"/>
                </a:cubicBezTo>
                <a:lnTo>
                  <a:pt x="9751" y="3399"/>
                </a:lnTo>
                <a:lnTo>
                  <a:pt x="9347" y="3804"/>
                </a:lnTo>
                <a:lnTo>
                  <a:pt x="8930" y="3387"/>
                </a:lnTo>
                <a:cubicBezTo>
                  <a:pt x="8894" y="3352"/>
                  <a:pt x="8850" y="3334"/>
                  <a:pt x="8805" y="3334"/>
                </a:cubicBezTo>
                <a:cubicBezTo>
                  <a:pt x="8760" y="3334"/>
                  <a:pt x="8716" y="3352"/>
                  <a:pt x="8680" y="3387"/>
                </a:cubicBezTo>
                <a:cubicBezTo>
                  <a:pt x="8597" y="3459"/>
                  <a:pt x="8597" y="3566"/>
                  <a:pt x="8680" y="3637"/>
                </a:cubicBezTo>
                <a:lnTo>
                  <a:pt x="9097" y="4054"/>
                </a:lnTo>
                <a:lnTo>
                  <a:pt x="8692" y="4459"/>
                </a:lnTo>
                <a:lnTo>
                  <a:pt x="7751" y="3518"/>
                </a:lnTo>
                <a:cubicBezTo>
                  <a:pt x="7715" y="3483"/>
                  <a:pt x="7671" y="3465"/>
                  <a:pt x="7626" y="3465"/>
                </a:cubicBezTo>
                <a:cubicBezTo>
                  <a:pt x="7581" y="3465"/>
                  <a:pt x="7537" y="3483"/>
                  <a:pt x="7501" y="3518"/>
                </a:cubicBezTo>
                <a:cubicBezTo>
                  <a:pt x="7430" y="3602"/>
                  <a:pt x="7430" y="3697"/>
                  <a:pt x="7501" y="3780"/>
                </a:cubicBezTo>
                <a:lnTo>
                  <a:pt x="8442" y="4709"/>
                </a:lnTo>
                <a:lnTo>
                  <a:pt x="8037" y="5114"/>
                </a:lnTo>
                <a:lnTo>
                  <a:pt x="7620" y="4697"/>
                </a:lnTo>
                <a:cubicBezTo>
                  <a:pt x="7584" y="4661"/>
                  <a:pt x="7540" y="4644"/>
                  <a:pt x="7495" y="4644"/>
                </a:cubicBezTo>
                <a:cubicBezTo>
                  <a:pt x="7451" y="4644"/>
                  <a:pt x="7406" y="4661"/>
                  <a:pt x="7370" y="4697"/>
                </a:cubicBezTo>
                <a:cubicBezTo>
                  <a:pt x="7287" y="4769"/>
                  <a:pt x="7287" y="4876"/>
                  <a:pt x="7370" y="4947"/>
                </a:cubicBezTo>
                <a:lnTo>
                  <a:pt x="7787" y="5364"/>
                </a:lnTo>
                <a:lnTo>
                  <a:pt x="7442" y="5709"/>
                </a:lnTo>
                <a:lnTo>
                  <a:pt x="5715" y="3983"/>
                </a:lnTo>
                <a:lnTo>
                  <a:pt x="6037" y="3661"/>
                </a:lnTo>
                <a:cubicBezTo>
                  <a:pt x="6120" y="3578"/>
                  <a:pt x="6120" y="3483"/>
                  <a:pt x="6037" y="3399"/>
                </a:cubicBezTo>
                <a:cubicBezTo>
                  <a:pt x="6001" y="3364"/>
                  <a:pt x="5956" y="3346"/>
                  <a:pt x="5912" y="3346"/>
                </a:cubicBezTo>
                <a:cubicBezTo>
                  <a:pt x="5867" y="3346"/>
                  <a:pt x="5822" y="3364"/>
                  <a:pt x="5787" y="3399"/>
                </a:cubicBezTo>
                <a:lnTo>
                  <a:pt x="5465" y="3733"/>
                </a:lnTo>
                <a:lnTo>
                  <a:pt x="2239" y="506"/>
                </a:lnTo>
                <a:cubicBezTo>
                  <a:pt x="2012" y="280"/>
                  <a:pt x="1715" y="161"/>
                  <a:pt x="1381" y="161"/>
                </a:cubicBezTo>
                <a:cubicBezTo>
                  <a:pt x="1072" y="161"/>
                  <a:pt x="762" y="280"/>
                  <a:pt x="536" y="506"/>
                </a:cubicBezTo>
                <a:cubicBezTo>
                  <a:pt x="310" y="732"/>
                  <a:pt x="191" y="1030"/>
                  <a:pt x="191" y="1351"/>
                </a:cubicBezTo>
                <a:cubicBezTo>
                  <a:pt x="191" y="1661"/>
                  <a:pt x="310" y="1971"/>
                  <a:pt x="536" y="2197"/>
                </a:cubicBezTo>
                <a:lnTo>
                  <a:pt x="3774" y="5447"/>
                </a:lnTo>
                <a:lnTo>
                  <a:pt x="203" y="9019"/>
                </a:lnTo>
                <a:cubicBezTo>
                  <a:pt x="0" y="9221"/>
                  <a:pt x="0" y="9567"/>
                  <a:pt x="203" y="9793"/>
                </a:cubicBezTo>
                <a:lnTo>
                  <a:pt x="1667" y="11246"/>
                </a:lnTo>
                <a:cubicBezTo>
                  <a:pt x="1774" y="11353"/>
                  <a:pt x="1905" y="11412"/>
                  <a:pt x="2048" y="11412"/>
                </a:cubicBezTo>
                <a:cubicBezTo>
                  <a:pt x="2203" y="11412"/>
                  <a:pt x="2334" y="11353"/>
                  <a:pt x="2441" y="11246"/>
                </a:cubicBezTo>
                <a:lnTo>
                  <a:pt x="6013" y="7674"/>
                </a:lnTo>
                <a:lnTo>
                  <a:pt x="6263" y="7924"/>
                </a:lnTo>
                <a:cubicBezTo>
                  <a:pt x="6299" y="7965"/>
                  <a:pt x="6343" y="7986"/>
                  <a:pt x="6389" y="7986"/>
                </a:cubicBezTo>
                <a:cubicBezTo>
                  <a:pt x="6436" y="7986"/>
                  <a:pt x="6483" y="7965"/>
                  <a:pt x="6525" y="7924"/>
                </a:cubicBezTo>
                <a:cubicBezTo>
                  <a:pt x="6596" y="7852"/>
                  <a:pt x="6596" y="7745"/>
                  <a:pt x="6525" y="7674"/>
                </a:cubicBezTo>
                <a:lnTo>
                  <a:pt x="6168" y="7316"/>
                </a:lnTo>
                <a:cubicBezTo>
                  <a:pt x="6168" y="7305"/>
                  <a:pt x="6144" y="7305"/>
                  <a:pt x="6132" y="7293"/>
                </a:cubicBezTo>
                <a:lnTo>
                  <a:pt x="6096" y="7257"/>
                </a:lnTo>
                <a:lnTo>
                  <a:pt x="2310" y="3471"/>
                </a:lnTo>
                <a:lnTo>
                  <a:pt x="2786" y="2995"/>
                </a:lnTo>
                <a:lnTo>
                  <a:pt x="3084" y="3292"/>
                </a:lnTo>
                <a:cubicBezTo>
                  <a:pt x="3108" y="3316"/>
                  <a:pt x="3155" y="3328"/>
                  <a:pt x="3203" y="3328"/>
                </a:cubicBezTo>
                <a:cubicBezTo>
                  <a:pt x="3239" y="3328"/>
                  <a:pt x="3286" y="3316"/>
                  <a:pt x="3322" y="3292"/>
                </a:cubicBezTo>
                <a:cubicBezTo>
                  <a:pt x="3393" y="3209"/>
                  <a:pt x="3393" y="3114"/>
                  <a:pt x="3322" y="3030"/>
                </a:cubicBezTo>
                <a:lnTo>
                  <a:pt x="3024" y="2733"/>
                </a:lnTo>
                <a:lnTo>
                  <a:pt x="3501" y="2256"/>
                </a:lnTo>
                <a:lnTo>
                  <a:pt x="5358" y="4126"/>
                </a:lnTo>
                <a:lnTo>
                  <a:pt x="7311" y="6066"/>
                </a:lnTo>
                <a:lnTo>
                  <a:pt x="7323" y="6090"/>
                </a:lnTo>
                <a:lnTo>
                  <a:pt x="7334" y="6102"/>
                </a:lnTo>
                <a:lnTo>
                  <a:pt x="9942" y="8710"/>
                </a:lnTo>
                <a:lnTo>
                  <a:pt x="9466" y="9186"/>
                </a:lnTo>
                <a:lnTo>
                  <a:pt x="6846" y="6554"/>
                </a:lnTo>
                <a:lnTo>
                  <a:pt x="5810" y="5519"/>
                </a:lnTo>
                <a:lnTo>
                  <a:pt x="3965" y="3673"/>
                </a:lnTo>
                <a:cubicBezTo>
                  <a:pt x="3923" y="3637"/>
                  <a:pt x="3879" y="3620"/>
                  <a:pt x="3834" y="3620"/>
                </a:cubicBezTo>
                <a:cubicBezTo>
                  <a:pt x="3789" y="3620"/>
                  <a:pt x="3745" y="3637"/>
                  <a:pt x="3703" y="3673"/>
                </a:cubicBezTo>
                <a:cubicBezTo>
                  <a:pt x="3632" y="3745"/>
                  <a:pt x="3632" y="3852"/>
                  <a:pt x="3703" y="3923"/>
                </a:cubicBezTo>
                <a:lnTo>
                  <a:pt x="9239" y="9460"/>
                </a:lnTo>
                <a:lnTo>
                  <a:pt x="8763" y="9936"/>
                </a:lnTo>
                <a:lnTo>
                  <a:pt x="7096" y="8269"/>
                </a:lnTo>
                <a:cubicBezTo>
                  <a:pt x="7061" y="8233"/>
                  <a:pt x="7016" y="8215"/>
                  <a:pt x="6971" y="8215"/>
                </a:cubicBezTo>
                <a:cubicBezTo>
                  <a:pt x="6927" y="8215"/>
                  <a:pt x="6882" y="8233"/>
                  <a:pt x="6846" y="8269"/>
                </a:cubicBezTo>
                <a:cubicBezTo>
                  <a:pt x="6775" y="8340"/>
                  <a:pt x="6775" y="8448"/>
                  <a:pt x="6846" y="8519"/>
                </a:cubicBezTo>
                <a:lnTo>
                  <a:pt x="8632" y="10305"/>
                </a:lnTo>
                <a:cubicBezTo>
                  <a:pt x="8644" y="10329"/>
                  <a:pt x="8680" y="10341"/>
                  <a:pt x="8692" y="10353"/>
                </a:cubicBezTo>
                <a:lnTo>
                  <a:pt x="10799" y="11174"/>
                </a:lnTo>
                <a:cubicBezTo>
                  <a:pt x="10835" y="11186"/>
                  <a:pt x="10883" y="11186"/>
                  <a:pt x="10906" y="11186"/>
                </a:cubicBezTo>
                <a:cubicBezTo>
                  <a:pt x="10990" y="11186"/>
                  <a:pt x="11061" y="11162"/>
                  <a:pt x="11121" y="11103"/>
                </a:cubicBezTo>
                <a:cubicBezTo>
                  <a:pt x="11192" y="11019"/>
                  <a:pt x="11228" y="10900"/>
                  <a:pt x="11180" y="10805"/>
                </a:cubicBezTo>
                <a:lnTo>
                  <a:pt x="10359" y="8686"/>
                </a:lnTo>
                <a:cubicBezTo>
                  <a:pt x="10347" y="8662"/>
                  <a:pt x="10323" y="8638"/>
                  <a:pt x="10311" y="8626"/>
                </a:cubicBezTo>
                <a:lnTo>
                  <a:pt x="7692" y="6007"/>
                </a:lnTo>
                <a:lnTo>
                  <a:pt x="11264" y="2435"/>
                </a:lnTo>
                <a:cubicBezTo>
                  <a:pt x="11478" y="2185"/>
                  <a:pt x="11478" y="1840"/>
                  <a:pt x="11264" y="1625"/>
                </a:cubicBezTo>
                <a:lnTo>
                  <a:pt x="9811" y="161"/>
                </a:lnTo>
                <a:cubicBezTo>
                  <a:pt x="9704" y="54"/>
                  <a:pt x="9567" y="0"/>
                  <a:pt x="9428" y="0"/>
                </a:cubicBezTo>
                <a:close/>
              </a:path>
            </a:pathLst>
          </a:custGeom>
          <a:solidFill>
            <a:srgbClr val="000000"/>
          </a:solidFill>
          <a:ln w="3175"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62" name="Gruppieren 61"/>
          <p:cNvGrpSpPr/>
          <p:nvPr/>
        </p:nvGrpSpPr>
        <p:grpSpPr>
          <a:xfrm>
            <a:off x="130117" y="162554"/>
            <a:ext cx="972127" cy="802009"/>
            <a:chOff x="97587" y="121915"/>
            <a:chExt cx="729095" cy="601507"/>
          </a:xfrm>
        </p:grpSpPr>
        <p:grpSp>
          <p:nvGrpSpPr>
            <p:cNvPr id="65" name="Gruppieren 64"/>
            <p:cNvGrpSpPr/>
            <p:nvPr/>
          </p:nvGrpSpPr>
          <p:grpSpPr>
            <a:xfrm>
              <a:off x="97587" y="121915"/>
              <a:ext cx="729095" cy="601507"/>
              <a:chOff x="2016744" y="-182666"/>
              <a:chExt cx="5143500" cy="4481945"/>
            </a:xfrm>
          </p:grpSpPr>
          <p:pic>
            <p:nvPicPr>
              <p:cNvPr id="69" name="Grafik 68"/>
              <p:cNvPicPr>
                <a:picLocks noChangeAspect="1"/>
              </p:cNvPicPr>
              <p:nvPr userDrawn="1"/>
            </p:nvPicPr>
            <p:blipFill rotWithShape="1"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2016744" y="-182666"/>
                <a:ext cx="5143500" cy="4481945"/>
              </a:xfrm>
              <a:prstGeom prst="rect">
                <a:avLst/>
              </a:prstGeom>
            </p:spPr>
          </p:pic>
          <p:sp>
            <p:nvSpPr>
              <p:cNvPr id="70" name="Rechteck 69"/>
              <p:cNvSpPr/>
              <p:nvPr userDrawn="1"/>
            </p:nvSpPr>
            <p:spPr>
              <a:xfrm>
                <a:off x="3263729" y="914895"/>
                <a:ext cx="2309427" cy="2781173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dirty="0"/>
              </a:p>
            </p:txBody>
          </p:sp>
        </p:grpSp>
        <p:sp>
          <p:nvSpPr>
            <p:cNvPr id="66" name="Rechteck 65"/>
            <p:cNvSpPr/>
            <p:nvPr/>
          </p:nvSpPr>
          <p:spPr>
            <a:xfrm>
              <a:off x="350038" y="269215"/>
              <a:ext cx="307596" cy="45719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dirty="0"/>
            </a:p>
          </p:txBody>
        </p:sp>
      </p:grpSp>
      <p:sp>
        <p:nvSpPr>
          <p:cNvPr id="71" name="Textfeld 70"/>
          <p:cNvSpPr txBox="1"/>
          <p:nvPr/>
        </p:nvSpPr>
        <p:spPr>
          <a:xfrm>
            <a:off x="333011" y="266937"/>
            <a:ext cx="9385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Poppins" panose="020B0604020202020204" charset="0"/>
                <a:cs typeface="Poppins" panose="020B0604020202020204" charset="0"/>
              </a:rPr>
              <a:t>WS 20 </a:t>
            </a:r>
            <a:endParaRPr lang="en-GB" sz="2400" dirty="0">
              <a:latin typeface="Poppins" panose="020B0604020202020204" charset="0"/>
              <a:cs typeface="Poppins" panose="020B0604020202020204" charset="0"/>
            </a:endParaRPr>
          </a:p>
        </p:txBody>
      </p:sp>
      <p:pic>
        <p:nvPicPr>
          <p:cNvPr id="68" name="Grafik 67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91452" y="2203085"/>
            <a:ext cx="3269408" cy="2801196"/>
          </a:xfrm>
          <a:prstGeom prst="rect">
            <a:avLst/>
          </a:prstGeom>
        </p:spPr>
      </p:pic>
      <p:grpSp>
        <p:nvGrpSpPr>
          <p:cNvPr id="72" name="Google Shape;1537;p34"/>
          <p:cNvGrpSpPr/>
          <p:nvPr/>
        </p:nvGrpSpPr>
        <p:grpSpPr>
          <a:xfrm>
            <a:off x="8505292" y="2833807"/>
            <a:ext cx="1462669" cy="3560532"/>
            <a:chOff x="9447275" y="4222050"/>
            <a:chExt cx="794375" cy="2187450"/>
          </a:xfrm>
        </p:grpSpPr>
        <p:sp>
          <p:nvSpPr>
            <p:cNvPr id="73" name="Google Shape;1538;p34"/>
            <p:cNvSpPr/>
            <p:nvPr/>
          </p:nvSpPr>
          <p:spPr>
            <a:xfrm>
              <a:off x="10012825" y="4694675"/>
              <a:ext cx="209450" cy="394650"/>
            </a:xfrm>
            <a:custGeom>
              <a:avLst/>
              <a:gdLst/>
              <a:ahLst/>
              <a:cxnLst/>
              <a:rect l="l" t="t" r="r" b="b"/>
              <a:pathLst>
                <a:path w="8378" h="15786" extrusionOk="0">
                  <a:moveTo>
                    <a:pt x="3149" y="1"/>
                  </a:moveTo>
                  <a:lnTo>
                    <a:pt x="1" y="10699"/>
                  </a:lnTo>
                  <a:lnTo>
                    <a:pt x="1628" y="15542"/>
                  </a:lnTo>
                  <a:cubicBezTo>
                    <a:pt x="1620" y="15653"/>
                    <a:pt x="2193" y="15786"/>
                    <a:pt x="2984" y="15786"/>
                  </a:cubicBezTo>
                  <a:cubicBezTo>
                    <a:pt x="4451" y="15786"/>
                    <a:pt x="6668" y="15329"/>
                    <a:pt x="7341" y="13432"/>
                  </a:cubicBezTo>
                  <a:cubicBezTo>
                    <a:pt x="8377" y="10510"/>
                    <a:pt x="3149" y="1"/>
                    <a:pt x="3149" y="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4" name="Google Shape;1539;p34"/>
            <p:cNvSpPr/>
            <p:nvPr/>
          </p:nvSpPr>
          <p:spPr>
            <a:xfrm>
              <a:off x="9668000" y="4589700"/>
              <a:ext cx="395000" cy="575775"/>
            </a:xfrm>
            <a:custGeom>
              <a:avLst/>
              <a:gdLst/>
              <a:ahLst/>
              <a:cxnLst/>
              <a:rect l="l" t="t" r="r" b="b"/>
              <a:pathLst>
                <a:path w="15800" h="23031" extrusionOk="0">
                  <a:moveTo>
                    <a:pt x="9733" y="0"/>
                  </a:moveTo>
                  <a:cubicBezTo>
                    <a:pt x="8159" y="0"/>
                    <a:pt x="6068" y="67"/>
                    <a:pt x="6068" y="67"/>
                  </a:cubicBezTo>
                  <a:cubicBezTo>
                    <a:pt x="3185" y="131"/>
                    <a:pt x="708" y="687"/>
                    <a:pt x="708" y="687"/>
                  </a:cubicBezTo>
                  <a:lnTo>
                    <a:pt x="702" y="10761"/>
                  </a:lnTo>
                  <a:lnTo>
                    <a:pt x="2387" y="16522"/>
                  </a:lnTo>
                  <a:lnTo>
                    <a:pt x="1" y="22370"/>
                  </a:lnTo>
                  <a:lnTo>
                    <a:pt x="15164" y="23030"/>
                  </a:lnTo>
                  <a:cubicBezTo>
                    <a:pt x="15164" y="23030"/>
                    <a:pt x="15799" y="16537"/>
                    <a:pt x="15633" y="11062"/>
                  </a:cubicBezTo>
                  <a:cubicBezTo>
                    <a:pt x="15442" y="4748"/>
                    <a:pt x="11987" y="219"/>
                    <a:pt x="11380" y="67"/>
                  </a:cubicBezTo>
                  <a:cubicBezTo>
                    <a:pt x="11178" y="17"/>
                    <a:pt x="10520" y="0"/>
                    <a:pt x="973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5" name="Google Shape;1540;p34"/>
            <p:cNvSpPr/>
            <p:nvPr/>
          </p:nvSpPr>
          <p:spPr>
            <a:xfrm>
              <a:off x="9447275" y="4592475"/>
              <a:ext cx="367950" cy="398800"/>
            </a:xfrm>
            <a:custGeom>
              <a:avLst/>
              <a:gdLst/>
              <a:ahLst/>
              <a:cxnLst/>
              <a:rect l="l" t="t" r="r" b="b"/>
              <a:pathLst>
                <a:path w="14718" h="15952" extrusionOk="0">
                  <a:moveTo>
                    <a:pt x="10743" y="1"/>
                  </a:moveTo>
                  <a:cubicBezTo>
                    <a:pt x="10743" y="1"/>
                    <a:pt x="1" y="3277"/>
                    <a:pt x="9985" y="15951"/>
                  </a:cubicBezTo>
                  <a:cubicBezTo>
                    <a:pt x="9985" y="15951"/>
                    <a:pt x="13224" y="14227"/>
                    <a:pt x="14718" y="12036"/>
                  </a:cubicBezTo>
                  <a:lnTo>
                    <a:pt x="10743" y="1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" name="Google Shape;1541;p34"/>
            <p:cNvSpPr/>
            <p:nvPr/>
          </p:nvSpPr>
          <p:spPr>
            <a:xfrm>
              <a:off x="9998125" y="4589700"/>
              <a:ext cx="147075" cy="355300"/>
            </a:xfrm>
            <a:custGeom>
              <a:avLst/>
              <a:gdLst/>
              <a:ahLst/>
              <a:cxnLst/>
              <a:rect l="l" t="t" r="r" b="b"/>
              <a:pathLst>
                <a:path w="5883" h="14212" extrusionOk="0">
                  <a:moveTo>
                    <a:pt x="0" y="1"/>
                  </a:moveTo>
                  <a:lnTo>
                    <a:pt x="606" y="14211"/>
                  </a:lnTo>
                  <a:lnTo>
                    <a:pt x="5883" y="13938"/>
                  </a:lnTo>
                  <a:cubicBezTo>
                    <a:pt x="5632" y="1775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0" name="Google Shape;1542;p34"/>
            <p:cNvSpPr/>
            <p:nvPr/>
          </p:nvSpPr>
          <p:spPr>
            <a:xfrm>
              <a:off x="9778675" y="6318625"/>
              <a:ext cx="232825" cy="90875"/>
            </a:xfrm>
            <a:custGeom>
              <a:avLst/>
              <a:gdLst/>
              <a:ahLst/>
              <a:cxnLst/>
              <a:rect l="l" t="t" r="r" b="b"/>
              <a:pathLst>
                <a:path w="9313" h="3635" extrusionOk="0">
                  <a:moveTo>
                    <a:pt x="367" y="1"/>
                  </a:moveTo>
                  <a:lnTo>
                    <a:pt x="0" y="3635"/>
                  </a:lnTo>
                  <a:lnTo>
                    <a:pt x="9312" y="3635"/>
                  </a:lnTo>
                  <a:cubicBezTo>
                    <a:pt x="9165" y="2474"/>
                    <a:pt x="8150" y="1817"/>
                    <a:pt x="6004" y="1817"/>
                  </a:cubicBezTo>
                  <a:cubicBezTo>
                    <a:pt x="5950" y="1817"/>
                    <a:pt x="5895" y="1817"/>
                    <a:pt x="5838" y="1818"/>
                  </a:cubicBezTo>
                  <a:lnTo>
                    <a:pt x="6012" y="1"/>
                  </a:lnTo>
                  <a:close/>
                </a:path>
              </a:pathLst>
            </a:custGeom>
            <a:solidFill>
              <a:srgbClr val="CE883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" name="Google Shape;1543;p34"/>
            <p:cNvSpPr/>
            <p:nvPr/>
          </p:nvSpPr>
          <p:spPr>
            <a:xfrm>
              <a:off x="9933200" y="6365525"/>
              <a:ext cx="15275" cy="22450"/>
            </a:xfrm>
            <a:custGeom>
              <a:avLst/>
              <a:gdLst/>
              <a:ahLst/>
              <a:cxnLst/>
              <a:rect l="l" t="t" r="r" b="b"/>
              <a:pathLst>
                <a:path w="611" h="898" extrusionOk="0">
                  <a:moveTo>
                    <a:pt x="570" y="0"/>
                  </a:moveTo>
                  <a:cubicBezTo>
                    <a:pt x="517" y="0"/>
                    <a:pt x="326" y="133"/>
                    <a:pt x="179" y="372"/>
                  </a:cubicBezTo>
                  <a:cubicBezTo>
                    <a:pt x="18" y="635"/>
                    <a:pt x="1" y="891"/>
                    <a:pt x="41" y="897"/>
                  </a:cubicBezTo>
                  <a:cubicBezTo>
                    <a:pt x="41" y="897"/>
                    <a:pt x="42" y="897"/>
                    <a:pt x="43" y="897"/>
                  </a:cubicBezTo>
                  <a:cubicBezTo>
                    <a:pt x="86" y="897"/>
                    <a:pt x="166" y="683"/>
                    <a:pt x="308" y="449"/>
                  </a:cubicBezTo>
                  <a:cubicBezTo>
                    <a:pt x="453" y="209"/>
                    <a:pt x="610" y="38"/>
                    <a:pt x="582" y="5"/>
                  </a:cubicBezTo>
                  <a:cubicBezTo>
                    <a:pt x="580" y="2"/>
                    <a:pt x="576" y="0"/>
                    <a:pt x="570" y="0"/>
                  </a:cubicBezTo>
                  <a:close/>
                </a:path>
              </a:pathLst>
            </a:custGeom>
            <a:solidFill>
              <a:srgbClr val="EBEC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" name="Google Shape;1544;p34"/>
            <p:cNvSpPr/>
            <p:nvPr/>
          </p:nvSpPr>
          <p:spPr>
            <a:xfrm>
              <a:off x="9908750" y="6362475"/>
              <a:ext cx="17000" cy="21100"/>
            </a:xfrm>
            <a:custGeom>
              <a:avLst/>
              <a:gdLst/>
              <a:ahLst/>
              <a:cxnLst/>
              <a:rect l="l" t="t" r="r" b="b"/>
              <a:pathLst>
                <a:path w="680" h="844" extrusionOk="0">
                  <a:moveTo>
                    <a:pt x="640" y="0"/>
                  </a:moveTo>
                  <a:cubicBezTo>
                    <a:pt x="579" y="0"/>
                    <a:pt x="376" y="107"/>
                    <a:pt x="215" y="326"/>
                  </a:cubicBezTo>
                  <a:cubicBezTo>
                    <a:pt x="28" y="577"/>
                    <a:pt x="0" y="837"/>
                    <a:pt x="40" y="843"/>
                  </a:cubicBezTo>
                  <a:cubicBezTo>
                    <a:pt x="41" y="844"/>
                    <a:pt x="42" y="844"/>
                    <a:pt x="43" y="844"/>
                  </a:cubicBezTo>
                  <a:cubicBezTo>
                    <a:pt x="87" y="844"/>
                    <a:pt x="173" y="634"/>
                    <a:pt x="336" y="416"/>
                  </a:cubicBezTo>
                  <a:cubicBezTo>
                    <a:pt x="500" y="190"/>
                    <a:pt x="680" y="44"/>
                    <a:pt x="657" y="7"/>
                  </a:cubicBezTo>
                  <a:cubicBezTo>
                    <a:pt x="654" y="3"/>
                    <a:pt x="648" y="0"/>
                    <a:pt x="640" y="0"/>
                  </a:cubicBezTo>
                  <a:close/>
                </a:path>
              </a:pathLst>
            </a:custGeom>
            <a:solidFill>
              <a:srgbClr val="EBEC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3" name="Google Shape;1545;p34"/>
            <p:cNvSpPr/>
            <p:nvPr/>
          </p:nvSpPr>
          <p:spPr>
            <a:xfrm>
              <a:off x="9891925" y="6350300"/>
              <a:ext cx="31975" cy="8200"/>
            </a:xfrm>
            <a:custGeom>
              <a:avLst/>
              <a:gdLst/>
              <a:ahLst/>
              <a:cxnLst/>
              <a:rect l="l" t="t" r="r" b="b"/>
              <a:pathLst>
                <a:path w="1279" h="328" extrusionOk="0">
                  <a:moveTo>
                    <a:pt x="795" y="0"/>
                  </a:moveTo>
                  <a:cubicBezTo>
                    <a:pt x="738" y="0"/>
                    <a:pt x="677" y="4"/>
                    <a:pt x="613" y="14"/>
                  </a:cubicBezTo>
                  <a:cubicBezTo>
                    <a:pt x="233" y="70"/>
                    <a:pt x="0" y="294"/>
                    <a:pt x="28" y="322"/>
                  </a:cubicBezTo>
                  <a:cubicBezTo>
                    <a:pt x="31" y="326"/>
                    <a:pt x="36" y="328"/>
                    <a:pt x="44" y="328"/>
                  </a:cubicBezTo>
                  <a:cubicBezTo>
                    <a:pt x="107" y="328"/>
                    <a:pt x="336" y="207"/>
                    <a:pt x="635" y="163"/>
                  </a:cubicBezTo>
                  <a:cubicBezTo>
                    <a:pt x="743" y="146"/>
                    <a:pt x="845" y="141"/>
                    <a:pt x="933" y="141"/>
                  </a:cubicBezTo>
                  <a:cubicBezTo>
                    <a:pt x="1047" y="141"/>
                    <a:pt x="1140" y="149"/>
                    <a:pt x="1198" y="149"/>
                  </a:cubicBezTo>
                  <a:cubicBezTo>
                    <a:pt x="1237" y="149"/>
                    <a:pt x="1260" y="146"/>
                    <a:pt x="1264" y="134"/>
                  </a:cubicBezTo>
                  <a:cubicBezTo>
                    <a:pt x="1279" y="106"/>
                    <a:pt x="1080" y="0"/>
                    <a:pt x="795" y="0"/>
                  </a:cubicBezTo>
                  <a:close/>
                </a:path>
              </a:pathLst>
            </a:custGeom>
            <a:solidFill>
              <a:srgbClr val="EBEC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4" name="Google Shape;1546;p34"/>
            <p:cNvSpPr/>
            <p:nvPr/>
          </p:nvSpPr>
          <p:spPr>
            <a:xfrm>
              <a:off x="9782750" y="6396525"/>
              <a:ext cx="224225" cy="3800"/>
            </a:xfrm>
            <a:custGeom>
              <a:avLst/>
              <a:gdLst/>
              <a:ahLst/>
              <a:cxnLst/>
              <a:rect l="l" t="t" r="r" b="b"/>
              <a:pathLst>
                <a:path w="8969" h="152" extrusionOk="0">
                  <a:moveTo>
                    <a:pt x="4484" y="0"/>
                  </a:moveTo>
                  <a:cubicBezTo>
                    <a:pt x="2008" y="0"/>
                    <a:pt x="1" y="33"/>
                    <a:pt x="1" y="76"/>
                  </a:cubicBezTo>
                  <a:cubicBezTo>
                    <a:pt x="1" y="117"/>
                    <a:pt x="2007" y="151"/>
                    <a:pt x="4484" y="151"/>
                  </a:cubicBezTo>
                  <a:cubicBezTo>
                    <a:pt x="6960" y="151"/>
                    <a:pt x="8968" y="118"/>
                    <a:pt x="8968" y="76"/>
                  </a:cubicBezTo>
                  <a:cubicBezTo>
                    <a:pt x="8968" y="33"/>
                    <a:pt x="6960" y="0"/>
                    <a:pt x="4484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5" name="Google Shape;1547;p34"/>
            <p:cNvSpPr/>
            <p:nvPr/>
          </p:nvSpPr>
          <p:spPr>
            <a:xfrm>
              <a:off x="9781725" y="6350750"/>
              <a:ext cx="76825" cy="48225"/>
            </a:xfrm>
            <a:custGeom>
              <a:avLst/>
              <a:gdLst/>
              <a:ahLst/>
              <a:cxnLst/>
              <a:rect l="l" t="t" r="r" b="b"/>
              <a:pathLst>
                <a:path w="3073" h="1929" extrusionOk="0">
                  <a:moveTo>
                    <a:pt x="331" y="0"/>
                  </a:moveTo>
                  <a:cubicBezTo>
                    <a:pt x="122" y="0"/>
                    <a:pt x="1" y="28"/>
                    <a:pt x="2" y="40"/>
                  </a:cubicBezTo>
                  <a:cubicBezTo>
                    <a:pt x="3" y="66"/>
                    <a:pt x="217" y="62"/>
                    <a:pt x="551" y="117"/>
                  </a:cubicBezTo>
                  <a:cubicBezTo>
                    <a:pt x="886" y="173"/>
                    <a:pt x="1338" y="312"/>
                    <a:pt x="1777" y="583"/>
                  </a:cubicBezTo>
                  <a:cubicBezTo>
                    <a:pt x="2216" y="855"/>
                    <a:pt x="2541" y="1197"/>
                    <a:pt x="2742" y="1471"/>
                  </a:cubicBezTo>
                  <a:cubicBezTo>
                    <a:pt x="2938" y="1737"/>
                    <a:pt x="3029" y="1928"/>
                    <a:pt x="3056" y="1928"/>
                  </a:cubicBezTo>
                  <a:cubicBezTo>
                    <a:pt x="3056" y="1928"/>
                    <a:pt x="3057" y="1928"/>
                    <a:pt x="3058" y="1928"/>
                  </a:cubicBezTo>
                  <a:cubicBezTo>
                    <a:pt x="3072" y="1922"/>
                    <a:pt x="3017" y="1710"/>
                    <a:pt x="2831" y="1410"/>
                  </a:cubicBezTo>
                  <a:cubicBezTo>
                    <a:pt x="2648" y="1111"/>
                    <a:pt x="2317" y="737"/>
                    <a:pt x="1857" y="454"/>
                  </a:cubicBezTo>
                  <a:cubicBezTo>
                    <a:pt x="1397" y="171"/>
                    <a:pt x="917" y="43"/>
                    <a:pt x="566" y="11"/>
                  </a:cubicBezTo>
                  <a:cubicBezTo>
                    <a:pt x="478" y="3"/>
                    <a:pt x="400" y="0"/>
                    <a:pt x="331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6" name="Google Shape;1548;p34"/>
            <p:cNvSpPr/>
            <p:nvPr/>
          </p:nvSpPr>
          <p:spPr>
            <a:xfrm>
              <a:off x="9799825" y="6320075"/>
              <a:ext cx="9250" cy="33325"/>
            </a:xfrm>
            <a:custGeom>
              <a:avLst/>
              <a:gdLst/>
              <a:ahLst/>
              <a:cxnLst/>
              <a:rect l="l" t="t" r="r" b="b"/>
              <a:pathLst>
                <a:path w="370" h="1333" extrusionOk="0">
                  <a:moveTo>
                    <a:pt x="321" y="1"/>
                  </a:moveTo>
                  <a:cubicBezTo>
                    <a:pt x="279" y="1"/>
                    <a:pt x="218" y="296"/>
                    <a:pt x="142" y="658"/>
                  </a:cubicBezTo>
                  <a:cubicBezTo>
                    <a:pt x="66" y="1021"/>
                    <a:pt x="1" y="1318"/>
                    <a:pt x="42" y="1332"/>
                  </a:cubicBezTo>
                  <a:cubicBezTo>
                    <a:pt x="42" y="1333"/>
                    <a:pt x="43" y="1333"/>
                    <a:pt x="44" y="1333"/>
                  </a:cubicBezTo>
                  <a:cubicBezTo>
                    <a:pt x="86" y="1333"/>
                    <a:pt x="212" y="1054"/>
                    <a:pt x="290" y="689"/>
                  </a:cubicBezTo>
                  <a:cubicBezTo>
                    <a:pt x="369" y="316"/>
                    <a:pt x="364" y="5"/>
                    <a:pt x="321" y="1"/>
                  </a:cubicBezTo>
                  <a:cubicBezTo>
                    <a:pt x="321" y="1"/>
                    <a:pt x="321" y="1"/>
                    <a:pt x="32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7" name="Google Shape;1549;p34"/>
            <p:cNvSpPr/>
            <p:nvPr/>
          </p:nvSpPr>
          <p:spPr>
            <a:xfrm>
              <a:off x="9954425" y="6370600"/>
              <a:ext cx="22000" cy="27750"/>
            </a:xfrm>
            <a:custGeom>
              <a:avLst/>
              <a:gdLst/>
              <a:ahLst/>
              <a:cxnLst/>
              <a:rect l="l" t="t" r="r" b="b"/>
              <a:pathLst>
                <a:path w="880" h="1110" extrusionOk="0">
                  <a:moveTo>
                    <a:pt x="812" y="1"/>
                  </a:moveTo>
                  <a:cubicBezTo>
                    <a:pt x="771" y="1"/>
                    <a:pt x="711" y="9"/>
                    <a:pt x="637" y="32"/>
                  </a:cubicBezTo>
                  <a:cubicBezTo>
                    <a:pt x="502" y="75"/>
                    <a:pt x="322" y="181"/>
                    <a:pt x="189" y="360"/>
                  </a:cubicBezTo>
                  <a:cubicBezTo>
                    <a:pt x="54" y="540"/>
                    <a:pt x="7" y="741"/>
                    <a:pt x="3" y="885"/>
                  </a:cubicBezTo>
                  <a:cubicBezTo>
                    <a:pt x="0" y="1025"/>
                    <a:pt x="33" y="1109"/>
                    <a:pt x="52" y="1109"/>
                  </a:cubicBezTo>
                  <a:cubicBezTo>
                    <a:pt x="53" y="1109"/>
                    <a:pt x="53" y="1109"/>
                    <a:pt x="53" y="1109"/>
                  </a:cubicBezTo>
                  <a:cubicBezTo>
                    <a:pt x="97" y="1109"/>
                    <a:pt x="76" y="763"/>
                    <a:pt x="310" y="451"/>
                  </a:cubicBezTo>
                  <a:cubicBezTo>
                    <a:pt x="542" y="136"/>
                    <a:pt x="880" y="58"/>
                    <a:pt x="867" y="15"/>
                  </a:cubicBezTo>
                  <a:cubicBezTo>
                    <a:pt x="866" y="7"/>
                    <a:pt x="846" y="1"/>
                    <a:pt x="812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8" name="Google Shape;1550;p34"/>
            <p:cNvSpPr/>
            <p:nvPr/>
          </p:nvSpPr>
          <p:spPr>
            <a:xfrm>
              <a:off x="9601975" y="6318625"/>
              <a:ext cx="232825" cy="90875"/>
            </a:xfrm>
            <a:custGeom>
              <a:avLst/>
              <a:gdLst/>
              <a:ahLst/>
              <a:cxnLst/>
              <a:rect l="l" t="t" r="r" b="b"/>
              <a:pathLst>
                <a:path w="9313" h="3635" extrusionOk="0">
                  <a:moveTo>
                    <a:pt x="367" y="1"/>
                  </a:moveTo>
                  <a:lnTo>
                    <a:pt x="1" y="3635"/>
                  </a:lnTo>
                  <a:lnTo>
                    <a:pt x="9313" y="3635"/>
                  </a:lnTo>
                  <a:cubicBezTo>
                    <a:pt x="9165" y="2474"/>
                    <a:pt x="8150" y="1817"/>
                    <a:pt x="6005" y="1817"/>
                  </a:cubicBezTo>
                  <a:cubicBezTo>
                    <a:pt x="5950" y="1817"/>
                    <a:pt x="5895" y="1817"/>
                    <a:pt x="5839" y="1818"/>
                  </a:cubicBezTo>
                  <a:lnTo>
                    <a:pt x="6012" y="1"/>
                  </a:lnTo>
                  <a:close/>
                </a:path>
              </a:pathLst>
            </a:custGeom>
            <a:solidFill>
              <a:srgbClr val="B7712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9" name="Google Shape;1551;p34"/>
            <p:cNvSpPr/>
            <p:nvPr/>
          </p:nvSpPr>
          <p:spPr>
            <a:xfrm>
              <a:off x="9756525" y="6365525"/>
              <a:ext cx="15250" cy="22450"/>
            </a:xfrm>
            <a:custGeom>
              <a:avLst/>
              <a:gdLst/>
              <a:ahLst/>
              <a:cxnLst/>
              <a:rect l="l" t="t" r="r" b="b"/>
              <a:pathLst>
                <a:path w="610" h="898" extrusionOk="0">
                  <a:moveTo>
                    <a:pt x="570" y="0"/>
                  </a:moveTo>
                  <a:cubicBezTo>
                    <a:pt x="517" y="0"/>
                    <a:pt x="325" y="133"/>
                    <a:pt x="179" y="372"/>
                  </a:cubicBezTo>
                  <a:cubicBezTo>
                    <a:pt x="18" y="635"/>
                    <a:pt x="0" y="891"/>
                    <a:pt x="40" y="897"/>
                  </a:cubicBezTo>
                  <a:cubicBezTo>
                    <a:pt x="41" y="897"/>
                    <a:pt x="42" y="897"/>
                    <a:pt x="43" y="897"/>
                  </a:cubicBezTo>
                  <a:cubicBezTo>
                    <a:pt x="86" y="897"/>
                    <a:pt x="165" y="683"/>
                    <a:pt x="308" y="449"/>
                  </a:cubicBezTo>
                  <a:cubicBezTo>
                    <a:pt x="452" y="209"/>
                    <a:pt x="610" y="38"/>
                    <a:pt x="582" y="5"/>
                  </a:cubicBezTo>
                  <a:cubicBezTo>
                    <a:pt x="580" y="2"/>
                    <a:pt x="576" y="0"/>
                    <a:pt x="570" y="0"/>
                  </a:cubicBezTo>
                  <a:close/>
                </a:path>
              </a:pathLst>
            </a:custGeom>
            <a:solidFill>
              <a:srgbClr val="EBEC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0" name="Google Shape;1552;p34"/>
            <p:cNvSpPr/>
            <p:nvPr/>
          </p:nvSpPr>
          <p:spPr>
            <a:xfrm>
              <a:off x="9732075" y="6362475"/>
              <a:ext cx="17000" cy="21100"/>
            </a:xfrm>
            <a:custGeom>
              <a:avLst/>
              <a:gdLst/>
              <a:ahLst/>
              <a:cxnLst/>
              <a:rect l="l" t="t" r="r" b="b"/>
              <a:pathLst>
                <a:path w="680" h="844" extrusionOk="0">
                  <a:moveTo>
                    <a:pt x="639" y="0"/>
                  </a:moveTo>
                  <a:cubicBezTo>
                    <a:pt x="578" y="0"/>
                    <a:pt x="376" y="107"/>
                    <a:pt x="214" y="326"/>
                  </a:cubicBezTo>
                  <a:cubicBezTo>
                    <a:pt x="27" y="577"/>
                    <a:pt x="1" y="837"/>
                    <a:pt x="40" y="843"/>
                  </a:cubicBezTo>
                  <a:cubicBezTo>
                    <a:pt x="41" y="844"/>
                    <a:pt x="42" y="844"/>
                    <a:pt x="43" y="844"/>
                  </a:cubicBezTo>
                  <a:cubicBezTo>
                    <a:pt x="86" y="844"/>
                    <a:pt x="173" y="634"/>
                    <a:pt x="335" y="416"/>
                  </a:cubicBezTo>
                  <a:cubicBezTo>
                    <a:pt x="499" y="190"/>
                    <a:pt x="679" y="44"/>
                    <a:pt x="656" y="7"/>
                  </a:cubicBezTo>
                  <a:cubicBezTo>
                    <a:pt x="654" y="3"/>
                    <a:pt x="648" y="0"/>
                    <a:pt x="639" y="0"/>
                  </a:cubicBezTo>
                  <a:close/>
                </a:path>
              </a:pathLst>
            </a:custGeom>
            <a:solidFill>
              <a:srgbClr val="EBEC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1" name="Google Shape;1553;p34"/>
            <p:cNvSpPr/>
            <p:nvPr/>
          </p:nvSpPr>
          <p:spPr>
            <a:xfrm>
              <a:off x="9715225" y="6350300"/>
              <a:ext cx="32000" cy="8200"/>
            </a:xfrm>
            <a:custGeom>
              <a:avLst/>
              <a:gdLst/>
              <a:ahLst/>
              <a:cxnLst/>
              <a:rect l="l" t="t" r="r" b="b"/>
              <a:pathLst>
                <a:path w="1280" h="328" extrusionOk="0">
                  <a:moveTo>
                    <a:pt x="796" y="0"/>
                  </a:moveTo>
                  <a:cubicBezTo>
                    <a:pt x="738" y="0"/>
                    <a:pt x="677" y="4"/>
                    <a:pt x="614" y="14"/>
                  </a:cubicBezTo>
                  <a:cubicBezTo>
                    <a:pt x="234" y="70"/>
                    <a:pt x="1" y="294"/>
                    <a:pt x="28" y="322"/>
                  </a:cubicBezTo>
                  <a:cubicBezTo>
                    <a:pt x="31" y="326"/>
                    <a:pt x="37" y="328"/>
                    <a:pt x="44" y="328"/>
                  </a:cubicBezTo>
                  <a:cubicBezTo>
                    <a:pt x="109" y="328"/>
                    <a:pt x="336" y="207"/>
                    <a:pt x="636" y="163"/>
                  </a:cubicBezTo>
                  <a:cubicBezTo>
                    <a:pt x="743" y="146"/>
                    <a:pt x="845" y="141"/>
                    <a:pt x="934" y="141"/>
                  </a:cubicBezTo>
                  <a:cubicBezTo>
                    <a:pt x="1048" y="141"/>
                    <a:pt x="1141" y="149"/>
                    <a:pt x="1199" y="149"/>
                  </a:cubicBezTo>
                  <a:cubicBezTo>
                    <a:pt x="1237" y="149"/>
                    <a:pt x="1261" y="146"/>
                    <a:pt x="1264" y="134"/>
                  </a:cubicBezTo>
                  <a:cubicBezTo>
                    <a:pt x="1279" y="106"/>
                    <a:pt x="1081" y="0"/>
                    <a:pt x="796" y="0"/>
                  </a:cubicBezTo>
                  <a:close/>
                </a:path>
              </a:pathLst>
            </a:custGeom>
            <a:solidFill>
              <a:srgbClr val="EBEC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2" name="Google Shape;1554;p34"/>
            <p:cNvSpPr/>
            <p:nvPr/>
          </p:nvSpPr>
          <p:spPr>
            <a:xfrm>
              <a:off x="9606075" y="6396525"/>
              <a:ext cx="224200" cy="3800"/>
            </a:xfrm>
            <a:custGeom>
              <a:avLst/>
              <a:gdLst/>
              <a:ahLst/>
              <a:cxnLst/>
              <a:rect l="l" t="t" r="r" b="b"/>
              <a:pathLst>
                <a:path w="8968" h="152" extrusionOk="0">
                  <a:moveTo>
                    <a:pt x="4484" y="0"/>
                  </a:moveTo>
                  <a:cubicBezTo>
                    <a:pt x="2008" y="0"/>
                    <a:pt x="0" y="33"/>
                    <a:pt x="0" y="76"/>
                  </a:cubicBezTo>
                  <a:cubicBezTo>
                    <a:pt x="0" y="117"/>
                    <a:pt x="2007" y="151"/>
                    <a:pt x="4484" y="151"/>
                  </a:cubicBezTo>
                  <a:cubicBezTo>
                    <a:pt x="6961" y="151"/>
                    <a:pt x="8968" y="118"/>
                    <a:pt x="8968" y="76"/>
                  </a:cubicBezTo>
                  <a:cubicBezTo>
                    <a:pt x="8968" y="33"/>
                    <a:pt x="6960" y="0"/>
                    <a:pt x="4484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3" name="Google Shape;1555;p34"/>
            <p:cNvSpPr/>
            <p:nvPr/>
          </p:nvSpPr>
          <p:spPr>
            <a:xfrm>
              <a:off x="9605050" y="6350750"/>
              <a:ext cx="76825" cy="48225"/>
            </a:xfrm>
            <a:custGeom>
              <a:avLst/>
              <a:gdLst/>
              <a:ahLst/>
              <a:cxnLst/>
              <a:rect l="l" t="t" r="r" b="b"/>
              <a:pathLst>
                <a:path w="3073" h="1929" extrusionOk="0">
                  <a:moveTo>
                    <a:pt x="330" y="0"/>
                  </a:moveTo>
                  <a:cubicBezTo>
                    <a:pt x="121" y="0"/>
                    <a:pt x="0" y="28"/>
                    <a:pt x="2" y="40"/>
                  </a:cubicBezTo>
                  <a:cubicBezTo>
                    <a:pt x="3" y="66"/>
                    <a:pt x="218" y="62"/>
                    <a:pt x="552" y="117"/>
                  </a:cubicBezTo>
                  <a:cubicBezTo>
                    <a:pt x="885" y="173"/>
                    <a:pt x="1338" y="312"/>
                    <a:pt x="1778" y="583"/>
                  </a:cubicBezTo>
                  <a:cubicBezTo>
                    <a:pt x="2217" y="855"/>
                    <a:pt x="2542" y="1197"/>
                    <a:pt x="2743" y="1471"/>
                  </a:cubicBezTo>
                  <a:cubicBezTo>
                    <a:pt x="2938" y="1737"/>
                    <a:pt x="3030" y="1928"/>
                    <a:pt x="3056" y="1928"/>
                  </a:cubicBezTo>
                  <a:cubicBezTo>
                    <a:pt x="3057" y="1928"/>
                    <a:pt x="3058" y="1928"/>
                    <a:pt x="3058" y="1928"/>
                  </a:cubicBezTo>
                  <a:cubicBezTo>
                    <a:pt x="3073" y="1922"/>
                    <a:pt x="3016" y="1710"/>
                    <a:pt x="2832" y="1410"/>
                  </a:cubicBezTo>
                  <a:cubicBezTo>
                    <a:pt x="2649" y="1111"/>
                    <a:pt x="2318" y="737"/>
                    <a:pt x="1858" y="454"/>
                  </a:cubicBezTo>
                  <a:cubicBezTo>
                    <a:pt x="1397" y="171"/>
                    <a:pt x="917" y="43"/>
                    <a:pt x="566" y="11"/>
                  </a:cubicBezTo>
                  <a:cubicBezTo>
                    <a:pt x="479" y="3"/>
                    <a:pt x="400" y="0"/>
                    <a:pt x="330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4" name="Google Shape;1556;p34"/>
            <p:cNvSpPr/>
            <p:nvPr/>
          </p:nvSpPr>
          <p:spPr>
            <a:xfrm>
              <a:off x="9623175" y="6320075"/>
              <a:ext cx="9200" cy="33325"/>
            </a:xfrm>
            <a:custGeom>
              <a:avLst/>
              <a:gdLst/>
              <a:ahLst/>
              <a:cxnLst/>
              <a:rect l="l" t="t" r="r" b="b"/>
              <a:pathLst>
                <a:path w="368" h="1333" extrusionOk="0">
                  <a:moveTo>
                    <a:pt x="319" y="1"/>
                  </a:moveTo>
                  <a:cubicBezTo>
                    <a:pt x="277" y="1"/>
                    <a:pt x="216" y="296"/>
                    <a:pt x="140" y="658"/>
                  </a:cubicBezTo>
                  <a:cubicBezTo>
                    <a:pt x="65" y="1021"/>
                    <a:pt x="0" y="1318"/>
                    <a:pt x="40" y="1332"/>
                  </a:cubicBezTo>
                  <a:cubicBezTo>
                    <a:pt x="41" y="1333"/>
                    <a:pt x="42" y="1333"/>
                    <a:pt x="43" y="1333"/>
                  </a:cubicBezTo>
                  <a:cubicBezTo>
                    <a:pt x="85" y="1333"/>
                    <a:pt x="212" y="1054"/>
                    <a:pt x="289" y="689"/>
                  </a:cubicBezTo>
                  <a:cubicBezTo>
                    <a:pt x="368" y="316"/>
                    <a:pt x="362" y="5"/>
                    <a:pt x="320" y="1"/>
                  </a:cubicBezTo>
                  <a:cubicBezTo>
                    <a:pt x="320" y="1"/>
                    <a:pt x="319" y="1"/>
                    <a:pt x="31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5" name="Google Shape;1557;p34"/>
            <p:cNvSpPr/>
            <p:nvPr/>
          </p:nvSpPr>
          <p:spPr>
            <a:xfrm>
              <a:off x="9777750" y="6370600"/>
              <a:ext cx="22000" cy="27750"/>
            </a:xfrm>
            <a:custGeom>
              <a:avLst/>
              <a:gdLst/>
              <a:ahLst/>
              <a:cxnLst/>
              <a:rect l="l" t="t" r="r" b="b"/>
              <a:pathLst>
                <a:path w="880" h="1110" extrusionOk="0">
                  <a:moveTo>
                    <a:pt x="812" y="1"/>
                  </a:moveTo>
                  <a:cubicBezTo>
                    <a:pt x="771" y="1"/>
                    <a:pt x="710" y="9"/>
                    <a:pt x="637" y="32"/>
                  </a:cubicBezTo>
                  <a:cubicBezTo>
                    <a:pt x="501" y="75"/>
                    <a:pt x="322" y="181"/>
                    <a:pt x="188" y="360"/>
                  </a:cubicBezTo>
                  <a:cubicBezTo>
                    <a:pt x="54" y="540"/>
                    <a:pt x="6" y="741"/>
                    <a:pt x="3" y="885"/>
                  </a:cubicBezTo>
                  <a:cubicBezTo>
                    <a:pt x="1" y="1025"/>
                    <a:pt x="33" y="1109"/>
                    <a:pt x="52" y="1109"/>
                  </a:cubicBezTo>
                  <a:cubicBezTo>
                    <a:pt x="52" y="1109"/>
                    <a:pt x="52" y="1109"/>
                    <a:pt x="53" y="1109"/>
                  </a:cubicBezTo>
                  <a:cubicBezTo>
                    <a:pt x="96" y="1109"/>
                    <a:pt x="75" y="763"/>
                    <a:pt x="309" y="451"/>
                  </a:cubicBezTo>
                  <a:cubicBezTo>
                    <a:pt x="541" y="136"/>
                    <a:pt x="879" y="58"/>
                    <a:pt x="867" y="15"/>
                  </a:cubicBezTo>
                  <a:cubicBezTo>
                    <a:pt x="866" y="7"/>
                    <a:pt x="846" y="1"/>
                    <a:pt x="812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6" name="Google Shape;1558;p34"/>
            <p:cNvSpPr/>
            <p:nvPr/>
          </p:nvSpPr>
          <p:spPr>
            <a:xfrm>
              <a:off x="9695125" y="4579025"/>
              <a:ext cx="337200" cy="231325"/>
            </a:xfrm>
            <a:custGeom>
              <a:avLst/>
              <a:gdLst/>
              <a:ahLst/>
              <a:cxnLst/>
              <a:rect l="l" t="t" r="r" b="b"/>
              <a:pathLst>
                <a:path w="13488" h="9253" extrusionOk="0">
                  <a:moveTo>
                    <a:pt x="8391" y="1"/>
                  </a:moveTo>
                  <a:cubicBezTo>
                    <a:pt x="5579" y="1"/>
                    <a:pt x="1324" y="205"/>
                    <a:pt x="238" y="713"/>
                  </a:cubicBezTo>
                  <a:cubicBezTo>
                    <a:pt x="0" y="824"/>
                    <a:pt x="7389" y="9253"/>
                    <a:pt x="8178" y="9253"/>
                  </a:cubicBezTo>
                  <a:cubicBezTo>
                    <a:pt x="8202" y="9253"/>
                    <a:pt x="8221" y="9244"/>
                    <a:pt x="8232" y="9228"/>
                  </a:cubicBezTo>
                  <a:cubicBezTo>
                    <a:pt x="8608" y="8668"/>
                    <a:pt x="13487" y="1276"/>
                    <a:pt x="13487" y="1276"/>
                  </a:cubicBezTo>
                  <a:cubicBezTo>
                    <a:pt x="13487" y="1276"/>
                    <a:pt x="12272" y="103"/>
                    <a:pt x="9746" y="20"/>
                  </a:cubicBezTo>
                  <a:cubicBezTo>
                    <a:pt x="9359" y="7"/>
                    <a:pt x="8899" y="1"/>
                    <a:pt x="8391" y="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7" name="Google Shape;1559;p34"/>
            <p:cNvSpPr/>
            <p:nvPr/>
          </p:nvSpPr>
          <p:spPr>
            <a:xfrm>
              <a:off x="9577100" y="5148950"/>
              <a:ext cx="474050" cy="1178575"/>
            </a:xfrm>
            <a:custGeom>
              <a:avLst/>
              <a:gdLst/>
              <a:ahLst/>
              <a:cxnLst/>
              <a:rect l="l" t="t" r="r" b="b"/>
              <a:pathLst>
                <a:path w="18962" h="47143" extrusionOk="0">
                  <a:moveTo>
                    <a:pt x="3637" y="0"/>
                  </a:moveTo>
                  <a:lnTo>
                    <a:pt x="1" y="47142"/>
                  </a:lnTo>
                  <a:lnTo>
                    <a:pt x="16373" y="47142"/>
                  </a:lnTo>
                  <a:lnTo>
                    <a:pt x="1896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8" name="Google Shape;1560;p34"/>
            <p:cNvSpPr/>
            <p:nvPr/>
          </p:nvSpPr>
          <p:spPr>
            <a:xfrm>
              <a:off x="9792400" y="5295475"/>
              <a:ext cx="79225" cy="1035200"/>
            </a:xfrm>
            <a:custGeom>
              <a:avLst/>
              <a:gdLst/>
              <a:ahLst/>
              <a:cxnLst/>
              <a:rect l="l" t="t" r="r" b="b"/>
              <a:pathLst>
                <a:path w="3169" h="41408" extrusionOk="0">
                  <a:moveTo>
                    <a:pt x="3165" y="1"/>
                  </a:moveTo>
                  <a:cubicBezTo>
                    <a:pt x="3163" y="1"/>
                    <a:pt x="3158" y="36"/>
                    <a:pt x="3153" y="108"/>
                  </a:cubicBezTo>
                  <a:cubicBezTo>
                    <a:pt x="3148" y="186"/>
                    <a:pt x="3142" y="291"/>
                    <a:pt x="3133" y="422"/>
                  </a:cubicBezTo>
                  <a:cubicBezTo>
                    <a:pt x="3118" y="707"/>
                    <a:pt x="3098" y="1113"/>
                    <a:pt x="3072" y="1631"/>
                  </a:cubicBezTo>
                  <a:cubicBezTo>
                    <a:pt x="3025" y="2681"/>
                    <a:pt x="2943" y="4199"/>
                    <a:pt x="2837" y="6075"/>
                  </a:cubicBezTo>
                  <a:cubicBezTo>
                    <a:pt x="2621" y="9826"/>
                    <a:pt x="2240" y="15002"/>
                    <a:pt x="1718" y="20712"/>
                  </a:cubicBezTo>
                  <a:cubicBezTo>
                    <a:pt x="1200" y="26423"/>
                    <a:pt x="706" y="31593"/>
                    <a:pt x="413" y="35340"/>
                  </a:cubicBezTo>
                  <a:cubicBezTo>
                    <a:pt x="264" y="37213"/>
                    <a:pt x="153" y="38729"/>
                    <a:pt x="90" y="39779"/>
                  </a:cubicBezTo>
                  <a:cubicBezTo>
                    <a:pt x="60" y="40296"/>
                    <a:pt x="35" y="40702"/>
                    <a:pt x="18" y="40986"/>
                  </a:cubicBezTo>
                  <a:cubicBezTo>
                    <a:pt x="12" y="41118"/>
                    <a:pt x="7" y="41222"/>
                    <a:pt x="3" y="41300"/>
                  </a:cubicBezTo>
                  <a:cubicBezTo>
                    <a:pt x="1" y="41371"/>
                    <a:pt x="1" y="41408"/>
                    <a:pt x="3" y="41408"/>
                  </a:cubicBezTo>
                  <a:cubicBezTo>
                    <a:pt x="5" y="41408"/>
                    <a:pt x="11" y="41372"/>
                    <a:pt x="19" y="41301"/>
                  </a:cubicBezTo>
                  <a:cubicBezTo>
                    <a:pt x="25" y="41223"/>
                    <a:pt x="35" y="41120"/>
                    <a:pt x="49" y="40988"/>
                  </a:cubicBezTo>
                  <a:cubicBezTo>
                    <a:pt x="72" y="40704"/>
                    <a:pt x="105" y="40300"/>
                    <a:pt x="149" y="39782"/>
                  </a:cubicBezTo>
                  <a:cubicBezTo>
                    <a:pt x="236" y="38727"/>
                    <a:pt x="363" y="37214"/>
                    <a:pt x="520" y="35349"/>
                  </a:cubicBezTo>
                  <a:cubicBezTo>
                    <a:pt x="839" y="31604"/>
                    <a:pt x="1350" y="26438"/>
                    <a:pt x="1869" y="20725"/>
                  </a:cubicBezTo>
                  <a:cubicBezTo>
                    <a:pt x="2391" y="15014"/>
                    <a:pt x="2754" y="9834"/>
                    <a:pt x="2945" y="6080"/>
                  </a:cubicBezTo>
                  <a:cubicBezTo>
                    <a:pt x="3036" y="4202"/>
                    <a:pt x="3103" y="2683"/>
                    <a:pt x="3131" y="1632"/>
                  </a:cubicBezTo>
                  <a:cubicBezTo>
                    <a:pt x="3145" y="1114"/>
                    <a:pt x="3156" y="708"/>
                    <a:pt x="3164" y="423"/>
                  </a:cubicBezTo>
                  <a:cubicBezTo>
                    <a:pt x="3166" y="291"/>
                    <a:pt x="3167" y="186"/>
                    <a:pt x="3168" y="108"/>
                  </a:cubicBezTo>
                  <a:cubicBezTo>
                    <a:pt x="3168" y="36"/>
                    <a:pt x="3167" y="1"/>
                    <a:pt x="3165" y="1"/>
                  </a:cubicBezTo>
                  <a:close/>
                </a:path>
              </a:pathLst>
            </a:custGeom>
            <a:solidFill>
              <a:srgbClr val="1D223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9" name="Google Shape;1561;p34"/>
            <p:cNvSpPr/>
            <p:nvPr/>
          </p:nvSpPr>
          <p:spPr>
            <a:xfrm>
              <a:off x="10049725" y="4643000"/>
              <a:ext cx="163075" cy="186575"/>
            </a:xfrm>
            <a:custGeom>
              <a:avLst/>
              <a:gdLst/>
              <a:ahLst/>
              <a:cxnLst/>
              <a:rect l="l" t="t" r="r" b="b"/>
              <a:pathLst>
                <a:path w="6523" h="7463" extrusionOk="0">
                  <a:moveTo>
                    <a:pt x="3683" y="1"/>
                  </a:moveTo>
                  <a:cubicBezTo>
                    <a:pt x="3000" y="1"/>
                    <a:pt x="573" y="2172"/>
                    <a:pt x="289" y="3295"/>
                  </a:cubicBezTo>
                  <a:cubicBezTo>
                    <a:pt x="1" y="4439"/>
                    <a:pt x="648" y="7438"/>
                    <a:pt x="648" y="7438"/>
                  </a:cubicBezTo>
                  <a:lnTo>
                    <a:pt x="4746" y="7463"/>
                  </a:lnTo>
                  <a:lnTo>
                    <a:pt x="4482" y="5607"/>
                  </a:lnTo>
                  <a:lnTo>
                    <a:pt x="4482" y="5607"/>
                  </a:lnTo>
                  <a:cubicBezTo>
                    <a:pt x="4508" y="5616"/>
                    <a:pt x="4539" y="5620"/>
                    <a:pt x="4573" y="5620"/>
                  </a:cubicBezTo>
                  <a:cubicBezTo>
                    <a:pt x="4997" y="5620"/>
                    <a:pt x="5937" y="4978"/>
                    <a:pt x="6218" y="4499"/>
                  </a:cubicBezTo>
                  <a:cubicBezTo>
                    <a:pt x="6523" y="3979"/>
                    <a:pt x="5432" y="3797"/>
                    <a:pt x="5432" y="3797"/>
                  </a:cubicBezTo>
                  <a:cubicBezTo>
                    <a:pt x="5432" y="3797"/>
                    <a:pt x="5776" y="3424"/>
                    <a:pt x="5643" y="3158"/>
                  </a:cubicBezTo>
                  <a:cubicBezTo>
                    <a:pt x="5509" y="2893"/>
                    <a:pt x="4738" y="2816"/>
                    <a:pt x="4738" y="2816"/>
                  </a:cubicBezTo>
                  <a:lnTo>
                    <a:pt x="4592" y="2457"/>
                  </a:lnTo>
                  <a:cubicBezTo>
                    <a:pt x="4444" y="2100"/>
                    <a:pt x="2810" y="2091"/>
                    <a:pt x="2810" y="2091"/>
                  </a:cubicBezTo>
                  <a:cubicBezTo>
                    <a:pt x="2810" y="2091"/>
                    <a:pt x="3661" y="1372"/>
                    <a:pt x="3993" y="1039"/>
                  </a:cubicBezTo>
                  <a:cubicBezTo>
                    <a:pt x="4324" y="706"/>
                    <a:pt x="4175" y="64"/>
                    <a:pt x="3720" y="3"/>
                  </a:cubicBezTo>
                  <a:cubicBezTo>
                    <a:pt x="3708" y="1"/>
                    <a:pt x="3696" y="1"/>
                    <a:pt x="3683" y="1"/>
                  </a:cubicBezTo>
                  <a:close/>
                </a:path>
              </a:pathLst>
            </a:custGeom>
            <a:solidFill>
              <a:srgbClr val="6D534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0" name="Google Shape;1562;p34"/>
            <p:cNvSpPr/>
            <p:nvPr/>
          </p:nvSpPr>
          <p:spPr>
            <a:xfrm>
              <a:off x="10088300" y="4717100"/>
              <a:ext cx="69025" cy="69325"/>
            </a:xfrm>
            <a:custGeom>
              <a:avLst/>
              <a:gdLst/>
              <a:ahLst/>
              <a:cxnLst/>
              <a:rect l="l" t="t" r="r" b="b"/>
              <a:pathLst>
                <a:path w="2761" h="2773" extrusionOk="0">
                  <a:moveTo>
                    <a:pt x="1893" y="0"/>
                  </a:moveTo>
                  <a:cubicBezTo>
                    <a:pt x="1738" y="0"/>
                    <a:pt x="1583" y="24"/>
                    <a:pt x="1434" y="71"/>
                  </a:cubicBezTo>
                  <a:cubicBezTo>
                    <a:pt x="986" y="210"/>
                    <a:pt x="635" y="514"/>
                    <a:pt x="414" y="846"/>
                  </a:cubicBezTo>
                  <a:cubicBezTo>
                    <a:pt x="193" y="1179"/>
                    <a:pt x="94" y="1530"/>
                    <a:pt x="47" y="1822"/>
                  </a:cubicBezTo>
                  <a:cubicBezTo>
                    <a:pt x="10" y="2053"/>
                    <a:pt x="0" y="2286"/>
                    <a:pt x="17" y="2520"/>
                  </a:cubicBezTo>
                  <a:cubicBezTo>
                    <a:pt x="29" y="2683"/>
                    <a:pt x="49" y="2773"/>
                    <a:pt x="58" y="2773"/>
                  </a:cubicBezTo>
                  <a:cubicBezTo>
                    <a:pt x="58" y="2773"/>
                    <a:pt x="58" y="2773"/>
                    <a:pt x="58" y="2773"/>
                  </a:cubicBezTo>
                  <a:cubicBezTo>
                    <a:pt x="87" y="2773"/>
                    <a:pt x="42" y="2406"/>
                    <a:pt x="151" y="1841"/>
                  </a:cubicBezTo>
                  <a:cubicBezTo>
                    <a:pt x="210" y="1562"/>
                    <a:pt x="317" y="1231"/>
                    <a:pt x="530" y="924"/>
                  </a:cubicBezTo>
                  <a:cubicBezTo>
                    <a:pt x="740" y="621"/>
                    <a:pt x="1070" y="342"/>
                    <a:pt x="1478" y="215"/>
                  </a:cubicBezTo>
                  <a:cubicBezTo>
                    <a:pt x="1615" y="172"/>
                    <a:pt x="1762" y="149"/>
                    <a:pt x="1905" y="149"/>
                  </a:cubicBezTo>
                  <a:cubicBezTo>
                    <a:pt x="2172" y="149"/>
                    <a:pt x="2421" y="230"/>
                    <a:pt x="2555" y="413"/>
                  </a:cubicBezTo>
                  <a:cubicBezTo>
                    <a:pt x="2655" y="548"/>
                    <a:pt x="2620" y="718"/>
                    <a:pt x="2544" y="864"/>
                  </a:cubicBezTo>
                  <a:cubicBezTo>
                    <a:pt x="2474" y="1004"/>
                    <a:pt x="2394" y="1137"/>
                    <a:pt x="2304" y="1266"/>
                  </a:cubicBezTo>
                  <a:cubicBezTo>
                    <a:pt x="1972" y="1737"/>
                    <a:pt x="1671" y="1949"/>
                    <a:pt x="1689" y="1970"/>
                  </a:cubicBezTo>
                  <a:cubicBezTo>
                    <a:pt x="1690" y="1970"/>
                    <a:pt x="1690" y="1971"/>
                    <a:pt x="1692" y="1971"/>
                  </a:cubicBezTo>
                  <a:cubicBezTo>
                    <a:pt x="1707" y="1971"/>
                    <a:pt x="1784" y="1925"/>
                    <a:pt x="1905" y="1830"/>
                  </a:cubicBezTo>
                  <a:cubicBezTo>
                    <a:pt x="2086" y="1682"/>
                    <a:pt x="2250" y="1515"/>
                    <a:pt x="2392" y="1328"/>
                  </a:cubicBezTo>
                  <a:cubicBezTo>
                    <a:pt x="2490" y="1199"/>
                    <a:pt x="2579" y="1064"/>
                    <a:pt x="2657" y="920"/>
                  </a:cubicBezTo>
                  <a:cubicBezTo>
                    <a:pt x="2698" y="842"/>
                    <a:pt x="2738" y="752"/>
                    <a:pt x="2749" y="647"/>
                  </a:cubicBezTo>
                  <a:cubicBezTo>
                    <a:pt x="2761" y="537"/>
                    <a:pt x="2733" y="426"/>
                    <a:pt x="2672" y="335"/>
                  </a:cubicBezTo>
                  <a:cubicBezTo>
                    <a:pt x="2543" y="150"/>
                    <a:pt x="2330" y="52"/>
                    <a:pt x="2109" y="15"/>
                  </a:cubicBezTo>
                  <a:cubicBezTo>
                    <a:pt x="2037" y="5"/>
                    <a:pt x="1965" y="0"/>
                    <a:pt x="189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1" name="Google Shape;1563;p34"/>
            <p:cNvSpPr/>
            <p:nvPr/>
          </p:nvSpPr>
          <p:spPr>
            <a:xfrm>
              <a:off x="10113275" y="4704600"/>
              <a:ext cx="16300" cy="24350"/>
            </a:xfrm>
            <a:custGeom>
              <a:avLst/>
              <a:gdLst/>
              <a:ahLst/>
              <a:cxnLst/>
              <a:rect l="l" t="t" r="r" b="b"/>
              <a:pathLst>
                <a:path w="652" h="974" extrusionOk="0">
                  <a:moveTo>
                    <a:pt x="611" y="1"/>
                  </a:moveTo>
                  <a:cubicBezTo>
                    <a:pt x="560" y="1"/>
                    <a:pt x="365" y="158"/>
                    <a:pt x="208" y="415"/>
                  </a:cubicBezTo>
                  <a:cubicBezTo>
                    <a:pt x="39" y="695"/>
                    <a:pt x="1" y="964"/>
                    <a:pt x="41" y="973"/>
                  </a:cubicBezTo>
                  <a:cubicBezTo>
                    <a:pt x="42" y="973"/>
                    <a:pt x="43" y="973"/>
                    <a:pt x="44" y="973"/>
                  </a:cubicBezTo>
                  <a:cubicBezTo>
                    <a:pt x="87" y="973"/>
                    <a:pt x="184" y="747"/>
                    <a:pt x="338" y="493"/>
                  </a:cubicBezTo>
                  <a:cubicBezTo>
                    <a:pt x="494" y="231"/>
                    <a:pt x="651" y="36"/>
                    <a:pt x="621" y="4"/>
                  </a:cubicBezTo>
                  <a:cubicBezTo>
                    <a:pt x="619" y="2"/>
                    <a:pt x="616" y="1"/>
                    <a:pt x="61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2" name="Google Shape;1564;p34"/>
            <p:cNvSpPr/>
            <p:nvPr/>
          </p:nvSpPr>
          <p:spPr>
            <a:xfrm>
              <a:off x="10080825" y="4736275"/>
              <a:ext cx="160825" cy="205600"/>
            </a:xfrm>
            <a:custGeom>
              <a:avLst/>
              <a:gdLst/>
              <a:ahLst/>
              <a:cxnLst/>
              <a:rect l="l" t="t" r="r" b="b"/>
              <a:pathLst>
                <a:path w="6433" h="8224" extrusionOk="0">
                  <a:moveTo>
                    <a:pt x="1301" y="0"/>
                  </a:moveTo>
                  <a:lnTo>
                    <a:pt x="618" y="2763"/>
                  </a:lnTo>
                  <a:lnTo>
                    <a:pt x="0" y="5199"/>
                  </a:lnTo>
                  <a:lnTo>
                    <a:pt x="4079" y="8224"/>
                  </a:lnTo>
                  <a:lnTo>
                    <a:pt x="6433" y="251"/>
                  </a:lnTo>
                  <a:lnTo>
                    <a:pt x="130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3" name="Google Shape;1565;p34"/>
            <p:cNvSpPr/>
            <p:nvPr/>
          </p:nvSpPr>
          <p:spPr>
            <a:xfrm>
              <a:off x="9998125" y="4805250"/>
              <a:ext cx="226725" cy="176575"/>
            </a:xfrm>
            <a:custGeom>
              <a:avLst/>
              <a:gdLst/>
              <a:ahLst/>
              <a:cxnLst/>
              <a:rect l="l" t="t" r="r" b="b"/>
              <a:pathLst>
                <a:path w="9069" h="7063" extrusionOk="0">
                  <a:moveTo>
                    <a:pt x="3832" y="0"/>
                  </a:moveTo>
                  <a:cubicBezTo>
                    <a:pt x="3646" y="0"/>
                    <a:pt x="3222" y="28"/>
                    <a:pt x="2909" y="257"/>
                  </a:cubicBezTo>
                  <a:cubicBezTo>
                    <a:pt x="2047" y="888"/>
                    <a:pt x="2297" y="2395"/>
                    <a:pt x="2297" y="2395"/>
                  </a:cubicBezTo>
                  <a:lnTo>
                    <a:pt x="0" y="3994"/>
                  </a:lnTo>
                  <a:lnTo>
                    <a:pt x="2120" y="7063"/>
                  </a:lnTo>
                  <a:cubicBezTo>
                    <a:pt x="5407" y="6864"/>
                    <a:pt x="7282" y="5566"/>
                    <a:pt x="7607" y="5305"/>
                  </a:cubicBezTo>
                  <a:cubicBezTo>
                    <a:pt x="7995" y="4996"/>
                    <a:pt x="7924" y="4218"/>
                    <a:pt x="7924" y="4218"/>
                  </a:cubicBezTo>
                  <a:cubicBezTo>
                    <a:pt x="8406" y="3877"/>
                    <a:pt x="8058" y="3309"/>
                    <a:pt x="8058" y="3309"/>
                  </a:cubicBezTo>
                  <a:cubicBezTo>
                    <a:pt x="8698" y="3018"/>
                    <a:pt x="9069" y="2667"/>
                    <a:pt x="8828" y="2130"/>
                  </a:cubicBezTo>
                  <a:cubicBezTo>
                    <a:pt x="8698" y="1840"/>
                    <a:pt x="7463" y="1842"/>
                    <a:pt x="6483" y="1766"/>
                  </a:cubicBezTo>
                  <a:lnTo>
                    <a:pt x="6455" y="1763"/>
                  </a:lnTo>
                  <a:cubicBezTo>
                    <a:pt x="5409" y="1676"/>
                    <a:pt x="4489" y="1041"/>
                    <a:pt x="3989" y="120"/>
                  </a:cubicBezTo>
                  <a:lnTo>
                    <a:pt x="3926" y="3"/>
                  </a:lnTo>
                  <a:cubicBezTo>
                    <a:pt x="3926" y="3"/>
                    <a:pt x="3891" y="0"/>
                    <a:pt x="3832" y="0"/>
                  </a:cubicBezTo>
                  <a:close/>
                </a:path>
              </a:pathLst>
            </a:custGeom>
            <a:solidFill>
              <a:srgbClr val="6D534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4" name="Google Shape;1566;p34"/>
            <p:cNvSpPr/>
            <p:nvPr/>
          </p:nvSpPr>
          <p:spPr>
            <a:xfrm>
              <a:off x="10119750" y="4886875"/>
              <a:ext cx="83375" cy="9775"/>
            </a:xfrm>
            <a:custGeom>
              <a:avLst/>
              <a:gdLst/>
              <a:ahLst/>
              <a:cxnLst/>
              <a:rect l="l" t="t" r="r" b="b"/>
              <a:pathLst>
                <a:path w="3335" h="391" extrusionOk="0">
                  <a:moveTo>
                    <a:pt x="92" y="0"/>
                  </a:moveTo>
                  <a:cubicBezTo>
                    <a:pt x="23" y="0"/>
                    <a:pt x="1" y="104"/>
                    <a:pt x="74" y="129"/>
                  </a:cubicBezTo>
                  <a:cubicBezTo>
                    <a:pt x="557" y="297"/>
                    <a:pt x="1115" y="390"/>
                    <a:pt x="1671" y="390"/>
                  </a:cubicBezTo>
                  <a:cubicBezTo>
                    <a:pt x="2242" y="390"/>
                    <a:pt x="2812" y="292"/>
                    <a:pt x="3299" y="78"/>
                  </a:cubicBezTo>
                  <a:cubicBezTo>
                    <a:pt x="3335" y="61"/>
                    <a:pt x="3309" y="14"/>
                    <a:pt x="3276" y="14"/>
                  </a:cubicBezTo>
                  <a:cubicBezTo>
                    <a:pt x="3275" y="14"/>
                    <a:pt x="3273" y="14"/>
                    <a:pt x="3272" y="14"/>
                  </a:cubicBezTo>
                  <a:cubicBezTo>
                    <a:pt x="2743" y="92"/>
                    <a:pt x="2225" y="215"/>
                    <a:pt x="1687" y="222"/>
                  </a:cubicBezTo>
                  <a:cubicBezTo>
                    <a:pt x="1673" y="222"/>
                    <a:pt x="1658" y="222"/>
                    <a:pt x="1644" y="222"/>
                  </a:cubicBezTo>
                  <a:cubicBezTo>
                    <a:pt x="1119" y="222"/>
                    <a:pt x="620" y="107"/>
                    <a:pt x="109" y="2"/>
                  </a:cubicBezTo>
                  <a:cubicBezTo>
                    <a:pt x="103" y="1"/>
                    <a:pt x="97" y="0"/>
                    <a:pt x="9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5" name="Google Shape;1567;p34"/>
            <p:cNvSpPr/>
            <p:nvPr/>
          </p:nvSpPr>
          <p:spPr>
            <a:xfrm>
              <a:off x="10117250" y="4911425"/>
              <a:ext cx="80975" cy="17425"/>
            </a:xfrm>
            <a:custGeom>
              <a:avLst/>
              <a:gdLst/>
              <a:ahLst/>
              <a:cxnLst/>
              <a:rect l="l" t="t" r="r" b="b"/>
              <a:pathLst>
                <a:path w="3239" h="697" extrusionOk="0">
                  <a:moveTo>
                    <a:pt x="3163" y="0"/>
                  </a:moveTo>
                  <a:cubicBezTo>
                    <a:pt x="3154" y="0"/>
                    <a:pt x="3146" y="2"/>
                    <a:pt x="3138" y="7"/>
                  </a:cubicBezTo>
                  <a:cubicBezTo>
                    <a:pt x="2576" y="342"/>
                    <a:pt x="2015" y="499"/>
                    <a:pt x="1438" y="499"/>
                  </a:cubicBezTo>
                  <a:cubicBezTo>
                    <a:pt x="1016" y="499"/>
                    <a:pt x="586" y="415"/>
                    <a:pt x="140" y="255"/>
                  </a:cubicBezTo>
                  <a:cubicBezTo>
                    <a:pt x="132" y="252"/>
                    <a:pt x="124" y="251"/>
                    <a:pt x="116" y="251"/>
                  </a:cubicBezTo>
                  <a:cubicBezTo>
                    <a:pt x="43" y="251"/>
                    <a:pt x="1" y="371"/>
                    <a:pt x="77" y="404"/>
                  </a:cubicBezTo>
                  <a:cubicBezTo>
                    <a:pt x="507" y="591"/>
                    <a:pt x="989" y="696"/>
                    <a:pt x="1466" y="696"/>
                  </a:cubicBezTo>
                  <a:cubicBezTo>
                    <a:pt x="2095" y="696"/>
                    <a:pt x="2716" y="512"/>
                    <a:pt x="3201" y="88"/>
                  </a:cubicBezTo>
                  <a:cubicBezTo>
                    <a:pt x="3238" y="56"/>
                    <a:pt x="3204" y="0"/>
                    <a:pt x="316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6" name="Google Shape;1568;p34"/>
            <p:cNvSpPr/>
            <p:nvPr/>
          </p:nvSpPr>
          <p:spPr>
            <a:xfrm>
              <a:off x="9696875" y="4866225"/>
              <a:ext cx="394725" cy="273625"/>
            </a:xfrm>
            <a:custGeom>
              <a:avLst/>
              <a:gdLst/>
              <a:ahLst/>
              <a:cxnLst/>
              <a:rect l="l" t="t" r="r" b="b"/>
              <a:pathLst>
                <a:path w="15789" h="10945" extrusionOk="0">
                  <a:moveTo>
                    <a:pt x="12905" y="1"/>
                  </a:moveTo>
                  <a:lnTo>
                    <a:pt x="6695" y="3730"/>
                  </a:lnTo>
                  <a:lnTo>
                    <a:pt x="4438" y="1008"/>
                  </a:lnTo>
                  <a:cubicBezTo>
                    <a:pt x="4438" y="1008"/>
                    <a:pt x="1243" y="2313"/>
                    <a:pt x="1" y="5001"/>
                  </a:cubicBezTo>
                  <a:cubicBezTo>
                    <a:pt x="1" y="5001"/>
                    <a:pt x="4107" y="10944"/>
                    <a:pt x="7491" y="10944"/>
                  </a:cubicBezTo>
                  <a:cubicBezTo>
                    <a:pt x="7827" y="10944"/>
                    <a:pt x="8155" y="10886"/>
                    <a:pt x="8472" y="10757"/>
                  </a:cubicBezTo>
                  <a:cubicBezTo>
                    <a:pt x="11982" y="9333"/>
                    <a:pt x="15788" y="4451"/>
                    <a:pt x="15788" y="4451"/>
                  </a:cubicBezTo>
                  <a:lnTo>
                    <a:pt x="12905" y="1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7" name="Google Shape;1569;p34"/>
            <p:cNvSpPr/>
            <p:nvPr/>
          </p:nvSpPr>
          <p:spPr>
            <a:xfrm>
              <a:off x="9712250" y="4766925"/>
              <a:ext cx="378975" cy="355000"/>
            </a:xfrm>
            <a:custGeom>
              <a:avLst/>
              <a:gdLst/>
              <a:ahLst/>
              <a:cxnLst/>
              <a:rect l="l" t="t" r="r" b="b"/>
              <a:pathLst>
                <a:path w="15159" h="14200" extrusionOk="0">
                  <a:moveTo>
                    <a:pt x="1421" y="0"/>
                  </a:moveTo>
                  <a:cubicBezTo>
                    <a:pt x="1421" y="0"/>
                    <a:pt x="1421" y="0"/>
                    <a:pt x="1421" y="0"/>
                  </a:cubicBezTo>
                  <a:cubicBezTo>
                    <a:pt x="1420" y="1"/>
                    <a:pt x="1432" y="22"/>
                    <a:pt x="1459" y="61"/>
                  </a:cubicBezTo>
                  <a:lnTo>
                    <a:pt x="1578" y="236"/>
                  </a:lnTo>
                  <a:cubicBezTo>
                    <a:pt x="1691" y="394"/>
                    <a:pt x="1849" y="615"/>
                    <a:pt x="2051" y="900"/>
                  </a:cubicBezTo>
                  <a:cubicBezTo>
                    <a:pt x="2474" y="1483"/>
                    <a:pt x="3080" y="2319"/>
                    <a:pt x="3838" y="3365"/>
                  </a:cubicBezTo>
                  <a:lnTo>
                    <a:pt x="5096" y="5091"/>
                  </a:lnTo>
                  <a:lnTo>
                    <a:pt x="5805" y="6061"/>
                  </a:lnTo>
                  <a:cubicBezTo>
                    <a:pt x="5928" y="6226"/>
                    <a:pt x="6044" y="6405"/>
                    <a:pt x="6205" y="6560"/>
                  </a:cubicBezTo>
                  <a:cubicBezTo>
                    <a:pt x="6347" y="6704"/>
                    <a:pt x="6554" y="6816"/>
                    <a:pt x="6773" y="6816"/>
                  </a:cubicBezTo>
                  <a:cubicBezTo>
                    <a:pt x="6795" y="6816"/>
                    <a:pt x="6816" y="6815"/>
                    <a:pt x="6838" y="6812"/>
                  </a:cubicBezTo>
                  <a:cubicBezTo>
                    <a:pt x="7077" y="6793"/>
                    <a:pt x="7288" y="6686"/>
                    <a:pt x="7489" y="6581"/>
                  </a:cubicBezTo>
                  <a:lnTo>
                    <a:pt x="8099" y="6264"/>
                  </a:lnTo>
                  <a:lnTo>
                    <a:pt x="9365" y="5603"/>
                  </a:lnTo>
                  <a:lnTo>
                    <a:pt x="12054" y="4198"/>
                  </a:lnTo>
                  <a:lnTo>
                    <a:pt x="12054" y="4198"/>
                  </a:lnTo>
                  <a:lnTo>
                    <a:pt x="12471" y="4061"/>
                  </a:lnTo>
                  <a:lnTo>
                    <a:pt x="12471" y="4061"/>
                  </a:lnTo>
                  <a:cubicBezTo>
                    <a:pt x="13156" y="5243"/>
                    <a:pt x="13879" y="6491"/>
                    <a:pt x="14621" y="7772"/>
                  </a:cubicBezTo>
                  <a:lnTo>
                    <a:pt x="14976" y="8383"/>
                  </a:lnTo>
                  <a:lnTo>
                    <a:pt x="14976" y="8383"/>
                  </a:lnTo>
                  <a:cubicBezTo>
                    <a:pt x="14197" y="9399"/>
                    <a:pt x="13431" y="10386"/>
                    <a:pt x="12589" y="11242"/>
                  </a:cubicBezTo>
                  <a:cubicBezTo>
                    <a:pt x="11742" y="12112"/>
                    <a:pt x="10808" y="12839"/>
                    <a:pt x="9815" y="13337"/>
                  </a:cubicBezTo>
                  <a:cubicBezTo>
                    <a:pt x="8867" y="13811"/>
                    <a:pt x="7867" y="14075"/>
                    <a:pt x="6921" y="14075"/>
                  </a:cubicBezTo>
                  <a:cubicBezTo>
                    <a:pt x="6878" y="14075"/>
                    <a:pt x="6834" y="14074"/>
                    <a:pt x="6791" y="14073"/>
                  </a:cubicBezTo>
                  <a:cubicBezTo>
                    <a:pt x="6770" y="14073"/>
                    <a:pt x="6749" y="14074"/>
                    <a:pt x="6729" y="14074"/>
                  </a:cubicBezTo>
                  <a:cubicBezTo>
                    <a:pt x="6258" y="14074"/>
                    <a:pt x="5809" y="13991"/>
                    <a:pt x="5380" y="13905"/>
                  </a:cubicBezTo>
                  <a:cubicBezTo>
                    <a:pt x="4939" y="13789"/>
                    <a:pt x="4520" y="13658"/>
                    <a:pt x="4138" y="13485"/>
                  </a:cubicBezTo>
                  <a:cubicBezTo>
                    <a:pt x="3369" y="13150"/>
                    <a:pt x="2729" y="12734"/>
                    <a:pt x="2203" y="12328"/>
                  </a:cubicBezTo>
                  <a:cubicBezTo>
                    <a:pt x="1752" y="11981"/>
                    <a:pt x="1330" y="11597"/>
                    <a:pt x="941" y="11180"/>
                  </a:cubicBezTo>
                  <a:cubicBezTo>
                    <a:pt x="779" y="11012"/>
                    <a:pt x="642" y="10856"/>
                    <a:pt x="527" y="10717"/>
                  </a:cubicBezTo>
                  <a:cubicBezTo>
                    <a:pt x="408" y="10580"/>
                    <a:pt x="312" y="10463"/>
                    <a:pt x="237" y="10364"/>
                  </a:cubicBezTo>
                  <a:cubicBezTo>
                    <a:pt x="165" y="10272"/>
                    <a:pt x="107" y="10200"/>
                    <a:pt x="64" y="10144"/>
                  </a:cubicBezTo>
                  <a:cubicBezTo>
                    <a:pt x="26" y="10096"/>
                    <a:pt x="4" y="10072"/>
                    <a:pt x="1" y="10072"/>
                  </a:cubicBezTo>
                  <a:cubicBezTo>
                    <a:pt x="1" y="10072"/>
                    <a:pt x="1" y="10072"/>
                    <a:pt x="1" y="10072"/>
                  </a:cubicBezTo>
                  <a:cubicBezTo>
                    <a:pt x="1" y="10072"/>
                    <a:pt x="271" y="10518"/>
                    <a:pt x="899" y="11219"/>
                  </a:cubicBezTo>
                  <a:cubicBezTo>
                    <a:pt x="1282" y="11645"/>
                    <a:pt x="1702" y="12039"/>
                    <a:pt x="2153" y="12393"/>
                  </a:cubicBezTo>
                  <a:cubicBezTo>
                    <a:pt x="2678" y="12808"/>
                    <a:pt x="3321" y="13236"/>
                    <a:pt x="4097" y="13581"/>
                  </a:cubicBezTo>
                  <a:cubicBezTo>
                    <a:pt x="4482" y="13759"/>
                    <a:pt x="4906" y="13895"/>
                    <a:pt x="5355" y="14017"/>
                  </a:cubicBezTo>
                  <a:cubicBezTo>
                    <a:pt x="5798" y="14109"/>
                    <a:pt x="6264" y="14198"/>
                    <a:pt x="6754" y="14198"/>
                  </a:cubicBezTo>
                  <a:cubicBezTo>
                    <a:pt x="6766" y="14198"/>
                    <a:pt x="6778" y="14198"/>
                    <a:pt x="6790" y="14198"/>
                  </a:cubicBezTo>
                  <a:cubicBezTo>
                    <a:pt x="6842" y="14199"/>
                    <a:pt x="6895" y="14200"/>
                    <a:pt x="6949" y="14200"/>
                  </a:cubicBezTo>
                  <a:cubicBezTo>
                    <a:pt x="7907" y="14200"/>
                    <a:pt x="8920" y="13936"/>
                    <a:pt x="9877" y="13460"/>
                  </a:cubicBezTo>
                  <a:cubicBezTo>
                    <a:pt x="10889" y="12957"/>
                    <a:pt x="11837" y="12222"/>
                    <a:pt x="12694" y="11346"/>
                  </a:cubicBezTo>
                  <a:cubicBezTo>
                    <a:pt x="13557" y="10471"/>
                    <a:pt x="14337" y="9465"/>
                    <a:pt x="15128" y="8436"/>
                  </a:cubicBezTo>
                  <a:lnTo>
                    <a:pt x="15159" y="8395"/>
                  </a:lnTo>
                  <a:lnTo>
                    <a:pt x="15133" y="8352"/>
                  </a:lnTo>
                  <a:cubicBezTo>
                    <a:pt x="15012" y="8144"/>
                    <a:pt x="14883" y="7921"/>
                    <a:pt x="14752" y="7695"/>
                  </a:cubicBezTo>
                  <a:lnTo>
                    <a:pt x="12569" y="3936"/>
                  </a:lnTo>
                  <a:lnTo>
                    <a:pt x="12539" y="3885"/>
                  </a:lnTo>
                  <a:lnTo>
                    <a:pt x="12482" y="3903"/>
                  </a:lnTo>
                  <a:lnTo>
                    <a:pt x="12001" y="4062"/>
                  </a:lnTo>
                  <a:lnTo>
                    <a:pt x="11995" y="4064"/>
                  </a:lnTo>
                  <a:lnTo>
                    <a:pt x="11989" y="4066"/>
                  </a:lnTo>
                  <a:lnTo>
                    <a:pt x="9301" y="5482"/>
                  </a:lnTo>
                  <a:lnTo>
                    <a:pt x="8038" y="6147"/>
                  </a:lnTo>
                  <a:lnTo>
                    <a:pt x="7429" y="6467"/>
                  </a:lnTo>
                  <a:cubicBezTo>
                    <a:pt x="7232" y="6571"/>
                    <a:pt x="7033" y="6670"/>
                    <a:pt x="6828" y="6688"/>
                  </a:cubicBezTo>
                  <a:cubicBezTo>
                    <a:pt x="6810" y="6690"/>
                    <a:pt x="6792" y="6691"/>
                    <a:pt x="6774" y="6691"/>
                  </a:cubicBezTo>
                  <a:cubicBezTo>
                    <a:pt x="6591" y="6691"/>
                    <a:pt x="6423" y="6602"/>
                    <a:pt x="6291" y="6473"/>
                  </a:cubicBezTo>
                  <a:cubicBezTo>
                    <a:pt x="6143" y="6331"/>
                    <a:pt x="6026" y="6156"/>
                    <a:pt x="5901" y="5991"/>
                  </a:cubicBezTo>
                  <a:lnTo>
                    <a:pt x="5186" y="5025"/>
                  </a:lnTo>
                  <a:lnTo>
                    <a:pt x="3913" y="3310"/>
                  </a:lnTo>
                  <a:cubicBezTo>
                    <a:pt x="3140" y="2275"/>
                    <a:pt x="2523" y="1447"/>
                    <a:pt x="2092" y="870"/>
                  </a:cubicBezTo>
                  <a:lnTo>
                    <a:pt x="1599" y="220"/>
                  </a:lnTo>
                  <a:lnTo>
                    <a:pt x="1469" y="54"/>
                  </a:lnTo>
                  <a:cubicBezTo>
                    <a:pt x="1440" y="18"/>
                    <a:pt x="1424" y="0"/>
                    <a:pt x="1421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8" name="Google Shape;1570;p34"/>
            <p:cNvSpPr/>
            <p:nvPr/>
          </p:nvSpPr>
          <p:spPr>
            <a:xfrm>
              <a:off x="10030400" y="4762800"/>
              <a:ext cx="3800" cy="122300"/>
            </a:xfrm>
            <a:custGeom>
              <a:avLst/>
              <a:gdLst/>
              <a:ahLst/>
              <a:cxnLst/>
              <a:rect l="l" t="t" r="r" b="b"/>
              <a:pathLst>
                <a:path w="152" h="4892" extrusionOk="0">
                  <a:moveTo>
                    <a:pt x="76" y="1"/>
                  </a:moveTo>
                  <a:cubicBezTo>
                    <a:pt x="34" y="1"/>
                    <a:pt x="1" y="1096"/>
                    <a:pt x="1" y="2446"/>
                  </a:cubicBezTo>
                  <a:cubicBezTo>
                    <a:pt x="1" y="3797"/>
                    <a:pt x="34" y="4892"/>
                    <a:pt x="76" y="4892"/>
                  </a:cubicBezTo>
                  <a:cubicBezTo>
                    <a:pt x="118" y="4892"/>
                    <a:pt x="152" y="3798"/>
                    <a:pt x="152" y="2446"/>
                  </a:cubicBezTo>
                  <a:cubicBezTo>
                    <a:pt x="152" y="1096"/>
                    <a:pt x="118" y="1"/>
                    <a:pt x="76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9" name="Google Shape;1571;p34"/>
            <p:cNvSpPr/>
            <p:nvPr/>
          </p:nvSpPr>
          <p:spPr>
            <a:xfrm>
              <a:off x="9941000" y="4289750"/>
              <a:ext cx="108050" cy="195650"/>
            </a:xfrm>
            <a:custGeom>
              <a:avLst/>
              <a:gdLst/>
              <a:ahLst/>
              <a:cxnLst/>
              <a:rect l="l" t="t" r="r" b="b"/>
              <a:pathLst>
                <a:path w="4322" h="7826" extrusionOk="0">
                  <a:moveTo>
                    <a:pt x="1409" y="0"/>
                  </a:moveTo>
                  <a:lnTo>
                    <a:pt x="1" y="274"/>
                  </a:lnTo>
                  <a:lnTo>
                    <a:pt x="684" y="7793"/>
                  </a:lnTo>
                  <a:cubicBezTo>
                    <a:pt x="781" y="7815"/>
                    <a:pt x="880" y="7826"/>
                    <a:pt x="979" y="7826"/>
                  </a:cubicBezTo>
                  <a:cubicBezTo>
                    <a:pt x="1731" y="7826"/>
                    <a:pt x="2468" y="7210"/>
                    <a:pt x="2538" y="6449"/>
                  </a:cubicBezTo>
                  <a:cubicBezTo>
                    <a:pt x="3006" y="6004"/>
                    <a:pt x="3285" y="5396"/>
                    <a:pt x="3318" y="4751"/>
                  </a:cubicBezTo>
                  <a:cubicBezTo>
                    <a:pt x="3820" y="4739"/>
                    <a:pt x="4274" y="4295"/>
                    <a:pt x="4298" y="3792"/>
                  </a:cubicBezTo>
                  <a:cubicBezTo>
                    <a:pt x="4322" y="3290"/>
                    <a:pt x="3912" y="2804"/>
                    <a:pt x="3412" y="2743"/>
                  </a:cubicBezTo>
                  <a:cubicBezTo>
                    <a:pt x="3597" y="2383"/>
                    <a:pt x="3552" y="1919"/>
                    <a:pt x="3305" y="1600"/>
                  </a:cubicBezTo>
                  <a:cubicBezTo>
                    <a:pt x="3103" y="1341"/>
                    <a:pt x="2774" y="1187"/>
                    <a:pt x="2446" y="1187"/>
                  </a:cubicBezTo>
                  <a:cubicBezTo>
                    <a:pt x="2372" y="1187"/>
                    <a:pt x="2297" y="1195"/>
                    <a:pt x="2224" y="1212"/>
                  </a:cubicBezTo>
                  <a:cubicBezTo>
                    <a:pt x="2315" y="682"/>
                    <a:pt x="1934" y="115"/>
                    <a:pt x="140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0" name="Google Shape;1572;p34"/>
            <p:cNvSpPr/>
            <p:nvPr/>
          </p:nvSpPr>
          <p:spPr>
            <a:xfrm>
              <a:off x="9638750" y="4222050"/>
              <a:ext cx="240625" cy="289100"/>
            </a:xfrm>
            <a:custGeom>
              <a:avLst/>
              <a:gdLst/>
              <a:ahLst/>
              <a:cxnLst/>
              <a:rect l="l" t="t" r="r" b="b"/>
              <a:pathLst>
                <a:path w="9625" h="11564" extrusionOk="0">
                  <a:moveTo>
                    <a:pt x="8248" y="0"/>
                  </a:moveTo>
                  <a:cubicBezTo>
                    <a:pt x="8185" y="0"/>
                    <a:pt x="8123" y="4"/>
                    <a:pt x="8060" y="11"/>
                  </a:cubicBezTo>
                  <a:cubicBezTo>
                    <a:pt x="7483" y="73"/>
                    <a:pt x="6944" y="433"/>
                    <a:pt x="6665" y="942"/>
                  </a:cubicBezTo>
                  <a:cubicBezTo>
                    <a:pt x="6349" y="715"/>
                    <a:pt x="5960" y="598"/>
                    <a:pt x="5572" y="598"/>
                  </a:cubicBezTo>
                  <a:cubicBezTo>
                    <a:pt x="5283" y="598"/>
                    <a:pt x="4994" y="663"/>
                    <a:pt x="4737" y="795"/>
                  </a:cubicBezTo>
                  <a:cubicBezTo>
                    <a:pt x="4132" y="1102"/>
                    <a:pt x="3726" y="1764"/>
                    <a:pt x="3725" y="2442"/>
                  </a:cubicBezTo>
                  <a:cubicBezTo>
                    <a:pt x="3543" y="2390"/>
                    <a:pt x="3355" y="2365"/>
                    <a:pt x="3166" y="2365"/>
                  </a:cubicBezTo>
                  <a:cubicBezTo>
                    <a:pt x="2572" y="2365"/>
                    <a:pt x="1975" y="2614"/>
                    <a:pt x="1575" y="3057"/>
                  </a:cubicBezTo>
                  <a:cubicBezTo>
                    <a:pt x="1048" y="3640"/>
                    <a:pt x="890" y="4528"/>
                    <a:pt x="1181" y="5259"/>
                  </a:cubicBezTo>
                  <a:cubicBezTo>
                    <a:pt x="475" y="5479"/>
                    <a:pt x="0" y="6272"/>
                    <a:pt x="141" y="6998"/>
                  </a:cubicBezTo>
                  <a:cubicBezTo>
                    <a:pt x="274" y="7689"/>
                    <a:pt x="947" y="8230"/>
                    <a:pt x="1648" y="8230"/>
                  </a:cubicBezTo>
                  <a:cubicBezTo>
                    <a:pt x="1683" y="8230"/>
                    <a:pt x="1719" y="8228"/>
                    <a:pt x="1755" y="8225"/>
                  </a:cubicBezTo>
                  <a:cubicBezTo>
                    <a:pt x="2037" y="8757"/>
                    <a:pt x="2330" y="9303"/>
                    <a:pt x="2792" y="9689"/>
                  </a:cubicBezTo>
                  <a:cubicBezTo>
                    <a:pt x="3105" y="9950"/>
                    <a:pt x="3516" y="10122"/>
                    <a:pt x="3916" y="10122"/>
                  </a:cubicBezTo>
                  <a:cubicBezTo>
                    <a:pt x="4107" y="10122"/>
                    <a:pt x="4296" y="10082"/>
                    <a:pt x="4470" y="9995"/>
                  </a:cubicBezTo>
                  <a:cubicBezTo>
                    <a:pt x="4508" y="10526"/>
                    <a:pt x="4815" y="11034"/>
                    <a:pt x="5270" y="11314"/>
                  </a:cubicBezTo>
                  <a:cubicBezTo>
                    <a:pt x="5537" y="11479"/>
                    <a:pt x="5851" y="11564"/>
                    <a:pt x="6166" y="11564"/>
                  </a:cubicBezTo>
                  <a:cubicBezTo>
                    <a:pt x="6385" y="11564"/>
                    <a:pt x="6605" y="11522"/>
                    <a:pt x="6808" y="11438"/>
                  </a:cubicBezTo>
                  <a:lnTo>
                    <a:pt x="9624" y="620"/>
                  </a:lnTo>
                  <a:cubicBezTo>
                    <a:pt x="9282" y="230"/>
                    <a:pt x="8765" y="0"/>
                    <a:pt x="824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1" name="Google Shape;1573;p34"/>
            <p:cNvSpPr/>
            <p:nvPr/>
          </p:nvSpPr>
          <p:spPr>
            <a:xfrm>
              <a:off x="9789875" y="4409600"/>
              <a:ext cx="148900" cy="285325"/>
            </a:xfrm>
            <a:custGeom>
              <a:avLst/>
              <a:gdLst/>
              <a:ahLst/>
              <a:cxnLst/>
              <a:rect l="l" t="t" r="r" b="b"/>
              <a:pathLst>
                <a:path w="5956" h="11413" extrusionOk="0">
                  <a:moveTo>
                    <a:pt x="1" y="0"/>
                  </a:moveTo>
                  <a:lnTo>
                    <a:pt x="1" y="8444"/>
                  </a:lnTo>
                  <a:cubicBezTo>
                    <a:pt x="1" y="8444"/>
                    <a:pt x="271" y="11412"/>
                    <a:pt x="2921" y="11412"/>
                  </a:cubicBezTo>
                  <a:cubicBezTo>
                    <a:pt x="5834" y="11412"/>
                    <a:pt x="5956" y="8253"/>
                    <a:pt x="5956" y="8253"/>
                  </a:cubicBezTo>
                  <a:lnTo>
                    <a:pt x="5956" y="395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6D534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2" name="Google Shape;1574;p34"/>
            <p:cNvSpPr/>
            <p:nvPr/>
          </p:nvSpPr>
          <p:spPr>
            <a:xfrm>
              <a:off x="9804275" y="4442000"/>
              <a:ext cx="134500" cy="130450"/>
            </a:xfrm>
            <a:custGeom>
              <a:avLst/>
              <a:gdLst/>
              <a:ahLst/>
              <a:cxnLst/>
              <a:rect l="l" t="t" r="r" b="b"/>
              <a:pathLst>
                <a:path w="5380" h="5218" extrusionOk="0">
                  <a:moveTo>
                    <a:pt x="0" y="0"/>
                  </a:moveTo>
                  <a:lnTo>
                    <a:pt x="0" y="0"/>
                  </a:lnTo>
                  <a:cubicBezTo>
                    <a:pt x="140" y="4531"/>
                    <a:pt x="2699" y="5218"/>
                    <a:pt x="4236" y="5218"/>
                  </a:cubicBezTo>
                  <a:cubicBezTo>
                    <a:pt x="4904" y="5218"/>
                    <a:pt x="5380" y="5088"/>
                    <a:pt x="5380" y="5088"/>
                  </a:cubicBezTo>
                  <a:lnTo>
                    <a:pt x="5380" y="2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0493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3" name="Google Shape;1575;p34"/>
            <p:cNvSpPr/>
            <p:nvPr/>
          </p:nvSpPr>
          <p:spPr>
            <a:xfrm>
              <a:off x="9750325" y="4355175"/>
              <a:ext cx="50425" cy="63050"/>
            </a:xfrm>
            <a:custGeom>
              <a:avLst/>
              <a:gdLst/>
              <a:ahLst/>
              <a:cxnLst/>
              <a:rect l="l" t="t" r="r" b="b"/>
              <a:pathLst>
                <a:path w="2017" h="2522" extrusionOk="0">
                  <a:moveTo>
                    <a:pt x="995" y="0"/>
                  </a:moveTo>
                  <a:cubicBezTo>
                    <a:pt x="814" y="0"/>
                    <a:pt x="633" y="43"/>
                    <a:pt x="487" y="148"/>
                  </a:cubicBezTo>
                  <a:cubicBezTo>
                    <a:pt x="312" y="273"/>
                    <a:pt x="206" y="474"/>
                    <a:pt x="147" y="682"/>
                  </a:cubicBezTo>
                  <a:cubicBezTo>
                    <a:pt x="0" y="1196"/>
                    <a:pt x="141" y="1792"/>
                    <a:pt x="529" y="2161"/>
                  </a:cubicBezTo>
                  <a:cubicBezTo>
                    <a:pt x="774" y="2394"/>
                    <a:pt x="1114" y="2522"/>
                    <a:pt x="1450" y="2522"/>
                  </a:cubicBezTo>
                  <a:cubicBezTo>
                    <a:pt x="1647" y="2522"/>
                    <a:pt x="1842" y="2478"/>
                    <a:pt x="2016" y="2386"/>
                  </a:cubicBezTo>
                  <a:lnTo>
                    <a:pt x="1814" y="216"/>
                  </a:lnTo>
                  <a:cubicBezTo>
                    <a:pt x="1598" y="130"/>
                    <a:pt x="1381" y="42"/>
                    <a:pt x="1151" y="11"/>
                  </a:cubicBezTo>
                  <a:cubicBezTo>
                    <a:pt x="1100" y="4"/>
                    <a:pt x="1047" y="0"/>
                    <a:pt x="995" y="0"/>
                  </a:cubicBezTo>
                  <a:close/>
                </a:path>
              </a:pathLst>
            </a:custGeom>
            <a:solidFill>
              <a:srgbClr val="6D534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4" name="Google Shape;1576;p34"/>
            <p:cNvSpPr/>
            <p:nvPr/>
          </p:nvSpPr>
          <p:spPr>
            <a:xfrm>
              <a:off x="9760950" y="4363900"/>
              <a:ext cx="26075" cy="40675"/>
            </a:xfrm>
            <a:custGeom>
              <a:avLst/>
              <a:gdLst/>
              <a:ahLst/>
              <a:cxnLst/>
              <a:rect l="l" t="t" r="r" b="b"/>
              <a:pathLst>
                <a:path w="1043" h="1627" extrusionOk="0">
                  <a:moveTo>
                    <a:pt x="449" y="1"/>
                  </a:moveTo>
                  <a:cubicBezTo>
                    <a:pt x="415" y="1"/>
                    <a:pt x="385" y="44"/>
                    <a:pt x="416" y="76"/>
                  </a:cubicBezTo>
                  <a:lnTo>
                    <a:pt x="417" y="76"/>
                  </a:lnTo>
                  <a:cubicBezTo>
                    <a:pt x="540" y="202"/>
                    <a:pt x="657" y="334"/>
                    <a:pt x="761" y="476"/>
                  </a:cubicBezTo>
                  <a:lnTo>
                    <a:pt x="761" y="476"/>
                  </a:lnTo>
                  <a:cubicBezTo>
                    <a:pt x="719" y="463"/>
                    <a:pt x="676" y="457"/>
                    <a:pt x="632" y="457"/>
                  </a:cubicBezTo>
                  <a:cubicBezTo>
                    <a:pt x="433" y="457"/>
                    <a:pt x="227" y="583"/>
                    <a:pt x="147" y="796"/>
                  </a:cubicBezTo>
                  <a:cubicBezTo>
                    <a:pt x="0" y="1185"/>
                    <a:pt x="332" y="1627"/>
                    <a:pt x="728" y="1627"/>
                  </a:cubicBezTo>
                  <a:cubicBezTo>
                    <a:pt x="769" y="1627"/>
                    <a:pt x="811" y="1622"/>
                    <a:pt x="854" y="1612"/>
                  </a:cubicBezTo>
                  <a:cubicBezTo>
                    <a:pt x="918" y="1597"/>
                    <a:pt x="905" y="1515"/>
                    <a:pt x="854" y="1494"/>
                  </a:cubicBezTo>
                  <a:cubicBezTo>
                    <a:pt x="635" y="1406"/>
                    <a:pt x="403" y="1346"/>
                    <a:pt x="344" y="1082"/>
                  </a:cubicBezTo>
                  <a:cubicBezTo>
                    <a:pt x="287" y="826"/>
                    <a:pt x="465" y="624"/>
                    <a:pt x="671" y="624"/>
                  </a:cubicBezTo>
                  <a:cubicBezTo>
                    <a:pt x="762" y="624"/>
                    <a:pt x="859" y="663"/>
                    <a:pt x="944" y="753"/>
                  </a:cubicBezTo>
                  <a:cubicBezTo>
                    <a:pt x="953" y="763"/>
                    <a:pt x="964" y="768"/>
                    <a:pt x="976" y="768"/>
                  </a:cubicBezTo>
                  <a:cubicBezTo>
                    <a:pt x="1010" y="768"/>
                    <a:pt x="1043" y="730"/>
                    <a:pt x="1020" y="695"/>
                  </a:cubicBezTo>
                  <a:cubicBezTo>
                    <a:pt x="1005" y="666"/>
                    <a:pt x="989" y="641"/>
                    <a:pt x="971" y="618"/>
                  </a:cubicBezTo>
                  <a:lnTo>
                    <a:pt x="971" y="618"/>
                  </a:lnTo>
                  <a:cubicBezTo>
                    <a:pt x="825" y="399"/>
                    <a:pt x="672" y="200"/>
                    <a:pt x="479" y="14"/>
                  </a:cubicBezTo>
                  <a:cubicBezTo>
                    <a:pt x="470" y="5"/>
                    <a:pt x="459" y="1"/>
                    <a:pt x="44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5" name="Google Shape;1577;p34"/>
            <p:cNvSpPr/>
            <p:nvPr/>
          </p:nvSpPr>
          <p:spPr>
            <a:xfrm>
              <a:off x="9766200" y="4238950"/>
              <a:ext cx="244400" cy="284175"/>
            </a:xfrm>
            <a:custGeom>
              <a:avLst/>
              <a:gdLst/>
              <a:ahLst/>
              <a:cxnLst/>
              <a:rect l="l" t="t" r="r" b="b"/>
              <a:pathLst>
                <a:path w="9776" h="11367" extrusionOk="0">
                  <a:moveTo>
                    <a:pt x="4377" y="1"/>
                  </a:moveTo>
                  <a:cubicBezTo>
                    <a:pt x="4161" y="1"/>
                    <a:pt x="4033" y="20"/>
                    <a:pt x="4033" y="20"/>
                  </a:cubicBezTo>
                  <a:cubicBezTo>
                    <a:pt x="1" y="269"/>
                    <a:pt x="611" y="3356"/>
                    <a:pt x="1367" y="7437"/>
                  </a:cubicBezTo>
                  <a:cubicBezTo>
                    <a:pt x="1868" y="10151"/>
                    <a:pt x="3387" y="11366"/>
                    <a:pt x="5917" y="11366"/>
                  </a:cubicBezTo>
                  <a:cubicBezTo>
                    <a:pt x="5931" y="11366"/>
                    <a:pt x="5945" y="11366"/>
                    <a:pt x="5959" y="11366"/>
                  </a:cubicBezTo>
                  <a:cubicBezTo>
                    <a:pt x="8113" y="11354"/>
                    <a:pt x="9776" y="9967"/>
                    <a:pt x="8813" y="4601"/>
                  </a:cubicBezTo>
                  <a:cubicBezTo>
                    <a:pt x="8056" y="385"/>
                    <a:pt x="5342" y="1"/>
                    <a:pt x="4377" y="1"/>
                  </a:cubicBezTo>
                  <a:close/>
                </a:path>
              </a:pathLst>
            </a:custGeom>
            <a:solidFill>
              <a:srgbClr val="6D534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6" name="Google Shape;1578;p34"/>
            <p:cNvSpPr/>
            <p:nvPr/>
          </p:nvSpPr>
          <p:spPr>
            <a:xfrm>
              <a:off x="9897650" y="4323825"/>
              <a:ext cx="22300" cy="98600"/>
            </a:xfrm>
            <a:custGeom>
              <a:avLst/>
              <a:gdLst/>
              <a:ahLst/>
              <a:cxnLst/>
              <a:rect l="l" t="t" r="r" b="b"/>
              <a:pathLst>
                <a:path w="892" h="3944" extrusionOk="0">
                  <a:moveTo>
                    <a:pt x="589" y="1"/>
                  </a:moveTo>
                  <a:cubicBezTo>
                    <a:pt x="568" y="1"/>
                    <a:pt x="547" y="15"/>
                    <a:pt x="547" y="43"/>
                  </a:cubicBezTo>
                  <a:cubicBezTo>
                    <a:pt x="540" y="657"/>
                    <a:pt x="564" y="1270"/>
                    <a:pt x="577" y="1883"/>
                  </a:cubicBezTo>
                  <a:cubicBezTo>
                    <a:pt x="584" y="2202"/>
                    <a:pt x="791" y="3753"/>
                    <a:pt x="226" y="3753"/>
                  </a:cubicBezTo>
                  <a:cubicBezTo>
                    <a:pt x="203" y="3753"/>
                    <a:pt x="180" y="3751"/>
                    <a:pt x="155" y="3746"/>
                  </a:cubicBezTo>
                  <a:cubicBezTo>
                    <a:pt x="148" y="3744"/>
                    <a:pt x="141" y="3744"/>
                    <a:pt x="134" y="3744"/>
                  </a:cubicBezTo>
                  <a:cubicBezTo>
                    <a:pt x="37" y="3744"/>
                    <a:pt x="1" y="3892"/>
                    <a:pt x="108" y="3920"/>
                  </a:cubicBezTo>
                  <a:cubicBezTo>
                    <a:pt x="169" y="3936"/>
                    <a:pt x="224" y="3943"/>
                    <a:pt x="275" y="3943"/>
                  </a:cubicBezTo>
                  <a:cubicBezTo>
                    <a:pt x="584" y="3943"/>
                    <a:pt x="718" y="3670"/>
                    <a:pt x="760" y="3338"/>
                  </a:cubicBezTo>
                  <a:cubicBezTo>
                    <a:pt x="892" y="2303"/>
                    <a:pt x="744" y="1078"/>
                    <a:pt x="635" y="43"/>
                  </a:cubicBezTo>
                  <a:cubicBezTo>
                    <a:pt x="632" y="15"/>
                    <a:pt x="610" y="1"/>
                    <a:pt x="58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7" name="Google Shape;1579;p34"/>
            <p:cNvSpPr/>
            <p:nvPr/>
          </p:nvSpPr>
          <p:spPr>
            <a:xfrm>
              <a:off x="9870325" y="4363175"/>
              <a:ext cx="17225" cy="17275"/>
            </a:xfrm>
            <a:custGeom>
              <a:avLst/>
              <a:gdLst/>
              <a:ahLst/>
              <a:cxnLst/>
              <a:rect l="l" t="t" r="r" b="b"/>
              <a:pathLst>
                <a:path w="689" h="691" extrusionOk="0">
                  <a:moveTo>
                    <a:pt x="344" y="1"/>
                  </a:moveTo>
                  <a:cubicBezTo>
                    <a:pt x="155" y="1"/>
                    <a:pt x="0" y="155"/>
                    <a:pt x="0" y="346"/>
                  </a:cubicBezTo>
                  <a:cubicBezTo>
                    <a:pt x="0" y="536"/>
                    <a:pt x="155" y="690"/>
                    <a:pt x="344" y="690"/>
                  </a:cubicBezTo>
                  <a:cubicBezTo>
                    <a:pt x="534" y="690"/>
                    <a:pt x="689" y="536"/>
                    <a:pt x="689" y="346"/>
                  </a:cubicBezTo>
                  <a:cubicBezTo>
                    <a:pt x="689" y="155"/>
                    <a:pt x="534" y="1"/>
                    <a:pt x="344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8" name="Google Shape;1580;p34"/>
            <p:cNvSpPr/>
            <p:nvPr/>
          </p:nvSpPr>
          <p:spPr>
            <a:xfrm>
              <a:off x="9935675" y="4363175"/>
              <a:ext cx="17275" cy="17275"/>
            </a:xfrm>
            <a:custGeom>
              <a:avLst/>
              <a:gdLst/>
              <a:ahLst/>
              <a:cxnLst/>
              <a:rect l="l" t="t" r="r" b="b"/>
              <a:pathLst>
                <a:path w="691" h="691" extrusionOk="0">
                  <a:moveTo>
                    <a:pt x="346" y="1"/>
                  </a:moveTo>
                  <a:cubicBezTo>
                    <a:pt x="155" y="1"/>
                    <a:pt x="0" y="155"/>
                    <a:pt x="0" y="346"/>
                  </a:cubicBezTo>
                  <a:cubicBezTo>
                    <a:pt x="0" y="536"/>
                    <a:pt x="155" y="690"/>
                    <a:pt x="346" y="690"/>
                  </a:cubicBezTo>
                  <a:cubicBezTo>
                    <a:pt x="536" y="690"/>
                    <a:pt x="690" y="536"/>
                    <a:pt x="690" y="346"/>
                  </a:cubicBezTo>
                  <a:cubicBezTo>
                    <a:pt x="690" y="155"/>
                    <a:pt x="536" y="1"/>
                    <a:pt x="346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9" name="Google Shape;1581;p34"/>
            <p:cNvSpPr/>
            <p:nvPr/>
          </p:nvSpPr>
          <p:spPr>
            <a:xfrm>
              <a:off x="9923375" y="4329700"/>
              <a:ext cx="39950" cy="13025"/>
            </a:xfrm>
            <a:custGeom>
              <a:avLst/>
              <a:gdLst/>
              <a:ahLst/>
              <a:cxnLst/>
              <a:rect l="l" t="t" r="r" b="b"/>
              <a:pathLst>
                <a:path w="1598" h="521" extrusionOk="0">
                  <a:moveTo>
                    <a:pt x="774" y="1"/>
                  </a:moveTo>
                  <a:cubicBezTo>
                    <a:pt x="506" y="1"/>
                    <a:pt x="240" y="75"/>
                    <a:pt x="93" y="208"/>
                  </a:cubicBezTo>
                  <a:cubicBezTo>
                    <a:pt x="1" y="293"/>
                    <a:pt x="83" y="430"/>
                    <a:pt x="191" y="430"/>
                  </a:cubicBezTo>
                  <a:cubicBezTo>
                    <a:pt x="201" y="430"/>
                    <a:pt x="211" y="429"/>
                    <a:pt x="220" y="427"/>
                  </a:cubicBezTo>
                  <a:cubicBezTo>
                    <a:pt x="417" y="380"/>
                    <a:pt x="577" y="310"/>
                    <a:pt x="774" y="310"/>
                  </a:cubicBezTo>
                  <a:cubicBezTo>
                    <a:pt x="806" y="310"/>
                    <a:pt x="840" y="311"/>
                    <a:pt x="874" y="316"/>
                  </a:cubicBezTo>
                  <a:cubicBezTo>
                    <a:pt x="1091" y="341"/>
                    <a:pt x="1259" y="477"/>
                    <a:pt x="1465" y="518"/>
                  </a:cubicBezTo>
                  <a:cubicBezTo>
                    <a:pt x="1473" y="519"/>
                    <a:pt x="1480" y="520"/>
                    <a:pt x="1488" y="520"/>
                  </a:cubicBezTo>
                  <a:cubicBezTo>
                    <a:pt x="1557" y="520"/>
                    <a:pt x="1598" y="450"/>
                    <a:pt x="1569" y="382"/>
                  </a:cubicBezTo>
                  <a:cubicBezTo>
                    <a:pt x="1456" y="119"/>
                    <a:pt x="1113" y="1"/>
                    <a:pt x="77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0" name="Google Shape;1582;p34"/>
            <p:cNvSpPr/>
            <p:nvPr/>
          </p:nvSpPr>
          <p:spPr>
            <a:xfrm>
              <a:off x="9849600" y="4327050"/>
              <a:ext cx="39950" cy="12975"/>
            </a:xfrm>
            <a:custGeom>
              <a:avLst/>
              <a:gdLst/>
              <a:ahLst/>
              <a:cxnLst/>
              <a:rect l="l" t="t" r="r" b="b"/>
              <a:pathLst>
                <a:path w="1598" h="519" extrusionOk="0">
                  <a:moveTo>
                    <a:pt x="773" y="0"/>
                  </a:moveTo>
                  <a:cubicBezTo>
                    <a:pt x="505" y="0"/>
                    <a:pt x="240" y="74"/>
                    <a:pt x="93" y="207"/>
                  </a:cubicBezTo>
                  <a:cubicBezTo>
                    <a:pt x="0" y="291"/>
                    <a:pt x="83" y="429"/>
                    <a:pt x="190" y="429"/>
                  </a:cubicBezTo>
                  <a:cubicBezTo>
                    <a:pt x="200" y="429"/>
                    <a:pt x="210" y="427"/>
                    <a:pt x="219" y="425"/>
                  </a:cubicBezTo>
                  <a:cubicBezTo>
                    <a:pt x="418" y="378"/>
                    <a:pt x="578" y="308"/>
                    <a:pt x="775" y="308"/>
                  </a:cubicBezTo>
                  <a:cubicBezTo>
                    <a:pt x="807" y="308"/>
                    <a:pt x="840" y="310"/>
                    <a:pt x="874" y="314"/>
                  </a:cubicBezTo>
                  <a:cubicBezTo>
                    <a:pt x="1091" y="341"/>
                    <a:pt x="1259" y="476"/>
                    <a:pt x="1466" y="516"/>
                  </a:cubicBezTo>
                  <a:cubicBezTo>
                    <a:pt x="1473" y="518"/>
                    <a:pt x="1481" y="518"/>
                    <a:pt x="1488" y="518"/>
                  </a:cubicBezTo>
                  <a:cubicBezTo>
                    <a:pt x="1558" y="518"/>
                    <a:pt x="1598" y="449"/>
                    <a:pt x="1569" y="382"/>
                  </a:cubicBezTo>
                  <a:cubicBezTo>
                    <a:pt x="1455" y="118"/>
                    <a:pt x="1112" y="0"/>
                    <a:pt x="77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1" name="Google Shape;1583;p34"/>
            <p:cNvSpPr/>
            <p:nvPr/>
          </p:nvSpPr>
          <p:spPr>
            <a:xfrm>
              <a:off x="9884875" y="4427800"/>
              <a:ext cx="31825" cy="16250"/>
            </a:xfrm>
            <a:custGeom>
              <a:avLst/>
              <a:gdLst/>
              <a:ahLst/>
              <a:cxnLst/>
              <a:rect l="l" t="t" r="r" b="b"/>
              <a:pathLst>
                <a:path w="1273" h="650" extrusionOk="0">
                  <a:moveTo>
                    <a:pt x="75" y="1"/>
                  </a:moveTo>
                  <a:cubicBezTo>
                    <a:pt x="41" y="1"/>
                    <a:pt x="7" y="26"/>
                    <a:pt x="7" y="66"/>
                  </a:cubicBezTo>
                  <a:cubicBezTo>
                    <a:pt x="1" y="426"/>
                    <a:pt x="373" y="650"/>
                    <a:pt x="720" y="650"/>
                  </a:cubicBezTo>
                  <a:cubicBezTo>
                    <a:pt x="947" y="650"/>
                    <a:pt x="1164" y="554"/>
                    <a:pt x="1257" y="336"/>
                  </a:cubicBezTo>
                  <a:cubicBezTo>
                    <a:pt x="1272" y="301"/>
                    <a:pt x="1248" y="254"/>
                    <a:pt x="1213" y="254"/>
                  </a:cubicBezTo>
                  <a:cubicBezTo>
                    <a:pt x="1204" y="254"/>
                    <a:pt x="1195" y="257"/>
                    <a:pt x="1185" y="263"/>
                  </a:cubicBezTo>
                  <a:cubicBezTo>
                    <a:pt x="1025" y="371"/>
                    <a:pt x="876" y="482"/>
                    <a:pt x="688" y="482"/>
                  </a:cubicBezTo>
                  <a:cubicBezTo>
                    <a:pt x="646" y="482"/>
                    <a:pt x="603" y="477"/>
                    <a:pt x="558" y="465"/>
                  </a:cubicBezTo>
                  <a:cubicBezTo>
                    <a:pt x="319" y="404"/>
                    <a:pt x="247" y="222"/>
                    <a:pt x="132" y="33"/>
                  </a:cubicBezTo>
                  <a:cubicBezTo>
                    <a:pt x="118" y="11"/>
                    <a:pt x="97" y="1"/>
                    <a:pt x="75" y="1"/>
                  </a:cubicBezTo>
                  <a:close/>
                </a:path>
              </a:pathLst>
            </a:custGeom>
            <a:solidFill>
              <a:srgbClr val="DB7F6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2" name="Google Shape;1584;p34"/>
            <p:cNvSpPr/>
            <p:nvPr/>
          </p:nvSpPr>
          <p:spPr>
            <a:xfrm>
              <a:off x="9828975" y="4490975"/>
              <a:ext cx="112800" cy="36900"/>
            </a:xfrm>
            <a:custGeom>
              <a:avLst/>
              <a:gdLst/>
              <a:ahLst/>
              <a:cxnLst/>
              <a:rect l="l" t="t" r="r" b="b"/>
              <a:pathLst>
                <a:path w="4512" h="1476" extrusionOk="0">
                  <a:moveTo>
                    <a:pt x="68" y="1"/>
                  </a:moveTo>
                  <a:cubicBezTo>
                    <a:pt x="32" y="1"/>
                    <a:pt x="1" y="47"/>
                    <a:pt x="33" y="82"/>
                  </a:cubicBezTo>
                  <a:cubicBezTo>
                    <a:pt x="785" y="937"/>
                    <a:pt x="1980" y="1475"/>
                    <a:pt x="3148" y="1475"/>
                  </a:cubicBezTo>
                  <a:cubicBezTo>
                    <a:pt x="3610" y="1475"/>
                    <a:pt x="4068" y="1391"/>
                    <a:pt x="4492" y="1209"/>
                  </a:cubicBezTo>
                  <a:cubicBezTo>
                    <a:pt x="4512" y="1200"/>
                    <a:pt x="4498" y="1174"/>
                    <a:pt x="4480" y="1174"/>
                  </a:cubicBezTo>
                  <a:cubicBezTo>
                    <a:pt x="4479" y="1174"/>
                    <a:pt x="4478" y="1174"/>
                    <a:pt x="4477" y="1174"/>
                  </a:cubicBezTo>
                  <a:cubicBezTo>
                    <a:pt x="4048" y="1247"/>
                    <a:pt x="3645" y="1286"/>
                    <a:pt x="3262" y="1286"/>
                  </a:cubicBezTo>
                  <a:cubicBezTo>
                    <a:pt x="2093" y="1286"/>
                    <a:pt x="1106" y="920"/>
                    <a:pt x="99" y="14"/>
                  </a:cubicBezTo>
                  <a:cubicBezTo>
                    <a:pt x="89" y="5"/>
                    <a:pt x="78" y="1"/>
                    <a:pt x="6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3" name="Google Shape;1585;p34"/>
            <p:cNvSpPr/>
            <p:nvPr/>
          </p:nvSpPr>
          <p:spPr>
            <a:xfrm>
              <a:off x="9774650" y="4222050"/>
              <a:ext cx="210150" cy="101900"/>
            </a:xfrm>
            <a:custGeom>
              <a:avLst/>
              <a:gdLst/>
              <a:ahLst/>
              <a:cxnLst/>
              <a:rect l="l" t="t" r="r" b="b"/>
              <a:pathLst>
                <a:path w="8406" h="4076" extrusionOk="0">
                  <a:moveTo>
                    <a:pt x="6267" y="1"/>
                  </a:moveTo>
                  <a:cubicBezTo>
                    <a:pt x="5908" y="1"/>
                    <a:pt x="5545" y="174"/>
                    <a:pt x="5350" y="478"/>
                  </a:cubicBezTo>
                  <a:cubicBezTo>
                    <a:pt x="5088" y="227"/>
                    <a:pt x="4731" y="107"/>
                    <a:pt x="4370" y="107"/>
                  </a:cubicBezTo>
                  <a:cubicBezTo>
                    <a:pt x="3893" y="107"/>
                    <a:pt x="3412" y="318"/>
                    <a:pt x="3144" y="716"/>
                  </a:cubicBezTo>
                  <a:cubicBezTo>
                    <a:pt x="2990" y="636"/>
                    <a:pt x="2829" y="603"/>
                    <a:pt x="2666" y="603"/>
                  </a:cubicBezTo>
                  <a:cubicBezTo>
                    <a:pt x="2152" y="603"/>
                    <a:pt x="1612" y="938"/>
                    <a:pt x="1151" y="1236"/>
                  </a:cubicBezTo>
                  <a:cubicBezTo>
                    <a:pt x="879" y="1411"/>
                    <a:pt x="597" y="1579"/>
                    <a:pt x="377" y="1815"/>
                  </a:cubicBezTo>
                  <a:cubicBezTo>
                    <a:pt x="156" y="2052"/>
                    <a:pt x="0" y="2373"/>
                    <a:pt x="45" y="2693"/>
                  </a:cubicBezTo>
                  <a:cubicBezTo>
                    <a:pt x="86" y="2998"/>
                    <a:pt x="351" y="3278"/>
                    <a:pt x="654" y="3278"/>
                  </a:cubicBezTo>
                  <a:cubicBezTo>
                    <a:pt x="669" y="3278"/>
                    <a:pt x="685" y="3277"/>
                    <a:pt x="701" y="3276"/>
                  </a:cubicBezTo>
                  <a:lnTo>
                    <a:pt x="850" y="2712"/>
                  </a:lnTo>
                  <a:lnTo>
                    <a:pt x="850" y="2712"/>
                  </a:lnTo>
                  <a:cubicBezTo>
                    <a:pt x="754" y="3299"/>
                    <a:pt x="1180" y="3924"/>
                    <a:pt x="1762" y="4051"/>
                  </a:cubicBezTo>
                  <a:cubicBezTo>
                    <a:pt x="1836" y="4067"/>
                    <a:pt x="1912" y="4075"/>
                    <a:pt x="1988" y="4075"/>
                  </a:cubicBezTo>
                  <a:cubicBezTo>
                    <a:pt x="2501" y="4075"/>
                    <a:pt x="3010" y="3714"/>
                    <a:pt x="3149" y="3215"/>
                  </a:cubicBezTo>
                  <a:cubicBezTo>
                    <a:pt x="3238" y="3668"/>
                    <a:pt x="3681" y="4021"/>
                    <a:pt x="4140" y="4021"/>
                  </a:cubicBezTo>
                  <a:cubicBezTo>
                    <a:pt x="4165" y="4021"/>
                    <a:pt x="4190" y="4020"/>
                    <a:pt x="4215" y="4018"/>
                  </a:cubicBezTo>
                  <a:cubicBezTo>
                    <a:pt x="4700" y="3976"/>
                    <a:pt x="5118" y="3533"/>
                    <a:pt x="5131" y="3047"/>
                  </a:cubicBezTo>
                  <a:cubicBezTo>
                    <a:pt x="5186" y="3456"/>
                    <a:pt x="5577" y="3789"/>
                    <a:pt x="5989" y="3789"/>
                  </a:cubicBezTo>
                  <a:cubicBezTo>
                    <a:pt x="6010" y="3789"/>
                    <a:pt x="6032" y="3788"/>
                    <a:pt x="6054" y="3787"/>
                  </a:cubicBezTo>
                  <a:cubicBezTo>
                    <a:pt x="6487" y="3749"/>
                    <a:pt x="6852" y="3333"/>
                    <a:pt x="6836" y="2899"/>
                  </a:cubicBezTo>
                  <a:lnTo>
                    <a:pt x="6836" y="2899"/>
                  </a:lnTo>
                  <a:cubicBezTo>
                    <a:pt x="6995" y="3079"/>
                    <a:pt x="7236" y="3173"/>
                    <a:pt x="7476" y="3173"/>
                  </a:cubicBezTo>
                  <a:cubicBezTo>
                    <a:pt x="7642" y="3173"/>
                    <a:pt x="7807" y="3128"/>
                    <a:pt x="7944" y="3035"/>
                  </a:cubicBezTo>
                  <a:cubicBezTo>
                    <a:pt x="8279" y="2806"/>
                    <a:pt x="8406" y="2316"/>
                    <a:pt x="8223" y="1953"/>
                  </a:cubicBezTo>
                  <a:cubicBezTo>
                    <a:pt x="8079" y="1670"/>
                    <a:pt x="7761" y="1493"/>
                    <a:pt x="7447" y="1493"/>
                  </a:cubicBezTo>
                  <a:cubicBezTo>
                    <a:pt x="7359" y="1493"/>
                    <a:pt x="7271" y="1507"/>
                    <a:pt x="7187" y="1537"/>
                  </a:cubicBezTo>
                  <a:cubicBezTo>
                    <a:pt x="7433" y="1058"/>
                    <a:pt x="7240" y="400"/>
                    <a:pt x="6772" y="132"/>
                  </a:cubicBezTo>
                  <a:cubicBezTo>
                    <a:pt x="6619" y="43"/>
                    <a:pt x="6443" y="1"/>
                    <a:pt x="626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4" name="Google Shape;1586;p34"/>
            <p:cNvSpPr/>
            <p:nvPr/>
          </p:nvSpPr>
          <p:spPr>
            <a:xfrm>
              <a:off x="9760550" y="4280800"/>
              <a:ext cx="51750" cy="80800"/>
            </a:xfrm>
            <a:custGeom>
              <a:avLst/>
              <a:gdLst/>
              <a:ahLst/>
              <a:cxnLst/>
              <a:rect l="l" t="t" r="r" b="b"/>
              <a:pathLst>
                <a:path w="2070" h="3232" extrusionOk="0">
                  <a:moveTo>
                    <a:pt x="1381" y="0"/>
                  </a:moveTo>
                  <a:cubicBezTo>
                    <a:pt x="1164" y="0"/>
                    <a:pt x="942" y="122"/>
                    <a:pt x="779" y="276"/>
                  </a:cubicBezTo>
                  <a:cubicBezTo>
                    <a:pt x="0" y="1008"/>
                    <a:pt x="106" y="2273"/>
                    <a:pt x="993" y="2868"/>
                  </a:cubicBezTo>
                  <a:lnTo>
                    <a:pt x="1199" y="2958"/>
                  </a:lnTo>
                  <a:cubicBezTo>
                    <a:pt x="1127" y="3086"/>
                    <a:pt x="1279" y="3232"/>
                    <a:pt x="1425" y="3232"/>
                  </a:cubicBezTo>
                  <a:cubicBezTo>
                    <a:pt x="1447" y="3232"/>
                    <a:pt x="1469" y="3229"/>
                    <a:pt x="1490" y="3221"/>
                  </a:cubicBezTo>
                  <a:cubicBezTo>
                    <a:pt x="1650" y="3167"/>
                    <a:pt x="1736" y="2996"/>
                    <a:pt x="1794" y="2836"/>
                  </a:cubicBezTo>
                  <a:cubicBezTo>
                    <a:pt x="2018" y="2214"/>
                    <a:pt x="2069" y="1538"/>
                    <a:pt x="2011" y="878"/>
                  </a:cubicBezTo>
                  <a:cubicBezTo>
                    <a:pt x="1984" y="553"/>
                    <a:pt x="1891" y="176"/>
                    <a:pt x="1593" y="44"/>
                  </a:cubicBezTo>
                  <a:cubicBezTo>
                    <a:pt x="1524" y="14"/>
                    <a:pt x="1453" y="0"/>
                    <a:pt x="138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pic>
        <p:nvPicPr>
          <p:cNvPr id="125" name="Grafik 124"/>
          <p:cNvPicPr>
            <a:picLocks noChangeAspect="1"/>
          </p:cNvPicPr>
          <p:nvPr/>
        </p:nvPicPr>
        <p:blipFill rotWithShape="1">
          <a:blip r:embed="rId6" cstate="email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35144" y="2336566"/>
            <a:ext cx="377691" cy="327471"/>
          </a:xfrm>
          <a:prstGeom prst="rect">
            <a:avLst/>
          </a:prstGeom>
        </p:spPr>
      </p:pic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83E9E103-74E0-D103-2437-1E0167822651}"/>
              </a:ext>
            </a:extLst>
          </p:cNvPr>
          <p:cNvSpPr txBox="1">
            <a:spLocks/>
          </p:cNvSpPr>
          <p:nvPr/>
        </p:nvSpPr>
        <p:spPr>
          <a:xfrm>
            <a:off x="966380" y="2664036"/>
            <a:ext cx="7851171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ymbol" panose="05050102010706020507" pitchFamily="18" charset="2"/>
              <a:buChar char="-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  <a:r>
              <a:rPr lang="fr-FR" sz="1600" b="1" dirty="0"/>
              <a:t>Instruction: </a:t>
            </a:r>
          </a:p>
          <a:p>
            <a:pPr marL="0" indent="0" algn="just">
              <a:buNone/>
            </a:pPr>
            <a:r>
              <a:rPr lang="fr-FR" sz="1600" dirty="0" err="1"/>
              <a:t>Form</a:t>
            </a:r>
            <a:r>
              <a:rPr lang="fr-FR" sz="1600" dirty="0"/>
              <a:t> </a:t>
            </a:r>
            <a:r>
              <a:rPr lang="fr-FR" sz="1600" b="1" dirty="0">
                <a:solidFill>
                  <a:schemeClr val="accent5"/>
                </a:solidFill>
              </a:rPr>
              <a:t>groups of </a:t>
            </a:r>
            <a:r>
              <a:rPr lang="fr-FR" sz="1600" b="1" dirty="0" err="1">
                <a:solidFill>
                  <a:schemeClr val="accent5"/>
                </a:solidFill>
              </a:rPr>
              <a:t>three</a:t>
            </a:r>
            <a:r>
              <a:rPr lang="fr-FR" sz="1600" b="1" dirty="0">
                <a:solidFill>
                  <a:schemeClr val="accent5"/>
                </a:solidFill>
              </a:rPr>
              <a:t> (03) people </a:t>
            </a:r>
            <a:r>
              <a:rPr lang="fr-FR" sz="1600" dirty="0"/>
              <a:t>to </a:t>
            </a:r>
            <a:r>
              <a:rPr lang="fr-FR" sz="1600" dirty="0" err="1"/>
              <a:t>work</a:t>
            </a:r>
            <a:r>
              <a:rPr lang="fr-FR" sz="1600" dirty="0"/>
              <a:t> on </a:t>
            </a:r>
            <a:r>
              <a:rPr lang="fr-FR" sz="1600" dirty="0" err="1"/>
              <a:t>this</a:t>
            </a:r>
            <a:r>
              <a:rPr lang="fr-FR" sz="1600" dirty="0"/>
              <a:t> </a:t>
            </a:r>
            <a:r>
              <a:rPr lang="fr-FR" sz="1600" dirty="0" err="1"/>
              <a:t>exercise</a:t>
            </a:r>
            <a:r>
              <a:rPr lang="fr-FR" sz="1600" dirty="0"/>
              <a:t>.  Apply the SMART-PI </a:t>
            </a:r>
            <a:r>
              <a:rPr lang="fr-FR" sz="1600" dirty="0" err="1"/>
              <a:t>principles</a:t>
            </a:r>
            <a:r>
              <a:rPr lang="fr-FR" sz="1600" dirty="0"/>
              <a:t>.  </a:t>
            </a:r>
            <a:r>
              <a:rPr lang="fr-FR" sz="1600" dirty="0" err="1"/>
              <a:t>Answer</a:t>
            </a:r>
            <a:r>
              <a:rPr lang="fr-FR" sz="1600" dirty="0"/>
              <a:t> the </a:t>
            </a:r>
            <a:r>
              <a:rPr lang="fr-FR" sz="1600" dirty="0" err="1">
                <a:solidFill>
                  <a:srgbClr val="000000"/>
                </a:solidFill>
              </a:rPr>
              <a:t>following</a:t>
            </a:r>
            <a:r>
              <a:rPr lang="fr-FR" sz="1600" dirty="0">
                <a:solidFill>
                  <a:srgbClr val="000000"/>
                </a:solidFill>
              </a:rPr>
              <a:t> </a:t>
            </a:r>
            <a:r>
              <a:rPr lang="fr-FR" sz="1600" dirty="0"/>
              <a:t>questions</a:t>
            </a:r>
            <a:r>
              <a:rPr lang="fr-FR" sz="1600" dirty="0">
                <a:solidFill>
                  <a:srgbClr val="000000"/>
                </a:solidFill>
              </a:rPr>
              <a:t>: </a:t>
            </a:r>
          </a:p>
          <a:p>
            <a:pPr marL="1206470" lvl="4" indent="-457189">
              <a:buClr>
                <a:schemeClr val="accent5"/>
              </a:buClr>
              <a:buFont typeface="+mj-lt"/>
              <a:buAutoNum type="arabicPeriod"/>
            </a:pPr>
            <a:r>
              <a:rPr lang="fr-FR" sz="1600" dirty="0" err="1"/>
              <a:t>What</a:t>
            </a:r>
            <a:r>
              <a:rPr lang="fr-FR" sz="1600" dirty="0"/>
              <a:t> </a:t>
            </a:r>
            <a:r>
              <a:rPr lang="fr-FR" sz="1600" dirty="0" err="1"/>
              <a:t>criteria</a:t>
            </a:r>
            <a:r>
              <a:rPr lang="fr-FR" sz="1600" dirty="0"/>
              <a:t> (</a:t>
            </a:r>
            <a:r>
              <a:rPr lang="fr-FR" sz="1600" b="1" dirty="0">
                <a:solidFill>
                  <a:schemeClr val="accent5"/>
                </a:solidFill>
              </a:rPr>
              <a:t>SMART-PI) </a:t>
            </a:r>
            <a:r>
              <a:rPr lang="fr-FR" sz="1600" b="1" dirty="0" err="1">
                <a:solidFill>
                  <a:schemeClr val="accent5"/>
                </a:solidFill>
              </a:rPr>
              <a:t>does</a:t>
            </a:r>
            <a:r>
              <a:rPr lang="fr-FR" sz="1600" b="1" dirty="0">
                <a:solidFill>
                  <a:schemeClr val="accent5"/>
                </a:solidFill>
              </a:rPr>
              <a:t> </a:t>
            </a:r>
            <a:r>
              <a:rPr lang="fr-FR" sz="1600" dirty="0" err="1">
                <a:solidFill>
                  <a:srgbClr val="000000"/>
                </a:solidFill>
              </a:rPr>
              <a:t>Frank’s</a:t>
            </a:r>
            <a:r>
              <a:rPr lang="fr-FR" sz="1600" dirty="0"/>
              <a:t> objective </a:t>
            </a:r>
            <a:r>
              <a:rPr lang="fr-FR" sz="1600" dirty="0" err="1"/>
              <a:t>meet</a:t>
            </a:r>
            <a:r>
              <a:rPr lang="fr-FR" sz="1600" dirty="0"/>
              <a:t>? </a:t>
            </a:r>
          </a:p>
          <a:p>
            <a:pPr marL="1206470" lvl="4" indent="-457189">
              <a:buClr>
                <a:schemeClr val="accent5"/>
              </a:buClr>
              <a:buFont typeface="+mj-lt"/>
              <a:buAutoNum type="arabicPeriod"/>
            </a:pPr>
            <a:r>
              <a:rPr lang="fr-FR" sz="1600" dirty="0" err="1"/>
              <a:t>Does</a:t>
            </a:r>
            <a:r>
              <a:rPr lang="fr-FR" sz="1600" dirty="0"/>
              <a:t> </a:t>
            </a:r>
            <a:r>
              <a:rPr lang="fr-FR" sz="1600" dirty="0" err="1">
                <a:solidFill>
                  <a:srgbClr val="000000"/>
                </a:solidFill>
              </a:rPr>
              <a:t>Frank’s</a:t>
            </a:r>
            <a:r>
              <a:rPr lang="fr-FR" sz="1600" dirty="0"/>
              <a:t> objective show </a:t>
            </a:r>
            <a:r>
              <a:rPr lang="fr-FR" sz="1600" dirty="0" err="1"/>
              <a:t>enough</a:t>
            </a:r>
            <a:r>
              <a:rPr lang="fr-FR" sz="1600" dirty="0"/>
              <a:t> </a:t>
            </a:r>
            <a:r>
              <a:rPr lang="fr-FR" sz="1600" dirty="0" err="1"/>
              <a:t>personal</a:t>
            </a:r>
            <a:r>
              <a:rPr lang="fr-FR" sz="1600" dirty="0"/>
              <a:t> initiative? </a:t>
            </a:r>
          </a:p>
          <a:p>
            <a:pPr marL="1206470" lvl="4" indent="-457189">
              <a:buClr>
                <a:schemeClr val="accent5"/>
              </a:buClr>
              <a:buFont typeface="+mj-lt"/>
              <a:buAutoNum type="arabicPeriod"/>
            </a:pPr>
            <a:r>
              <a:rPr lang="fr-FR" sz="1600" dirty="0"/>
              <a:t>How </a:t>
            </a:r>
            <a:r>
              <a:rPr lang="fr-FR" sz="1600" dirty="0" err="1"/>
              <a:t>could</a:t>
            </a:r>
            <a:r>
              <a:rPr lang="fr-FR" sz="1600" dirty="0"/>
              <a:t> </a:t>
            </a:r>
            <a:r>
              <a:rPr lang="fr-FR" sz="1600" dirty="0" err="1"/>
              <a:t>he</a:t>
            </a:r>
            <a:r>
              <a:rPr lang="fr-FR" sz="1600" dirty="0"/>
              <a:t> </a:t>
            </a:r>
            <a:r>
              <a:rPr lang="fr-FR" sz="1600" dirty="0" err="1"/>
              <a:t>reformulate</a:t>
            </a:r>
            <a:r>
              <a:rPr lang="fr-FR" sz="1600" dirty="0"/>
              <a:t> </a:t>
            </a:r>
            <a:r>
              <a:rPr lang="fr-FR" sz="1600" dirty="0" err="1"/>
              <a:t>his</a:t>
            </a:r>
            <a:r>
              <a:rPr lang="fr-FR" sz="1600" dirty="0"/>
              <a:t> objective to </a:t>
            </a:r>
            <a:r>
              <a:rPr lang="fr-FR" sz="1600" dirty="0" err="1"/>
              <a:t>meet</a:t>
            </a:r>
            <a:r>
              <a:rPr lang="fr-FR" sz="1600" dirty="0"/>
              <a:t> the SMART-PI </a:t>
            </a:r>
            <a:r>
              <a:rPr lang="fr-FR" sz="1600" dirty="0" err="1"/>
              <a:t>criteria</a:t>
            </a:r>
            <a:r>
              <a:rPr lang="fr-FR" sz="1600" dirty="0"/>
              <a:t>?</a:t>
            </a:r>
          </a:p>
          <a:p>
            <a:endParaRPr lang="fr-FR" sz="2133" dirty="0"/>
          </a:p>
        </p:txBody>
      </p:sp>
      <p:grpSp>
        <p:nvGrpSpPr>
          <p:cNvPr id="3" name="Google Shape;8797;p63">
            <a:extLst>
              <a:ext uri="{FF2B5EF4-FFF2-40B4-BE49-F238E27FC236}">
                <a16:creationId xmlns:a16="http://schemas.microsoft.com/office/drawing/2014/main" id="{C2D57150-A852-ADC5-5FC9-E3B6676A7C24}"/>
              </a:ext>
            </a:extLst>
          </p:cNvPr>
          <p:cNvGrpSpPr/>
          <p:nvPr/>
        </p:nvGrpSpPr>
        <p:grpSpPr>
          <a:xfrm>
            <a:off x="259662" y="1100761"/>
            <a:ext cx="197108" cy="389321"/>
            <a:chOff x="3527539" y="4476677"/>
            <a:chExt cx="159232" cy="314510"/>
          </a:xfrm>
          <a:solidFill>
            <a:srgbClr val="000000"/>
          </a:solidFill>
        </p:grpSpPr>
        <p:sp>
          <p:nvSpPr>
            <p:cNvPr id="4" name="Google Shape;8798;p63">
              <a:extLst>
                <a:ext uri="{FF2B5EF4-FFF2-40B4-BE49-F238E27FC236}">
                  <a16:creationId xmlns:a16="http://schemas.microsoft.com/office/drawing/2014/main" id="{B16AB080-8C36-BF5A-5225-C7C5F62554F5}"/>
                </a:ext>
              </a:extLst>
            </p:cNvPr>
            <p:cNvSpPr/>
            <p:nvPr/>
          </p:nvSpPr>
          <p:spPr>
            <a:xfrm>
              <a:off x="3527539" y="4536716"/>
              <a:ext cx="159232" cy="254471"/>
            </a:xfrm>
            <a:custGeom>
              <a:avLst/>
              <a:gdLst/>
              <a:ahLst/>
              <a:cxnLst/>
              <a:rect l="l" t="t" r="r" b="b"/>
              <a:pathLst>
                <a:path w="97241" h="155402" extrusionOk="0">
                  <a:moveTo>
                    <a:pt x="35360" y="0"/>
                  </a:moveTo>
                  <a:cubicBezTo>
                    <a:pt x="27173" y="0"/>
                    <a:pt x="21268" y="5220"/>
                    <a:pt x="17713" y="15527"/>
                  </a:cubicBezTo>
                  <a:cubicBezTo>
                    <a:pt x="15527" y="21921"/>
                    <a:pt x="1533" y="61750"/>
                    <a:pt x="1403" y="62174"/>
                  </a:cubicBezTo>
                  <a:cubicBezTo>
                    <a:pt x="0" y="66121"/>
                    <a:pt x="2088" y="70492"/>
                    <a:pt x="6068" y="71895"/>
                  </a:cubicBezTo>
                  <a:cubicBezTo>
                    <a:pt x="6895" y="72179"/>
                    <a:pt x="7739" y="72315"/>
                    <a:pt x="8570" y="72315"/>
                  </a:cubicBezTo>
                  <a:cubicBezTo>
                    <a:pt x="11735" y="72315"/>
                    <a:pt x="14703" y="70350"/>
                    <a:pt x="15788" y="67197"/>
                  </a:cubicBezTo>
                  <a:cubicBezTo>
                    <a:pt x="16245" y="65925"/>
                    <a:pt x="24661" y="42569"/>
                    <a:pt x="29358" y="29130"/>
                  </a:cubicBezTo>
                  <a:lnTo>
                    <a:pt x="29358" y="29130"/>
                  </a:lnTo>
                  <a:cubicBezTo>
                    <a:pt x="28869" y="33142"/>
                    <a:pt x="30272" y="24824"/>
                    <a:pt x="18431" y="85856"/>
                  </a:cubicBezTo>
                  <a:cubicBezTo>
                    <a:pt x="17941" y="88498"/>
                    <a:pt x="19964" y="90912"/>
                    <a:pt x="22606" y="90912"/>
                  </a:cubicBezTo>
                  <a:lnTo>
                    <a:pt x="28412" y="90912"/>
                  </a:lnTo>
                  <a:lnTo>
                    <a:pt x="28412" y="146235"/>
                  </a:lnTo>
                  <a:cubicBezTo>
                    <a:pt x="28412" y="151291"/>
                    <a:pt x="32522" y="155401"/>
                    <a:pt x="37578" y="155401"/>
                  </a:cubicBezTo>
                  <a:cubicBezTo>
                    <a:pt x="42634" y="155401"/>
                    <a:pt x="46745" y="151291"/>
                    <a:pt x="46745" y="146235"/>
                  </a:cubicBezTo>
                  <a:lnTo>
                    <a:pt x="46745" y="90912"/>
                  </a:lnTo>
                  <a:lnTo>
                    <a:pt x="50692" y="90912"/>
                  </a:lnTo>
                  <a:lnTo>
                    <a:pt x="50692" y="146235"/>
                  </a:lnTo>
                  <a:cubicBezTo>
                    <a:pt x="50692" y="151291"/>
                    <a:pt x="54769" y="155401"/>
                    <a:pt x="59825" y="155401"/>
                  </a:cubicBezTo>
                  <a:cubicBezTo>
                    <a:pt x="64881" y="155401"/>
                    <a:pt x="68991" y="151291"/>
                    <a:pt x="68991" y="146235"/>
                  </a:cubicBezTo>
                  <a:lnTo>
                    <a:pt x="68991" y="90912"/>
                  </a:lnTo>
                  <a:lnTo>
                    <a:pt x="74798" y="90912"/>
                  </a:lnTo>
                  <a:cubicBezTo>
                    <a:pt x="77472" y="90912"/>
                    <a:pt x="79462" y="88498"/>
                    <a:pt x="78973" y="85856"/>
                  </a:cubicBezTo>
                  <a:cubicBezTo>
                    <a:pt x="67262" y="25379"/>
                    <a:pt x="68535" y="32392"/>
                    <a:pt x="68143" y="29130"/>
                  </a:cubicBezTo>
                  <a:lnTo>
                    <a:pt x="68143" y="29130"/>
                  </a:lnTo>
                  <a:cubicBezTo>
                    <a:pt x="72873" y="42667"/>
                    <a:pt x="81028" y="65958"/>
                    <a:pt x="81485" y="67197"/>
                  </a:cubicBezTo>
                  <a:cubicBezTo>
                    <a:pt x="82570" y="70350"/>
                    <a:pt x="85538" y="72315"/>
                    <a:pt x="88687" y="72315"/>
                  </a:cubicBezTo>
                  <a:cubicBezTo>
                    <a:pt x="89513" y="72315"/>
                    <a:pt x="90352" y="72179"/>
                    <a:pt x="91173" y="71895"/>
                  </a:cubicBezTo>
                  <a:cubicBezTo>
                    <a:pt x="95152" y="70492"/>
                    <a:pt x="97240" y="66121"/>
                    <a:pt x="95870" y="62174"/>
                  </a:cubicBezTo>
                  <a:cubicBezTo>
                    <a:pt x="95707" y="61750"/>
                    <a:pt x="81746" y="21921"/>
                    <a:pt x="79560" y="15527"/>
                  </a:cubicBezTo>
                  <a:cubicBezTo>
                    <a:pt x="76005" y="5220"/>
                    <a:pt x="70068" y="0"/>
                    <a:pt x="619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" name="Google Shape;8799;p63">
              <a:extLst>
                <a:ext uri="{FF2B5EF4-FFF2-40B4-BE49-F238E27FC236}">
                  <a16:creationId xmlns:a16="http://schemas.microsoft.com/office/drawing/2014/main" id="{B1438AB8-3E74-2755-4A0D-4F221EF2AB63}"/>
                </a:ext>
              </a:extLst>
            </p:cNvPr>
            <p:cNvSpPr/>
            <p:nvPr/>
          </p:nvSpPr>
          <p:spPr>
            <a:xfrm>
              <a:off x="3581381" y="4476677"/>
              <a:ext cx="51814" cy="51761"/>
            </a:xfrm>
            <a:custGeom>
              <a:avLst/>
              <a:gdLst/>
              <a:ahLst/>
              <a:cxnLst/>
              <a:rect l="l" t="t" r="r" b="b"/>
              <a:pathLst>
                <a:path w="31642" h="31610" extrusionOk="0">
                  <a:moveTo>
                    <a:pt x="15821" y="1"/>
                  </a:moveTo>
                  <a:cubicBezTo>
                    <a:pt x="7079" y="1"/>
                    <a:pt x="0" y="7079"/>
                    <a:pt x="0" y="15821"/>
                  </a:cubicBezTo>
                  <a:cubicBezTo>
                    <a:pt x="0" y="24531"/>
                    <a:pt x="7079" y="31609"/>
                    <a:pt x="15821" y="31609"/>
                  </a:cubicBezTo>
                  <a:cubicBezTo>
                    <a:pt x="24563" y="31609"/>
                    <a:pt x="31641" y="24531"/>
                    <a:pt x="31641" y="15821"/>
                  </a:cubicBezTo>
                  <a:cubicBezTo>
                    <a:pt x="31641" y="7079"/>
                    <a:pt x="24563" y="1"/>
                    <a:pt x="158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6" name="Google Shape;8797;p63">
            <a:extLst>
              <a:ext uri="{FF2B5EF4-FFF2-40B4-BE49-F238E27FC236}">
                <a16:creationId xmlns:a16="http://schemas.microsoft.com/office/drawing/2014/main" id="{F9927DD6-BD82-080E-19D6-479052129B27}"/>
              </a:ext>
            </a:extLst>
          </p:cNvPr>
          <p:cNvGrpSpPr/>
          <p:nvPr/>
        </p:nvGrpSpPr>
        <p:grpSpPr>
          <a:xfrm>
            <a:off x="511394" y="1100761"/>
            <a:ext cx="197108" cy="389321"/>
            <a:chOff x="3527539" y="4476677"/>
            <a:chExt cx="159232" cy="314510"/>
          </a:xfrm>
          <a:solidFill>
            <a:srgbClr val="000000"/>
          </a:solidFill>
        </p:grpSpPr>
        <p:sp>
          <p:nvSpPr>
            <p:cNvPr id="7" name="Google Shape;8798;p63">
              <a:extLst>
                <a:ext uri="{FF2B5EF4-FFF2-40B4-BE49-F238E27FC236}">
                  <a16:creationId xmlns:a16="http://schemas.microsoft.com/office/drawing/2014/main" id="{E834D446-3038-5D7B-53EF-B60A0D34D829}"/>
                </a:ext>
              </a:extLst>
            </p:cNvPr>
            <p:cNvSpPr/>
            <p:nvPr/>
          </p:nvSpPr>
          <p:spPr>
            <a:xfrm>
              <a:off x="3527539" y="4536716"/>
              <a:ext cx="159232" cy="254471"/>
            </a:xfrm>
            <a:custGeom>
              <a:avLst/>
              <a:gdLst/>
              <a:ahLst/>
              <a:cxnLst/>
              <a:rect l="l" t="t" r="r" b="b"/>
              <a:pathLst>
                <a:path w="97241" h="155402" extrusionOk="0">
                  <a:moveTo>
                    <a:pt x="35360" y="0"/>
                  </a:moveTo>
                  <a:cubicBezTo>
                    <a:pt x="27173" y="0"/>
                    <a:pt x="21268" y="5220"/>
                    <a:pt x="17713" y="15527"/>
                  </a:cubicBezTo>
                  <a:cubicBezTo>
                    <a:pt x="15527" y="21921"/>
                    <a:pt x="1533" y="61750"/>
                    <a:pt x="1403" y="62174"/>
                  </a:cubicBezTo>
                  <a:cubicBezTo>
                    <a:pt x="0" y="66121"/>
                    <a:pt x="2088" y="70492"/>
                    <a:pt x="6068" y="71895"/>
                  </a:cubicBezTo>
                  <a:cubicBezTo>
                    <a:pt x="6895" y="72179"/>
                    <a:pt x="7739" y="72315"/>
                    <a:pt x="8570" y="72315"/>
                  </a:cubicBezTo>
                  <a:cubicBezTo>
                    <a:pt x="11735" y="72315"/>
                    <a:pt x="14703" y="70350"/>
                    <a:pt x="15788" y="67197"/>
                  </a:cubicBezTo>
                  <a:cubicBezTo>
                    <a:pt x="16245" y="65925"/>
                    <a:pt x="24661" y="42569"/>
                    <a:pt x="29358" y="29130"/>
                  </a:cubicBezTo>
                  <a:lnTo>
                    <a:pt x="29358" y="29130"/>
                  </a:lnTo>
                  <a:cubicBezTo>
                    <a:pt x="28869" y="33142"/>
                    <a:pt x="30272" y="24824"/>
                    <a:pt x="18431" y="85856"/>
                  </a:cubicBezTo>
                  <a:cubicBezTo>
                    <a:pt x="17941" y="88498"/>
                    <a:pt x="19964" y="90912"/>
                    <a:pt x="22606" y="90912"/>
                  </a:cubicBezTo>
                  <a:lnTo>
                    <a:pt x="28412" y="90912"/>
                  </a:lnTo>
                  <a:lnTo>
                    <a:pt x="28412" y="146235"/>
                  </a:lnTo>
                  <a:cubicBezTo>
                    <a:pt x="28412" y="151291"/>
                    <a:pt x="32522" y="155401"/>
                    <a:pt x="37578" y="155401"/>
                  </a:cubicBezTo>
                  <a:cubicBezTo>
                    <a:pt x="42634" y="155401"/>
                    <a:pt x="46745" y="151291"/>
                    <a:pt x="46745" y="146235"/>
                  </a:cubicBezTo>
                  <a:lnTo>
                    <a:pt x="46745" y="90912"/>
                  </a:lnTo>
                  <a:lnTo>
                    <a:pt x="50692" y="90912"/>
                  </a:lnTo>
                  <a:lnTo>
                    <a:pt x="50692" y="146235"/>
                  </a:lnTo>
                  <a:cubicBezTo>
                    <a:pt x="50692" y="151291"/>
                    <a:pt x="54769" y="155401"/>
                    <a:pt x="59825" y="155401"/>
                  </a:cubicBezTo>
                  <a:cubicBezTo>
                    <a:pt x="64881" y="155401"/>
                    <a:pt x="68991" y="151291"/>
                    <a:pt x="68991" y="146235"/>
                  </a:cubicBezTo>
                  <a:lnTo>
                    <a:pt x="68991" y="90912"/>
                  </a:lnTo>
                  <a:lnTo>
                    <a:pt x="74798" y="90912"/>
                  </a:lnTo>
                  <a:cubicBezTo>
                    <a:pt x="77472" y="90912"/>
                    <a:pt x="79462" y="88498"/>
                    <a:pt x="78973" y="85856"/>
                  </a:cubicBezTo>
                  <a:cubicBezTo>
                    <a:pt x="67262" y="25379"/>
                    <a:pt x="68535" y="32392"/>
                    <a:pt x="68143" y="29130"/>
                  </a:cubicBezTo>
                  <a:lnTo>
                    <a:pt x="68143" y="29130"/>
                  </a:lnTo>
                  <a:cubicBezTo>
                    <a:pt x="72873" y="42667"/>
                    <a:pt x="81028" y="65958"/>
                    <a:pt x="81485" y="67197"/>
                  </a:cubicBezTo>
                  <a:cubicBezTo>
                    <a:pt x="82570" y="70350"/>
                    <a:pt x="85538" y="72315"/>
                    <a:pt x="88687" y="72315"/>
                  </a:cubicBezTo>
                  <a:cubicBezTo>
                    <a:pt x="89513" y="72315"/>
                    <a:pt x="90352" y="72179"/>
                    <a:pt x="91173" y="71895"/>
                  </a:cubicBezTo>
                  <a:cubicBezTo>
                    <a:pt x="95152" y="70492"/>
                    <a:pt x="97240" y="66121"/>
                    <a:pt x="95870" y="62174"/>
                  </a:cubicBezTo>
                  <a:cubicBezTo>
                    <a:pt x="95707" y="61750"/>
                    <a:pt x="81746" y="21921"/>
                    <a:pt x="79560" y="15527"/>
                  </a:cubicBezTo>
                  <a:cubicBezTo>
                    <a:pt x="76005" y="5220"/>
                    <a:pt x="70068" y="0"/>
                    <a:pt x="619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" name="Google Shape;8799;p63">
              <a:extLst>
                <a:ext uri="{FF2B5EF4-FFF2-40B4-BE49-F238E27FC236}">
                  <a16:creationId xmlns:a16="http://schemas.microsoft.com/office/drawing/2014/main" id="{87B73DF4-6AE9-B6BB-A4E6-16F6AD6D8119}"/>
                </a:ext>
              </a:extLst>
            </p:cNvPr>
            <p:cNvSpPr/>
            <p:nvPr/>
          </p:nvSpPr>
          <p:spPr>
            <a:xfrm>
              <a:off x="3581381" y="4476677"/>
              <a:ext cx="51814" cy="51761"/>
            </a:xfrm>
            <a:custGeom>
              <a:avLst/>
              <a:gdLst/>
              <a:ahLst/>
              <a:cxnLst/>
              <a:rect l="l" t="t" r="r" b="b"/>
              <a:pathLst>
                <a:path w="31642" h="31610" extrusionOk="0">
                  <a:moveTo>
                    <a:pt x="15821" y="1"/>
                  </a:moveTo>
                  <a:cubicBezTo>
                    <a:pt x="7079" y="1"/>
                    <a:pt x="0" y="7079"/>
                    <a:pt x="0" y="15821"/>
                  </a:cubicBezTo>
                  <a:cubicBezTo>
                    <a:pt x="0" y="24531"/>
                    <a:pt x="7079" y="31609"/>
                    <a:pt x="15821" y="31609"/>
                  </a:cubicBezTo>
                  <a:cubicBezTo>
                    <a:pt x="24563" y="31609"/>
                    <a:pt x="31641" y="24531"/>
                    <a:pt x="31641" y="15821"/>
                  </a:cubicBezTo>
                  <a:cubicBezTo>
                    <a:pt x="31641" y="7079"/>
                    <a:pt x="24563" y="1"/>
                    <a:pt x="158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9" name="Google Shape;8797;p63">
            <a:extLst>
              <a:ext uri="{FF2B5EF4-FFF2-40B4-BE49-F238E27FC236}">
                <a16:creationId xmlns:a16="http://schemas.microsoft.com/office/drawing/2014/main" id="{5D4B0CFE-70F9-4BE4-86A3-8180EBFFD085}"/>
              </a:ext>
            </a:extLst>
          </p:cNvPr>
          <p:cNvGrpSpPr/>
          <p:nvPr/>
        </p:nvGrpSpPr>
        <p:grpSpPr>
          <a:xfrm>
            <a:off x="745611" y="1100761"/>
            <a:ext cx="197108" cy="389321"/>
            <a:chOff x="3527539" y="4476677"/>
            <a:chExt cx="159232" cy="314510"/>
          </a:xfrm>
          <a:solidFill>
            <a:srgbClr val="000000"/>
          </a:solidFill>
        </p:grpSpPr>
        <p:sp>
          <p:nvSpPr>
            <p:cNvPr id="10" name="Google Shape;8798;p63">
              <a:extLst>
                <a:ext uri="{FF2B5EF4-FFF2-40B4-BE49-F238E27FC236}">
                  <a16:creationId xmlns:a16="http://schemas.microsoft.com/office/drawing/2014/main" id="{6A7BE00C-4AFD-FB63-C55B-28519930CBB6}"/>
                </a:ext>
              </a:extLst>
            </p:cNvPr>
            <p:cNvSpPr/>
            <p:nvPr/>
          </p:nvSpPr>
          <p:spPr>
            <a:xfrm>
              <a:off x="3527539" y="4536716"/>
              <a:ext cx="159232" cy="254471"/>
            </a:xfrm>
            <a:custGeom>
              <a:avLst/>
              <a:gdLst/>
              <a:ahLst/>
              <a:cxnLst/>
              <a:rect l="l" t="t" r="r" b="b"/>
              <a:pathLst>
                <a:path w="97241" h="155402" extrusionOk="0">
                  <a:moveTo>
                    <a:pt x="35360" y="0"/>
                  </a:moveTo>
                  <a:cubicBezTo>
                    <a:pt x="27173" y="0"/>
                    <a:pt x="21268" y="5220"/>
                    <a:pt x="17713" y="15527"/>
                  </a:cubicBezTo>
                  <a:cubicBezTo>
                    <a:pt x="15527" y="21921"/>
                    <a:pt x="1533" y="61750"/>
                    <a:pt x="1403" y="62174"/>
                  </a:cubicBezTo>
                  <a:cubicBezTo>
                    <a:pt x="0" y="66121"/>
                    <a:pt x="2088" y="70492"/>
                    <a:pt x="6068" y="71895"/>
                  </a:cubicBezTo>
                  <a:cubicBezTo>
                    <a:pt x="6895" y="72179"/>
                    <a:pt x="7739" y="72315"/>
                    <a:pt x="8570" y="72315"/>
                  </a:cubicBezTo>
                  <a:cubicBezTo>
                    <a:pt x="11735" y="72315"/>
                    <a:pt x="14703" y="70350"/>
                    <a:pt x="15788" y="67197"/>
                  </a:cubicBezTo>
                  <a:cubicBezTo>
                    <a:pt x="16245" y="65925"/>
                    <a:pt x="24661" y="42569"/>
                    <a:pt x="29358" y="29130"/>
                  </a:cubicBezTo>
                  <a:lnTo>
                    <a:pt x="29358" y="29130"/>
                  </a:lnTo>
                  <a:cubicBezTo>
                    <a:pt x="28869" y="33142"/>
                    <a:pt x="30272" y="24824"/>
                    <a:pt x="18431" y="85856"/>
                  </a:cubicBezTo>
                  <a:cubicBezTo>
                    <a:pt x="17941" y="88498"/>
                    <a:pt x="19964" y="90912"/>
                    <a:pt x="22606" y="90912"/>
                  </a:cubicBezTo>
                  <a:lnTo>
                    <a:pt x="28412" y="90912"/>
                  </a:lnTo>
                  <a:lnTo>
                    <a:pt x="28412" y="146235"/>
                  </a:lnTo>
                  <a:cubicBezTo>
                    <a:pt x="28412" y="151291"/>
                    <a:pt x="32522" y="155401"/>
                    <a:pt x="37578" y="155401"/>
                  </a:cubicBezTo>
                  <a:cubicBezTo>
                    <a:pt x="42634" y="155401"/>
                    <a:pt x="46745" y="151291"/>
                    <a:pt x="46745" y="146235"/>
                  </a:cubicBezTo>
                  <a:lnTo>
                    <a:pt x="46745" y="90912"/>
                  </a:lnTo>
                  <a:lnTo>
                    <a:pt x="50692" y="90912"/>
                  </a:lnTo>
                  <a:lnTo>
                    <a:pt x="50692" y="146235"/>
                  </a:lnTo>
                  <a:cubicBezTo>
                    <a:pt x="50692" y="151291"/>
                    <a:pt x="54769" y="155401"/>
                    <a:pt x="59825" y="155401"/>
                  </a:cubicBezTo>
                  <a:cubicBezTo>
                    <a:pt x="64881" y="155401"/>
                    <a:pt x="68991" y="151291"/>
                    <a:pt x="68991" y="146235"/>
                  </a:cubicBezTo>
                  <a:lnTo>
                    <a:pt x="68991" y="90912"/>
                  </a:lnTo>
                  <a:lnTo>
                    <a:pt x="74798" y="90912"/>
                  </a:lnTo>
                  <a:cubicBezTo>
                    <a:pt x="77472" y="90912"/>
                    <a:pt x="79462" y="88498"/>
                    <a:pt x="78973" y="85856"/>
                  </a:cubicBezTo>
                  <a:cubicBezTo>
                    <a:pt x="67262" y="25379"/>
                    <a:pt x="68535" y="32392"/>
                    <a:pt x="68143" y="29130"/>
                  </a:cubicBezTo>
                  <a:lnTo>
                    <a:pt x="68143" y="29130"/>
                  </a:lnTo>
                  <a:cubicBezTo>
                    <a:pt x="72873" y="42667"/>
                    <a:pt x="81028" y="65958"/>
                    <a:pt x="81485" y="67197"/>
                  </a:cubicBezTo>
                  <a:cubicBezTo>
                    <a:pt x="82570" y="70350"/>
                    <a:pt x="85538" y="72315"/>
                    <a:pt x="88687" y="72315"/>
                  </a:cubicBezTo>
                  <a:cubicBezTo>
                    <a:pt x="89513" y="72315"/>
                    <a:pt x="90352" y="72179"/>
                    <a:pt x="91173" y="71895"/>
                  </a:cubicBezTo>
                  <a:cubicBezTo>
                    <a:pt x="95152" y="70492"/>
                    <a:pt x="97240" y="66121"/>
                    <a:pt x="95870" y="62174"/>
                  </a:cubicBezTo>
                  <a:cubicBezTo>
                    <a:pt x="95707" y="61750"/>
                    <a:pt x="81746" y="21921"/>
                    <a:pt x="79560" y="15527"/>
                  </a:cubicBezTo>
                  <a:cubicBezTo>
                    <a:pt x="76005" y="5220"/>
                    <a:pt x="70068" y="0"/>
                    <a:pt x="619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" name="Google Shape;8799;p63">
              <a:extLst>
                <a:ext uri="{FF2B5EF4-FFF2-40B4-BE49-F238E27FC236}">
                  <a16:creationId xmlns:a16="http://schemas.microsoft.com/office/drawing/2014/main" id="{58B58310-6F1A-619C-1689-339ABC100DF3}"/>
                </a:ext>
              </a:extLst>
            </p:cNvPr>
            <p:cNvSpPr/>
            <p:nvPr/>
          </p:nvSpPr>
          <p:spPr>
            <a:xfrm>
              <a:off x="3581381" y="4476677"/>
              <a:ext cx="51814" cy="51761"/>
            </a:xfrm>
            <a:custGeom>
              <a:avLst/>
              <a:gdLst/>
              <a:ahLst/>
              <a:cxnLst/>
              <a:rect l="l" t="t" r="r" b="b"/>
              <a:pathLst>
                <a:path w="31642" h="31610" extrusionOk="0">
                  <a:moveTo>
                    <a:pt x="15821" y="1"/>
                  </a:moveTo>
                  <a:cubicBezTo>
                    <a:pt x="7079" y="1"/>
                    <a:pt x="0" y="7079"/>
                    <a:pt x="0" y="15821"/>
                  </a:cubicBezTo>
                  <a:cubicBezTo>
                    <a:pt x="0" y="24531"/>
                    <a:pt x="7079" y="31609"/>
                    <a:pt x="15821" y="31609"/>
                  </a:cubicBezTo>
                  <a:cubicBezTo>
                    <a:pt x="24563" y="31609"/>
                    <a:pt x="31641" y="24531"/>
                    <a:pt x="31641" y="15821"/>
                  </a:cubicBezTo>
                  <a:cubicBezTo>
                    <a:pt x="31641" y="7079"/>
                    <a:pt x="24563" y="1"/>
                    <a:pt x="158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943273358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7" name="Rectangle 2"/>
          <p:cNvSpPr>
            <a:spLocks noGrp="1" noChangeAspect="1" noChangeArrowheads="1"/>
          </p:cNvSpPr>
          <p:nvPr>
            <p:ph type="title"/>
          </p:nvPr>
        </p:nvSpPr>
        <p:spPr>
          <a:xfrm>
            <a:off x="1128131" y="593367"/>
            <a:ext cx="10648268" cy="763600"/>
          </a:xfrm>
        </p:spPr>
        <p:txBody>
          <a:bodyPr>
            <a:normAutofit fontScale="90000"/>
          </a:bodyPr>
          <a:lstStyle/>
          <a:p>
            <a:r>
              <a:rPr lang="fr-FR" noProof="0" dirty="0"/>
              <a:t>EXERCISE : </a:t>
            </a:r>
            <a:br>
              <a:rPr lang="fr-FR" noProof="0" dirty="0"/>
            </a:br>
            <a:r>
              <a:rPr lang="fr-FR" b="0" dirty="0"/>
              <a:t>Set a Goal for </a:t>
            </a:r>
            <a:r>
              <a:rPr lang="fr-FR" b="0" dirty="0" err="1"/>
              <a:t>Your</a:t>
            </a:r>
            <a:r>
              <a:rPr lang="fr-FR" b="0" dirty="0"/>
              <a:t> Business</a:t>
            </a:r>
            <a:endParaRPr lang="fr-FR" b="0" noProof="0" dirty="0"/>
          </a:p>
        </p:txBody>
      </p:sp>
      <p:sp>
        <p:nvSpPr>
          <p:cNvPr id="103428" name="Rectangle 3"/>
          <p:cNvSpPr>
            <a:spLocks noGrp="1" noChangeArrowheads="1"/>
          </p:cNvSpPr>
          <p:nvPr>
            <p:ph idx="1"/>
          </p:nvPr>
        </p:nvSpPr>
        <p:spPr>
          <a:xfrm>
            <a:off x="1194452" y="1261111"/>
            <a:ext cx="9549617" cy="5038640"/>
          </a:xfrm>
        </p:spPr>
        <p:txBody>
          <a:bodyPr/>
          <a:lstStyle/>
          <a:p>
            <a:pPr marL="0" indent="0">
              <a:spcAft>
                <a:spcPts val="1800"/>
              </a:spcAft>
              <a:buNone/>
            </a:pPr>
            <a:endParaRPr lang="fr-FR" sz="16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0" indent="0">
              <a:spcAft>
                <a:spcPts val="1800"/>
              </a:spcAft>
              <a:buNone/>
            </a:pPr>
            <a:r>
              <a:rPr lang="fr-FR" sz="1600" b="1" dirty="0">
                <a:solidFill>
                  <a:srgbClr val="000000"/>
                </a:solidFill>
                <a:cs typeface="Arial" panose="020B0604020202020204" pitchFamily="34" charset="0"/>
              </a:rPr>
              <a:t>Instruction I:</a:t>
            </a:r>
          </a:p>
          <a:p>
            <a:pPr marL="457189">
              <a:spcBef>
                <a:spcPts val="400"/>
              </a:spcBef>
              <a:spcAft>
                <a:spcPts val="1800"/>
              </a:spcAft>
              <a:buClr>
                <a:schemeClr val="accent5"/>
              </a:buClr>
              <a:buFont typeface="+mj-lt"/>
              <a:buAutoNum type="arabicPeriod"/>
            </a:pPr>
            <a:r>
              <a:rPr lang="fr-FR" sz="1867" dirty="0">
                <a:solidFill>
                  <a:srgbClr val="47362D"/>
                </a:solidFill>
                <a:cs typeface="Arial" panose="020B0604020202020204" pitchFamily="34" charset="0"/>
              </a:rPr>
              <a:t>Set a goal </a:t>
            </a:r>
            <a:r>
              <a:rPr lang="fr-FR" sz="1867" dirty="0" err="1">
                <a:solidFill>
                  <a:srgbClr val="47362D"/>
                </a:solidFill>
                <a:cs typeface="Arial" panose="020B0604020202020204" pitchFamily="34" charset="0"/>
              </a:rPr>
              <a:t>you</a:t>
            </a:r>
            <a:r>
              <a:rPr lang="fr-FR" sz="1867" dirty="0">
                <a:solidFill>
                  <a:srgbClr val="47362D"/>
                </a:solidFill>
                <a:cs typeface="Arial" panose="020B0604020202020204" pitchFamily="34" charset="0"/>
              </a:rPr>
              <a:t> want to achieve in four (04) months.  You </a:t>
            </a:r>
            <a:r>
              <a:rPr lang="fr-FR" sz="1867" dirty="0" err="1">
                <a:solidFill>
                  <a:srgbClr val="47362D"/>
                </a:solidFill>
                <a:cs typeface="Arial" panose="020B0604020202020204" pitchFamily="34" charset="0"/>
              </a:rPr>
              <a:t>could</a:t>
            </a:r>
            <a:r>
              <a:rPr lang="fr-FR" sz="1867" dirty="0">
                <a:solidFill>
                  <a:srgbClr val="47362D"/>
                </a:solidFill>
                <a:cs typeface="Arial" panose="020B0604020202020204" pitchFamily="34" charset="0"/>
              </a:rPr>
              <a:t> e.g. follow one of the entrepreneurial ideas you identified </a:t>
            </a:r>
            <a:r>
              <a:rPr lang="fr-FR" sz="1867" dirty="0" err="1">
                <a:solidFill>
                  <a:srgbClr val="47362D"/>
                </a:solidFill>
                <a:cs typeface="Arial" panose="020B0604020202020204" pitchFamily="34" charset="0"/>
              </a:rPr>
              <a:t>earlier</a:t>
            </a:r>
            <a:r>
              <a:rPr lang="fr-FR" sz="1867" dirty="0">
                <a:solidFill>
                  <a:srgbClr val="47362D"/>
                </a:solidFill>
                <a:cs typeface="Arial" panose="020B0604020202020204" pitchFamily="34" charset="0"/>
              </a:rPr>
              <a:t> (WS 12) </a:t>
            </a:r>
          </a:p>
          <a:p>
            <a:pPr marL="457189">
              <a:spcBef>
                <a:spcPts val="400"/>
              </a:spcBef>
              <a:spcAft>
                <a:spcPts val="1800"/>
              </a:spcAft>
              <a:buClr>
                <a:schemeClr val="accent5"/>
              </a:buClr>
              <a:buFont typeface="+mj-lt"/>
              <a:buAutoNum type="arabicPeriod"/>
            </a:pPr>
            <a:r>
              <a:rPr lang="fr-FR" sz="1867" dirty="0">
                <a:solidFill>
                  <a:srgbClr val="47362D"/>
                </a:solidFill>
                <a:cs typeface="Arial" panose="020B0604020202020204" pitchFamily="34" charset="0"/>
              </a:rPr>
              <a:t>Then assess your goal against the "Set a: SMART-PI goal".  </a:t>
            </a:r>
            <a:r>
              <a:rPr lang="fr-FR" sz="1867" dirty="0">
                <a:solidFill>
                  <a:srgbClr val="47362D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Rewrite </a:t>
            </a:r>
            <a:r>
              <a:rPr lang="fr-FR" sz="1867" dirty="0">
                <a:solidFill>
                  <a:srgbClr val="47362D"/>
                </a:solidFill>
                <a:cs typeface="Arial" panose="020B0604020202020204" pitchFamily="34" charset="0"/>
              </a:rPr>
              <a:t>your goal if necessary.</a:t>
            </a:r>
          </a:p>
          <a:p>
            <a:pPr marL="457189">
              <a:spcBef>
                <a:spcPts val="400"/>
              </a:spcBef>
              <a:spcAft>
                <a:spcPts val="400"/>
              </a:spcAft>
              <a:buClr>
                <a:schemeClr val="accent5"/>
              </a:buClr>
              <a:buFont typeface="+mj-lt"/>
              <a:buAutoNum type="arabicPeriod"/>
            </a:pPr>
            <a:r>
              <a:rPr lang="fr-FR" sz="1867" dirty="0">
                <a:cs typeface="Arial" panose="020B0604020202020204" pitchFamily="34" charset="0"/>
              </a:rPr>
              <a:t>In addition, </a:t>
            </a:r>
            <a:r>
              <a:rPr lang="fr-FR" sz="1867" dirty="0" err="1">
                <a:cs typeface="Arial" panose="020B0604020202020204" pitchFamily="34" charset="0"/>
              </a:rPr>
              <a:t>answer</a:t>
            </a:r>
            <a:r>
              <a:rPr lang="fr-FR" sz="1867" dirty="0">
                <a:cs typeface="Arial" panose="020B0604020202020204" pitchFamily="34" charset="0"/>
              </a:rPr>
              <a:t> </a:t>
            </a:r>
            <a:r>
              <a:rPr lang="fr-FR" sz="1867" dirty="0" err="1">
                <a:cs typeface="Arial" panose="020B0604020202020204" pitchFamily="34" charset="0"/>
              </a:rPr>
              <a:t>these</a:t>
            </a:r>
            <a:r>
              <a:rPr lang="fr-FR" sz="1867" dirty="0">
                <a:cs typeface="Arial" panose="020B0604020202020204" pitchFamily="34" charset="0"/>
              </a:rPr>
              <a:t> two questions on the worksheet:</a:t>
            </a:r>
          </a:p>
          <a:p>
            <a:pPr lvl="2">
              <a:spcBef>
                <a:spcPts val="400"/>
              </a:spcBef>
              <a:spcAft>
                <a:spcPts val="400"/>
              </a:spcAft>
              <a:buClr>
                <a:schemeClr val="accent5"/>
              </a:buClr>
              <a:buFont typeface="Courier New" panose="02070309020205020404" pitchFamily="49" charset="0"/>
              <a:buChar char="o"/>
            </a:pPr>
            <a:r>
              <a:rPr lang="fr-FR" dirty="0">
                <a:cs typeface="Arial" panose="020B0604020202020204" pitchFamily="34" charset="0"/>
              </a:rPr>
              <a:t>How will you assess whether you have achieved the goal (e.g. look for negative feedback)? </a:t>
            </a:r>
          </a:p>
          <a:p>
            <a:pPr lvl="2">
              <a:spcBef>
                <a:spcPts val="400"/>
              </a:spcBef>
              <a:spcAft>
                <a:spcPts val="400"/>
              </a:spcAft>
              <a:buClr>
                <a:schemeClr val="accent5"/>
              </a:buClr>
              <a:buFont typeface="Courier New" panose="02070309020205020404" pitchFamily="49" charset="0"/>
              <a:buChar char="o"/>
            </a:pPr>
            <a:r>
              <a:rPr lang="fr-FR" dirty="0">
                <a:cs typeface="Arial" panose="020B0604020202020204" pitchFamily="34" charset="0"/>
              </a:rPr>
              <a:t>When will you assess whether you have reached your goal (exact date)</a:t>
            </a:r>
            <a:r>
              <a:rPr lang="fr-FR" dirty="0">
                <a:solidFill>
                  <a:srgbClr val="000000"/>
                </a:solidFill>
                <a:cs typeface="Arial" panose="020B0604020202020204" pitchFamily="34" charset="0"/>
              </a:rPr>
              <a:t>? </a:t>
            </a:r>
          </a:p>
          <a:p>
            <a:pPr lvl="2">
              <a:spcBef>
                <a:spcPts val="400"/>
              </a:spcBef>
              <a:spcAft>
                <a:spcPts val="400"/>
              </a:spcAft>
              <a:buClr>
                <a:schemeClr val="accent5"/>
              </a:buClr>
              <a:buFont typeface="Courier New" panose="02070309020205020404" pitchFamily="49" charset="0"/>
              <a:buChar char="o"/>
            </a:pPr>
            <a:endParaRPr lang="fr-FR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pic>
        <p:nvPicPr>
          <p:cNvPr id="11" name="Grafik 10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4300"/>
          <a:stretch/>
        </p:blipFill>
        <p:spPr>
          <a:xfrm>
            <a:off x="10254783" y="150986"/>
            <a:ext cx="888152" cy="761143"/>
          </a:xfrm>
          <a:prstGeom prst="rect">
            <a:avLst/>
          </a:prstGeom>
        </p:spPr>
      </p:pic>
      <p:sp>
        <p:nvSpPr>
          <p:cNvPr id="8" name="Google Shape;9647;p65"/>
          <p:cNvSpPr/>
          <p:nvPr/>
        </p:nvSpPr>
        <p:spPr>
          <a:xfrm>
            <a:off x="11267895" y="195241"/>
            <a:ext cx="692965" cy="664023"/>
          </a:xfrm>
          <a:custGeom>
            <a:avLst/>
            <a:gdLst/>
            <a:ahLst/>
            <a:cxnLst/>
            <a:rect l="l" t="t" r="r" b="b"/>
            <a:pathLst>
              <a:path w="11478" h="11413" extrusionOk="0">
                <a:moveTo>
                  <a:pt x="1401" y="515"/>
                </a:moveTo>
                <a:cubicBezTo>
                  <a:pt x="1616" y="515"/>
                  <a:pt x="1834" y="595"/>
                  <a:pt x="2000" y="756"/>
                </a:cubicBezTo>
                <a:lnTo>
                  <a:pt x="2548" y="1304"/>
                </a:lnTo>
                <a:lnTo>
                  <a:pt x="1358" y="2494"/>
                </a:lnTo>
                <a:lnTo>
                  <a:pt x="810" y="1947"/>
                </a:lnTo>
                <a:cubicBezTo>
                  <a:pt x="476" y="1625"/>
                  <a:pt x="476" y="1078"/>
                  <a:pt x="810" y="756"/>
                </a:cubicBezTo>
                <a:cubicBezTo>
                  <a:pt x="971" y="595"/>
                  <a:pt x="1185" y="515"/>
                  <a:pt x="1401" y="515"/>
                </a:cubicBezTo>
                <a:close/>
                <a:moveTo>
                  <a:pt x="2798" y="1566"/>
                </a:moveTo>
                <a:lnTo>
                  <a:pt x="3251" y="2006"/>
                </a:lnTo>
                <a:lnTo>
                  <a:pt x="2655" y="2602"/>
                </a:lnTo>
                <a:lnTo>
                  <a:pt x="2060" y="3197"/>
                </a:lnTo>
                <a:lnTo>
                  <a:pt x="1608" y="2756"/>
                </a:lnTo>
                <a:lnTo>
                  <a:pt x="2798" y="1566"/>
                </a:lnTo>
                <a:close/>
                <a:moveTo>
                  <a:pt x="10132" y="9031"/>
                </a:moveTo>
                <a:lnTo>
                  <a:pt x="10811" y="10757"/>
                </a:lnTo>
                <a:lnTo>
                  <a:pt x="9085" y="10091"/>
                </a:lnTo>
                <a:lnTo>
                  <a:pt x="10132" y="9031"/>
                </a:lnTo>
                <a:close/>
                <a:moveTo>
                  <a:pt x="4036" y="5685"/>
                </a:moveTo>
                <a:lnTo>
                  <a:pt x="5763" y="7412"/>
                </a:lnTo>
                <a:lnTo>
                  <a:pt x="5418" y="7757"/>
                </a:lnTo>
                <a:lnTo>
                  <a:pt x="5001" y="7340"/>
                </a:lnTo>
                <a:cubicBezTo>
                  <a:pt x="4965" y="7299"/>
                  <a:pt x="4920" y="7278"/>
                  <a:pt x="4876" y="7278"/>
                </a:cubicBezTo>
                <a:cubicBezTo>
                  <a:pt x="4831" y="7278"/>
                  <a:pt x="4787" y="7299"/>
                  <a:pt x="4751" y="7340"/>
                </a:cubicBezTo>
                <a:cubicBezTo>
                  <a:pt x="4679" y="7412"/>
                  <a:pt x="4679" y="7519"/>
                  <a:pt x="4751" y="7590"/>
                </a:cubicBezTo>
                <a:lnTo>
                  <a:pt x="5168" y="8007"/>
                </a:lnTo>
                <a:lnTo>
                  <a:pt x="4763" y="8412"/>
                </a:lnTo>
                <a:lnTo>
                  <a:pt x="3822" y="7471"/>
                </a:lnTo>
                <a:cubicBezTo>
                  <a:pt x="3786" y="7436"/>
                  <a:pt x="3742" y="7418"/>
                  <a:pt x="3697" y="7418"/>
                </a:cubicBezTo>
                <a:cubicBezTo>
                  <a:pt x="3652" y="7418"/>
                  <a:pt x="3608" y="7436"/>
                  <a:pt x="3572" y="7471"/>
                </a:cubicBezTo>
                <a:cubicBezTo>
                  <a:pt x="3501" y="7543"/>
                  <a:pt x="3501" y="7650"/>
                  <a:pt x="3572" y="7721"/>
                </a:cubicBezTo>
                <a:lnTo>
                  <a:pt x="4513" y="8662"/>
                </a:lnTo>
                <a:lnTo>
                  <a:pt x="4108" y="9067"/>
                </a:lnTo>
                <a:lnTo>
                  <a:pt x="3691" y="8638"/>
                </a:lnTo>
                <a:cubicBezTo>
                  <a:pt x="3655" y="8602"/>
                  <a:pt x="3611" y="8584"/>
                  <a:pt x="3566" y="8584"/>
                </a:cubicBezTo>
                <a:cubicBezTo>
                  <a:pt x="3521" y="8584"/>
                  <a:pt x="3477" y="8602"/>
                  <a:pt x="3441" y="8638"/>
                </a:cubicBezTo>
                <a:cubicBezTo>
                  <a:pt x="3358" y="8721"/>
                  <a:pt x="3358" y="8817"/>
                  <a:pt x="3441" y="8900"/>
                </a:cubicBezTo>
                <a:lnTo>
                  <a:pt x="3858" y="9317"/>
                </a:lnTo>
                <a:lnTo>
                  <a:pt x="3453" y="9710"/>
                </a:lnTo>
                <a:lnTo>
                  <a:pt x="3036" y="9293"/>
                </a:lnTo>
                <a:cubicBezTo>
                  <a:pt x="3001" y="9257"/>
                  <a:pt x="2956" y="9239"/>
                  <a:pt x="2911" y="9239"/>
                </a:cubicBezTo>
                <a:cubicBezTo>
                  <a:pt x="2867" y="9239"/>
                  <a:pt x="2822" y="9257"/>
                  <a:pt x="2786" y="9293"/>
                </a:cubicBezTo>
                <a:cubicBezTo>
                  <a:pt x="2703" y="9376"/>
                  <a:pt x="2703" y="9471"/>
                  <a:pt x="2786" y="9555"/>
                </a:cubicBezTo>
                <a:lnTo>
                  <a:pt x="3203" y="9972"/>
                </a:lnTo>
                <a:lnTo>
                  <a:pt x="2798" y="10364"/>
                </a:lnTo>
                <a:lnTo>
                  <a:pt x="1858" y="9436"/>
                </a:lnTo>
                <a:cubicBezTo>
                  <a:pt x="1822" y="9394"/>
                  <a:pt x="1777" y="9373"/>
                  <a:pt x="1733" y="9373"/>
                </a:cubicBezTo>
                <a:cubicBezTo>
                  <a:pt x="1688" y="9373"/>
                  <a:pt x="1643" y="9394"/>
                  <a:pt x="1608" y="9436"/>
                </a:cubicBezTo>
                <a:cubicBezTo>
                  <a:pt x="1536" y="9507"/>
                  <a:pt x="1536" y="9614"/>
                  <a:pt x="1608" y="9686"/>
                </a:cubicBezTo>
                <a:lnTo>
                  <a:pt x="2548" y="10626"/>
                </a:lnTo>
                <a:lnTo>
                  <a:pt x="2191" y="10984"/>
                </a:lnTo>
                <a:cubicBezTo>
                  <a:pt x="2155" y="11007"/>
                  <a:pt x="2096" y="11043"/>
                  <a:pt x="2048" y="11043"/>
                </a:cubicBezTo>
                <a:cubicBezTo>
                  <a:pt x="2012" y="11043"/>
                  <a:pt x="1953" y="11019"/>
                  <a:pt x="1917" y="10984"/>
                </a:cubicBezTo>
                <a:lnTo>
                  <a:pt x="465" y="9519"/>
                </a:lnTo>
                <a:cubicBezTo>
                  <a:pt x="381" y="9448"/>
                  <a:pt x="381" y="9329"/>
                  <a:pt x="465" y="9257"/>
                </a:cubicBezTo>
                <a:lnTo>
                  <a:pt x="4036" y="5685"/>
                </a:lnTo>
                <a:close/>
                <a:moveTo>
                  <a:pt x="9428" y="0"/>
                </a:moveTo>
                <a:cubicBezTo>
                  <a:pt x="9290" y="0"/>
                  <a:pt x="9150" y="54"/>
                  <a:pt x="9037" y="161"/>
                </a:cubicBezTo>
                <a:lnTo>
                  <a:pt x="6299" y="2899"/>
                </a:lnTo>
                <a:cubicBezTo>
                  <a:pt x="6227" y="2971"/>
                  <a:pt x="6227" y="3078"/>
                  <a:pt x="6299" y="3149"/>
                </a:cubicBezTo>
                <a:cubicBezTo>
                  <a:pt x="6334" y="3185"/>
                  <a:pt x="6379" y="3203"/>
                  <a:pt x="6424" y="3203"/>
                </a:cubicBezTo>
                <a:cubicBezTo>
                  <a:pt x="6468" y="3203"/>
                  <a:pt x="6513" y="3185"/>
                  <a:pt x="6549" y="3149"/>
                </a:cubicBezTo>
                <a:lnTo>
                  <a:pt x="9287" y="411"/>
                </a:lnTo>
                <a:cubicBezTo>
                  <a:pt x="9323" y="387"/>
                  <a:pt x="9382" y="351"/>
                  <a:pt x="9418" y="351"/>
                </a:cubicBezTo>
                <a:cubicBezTo>
                  <a:pt x="9466" y="351"/>
                  <a:pt x="9525" y="363"/>
                  <a:pt x="9561" y="411"/>
                </a:cubicBezTo>
                <a:lnTo>
                  <a:pt x="11013" y="1875"/>
                </a:lnTo>
                <a:cubicBezTo>
                  <a:pt x="11049" y="1899"/>
                  <a:pt x="11073" y="1959"/>
                  <a:pt x="11073" y="2006"/>
                </a:cubicBezTo>
                <a:cubicBezTo>
                  <a:pt x="11073" y="2054"/>
                  <a:pt x="11061" y="2113"/>
                  <a:pt x="11013" y="2137"/>
                </a:cubicBezTo>
                <a:lnTo>
                  <a:pt x="10656" y="2494"/>
                </a:lnTo>
                <a:lnTo>
                  <a:pt x="9716" y="1554"/>
                </a:lnTo>
                <a:cubicBezTo>
                  <a:pt x="9680" y="1518"/>
                  <a:pt x="9635" y="1500"/>
                  <a:pt x="9591" y="1500"/>
                </a:cubicBezTo>
                <a:cubicBezTo>
                  <a:pt x="9546" y="1500"/>
                  <a:pt x="9501" y="1518"/>
                  <a:pt x="9466" y="1554"/>
                </a:cubicBezTo>
                <a:cubicBezTo>
                  <a:pt x="9394" y="1637"/>
                  <a:pt x="9394" y="1732"/>
                  <a:pt x="9466" y="1816"/>
                </a:cubicBezTo>
                <a:lnTo>
                  <a:pt x="10406" y="2744"/>
                </a:lnTo>
                <a:lnTo>
                  <a:pt x="10001" y="3149"/>
                </a:lnTo>
                <a:lnTo>
                  <a:pt x="9585" y="2733"/>
                </a:lnTo>
                <a:cubicBezTo>
                  <a:pt x="9549" y="2697"/>
                  <a:pt x="9504" y="2679"/>
                  <a:pt x="9460" y="2679"/>
                </a:cubicBezTo>
                <a:cubicBezTo>
                  <a:pt x="9415" y="2679"/>
                  <a:pt x="9370" y="2697"/>
                  <a:pt x="9335" y="2733"/>
                </a:cubicBezTo>
                <a:cubicBezTo>
                  <a:pt x="9263" y="2804"/>
                  <a:pt x="9263" y="2911"/>
                  <a:pt x="9335" y="2983"/>
                </a:cubicBezTo>
                <a:lnTo>
                  <a:pt x="9751" y="3399"/>
                </a:lnTo>
                <a:lnTo>
                  <a:pt x="9347" y="3804"/>
                </a:lnTo>
                <a:lnTo>
                  <a:pt x="8930" y="3387"/>
                </a:lnTo>
                <a:cubicBezTo>
                  <a:pt x="8894" y="3352"/>
                  <a:pt x="8850" y="3334"/>
                  <a:pt x="8805" y="3334"/>
                </a:cubicBezTo>
                <a:cubicBezTo>
                  <a:pt x="8760" y="3334"/>
                  <a:pt x="8716" y="3352"/>
                  <a:pt x="8680" y="3387"/>
                </a:cubicBezTo>
                <a:cubicBezTo>
                  <a:pt x="8597" y="3459"/>
                  <a:pt x="8597" y="3566"/>
                  <a:pt x="8680" y="3637"/>
                </a:cubicBezTo>
                <a:lnTo>
                  <a:pt x="9097" y="4054"/>
                </a:lnTo>
                <a:lnTo>
                  <a:pt x="8692" y="4459"/>
                </a:lnTo>
                <a:lnTo>
                  <a:pt x="7751" y="3518"/>
                </a:lnTo>
                <a:cubicBezTo>
                  <a:pt x="7715" y="3483"/>
                  <a:pt x="7671" y="3465"/>
                  <a:pt x="7626" y="3465"/>
                </a:cubicBezTo>
                <a:cubicBezTo>
                  <a:pt x="7581" y="3465"/>
                  <a:pt x="7537" y="3483"/>
                  <a:pt x="7501" y="3518"/>
                </a:cubicBezTo>
                <a:cubicBezTo>
                  <a:pt x="7430" y="3602"/>
                  <a:pt x="7430" y="3697"/>
                  <a:pt x="7501" y="3780"/>
                </a:cubicBezTo>
                <a:lnTo>
                  <a:pt x="8442" y="4709"/>
                </a:lnTo>
                <a:lnTo>
                  <a:pt x="8037" y="5114"/>
                </a:lnTo>
                <a:lnTo>
                  <a:pt x="7620" y="4697"/>
                </a:lnTo>
                <a:cubicBezTo>
                  <a:pt x="7584" y="4661"/>
                  <a:pt x="7540" y="4644"/>
                  <a:pt x="7495" y="4644"/>
                </a:cubicBezTo>
                <a:cubicBezTo>
                  <a:pt x="7451" y="4644"/>
                  <a:pt x="7406" y="4661"/>
                  <a:pt x="7370" y="4697"/>
                </a:cubicBezTo>
                <a:cubicBezTo>
                  <a:pt x="7287" y="4769"/>
                  <a:pt x="7287" y="4876"/>
                  <a:pt x="7370" y="4947"/>
                </a:cubicBezTo>
                <a:lnTo>
                  <a:pt x="7787" y="5364"/>
                </a:lnTo>
                <a:lnTo>
                  <a:pt x="7442" y="5709"/>
                </a:lnTo>
                <a:lnTo>
                  <a:pt x="5715" y="3983"/>
                </a:lnTo>
                <a:lnTo>
                  <a:pt x="6037" y="3661"/>
                </a:lnTo>
                <a:cubicBezTo>
                  <a:pt x="6120" y="3578"/>
                  <a:pt x="6120" y="3483"/>
                  <a:pt x="6037" y="3399"/>
                </a:cubicBezTo>
                <a:cubicBezTo>
                  <a:pt x="6001" y="3364"/>
                  <a:pt x="5956" y="3346"/>
                  <a:pt x="5912" y="3346"/>
                </a:cubicBezTo>
                <a:cubicBezTo>
                  <a:pt x="5867" y="3346"/>
                  <a:pt x="5822" y="3364"/>
                  <a:pt x="5787" y="3399"/>
                </a:cubicBezTo>
                <a:lnTo>
                  <a:pt x="5465" y="3733"/>
                </a:lnTo>
                <a:lnTo>
                  <a:pt x="2239" y="506"/>
                </a:lnTo>
                <a:cubicBezTo>
                  <a:pt x="2012" y="280"/>
                  <a:pt x="1715" y="161"/>
                  <a:pt x="1381" y="161"/>
                </a:cubicBezTo>
                <a:cubicBezTo>
                  <a:pt x="1072" y="161"/>
                  <a:pt x="762" y="280"/>
                  <a:pt x="536" y="506"/>
                </a:cubicBezTo>
                <a:cubicBezTo>
                  <a:pt x="310" y="732"/>
                  <a:pt x="191" y="1030"/>
                  <a:pt x="191" y="1351"/>
                </a:cubicBezTo>
                <a:cubicBezTo>
                  <a:pt x="191" y="1661"/>
                  <a:pt x="310" y="1971"/>
                  <a:pt x="536" y="2197"/>
                </a:cubicBezTo>
                <a:lnTo>
                  <a:pt x="3774" y="5447"/>
                </a:lnTo>
                <a:lnTo>
                  <a:pt x="203" y="9019"/>
                </a:lnTo>
                <a:cubicBezTo>
                  <a:pt x="0" y="9221"/>
                  <a:pt x="0" y="9567"/>
                  <a:pt x="203" y="9793"/>
                </a:cubicBezTo>
                <a:lnTo>
                  <a:pt x="1667" y="11246"/>
                </a:lnTo>
                <a:cubicBezTo>
                  <a:pt x="1774" y="11353"/>
                  <a:pt x="1905" y="11412"/>
                  <a:pt x="2048" y="11412"/>
                </a:cubicBezTo>
                <a:cubicBezTo>
                  <a:pt x="2203" y="11412"/>
                  <a:pt x="2334" y="11353"/>
                  <a:pt x="2441" y="11246"/>
                </a:cubicBezTo>
                <a:lnTo>
                  <a:pt x="6013" y="7674"/>
                </a:lnTo>
                <a:lnTo>
                  <a:pt x="6263" y="7924"/>
                </a:lnTo>
                <a:cubicBezTo>
                  <a:pt x="6299" y="7965"/>
                  <a:pt x="6343" y="7986"/>
                  <a:pt x="6389" y="7986"/>
                </a:cubicBezTo>
                <a:cubicBezTo>
                  <a:pt x="6436" y="7986"/>
                  <a:pt x="6483" y="7965"/>
                  <a:pt x="6525" y="7924"/>
                </a:cubicBezTo>
                <a:cubicBezTo>
                  <a:pt x="6596" y="7852"/>
                  <a:pt x="6596" y="7745"/>
                  <a:pt x="6525" y="7674"/>
                </a:cubicBezTo>
                <a:lnTo>
                  <a:pt x="6168" y="7316"/>
                </a:lnTo>
                <a:cubicBezTo>
                  <a:pt x="6168" y="7305"/>
                  <a:pt x="6144" y="7305"/>
                  <a:pt x="6132" y="7293"/>
                </a:cubicBezTo>
                <a:lnTo>
                  <a:pt x="6096" y="7257"/>
                </a:lnTo>
                <a:lnTo>
                  <a:pt x="2310" y="3471"/>
                </a:lnTo>
                <a:lnTo>
                  <a:pt x="2786" y="2995"/>
                </a:lnTo>
                <a:lnTo>
                  <a:pt x="3084" y="3292"/>
                </a:lnTo>
                <a:cubicBezTo>
                  <a:pt x="3108" y="3316"/>
                  <a:pt x="3155" y="3328"/>
                  <a:pt x="3203" y="3328"/>
                </a:cubicBezTo>
                <a:cubicBezTo>
                  <a:pt x="3239" y="3328"/>
                  <a:pt x="3286" y="3316"/>
                  <a:pt x="3322" y="3292"/>
                </a:cubicBezTo>
                <a:cubicBezTo>
                  <a:pt x="3393" y="3209"/>
                  <a:pt x="3393" y="3114"/>
                  <a:pt x="3322" y="3030"/>
                </a:cubicBezTo>
                <a:lnTo>
                  <a:pt x="3024" y="2733"/>
                </a:lnTo>
                <a:lnTo>
                  <a:pt x="3501" y="2256"/>
                </a:lnTo>
                <a:lnTo>
                  <a:pt x="5358" y="4126"/>
                </a:lnTo>
                <a:lnTo>
                  <a:pt x="7311" y="6066"/>
                </a:lnTo>
                <a:lnTo>
                  <a:pt x="7323" y="6090"/>
                </a:lnTo>
                <a:lnTo>
                  <a:pt x="7334" y="6102"/>
                </a:lnTo>
                <a:lnTo>
                  <a:pt x="9942" y="8710"/>
                </a:lnTo>
                <a:lnTo>
                  <a:pt x="9466" y="9186"/>
                </a:lnTo>
                <a:lnTo>
                  <a:pt x="6846" y="6554"/>
                </a:lnTo>
                <a:lnTo>
                  <a:pt x="5810" y="5519"/>
                </a:lnTo>
                <a:lnTo>
                  <a:pt x="3965" y="3673"/>
                </a:lnTo>
                <a:cubicBezTo>
                  <a:pt x="3923" y="3637"/>
                  <a:pt x="3879" y="3620"/>
                  <a:pt x="3834" y="3620"/>
                </a:cubicBezTo>
                <a:cubicBezTo>
                  <a:pt x="3789" y="3620"/>
                  <a:pt x="3745" y="3637"/>
                  <a:pt x="3703" y="3673"/>
                </a:cubicBezTo>
                <a:cubicBezTo>
                  <a:pt x="3632" y="3745"/>
                  <a:pt x="3632" y="3852"/>
                  <a:pt x="3703" y="3923"/>
                </a:cubicBezTo>
                <a:lnTo>
                  <a:pt x="9239" y="9460"/>
                </a:lnTo>
                <a:lnTo>
                  <a:pt x="8763" y="9936"/>
                </a:lnTo>
                <a:lnTo>
                  <a:pt x="7096" y="8269"/>
                </a:lnTo>
                <a:cubicBezTo>
                  <a:pt x="7061" y="8233"/>
                  <a:pt x="7016" y="8215"/>
                  <a:pt x="6971" y="8215"/>
                </a:cubicBezTo>
                <a:cubicBezTo>
                  <a:pt x="6927" y="8215"/>
                  <a:pt x="6882" y="8233"/>
                  <a:pt x="6846" y="8269"/>
                </a:cubicBezTo>
                <a:cubicBezTo>
                  <a:pt x="6775" y="8340"/>
                  <a:pt x="6775" y="8448"/>
                  <a:pt x="6846" y="8519"/>
                </a:cubicBezTo>
                <a:lnTo>
                  <a:pt x="8632" y="10305"/>
                </a:lnTo>
                <a:cubicBezTo>
                  <a:pt x="8644" y="10329"/>
                  <a:pt x="8680" y="10341"/>
                  <a:pt x="8692" y="10353"/>
                </a:cubicBezTo>
                <a:lnTo>
                  <a:pt x="10799" y="11174"/>
                </a:lnTo>
                <a:cubicBezTo>
                  <a:pt x="10835" y="11186"/>
                  <a:pt x="10883" y="11186"/>
                  <a:pt x="10906" y="11186"/>
                </a:cubicBezTo>
                <a:cubicBezTo>
                  <a:pt x="10990" y="11186"/>
                  <a:pt x="11061" y="11162"/>
                  <a:pt x="11121" y="11103"/>
                </a:cubicBezTo>
                <a:cubicBezTo>
                  <a:pt x="11192" y="11019"/>
                  <a:pt x="11228" y="10900"/>
                  <a:pt x="11180" y="10805"/>
                </a:cubicBezTo>
                <a:lnTo>
                  <a:pt x="10359" y="8686"/>
                </a:lnTo>
                <a:cubicBezTo>
                  <a:pt x="10347" y="8662"/>
                  <a:pt x="10323" y="8638"/>
                  <a:pt x="10311" y="8626"/>
                </a:cubicBezTo>
                <a:lnTo>
                  <a:pt x="7692" y="6007"/>
                </a:lnTo>
                <a:lnTo>
                  <a:pt x="11264" y="2435"/>
                </a:lnTo>
                <a:cubicBezTo>
                  <a:pt x="11478" y="2185"/>
                  <a:pt x="11478" y="1840"/>
                  <a:pt x="11264" y="1625"/>
                </a:cubicBezTo>
                <a:lnTo>
                  <a:pt x="9811" y="161"/>
                </a:lnTo>
                <a:cubicBezTo>
                  <a:pt x="9704" y="54"/>
                  <a:pt x="9567" y="0"/>
                  <a:pt x="9428" y="0"/>
                </a:cubicBezTo>
                <a:close/>
              </a:path>
            </a:pathLst>
          </a:custGeom>
          <a:solidFill>
            <a:srgbClr val="000000"/>
          </a:solidFill>
          <a:ln w="3175"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9" name="Gruppieren 8"/>
          <p:cNvGrpSpPr/>
          <p:nvPr/>
        </p:nvGrpSpPr>
        <p:grpSpPr>
          <a:xfrm>
            <a:off x="151659" y="188644"/>
            <a:ext cx="972127" cy="802009"/>
            <a:chOff x="97587" y="121915"/>
            <a:chExt cx="729095" cy="601507"/>
          </a:xfrm>
        </p:grpSpPr>
        <p:grpSp>
          <p:nvGrpSpPr>
            <p:cNvPr id="10" name="Gruppieren 9"/>
            <p:cNvGrpSpPr/>
            <p:nvPr/>
          </p:nvGrpSpPr>
          <p:grpSpPr>
            <a:xfrm>
              <a:off x="97587" y="121915"/>
              <a:ext cx="729095" cy="601507"/>
              <a:chOff x="2016744" y="-182666"/>
              <a:chExt cx="5143500" cy="4481945"/>
            </a:xfrm>
          </p:grpSpPr>
          <p:pic>
            <p:nvPicPr>
              <p:cNvPr id="13" name="Grafik 12"/>
              <p:cNvPicPr>
                <a:picLocks noChangeAspect="1"/>
              </p:cNvPicPr>
              <p:nvPr userDrawn="1"/>
            </p:nvPicPr>
            <p:blipFill rotWithShape="1"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2016744" y="-182666"/>
                <a:ext cx="5143500" cy="4481945"/>
              </a:xfrm>
              <a:prstGeom prst="rect">
                <a:avLst/>
              </a:prstGeom>
            </p:spPr>
          </p:pic>
          <p:sp>
            <p:nvSpPr>
              <p:cNvPr id="14" name="Rechteck 13"/>
              <p:cNvSpPr/>
              <p:nvPr userDrawn="1"/>
            </p:nvSpPr>
            <p:spPr>
              <a:xfrm>
                <a:off x="3263729" y="914895"/>
                <a:ext cx="2309427" cy="2781173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dirty="0"/>
              </a:p>
            </p:txBody>
          </p:sp>
        </p:grpSp>
        <p:sp>
          <p:nvSpPr>
            <p:cNvPr id="12" name="Rechteck 11"/>
            <p:cNvSpPr/>
            <p:nvPr/>
          </p:nvSpPr>
          <p:spPr>
            <a:xfrm>
              <a:off x="350038" y="269215"/>
              <a:ext cx="307596" cy="45719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dirty="0"/>
            </a:p>
          </p:txBody>
        </p:sp>
      </p:grpSp>
      <p:sp>
        <p:nvSpPr>
          <p:cNvPr id="15" name="Textfeld 14"/>
          <p:cNvSpPr txBox="1"/>
          <p:nvPr/>
        </p:nvSpPr>
        <p:spPr>
          <a:xfrm>
            <a:off x="136311" y="298150"/>
            <a:ext cx="9385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>
                <a:latin typeface="Poppins" panose="020B0604020202020204" charset="0"/>
                <a:cs typeface="Poppins" panose="020B0604020202020204" charset="0"/>
              </a:rPr>
              <a:t>WS</a:t>
            </a:r>
          </a:p>
          <a:p>
            <a:pPr algn="ctr"/>
            <a:r>
              <a:rPr lang="de-DE" sz="2400" dirty="0">
                <a:latin typeface="Poppins" panose="020B0604020202020204" charset="0"/>
                <a:cs typeface="Poppins" panose="020B0604020202020204" charset="0"/>
              </a:rPr>
              <a:t> 21 </a:t>
            </a:r>
            <a:endParaRPr lang="en-GB" sz="2400" dirty="0">
              <a:latin typeface="Poppins" panose="020B0604020202020204" charset="0"/>
              <a:cs typeface="Poppins" panose="020B0604020202020204" charset="0"/>
            </a:endParaRPr>
          </a:p>
        </p:txBody>
      </p:sp>
      <p:grpSp>
        <p:nvGrpSpPr>
          <p:cNvPr id="22" name="Google Shape;8797;p63"/>
          <p:cNvGrpSpPr/>
          <p:nvPr/>
        </p:nvGrpSpPr>
        <p:grpSpPr>
          <a:xfrm>
            <a:off x="288514" y="1137524"/>
            <a:ext cx="197108" cy="389321"/>
            <a:chOff x="3527539" y="4476677"/>
            <a:chExt cx="159232" cy="314510"/>
          </a:xfrm>
          <a:solidFill>
            <a:srgbClr val="000000"/>
          </a:solidFill>
        </p:grpSpPr>
        <p:sp>
          <p:nvSpPr>
            <p:cNvPr id="23" name="Google Shape;8798;p63"/>
            <p:cNvSpPr/>
            <p:nvPr/>
          </p:nvSpPr>
          <p:spPr>
            <a:xfrm>
              <a:off x="3527539" y="4536716"/>
              <a:ext cx="159232" cy="254471"/>
            </a:xfrm>
            <a:custGeom>
              <a:avLst/>
              <a:gdLst/>
              <a:ahLst/>
              <a:cxnLst/>
              <a:rect l="l" t="t" r="r" b="b"/>
              <a:pathLst>
                <a:path w="97241" h="155402" extrusionOk="0">
                  <a:moveTo>
                    <a:pt x="35360" y="0"/>
                  </a:moveTo>
                  <a:cubicBezTo>
                    <a:pt x="27173" y="0"/>
                    <a:pt x="21268" y="5220"/>
                    <a:pt x="17713" y="15527"/>
                  </a:cubicBezTo>
                  <a:cubicBezTo>
                    <a:pt x="15527" y="21921"/>
                    <a:pt x="1533" y="61750"/>
                    <a:pt x="1403" y="62174"/>
                  </a:cubicBezTo>
                  <a:cubicBezTo>
                    <a:pt x="0" y="66121"/>
                    <a:pt x="2088" y="70492"/>
                    <a:pt x="6068" y="71895"/>
                  </a:cubicBezTo>
                  <a:cubicBezTo>
                    <a:pt x="6895" y="72179"/>
                    <a:pt x="7739" y="72315"/>
                    <a:pt x="8570" y="72315"/>
                  </a:cubicBezTo>
                  <a:cubicBezTo>
                    <a:pt x="11735" y="72315"/>
                    <a:pt x="14703" y="70350"/>
                    <a:pt x="15788" y="67197"/>
                  </a:cubicBezTo>
                  <a:cubicBezTo>
                    <a:pt x="16245" y="65925"/>
                    <a:pt x="24661" y="42569"/>
                    <a:pt x="29358" y="29130"/>
                  </a:cubicBezTo>
                  <a:lnTo>
                    <a:pt x="29358" y="29130"/>
                  </a:lnTo>
                  <a:cubicBezTo>
                    <a:pt x="28869" y="33142"/>
                    <a:pt x="30272" y="24824"/>
                    <a:pt x="18431" y="85856"/>
                  </a:cubicBezTo>
                  <a:cubicBezTo>
                    <a:pt x="17941" y="88498"/>
                    <a:pt x="19964" y="90912"/>
                    <a:pt x="22606" y="90912"/>
                  </a:cubicBezTo>
                  <a:lnTo>
                    <a:pt x="28412" y="90912"/>
                  </a:lnTo>
                  <a:lnTo>
                    <a:pt x="28412" y="146235"/>
                  </a:lnTo>
                  <a:cubicBezTo>
                    <a:pt x="28412" y="151291"/>
                    <a:pt x="32522" y="155401"/>
                    <a:pt x="37578" y="155401"/>
                  </a:cubicBezTo>
                  <a:cubicBezTo>
                    <a:pt x="42634" y="155401"/>
                    <a:pt x="46745" y="151291"/>
                    <a:pt x="46745" y="146235"/>
                  </a:cubicBezTo>
                  <a:lnTo>
                    <a:pt x="46745" y="90912"/>
                  </a:lnTo>
                  <a:lnTo>
                    <a:pt x="50692" y="90912"/>
                  </a:lnTo>
                  <a:lnTo>
                    <a:pt x="50692" y="146235"/>
                  </a:lnTo>
                  <a:cubicBezTo>
                    <a:pt x="50692" y="151291"/>
                    <a:pt x="54769" y="155401"/>
                    <a:pt x="59825" y="155401"/>
                  </a:cubicBezTo>
                  <a:cubicBezTo>
                    <a:pt x="64881" y="155401"/>
                    <a:pt x="68991" y="151291"/>
                    <a:pt x="68991" y="146235"/>
                  </a:cubicBezTo>
                  <a:lnTo>
                    <a:pt x="68991" y="90912"/>
                  </a:lnTo>
                  <a:lnTo>
                    <a:pt x="74798" y="90912"/>
                  </a:lnTo>
                  <a:cubicBezTo>
                    <a:pt x="77472" y="90912"/>
                    <a:pt x="79462" y="88498"/>
                    <a:pt x="78973" y="85856"/>
                  </a:cubicBezTo>
                  <a:cubicBezTo>
                    <a:pt x="67262" y="25379"/>
                    <a:pt x="68535" y="32392"/>
                    <a:pt x="68143" y="29130"/>
                  </a:cubicBezTo>
                  <a:lnTo>
                    <a:pt x="68143" y="29130"/>
                  </a:lnTo>
                  <a:cubicBezTo>
                    <a:pt x="72873" y="42667"/>
                    <a:pt x="81028" y="65958"/>
                    <a:pt x="81485" y="67197"/>
                  </a:cubicBezTo>
                  <a:cubicBezTo>
                    <a:pt x="82570" y="70350"/>
                    <a:pt x="85538" y="72315"/>
                    <a:pt x="88687" y="72315"/>
                  </a:cubicBezTo>
                  <a:cubicBezTo>
                    <a:pt x="89513" y="72315"/>
                    <a:pt x="90352" y="72179"/>
                    <a:pt x="91173" y="71895"/>
                  </a:cubicBezTo>
                  <a:cubicBezTo>
                    <a:pt x="95152" y="70492"/>
                    <a:pt x="97240" y="66121"/>
                    <a:pt x="95870" y="62174"/>
                  </a:cubicBezTo>
                  <a:cubicBezTo>
                    <a:pt x="95707" y="61750"/>
                    <a:pt x="81746" y="21921"/>
                    <a:pt x="79560" y="15527"/>
                  </a:cubicBezTo>
                  <a:cubicBezTo>
                    <a:pt x="76005" y="5220"/>
                    <a:pt x="70068" y="0"/>
                    <a:pt x="619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" name="Google Shape;8799;p63"/>
            <p:cNvSpPr/>
            <p:nvPr/>
          </p:nvSpPr>
          <p:spPr>
            <a:xfrm>
              <a:off x="3581381" y="4476677"/>
              <a:ext cx="51814" cy="51761"/>
            </a:xfrm>
            <a:custGeom>
              <a:avLst/>
              <a:gdLst/>
              <a:ahLst/>
              <a:cxnLst/>
              <a:rect l="l" t="t" r="r" b="b"/>
              <a:pathLst>
                <a:path w="31642" h="31610" extrusionOk="0">
                  <a:moveTo>
                    <a:pt x="15821" y="1"/>
                  </a:moveTo>
                  <a:cubicBezTo>
                    <a:pt x="7079" y="1"/>
                    <a:pt x="0" y="7079"/>
                    <a:pt x="0" y="15821"/>
                  </a:cubicBezTo>
                  <a:cubicBezTo>
                    <a:pt x="0" y="24531"/>
                    <a:pt x="7079" y="31609"/>
                    <a:pt x="15821" y="31609"/>
                  </a:cubicBezTo>
                  <a:cubicBezTo>
                    <a:pt x="24563" y="31609"/>
                    <a:pt x="31641" y="24531"/>
                    <a:pt x="31641" y="15821"/>
                  </a:cubicBezTo>
                  <a:cubicBezTo>
                    <a:pt x="31641" y="7079"/>
                    <a:pt x="24563" y="1"/>
                    <a:pt x="158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411589508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8" name="Rectangle 3"/>
          <p:cNvSpPr>
            <a:spLocks noGrp="1" noChangeArrowheads="1"/>
          </p:cNvSpPr>
          <p:nvPr>
            <p:ph idx="1"/>
          </p:nvPr>
        </p:nvSpPr>
        <p:spPr>
          <a:xfrm>
            <a:off x="3862939" y="1558801"/>
            <a:ext cx="6986037" cy="4894620"/>
          </a:xfrm>
        </p:spPr>
        <p:txBody>
          <a:bodyPr/>
          <a:lstStyle/>
          <a:p>
            <a:pPr marL="0" indent="0">
              <a:buNone/>
            </a:pPr>
            <a:endParaRPr lang="fr-FR" sz="2000" dirty="0"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2000" b="1" dirty="0">
                <a:cs typeface="Arial" panose="020B0604020202020204" pitchFamily="34" charset="0"/>
              </a:rPr>
              <a:t>Instruction II:</a:t>
            </a:r>
          </a:p>
          <a:p>
            <a:pPr marL="0" indent="0">
              <a:buClr>
                <a:srgbClr val="FF3300"/>
              </a:buClr>
            </a:pPr>
            <a:endParaRPr lang="fr-FR" b="0" dirty="0">
              <a:cs typeface="Arial" panose="020B0604020202020204" pitchFamily="34" charset="0"/>
            </a:endParaRPr>
          </a:p>
          <a:p>
            <a:pPr marL="457189">
              <a:spcBef>
                <a:spcPts val="400"/>
              </a:spcBef>
              <a:spcAft>
                <a:spcPts val="400"/>
              </a:spcAft>
              <a:buClr>
                <a:schemeClr val="accent5"/>
              </a:buClr>
              <a:buFont typeface="+mj-lt"/>
              <a:buAutoNum type="arabicPeriod" startAt="4"/>
            </a:pPr>
            <a:r>
              <a:rPr lang="fr-FR" sz="2000" dirty="0">
                <a:solidFill>
                  <a:srgbClr val="000000"/>
                </a:solidFill>
                <a:cs typeface="Arial" panose="020B0604020202020204" pitchFamily="34" charset="0"/>
              </a:rPr>
              <a:t>Present your goal to </a:t>
            </a:r>
            <a:r>
              <a:rPr lang="fr-FR" sz="2000" b="1" dirty="0">
                <a:solidFill>
                  <a:srgbClr val="000000"/>
                </a:solidFill>
                <a:cs typeface="Arial" panose="020B0604020202020204" pitchFamily="34" charset="0"/>
              </a:rPr>
              <a:t>a partner </a:t>
            </a:r>
            <a:r>
              <a:rPr lang="fr-FR" sz="2000" dirty="0">
                <a:solidFill>
                  <a:srgbClr val="000000"/>
                </a:solidFill>
                <a:cs typeface="Arial" panose="020B0604020202020204" pitchFamily="34" charset="0"/>
              </a:rPr>
              <a:t>and listen to their goal.  </a:t>
            </a:r>
            <a:r>
              <a:rPr lang="fr-FR" sz="2000" dirty="0" err="1">
                <a:solidFill>
                  <a:srgbClr val="000000"/>
                </a:solidFill>
                <a:cs typeface="Arial" panose="020B0604020202020204" pitchFamily="34" charset="0"/>
              </a:rPr>
              <a:t>Give</a:t>
            </a:r>
            <a:r>
              <a:rPr lang="fr-FR" sz="2000" dirty="0">
                <a:solidFill>
                  <a:srgbClr val="000000"/>
                </a:solidFill>
                <a:cs typeface="Arial" panose="020B0604020202020204" pitchFamily="34" charset="0"/>
              </a:rPr>
              <a:t> feedback.  </a:t>
            </a:r>
            <a:r>
              <a:rPr lang="fr-FR" sz="2000" dirty="0" err="1">
                <a:solidFill>
                  <a:srgbClr val="000000"/>
                </a:solidFill>
                <a:cs typeface="Arial" panose="020B0604020202020204" pitchFamily="34" charset="0"/>
              </a:rPr>
              <a:t>When</a:t>
            </a:r>
            <a:r>
              <a:rPr lang="fr-FR" sz="2000" dirty="0">
                <a:solidFill>
                  <a:srgbClr val="000000"/>
                </a:solidFill>
                <a:cs typeface="Arial" panose="020B0604020202020204" pitchFamily="34" charset="0"/>
              </a:rPr>
              <a:t> giving feedback, think about this:</a:t>
            </a:r>
          </a:p>
          <a:p>
            <a:pPr lvl="2">
              <a:spcBef>
                <a:spcPts val="400"/>
              </a:spcBef>
              <a:spcAft>
                <a:spcPts val="400"/>
              </a:spcAft>
              <a:buClr>
                <a:schemeClr val="accent5"/>
              </a:buClr>
              <a:buFont typeface="Courier New" panose="02070309020205020404" pitchFamily="49" charset="0"/>
              <a:buChar char="o"/>
            </a:pPr>
            <a:r>
              <a:rPr lang="fr-FR" dirty="0">
                <a:solidFill>
                  <a:srgbClr val="000000"/>
                </a:solidFill>
                <a:cs typeface="Arial" panose="020B0604020202020204" pitchFamily="34" charset="0"/>
              </a:rPr>
              <a:t>Is its purpose </a:t>
            </a:r>
            <a:r>
              <a:rPr lang="fr-FR" b="1" dirty="0">
                <a:solidFill>
                  <a:schemeClr val="accent5"/>
                </a:solidFill>
                <a:cs typeface="Arial" panose="020B0604020202020204" pitchFamily="34" charset="0"/>
              </a:rPr>
              <a:t>"SMART-PI"</a:t>
            </a:r>
            <a:r>
              <a:rPr lang="fr-FR" dirty="0">
                <a:solidFill>
                  <a:srgbClr val="000000"/>
                </a:solidFill>
                <a:cs typeface="Arial" panose="020B0604020202020204" pitchFamily="34" charset="0"/>
              </a:rPr>
              <a:t>? </a:t>
            </a:r>
          </a:p>
          <a:p>
            <a:pPr lvl="2">
              <a:spcBef>
                <a:spcPts val="400"/>
              </a:spcBef>
              <a:spcAft>
                <a:spcPts val="400"/>
              </a:spcAft>
              <a:buClr>
                <a:schemeClr val="accent5"/>
              </a:buClr>
              <a:buFont typeface="Courier New" panose="02070309020205020404" pitchFamily="49" charset="0"/>
              <a:buChar char="o"/>
            </a:pPr>
            <a:r>
              <a:rPr lang="fr-FR" dirty="0">
                <a:solidFill>
                  <a:srgbClr val="000000"/>
                </a:solidFill>
                <a:cs typeface="Arial" panose="020B0604020202020204" pitchFamily="34" charset="0"/>
              </a:rPr>
              <a:t>Is its purpose </a:t>
            </a:r>
            <a:r>
              <a:rPr lang="fr-FR" b="1" dirty="0">
                <a:solidFill>
                  <a:schemeClr val="accent5"/>
                </a:solidFill>
                <a:cs typeface="Arial" panose="020B0604020202020204" pitchFamily="34" charset="0"/>
              </a:rPr>
              <a:t>really new </a:t>
            </a:r>
            <a:r>
              <a:rPr lang="fr-FR" dirty="0">
                <a:solidFill>
                  <a:srgbClr val="000000"/>
                </a:solidFill>
                <a:cs typeface="Arial" panose="020B0604020202020204" pitchFamily="34" charset="0"/>
              </a:rPr>
              <a:t>in its context? </a:t>
            </a:r>
          </a:p>
          <a:p>
            <a:pPr lvl="2">
              <a:spcBef>
                <a:spcPts val="400"/>
              </a:spcBef>
              <a:spcAft>
                <a:spcPts val="400"/>
              </a:spcAft>
              <a:buClr>
                <a:schemeClr val="accent5"/>
              </a:buClr>
              <a:buFont typeface="Courier New" panose="02070309020205020404" pitchFamily="49" charset="0"/>
              <a:buChar char="o"/>
            </a:pPr>
            <a:r>
              <a:rPr lang="fr-FR" dirty="0">
                <a:solidFill>
                  <a:srgbClr val="000000"/>
                </a:solidFill>
                <a:cs typeface="Arial" panose="020B0604020202020204" pitchFamily="34" charset="0"/>
              </a:rPr>
              <a:t>Does it target </a:t>
            </a:r>
            <a:r>
              <a:rPr lang="fr-FR" b="1" dirty="0">
                <a:solidFill>
                  <a:schemeClr val="accent5"/>
                </a:solidFill>
                <a:cs typeface="Arial" panose="020B0604020202020204" pitchFamily="34" charset="0"/>
              </a:rPr>
              <a:t>future opportunities</a:t>
            </a:r>
            <a:r>
              <a:rPr lang="fr-FR" dirty="0">
                <a:solidFill>
                  <a:srgbClr val="000000"/>
                </a:solidFill>
                <a:cs typeface="Arial" panose="020B0604020202020204" pitchFamily="34" charset="0"/>
              </a:rPr>
              <a:t>? </a:t>
            </a:r>
            <a:endParaRPr lang="fr-FR" sz="1800" dirty="0">
              <a:cs typeface="Arial" panose="020B0604020202020204" pitchFamily="34" charset="0"/>
            </a:endParaRPr>
          </a:p>
          <a:p>
            <a:pPr lvl="1">
              <a:buClr>
                <a:srgbClr val="FF3300"/>
              </a:buClr>
              <a:buFont typeface="Wingdings" panose="05000000000000000000" pitchFamily="2" charset="2"/>
              <a:buChar char="§"/>
            </a:pPr>
            <a:endParaRPr lang="fr-FR" noProof="0" dirty="0">
              <a:cs typeface="Arial" panose="020B0604020202020204" pitchFamily="34" charset="0"/>
            </a:endParaRPr>
          </a:p>
          <a:p>
            <a:pPr marL="501638">
              <a:buClr>
                <a:srgbClr val="FF3300"/>
              </a:buClr>
              <a:buFont typeface="+mj-lt"/>
              <a:buAutoNum type="arabicPeriod" startAt="4"/>
            </a:pPr>
            <a:endParaRPr lang="fr-FR" noProof="0" dirty="0">
              <a:cs typeface="Arial" panose="020B0604020202020204" pitchFamily="34" charset="0"/>
            </a:endParaRPr>
          </a:p>
        </p:txBody>
      </p:sp>
      <p:sp>
        <p:nvSpPr>
          <p:cNvPr id="12" name="Rectangle 2"/>
          <p:cNvSpPr>
            <a:spLocks noGrp="1" noChangeAspect="1" noChangeArrowheads="1"/>
          </p:cNvSpPr>
          <p:nvPr>
            <p:ph type="title"/>
          </p:nvPr>
        </p:nvSpPr>
        <p:spPr>
          <a:xfrm>
            <a:off x="1128131" y="593367"/>
            <a:ext cx="10648268" cy="763600"/>
          </a:xfrm>
        </p:spPr>
        <p:txBody>
          <a:bodyPr>
            <a:normAutofit fontScale="90000"/>
          </a:bodyPr>
          <a:lstStyle/>
          <a:p>
            <a:r>
              <a:rPr lang="fr-FR" noProof="0" dirty="0"/>
              <a:t>EXERCISE : </a:t>
            </a:r>
            <a:br>
              <a:rPr lang="fr-FR" noProof="0" dirty="0"/>
            </a:br>
            <a:r>
              <a:rPr lang="fr-FR" b="0" dirty="0"/>
              <a:t>Set a Goal for </a:t>
            </a:r>
            <a:r>
              <a:rPr lang="fr-FR" b="0" dirty="0" err="1"/>
              <a:t>Your</a:t>
            </a:r>
            <a:r>
              <a:rPr lang="fr-FR" b="0" dirty="0"/>
              <a:t> Business</a:t>
            </a:r>
            <a:endParaRPr lang="fr-FR" b="0" noProof="0" dirty="0"/>
          </a:p>
        </p:txBody>
      </p:sp>
      <p:pic>
        <p:nvPicPr>
          <p:cNvPr id="11" name="Grafik 10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4300"/>
          <a:stretch/>
        </p:blipFill>
        <p:spPr>
          <a:xfrm>
            <a:off x="10254783" y="150986"/>
            <a:ext cx="888152" cy="761143"/>
          </a:xfrm>
          <a:prstGeom prst="rect">
            <a:avLst/>
          </a:prstGeom>
        </p:spPr>
      </p:pic>
      <p:sp>
        <p:nvSpPr>
          <p:cNvPr id="9" name="Google Shape;9647;p65"/>
          <p:cNvSpPr/>
          <p:nvPr/>
        </p:nvSpPr>
        <p:spPr>
          <a:xfrm>
            <a:off x="11267895" y="195241"/>
            <a:ext cx="692965" cy="664023"/>
          </a:xfrm>
          <a:custGeom>
            <a:avLst/>
            <a:gdLst/>
            <a:ahLst/>
            <a:cxnLst/>
            <a:rect l="l" t="t" r="r" b="b"/>
            <a:pathLst>
              <a:path w="11478" h="11413" extrusionOk="0">
                <a:moveTo>
                  <a:pt x="1401" y="515"/>
                </a:moveTo>
                <a:cubicBezTo>
                  <a:pt x="1616" y="515"/>
                  <a:pt x="1834" y="595"/>
                  <a:pt x="2000" y="756"/>
                </a:cubicBezTo>
                <a:lnTo>
                  <a:pt x="2548" y="1304"/>
                </a:lnTo>
                <a:lnTo>
                  <a:pt x="1358" y="2494"/>
                </a:lnTo>
                <a:lnTo>
                  <a:pt x="810" y="1947"/>
                </a:lnTo>
                <a:cubicBezTo>
                  <a:pt x="476" y="1625"/>
                  <a:pt x="476" y="1078"/>
                  <a:pt x="810" y="756"/>
                </a:cubicBezTo>
                <a:cubicBezTo>
                  <a:pt x="971" y="595"/>
                  <a:pt x="1185" y="515"/>
                  <a:pt x="1401" y="515"/>
                </a:cubicBezTo>
                <a:close/>
                <a:moveTo>
                  <a:pt x="2798" y="1566"/>
                </a:moveTo>
                <a:lnTo>
                  <a:pt x="3251" y="2006"/>
                </a:lnTo>
                <a:lnTo>
                  <a:pt x="2655" y="2602"/>
                </a:lnTo>
                <a:lnTo>
                  <a:pt x="2060" y="3197"/>
                </a:lnTo>
                <a:lnTo>
                  <a:pt x="1608" y="2756"/>
                </a:lnTo>
                <a:lnTo>
                  <a:pt x="2798" y="1566"/>
                </a:lnTo>
                <a:close/>
                <a:moveTo>
                  <a:pt x="10132" y="9031"/>
                </a:moveTo>
                <a:lnTo>
                  <a:pt x="10811" y="10757"/>
                </a:lnTo>
                <a:lnTo>
                  <a:pt x="9085" y="10091"/>
                </a:lnTo>
                <a:lnTo>
                  <a:pt x="10132" y="9031"/>
                </a:lnTo>
                <a:close/>
                <a:moveTo>
                  <a:pt x="4036" y="5685"/>
                </a:moveTo>
                <a:lnTo>
                  <a:pt x="5763" y="7412"/>
                </a:lnTo>
                <a:lnTo>
                  <a:pt x="5418" y="7757"/>
                </a:lnTo>
                <a:lnTo>
                  <a:pt x="5001" y="7340"/>
                </a:lnTo>
                <a:cubicBezTo>
                  <a:pt x="4965" y="7299"/>
                  <a:pt x="4920" y="7278"/>
                  <a:pt x="4876" y="7278"/>
                </a:cubicBezTo>
                <a:cubicBezTo>
                  <a:pt x="4831" y="7278"/>
                  <a:pt x="4787" y="7299"/>
                  <a:pt x="4751" y="7340"/>
                </a:cubicBezTo>
                <a:cubicBezTo>
                  <a:pt x="4679" y="7412"/>
                  <a:pt x="4679" y="7519"/>
                  <a:pt x="4751" y="7590"/>
                </a:cubicBezTo>
                <a:lnTo>
                  <a:pt x="5168" y="8007"/>
                </a:lnTo>
                <a:lnTo>
                  <a:pt x="4763" y="8412"/>
                </a:lnTo>
                <a:lnTo>
                  <a:pt x="3822" y="7471"/>
                </a:lnTo>
                <a:cubicBezTo>
                  <a:pt x="3786" y="7436"/>
                  <a:pt x="3742" y="7418"/>
                  <a:pt x="3697" y="7418"/>
                </a:cubicBezTo>
                <a:cubicBezTo>
                  <a:pt x="3652" y="7418"/>
                  <a:pt x="3608" y="7436"/>
                  <a:pt x="3572" y="7471"/>
                </a:cubicBezTo>
                <a:cubicBezTo>
                  <a:pt x="3501" y="7543"/>
                  <a:pt x="3501" y="7650"/>
                  <a:pt x="3572" y="7721"/>
                </a:cubicBezTo>
                <a:lnTo>
                  <a:pt x="4513" y="8662"/>
                </a:lnTo>
                <a:lnTo>
                  <a:pt x="4108" y="9067"/>
                </a:lnTo>
                <a:lnTo>
                  <a:pt x="3691" y="8638"/>
                </a:lnTo>
                <a:cubicBezTo>
                  <a:pt x="3655" y="8602"/>
                  <a:pt x="3611" y="8584"/>
                  <a:pt x="3566" y="8584"/>
                </a:cubicBezTo>
                <a:cubicBezTo>
                  <a:pt x="3521" y="8584"/>
                  <a:pt x="3477" y="8602"/>
                  <a:pt x="3441" y="8638"/>
                </a:cubicBezTo>
                <a:cubicBezTo>
                  <a:pt x="3358" y="8721"/>
                  <a:pt x="3358" y="8817"/>
                  <a:pt x="3441" y="8900"/>
                </a:cubicBezTo>
                <a:lnTo>
                  <a:pt x="3858" y="9317"/>
                </a:lnTo>
                <a:lnTo>
                  <a:pt x="3453" y="9710"/>
                </a:lnTo>
                <a:lnTo>
                  <a:pt x="3036" y="9293"/>
                </a:lnTo>
                <a:cubicBezTo>
                  <a:pt x="3001" y="9257"/>
                  <a:pt x="2956" y="9239"/>
                  <a:pt x="2911" y="9239"/>
                </a:cubicBezTo>
                <a:cubicBezTo>
                  <a:pt x="2867" y="9239"/>
                  <a:pt x="2822" y="9257"/>
                  <a:pt x="2786" y="9293"/>
                </a:cubicBezTo>
                <a:cubicBezTo>
                  <a:pt x="2703" y="9376"/>
                  <a:pt x="2703" y="9471"/>
                  <a:pt x="2786" y="9555"/>
                </a:cubicBezTo>
                <a:lnTo>
                  <a:pt x="3203" y="9972"/>
                </a:lnTo>
                <a:lnTo>
                  <a:pt x="2798" y="10364"/>
                </a:lnTo>
                <a:lnTo>
                  <a:pt x="1858" y="9436"/>
                </a:lnTo>
                <a:cubicBezTo>
                  <a:pt x="1822" y="9394"/>
                  <a:pt x="1777" y="9373"/>
                  <a:pt x="1733" y="9373"/>
                </a:cubicBezTo>
                <a:cubicBezTo>
                  <a:pt x="1688" y="9373"/>
                  <a:pt x="1643" y="9394"/>
                  <a:pt x="1608" y="9436"/>
                </a:cubicBezTo>
                <a:cubicBezTo>
                  <a:pt x="1536" y="9507"/>
                  <a:pt x="1536" y="9614"/>
                  <a:pt x="1608" y="9686"/>
                </a:cubicBezTo>
                <a:lnTo>
                  <a:pt x="2548" y="10626"/>
                </a:lnTo>
                <a:lnTo>
                  <a:pt x="2191" y="10984"/>
                </a:lnTo>
                <a:cubicBezTo>
                  <a:pt x="2155" y="11007"/>
                  <a:pt x="2096" y="11043"/>
                  <a:pt x="2048" y="11043"/>
                </a:cubicBezTo>
                <a:cubicBezTo>
                  <a:pt x="2012" y="11043"/>
                  <a:pt x="1953" y="11019"/>
                  <a:pt x="1917" y="10984"/>
                </a:cubicBezTo>
                <a:lnTo>
                  <a:pt x="465" y="9519"/>
                </a:lnTo>
                <a:cubicBezTo>
                  <a:pt x="381" y="9448"/>
                  <a:pt x="381" y="9329"/>
                  <a:pt x="465" y="9257"/>
                </a:cubicBezTo>
                <a:lnTo>
                  <a:pt x="4036" y="5685"/>
                </a:lnTo>
                <a:close/>
                <a:moveTo>
                  <a:pt x="9428" y="0"/>
                </a:moveTo>
                <a:cubicBezTo>
                  <a:pt x="9290" y="0"/>
                  <a:pt x="9150" y="54"/>
                  <a:pt x="9037" y="161"/>
                </a:cubicBezTo>
                <a:lnTo>
                  <a:pt x="6299" y="2899"/>
                </a:lnTo>
                <a:cubicBezTo>
                  <a:pt x="6227" y="2971"/>
                  <a:pt x="6227" y="3078"/>
                  <a:pt x="6299" y="3149"/>
                </a:cubicBezTo>
                <a:cubicBezTo>
                  <a:pt x="6334" y="3185"/>
                  <a:pt x="6379" y="3203"/>
                  <a:pt x="6424" y="3203"/>
                </a:cubicBezTo>
                <a:cubicBezTo>
                  <a:pt x="6468" y="3203"/>
                  <a:pt x="6513" y="3185"/>
                  <a:pt x="6549" y="3149"/>
                </a:cubicBezTo>
                <a:lnTo>
                  <a:pt x="9287" y="411"/>
                </a:lnTo>
                <a:cubicBezTo>
                  <a:pt x="9323" y="387"/>
                  <a:pt x="9382" y="351"/>
                  <a:pt x="9418" y="351"/>
                </a:cubicBezTo>
                <a:cubicBezTo>
                  <a:pt x="9466" y="351"/>
                  <a:pt x="9525" y="363"/>
                  <a:pt x="9561" y="411"/>
                </a:cubicBezTo>
                <a:lnTo>
                  <a:pt x="11013" y="1875"/>
                </a:lnTo>
                <a:cubicBezTo>
                  <a:pt x="11049" y="1899"/>
                  <a:pt x="11073" y="1959"/>
                  <a:pt x="11073" y="2006"/>
                </a:cubicBezTo>
                <a:cubicBezTo>
                  <a:pt x="11073" y="2054"/>
                  <a:pt x="11061" y="2113"/>
                  <a:pt x="11013" y="2137"/>
                </a:cubicBezTo>
                <a:lnTo>
                  <a:pt x="10656" y="2494"/>
                </a:lnTo>
                <a:lnTo>
                  <a:pt x="9716" y="1554"/>
                </a:lnTo>
                <a:cubicBezTo>
                  <a:pt x="9680" y="1518"/>
                  <a:pt x="9635" y="1500"/>
                  <a:pt x="9591" y="1500"/>
                </a:cubicBezTo>
                <a:cubicBezTo>
                  <a:pt x="9546" y="1500"/>
                  <a:pt x="9501" y="1518"/>
                  <a:pt x="9466" y="1554"/>
                </a:cubicBezTo>
                <a:cubicBezTo>
                  <a:pt x="9394" y="1637"/>
                  <a:pt x="9394" y="1732"/>
                  <a:pt x="9466" y="1816"/>
                </a:cubicBezTo>
                <a:lnTo>
                  <a:pt x="10406" y="2744"/>
                </a:lnTo>
                <a:lnTo>
                  <a:pt x="10001" y="3149"/>
                </a:lnTo>
                <a:lnTo>
                  <a:pt x="9585" y="2733"/>
                </a:lnTo>
                <a:cubicBezTo>
                  <a:pt x="9549" y="2697"/>
                  <a:pt x="9504" y="2679"/>
                  <a:pt x="9460" y="2679"/>
                </a:cubicBezTo>
                <a:cubicBezTo>
                  <a:pt x="9415" y="2679"/>
                  <a:pt x="9370" y="2697"/>
                  <a:pt x="9335" y="2733"/>
                </a:cubicBezTo>
                <a:cubicBezTo>
                  <a:pt x="9263" y="2804"/>
                  <a:pt x="9263" y="2911"/>
                  <a:pt x="9335" y="2983"/>
                </a:cubicBezTo>
                <a:lnTo>
                  <a:pt x="9751" y="3399"/>
                </a:lnTo>
                <a:lnTo>
                  <a:pt x="9347" y="3804"/>
                </a:lnTo>
                <a:lnTo>
                  <a:pt x="8930" y="3387"/>
                </a:lnTo>
                <a:cubicBezTo>
                  <a:pt x="8894" y="3352"/>
                  <a:pt x="8850" y="3334"/>
                  <a:pt x="8805" y="3334"/>
                </a:cubicBezTo>
                <a:cubicBezTo>
                  <a:pt x="8760" y="3334"/>
                  <a:pt x="8716" y="3352"/>
                  <a:pt x="8680" y="3387"/>
                </a:cubicBezTo>
                <a:cubicBezTo>
                  <a:pt x="8597" y="3459"/>
                  <a:pt x="8597" y="3566"/>
                  <a:pt x="8680" y="3637"/>
                </a:cubicBezTo>
                <a:lnTo>
                  <a:pt x="9097" y="4054"/>
                </a:lnTo>
                <a:lnTo>
                  <a:pt x="8692" y="4459"/>
                </a:lnTo>
                <a:lnTo>
                  <a:pt x="7751" y="3518"/>
                </a:lnTo>
                <a:cubicBezTo>
                  <a:pt x="7715" y="3483"/>
                  <a:pt x="7671" y="3465"/>
                  <a:pt x="7626" y="3465"/>
                </a:cubicBezTo>
                <a:cubicBezTo>
                  <a:pt x="7581" y="3465"/>
                  <a:pt x="7537" y="3483"/>
                  <a:pt x="7501" y="3518"/>
                </a:cubicBezTo>
                <a:cubicBezTo>
                  <a:pt x="7430" y="3602"/>
                  <a:pt x="7430" y="3697"/>
                  <a:pt x="7501" y="3780"/>
                </a:cubicBezTo>
                <a:lnTo>
                  <a:pt x="8442" y="4709"/>
                </a:lnTo>
                <a:lnTo>
                  <a:pt x="8037" y="5114"/>
                </a:lnTo>
                <a:lnTo>
                  <a:pt x="7620" y="4697"/>
                </a:lnTo>
                <a:cubicBezTo>
                  <a:pt x="7584" y="4661"/>
                  <a:pt x="7540" y="4644"/>
                  <a:pt x="7495" y="4644"/>
                </a:cubicBezTo>
                <a:cubicBezTo>
                  <a:pt x="7451" y="4644"/>
                  <a:pt x="7406" y="4661"/>
                  <a:pt x="7370" y="4697"/>
                </a:cubicBezTo>
                <a:cubicBezTo>
                  <a:pt x="7287" y="4769"/>
                  <a:pt x="7287" y="4876"/>
                  <a:pt x="7370" y="4947"/>
                </a:cubicBezTo>
                <a:lnTo>
                  <a:pt x="7787" y="5364"/>
                </a:lnTo>
                <a:lnTo>
                  <a:pt x="7442" y="5709"/>
                </a:lnTo>
                <a:lnTo>
                  <a:pt x="5715" y="3983"/>
                </a:lnTo>
                <a:lnTo>
                  <a:pt x="6037" y="3661"/>
                </a:lnTo>
                <a:cubicBezTo>
                  <a:pt x="6120" y="3578"/>
                  <a:pt x="6120" y="3483"/>
                  <a:pt x="6037" y="3399"/>
                </a:cubicBezTo>
                <a:cubicBezTo>
                  <a:pt x="6001" y="3364"/>
                  <a:pt x="5956" y="3346"/>
                  <a:pt x="5912" y="3346"/>
                </a:cubicBezTo>
                <a:cubicBezTo>
                  <a:pt x="5867" y="3346"/>
                  <a:pt x="5822" y="3364"/>
                  <a:pt x="5787" y="3399"/>
                </a:cubicBezTo>
                <a:lnTo>
                  <a:pt x="5465" y="3733"/>
                </a:lnTo>
                <a:lnTo>
                  <a:pt x="2239" y="506"/>
                </a:lnTo>
                <a:cubicBezTo>
                  <a:pt x="2012" y="280"/>
                  <a:pt x="1715" y="161"/>
                  <a:pt x="1381" y="161"/>
                </a:cubicBezTo>
                <a:cubicBezTo>
                  <a:pt x="1072" y="161"/>
                  <a:pt x="762" y="280"/>
                  <a:pt x="536" y="506"/>
                </a:cubicBezTo>
                <a:cubicBezTo>
                  <a:pt x="310" y="732"/>
                  <a:pt x="191" y="1030"/>
                  <a:pt x="191" y="1351"/>
                </a:cubicBezTo>
                <a:cubicBezTo>
                  <a:pt x="191" y="1661"/>
                  <a:pt x="310" y="1971"/>
                  <a:pt x="536" y="2197"/>
                </a:cubicBezTo>
                <a:lnTo>
                  <a:pt x="3774" y="5447"/>
                </a:lnTo>
                <a:lnTo>
                  <a:pt x="203" y="9019"/>
                </a:lnTo>
                <a:cubicBezTo>
                  <a:pt x="0" y="9221"/>
                  <a:pt x="0" y="9567"/>
                  <a:pt x="203" y="9793"/>
                </a:cubicBezTo>
                <a:lnTo>
                  <a:pt x="1667" y="11246"/>
                </a:lnTo>
                <a:cubicBezTo>
                  <a:pt x="1774" y="11353"/>
                  <a:pt x="1905" y="11412"/>
                  <a:pt x="2048" y="11412"/>
                </a:cubicBezTo>
                <a:cubicBezTo>
                  <a:pt x="2203" y="11412"/>
                  <a:pt x="2334" y="11353"/>
                  <a:pt x="2441" y="11246"/>
                </a:cubicBezTo>
                <a:lnTo>
                  <a:pt x="6013" y="7674"/>
                </a:lnTo>
                <a:lnTo>
                  <a:pt x="6263" y="7924"/>
                </a:lnTo>
                <a:cubicBezTo>
                  <a:pt x="6299" y="7965"/>
                  <a:pt x="6343" y="7986"/>
                  <a:pt x="6389" y="7986"/>
                </a:cubicBezTo>
                <a:cubicBezTo>
                  <a:pt x="6436" y="7986"/>
                  <a:pt x="6483" y="7965"/>
                  <a:pt x="6525" y="7924"/>
                </a:cubicBezTo>
                <a:cubicBezTo>
                  <a:pt x="6596" y="7852"/>
                  <a:pt x="6596" y="7745"/>
                  <a:pt x="6525" y="7674"/>
                </a:cubicBezTo>
                <a:lnTo>
                  <a:pt x="6168" y="7316"/>
                </a:lnTo>
                <a:cubicBezTo>
                  <a:pt x="6168" y="7305"/>
                  <a:pt x="6144" y="7305"/>
                  <a:pt x="6132" y="7293"/>
                </a:cubicBezTo>
                <a:lnTo>
                  <a:pt x="6096" y="7257"/>
                </a:lnTo>
                <a:lnTo>
                  <a:pt x="2310" y="3471"/>
                </a:lnTo>
                <a:lnTo>
                  <a:pt x="2786" y="2995"/>
                </a:lnTo>
                <a:lnTo>
                  <a:pt x="3084" y="3292"/>
                </a:lnTo>
                <a:cubicBezTo>
                  <a:pt x="3108" y="3316"/>
                  <a:pt x="3155" y="3328"/>
                  <a:pt x="3203" y="3328"/>
                </a:cubicBezTo>
                <a:cubicBezTo>
                  <a:pt x="3239" y="3328"/>
                  <a:pt x="3286" y="3316"/>
                  <a:pt x="3322" y="3292"/>
                </a:cubicBezTo>
                <a:cubicBezTo>
                  <a:pt x="3393" y="3209"/>
                  <a:pt x="3393" y="3114"/>
                  <a:pt x="3322" y="3030"/>
                </a:cubicBezTo>
                <a:lnTo>
                  <a:pt x="3024" y="2733"/>
                </a:lnTo>
                <a:lnTo>
                  <a:pt x="3501" y="2256"/>
                </a:lnTo>
                <a:lnTo>
                  <a:pt x="5358" y="4126"/>
                </a:lnTo>
                <a:lnTo>
                  <a:pt x="7311" y="6066"/>
                </a:lnTo>
                <a:lnTo>
                  <a:pt x="7323" y="6090"/>
                </a:lnTo>
                <a:lnTo>
                  <a:pt x="7334" y="6102"/>
                </a:lnTo>
                <a:lnTo>
                  <a:pt x="9942" y="8710"/>
                </a:lnTo>
                <a:lnTo>
                  <a:pt x="9466" y="9186"/>
                </a:lnTo>
                <a:lnTo>
                  <a:pt x="6846" y="6554"/>
                </a:lnTo>
                <a:lnTo>
                  <a:pt x="5810" y="5519"/>
                </a:lnTo>
                <a:lnTo>
                  <a:pt x="3965" y="3673"/>
                </a:lnTo>
                <a:cubicBezTo>
                  <a:pt x="3923" y="3637"/>
                  <a:pt x="3879" y="3620"/>
                  <a:pt x="3834" y="3620"/>
                </a:cubicBezTo>
                <a:cubicBezTo>
                  <a:pt x="3789" y="3620"/>
                  <a:pt x="3745" y="3637"/>
                  <a:pt x="3703" y="3673"/>
                </a:cubicBezTo>
                <a:cubicBezTo>
                  <a:pt x="3632" y="3745"/>
                  <a:pt x="3632" y="3852"/>
                  <a:pt x="3703" y="3923"/>
                </a:cubicBezTo>
                <a:lnTo>
                  <a:pt x="9239" y="9460"/>
                </a:lnTo>
                <a:lnTo>
                  <a:pt x="8763" y="9936"/>
                </a:lnTo>
                <a:lnTo>
                  <a:pt x="7096" y="8269"/>
                </a:lnTo>
                <a:cubicBezTo>
                  <a:pt x="7061" y="8233"/>
                  <a:pt x="7016" y="8215"/>
                  <a:pt x="6971" y="8215"/>
                </a:cubicBezTo>
                <a:cubicBezTo>
                  <a:pt x="6927" y="8215"/>
                  <a:pt x="6882" y="8233"/>
                  <a:pt x="6846" y="8269"/>
                </a:cubicBezTo>
                <a:cubicBezTo>
                  <a:pt x="6775" y="8340"/>
                  <a:pt x="6775" y="8448"/>
                  <a:pt x="6846" y="8519"/>
                </a:cubicBezTo>
                <a:lnTo>
                  <a:pt x="8632" y="10305"/>
                </a:lnTo>
                <a:cubicBezTo>
                  <a:pt x="8644" y="10329"/>
                  <a:pt x="8680" y="10341"/>
                  <a:pt x="8692" y="10353"/>
                </a:cubicBezTo>
                <a:lnTo>
                  <a:pt x="10799" y="11174"/>
                </a:lnTo>
                <a:cubicBezTo>
                  <a:pt x="10835" y="11186"/>
                  <a:pt x="10883" y="11186"/>
                  <a:pt x="10906" y="11186"/>
                </a:cubicBezTo>
                <a:cubicBezTo>
                  <a:pt x="10990" y="11186"/>
                  <a:pt x="11061" y="11162"/>
                  <a:pt x="11121" y="11103"/>
                </a:cubicBezTo>
                <a:cubicBezTo>
                  <a:pt x="11192" y="11019"/>
                  <a:pt x="11228" y="10900"/>
                  <a:pt x="11180" y="10805"/>
                </a:cubicBezTo>
                <a:lnTo>
                  <a:pt x="10359" y="8686"/>
                </a:lnTo>
                <a:cubicBezTo>
                  <a:pt x="10347" y="8662"/>
                  <a:pt x="10323" y="8638"/>
                  <a:pt x="10311" y="8626"/>
                </a:cubicBezTo>
                <a:lnTo>
                  <a:pt x="7692" y="6007"/>
                </a:lnTo>
                <a:lnTo>
                  <a:pt x="11264" y="2435"/>
                </a:lnTo>
                <a:cubicBezTo>
                  <a:pt x="11478" y="2185"/>
                  <a:pt x="11478" y="1840"/>
                  <a:pt x="11264" y="1625"/>
                </a:cubicBezTo>
                <a:lnTo>
                  <a:pt x="9811" y="161"/>
                </a:lnTo>
                <a:cubicBezTo>
                  <a:pt x="9704" y="54"/>
                  <a:pt x="9567" y="0"/>
                  <a:pt x="9428" y="0"/>
                </a:cubicBezTo>
                <a:close/>
              </a:path>
            </a:pathLst>
          </a:custGeom>
          <a:solidFill>
            <a:srgbClr val="000000"/>
          </a:solidFill>
          <a:ln w="3175"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8" name="Gruppieren 7"/>
          <p:cNvGrpSpPr/>
          <p:nvPr/>
        </p:nvGrpSpPr>
        <p:grpSpPr>
          <a:xfrm>
            <a:off x="130117" y="162554"/>
            <a:ext cx="972127" cy="802009"/>
            <a:chOff x="97587" y="121915"/>
            <a:chExt cx="729095" cy="601507"/>
          </a:xfrm>
        </p:grpSpPr>
        <p:grpSp>
          <p:nvGrpSpPr>
            <p:cNvPr id="10" name="Gruppieren 9"/>
            <p:cNvGrpSpPr/>
            <p:nvPr/>
          </p:nvGrpSpPr>
          <p:grpSpPr>
            <a:xfrm>
              <a:off x="97587" y="121915"/>
              <a:ext cx="729095" cy="601507"/>
              <a:chOff x="2016744" y="-182666"/>
              <a:chExt cx="5143500" cy="4481945"/>
            </a:xfrm>
          </p:grpSpPr>
          <p:pic>
            <p:nvPicPr>
              <p:cNvPr id="14" name="Grafik 13"/>
              <p:cNvPicPr>
                <a:picLocks noChangeAspect="1"/>
              </p:cNvPicPr>
              <p:nvPr userDrawn="1"/>
            </p:nvPicPr>
            <p:blipFill rotWithShape="1"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2016744" y="-182666"/>
                <a:ext cx="5143500" cy="4481945"/>
              </a:xfrm>
              <a:prstGeom prst="rect">
                <a:avLst/>
              </a:prstGeom>
            </p:spPr>
          </p:pic>
          <p:sp>
            <p:nvSpPr>
              <p:cNvPr id="15" name="Rechteck 14"/>
              <p:cNvSpPr/>
              <p:nvPr userDrawn="1"/>
            </p:nvSpPr>
            <p:spPr>
              <a:xfrm>
                <a:off x="3263729" y="914895"/>
                <a:ext cx="2309427" cy="2781173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dirty="0"/>
              </a:p>
            </p:txBody>
          </p:sp>
        </p:grpSp>
        <p:sp>
          <p:nvSpPr>
            <p:cNvPr id="13" name="Rechteck 12"/>
            <p:cNvSpPr/>
            <p:nvPr/>
          </p:nvSpPr>
          <p:spPr>
            <a:xfrm>
              <a:off x="350038" y="269215"/>
              <a:ext cx="307596" cy="45719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dirty="0"/>
            </a:p>
          </p:txBody>
        </p:sp>
      </p:grpSp>
      <p:sp>
        <p:nvSpPr>
          <p:cNvPr id="16" name="Textfeld 15"/>
          <p:cNvSpPr txBox="1"/>
          <p:nvPr/>
        </p:nvSpPr>
        <p:spPr>
          <a:xfrm>
            <a:off x="102170" y="267791"/>
            <a:ext cx="9385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>
                <a:latin typeface="Poppins" panose="020B0604020202020204" charset="0"/>
                <a:cs typeface="Poppins" panose="020B0604020202020204" charset="0"/>
              </a:rPr>
              <a:t>WS</a:t>
            </a:r>
          </a:p>
          <a:p>
            <a:pPr algn="ctr"/>
            <a:r>
              <a:rPr lang="de-DE" sz="2400" dirty="0">
                <a:latin typeface="Poppins" panose="020B0604020202020204" charset="0"/>
                <a:cs typeface="Poppins" panose="020B0604020202020204" charset="0"/>
              </a:rPr>
              <a:t> 21 </a:t>
            </a:r>
            <a:endParaRPr lang="en-GB" sz="2400" dirty="0">
              <a:latin typeface="Poppins" panose="020B0604020202020204" charset="0"/>
              <a:cs typeface="Poppins" panose="020B0604020202020204" charset="0"/>
            </a:endParaRPr>
          </a:p>
        </p:txBody>
      </p:sp>
      <p:grpSp>
        <p:nvGrpSpPr>
          <p:cNvPr id="23" name="Google Shape;8797;p63"/>
          <p:cNvGrpSpPr/>
          <p:nvPr/>
        </p:nvGrpSpPr>
        <p:grpSpPr>
          <a:xfrm>
            <a:off x="288514" y="1137524"/>
            <a:ext cx="197108" cy="389321"/>
            <a:chOff x="3527539" y="4476677"/>
            <a:chExt cx="159232" cy="314510"/>
          </a:xfrm>
          <a:solidFill>
            <a:srgbClr val="000000"/>
          </a:solidFill>
        </p:grpSpPr>
        <p:sp>
          <p:nvSpPr>
            <p:cNvPr id="24" name="Google Shape;8798;p63"/>
            <p:cNvSpPr/>
            <p:nvPr/>
          </p:nvSpPr>
          <p:spPr>
            <a:xfrm>
              <a:off x="3527539" y="4536716"/>
              <a:ext cx="159232" cy="254471"/>
            </a:xfrm>
            <a:custGeom>
              <a:avLst/>
              <a:gdLst/>
              <a:ahLst/>
              <a:cxnLst/>
              <a:rect l="l" t="t" r="r" b="b"/>
              <a:pathLst>
                <a:path w="97241" h="155402" extrusionOk="0">
                  <a:moveTo>
                    <a:pt x="35360" y="0"/>
                  </a:moveTo>
                  <a:cubicBezTo>
                    <a:pt x="27173" y="0"/>
                    <a:pt x="21268" y="5220"/>
                    <a:pt x="17713" y="15527"/>
                  </a:cubicBezTo>
                  <a:cubicBezTo>
                    <a:pt x="15527" y="21921"/>
                    <a:pt x="1533" y="61750"/>
                    <a:pt x="1403" y="62174"/>
                  </a:cubicBezTo>
                  <a:cubicBezTo>
                    <a:pt x="0" y="66121"/>
                    <a:pt x="2088" y="70492"/>
                    <a:pt x="6068" y="71895"/>
                  </a:cubicBezTo>
                  <a:cubicBezTo>
                    <a:pt x="6895" y="72179"/>
                    <a:pt x="7739" y="72315"/>
                    <a:pt x="8570" y="72315"/>
                  </a:cubicBezTo>
                  <a:cubicBezTo>
                    <a:pt x="11735" y="72315"/>
                    <a:pt x="14703" y="70350"/>
                    <a:pt x="15788" y="67197"/>
                  </a:cubicBezTo>
                  <a:cubicBezTo>
                    <a:pt x="16245" y="65925"/>
                    <a:pt x="24661" y="42569"/>
                    <a:pt x="29358" y="29130"/>
                  </a:cubicBezTo>
                  <a:lnTo>
                    <a:pt x="29358" y="29130"/>
                  </a:lnTo>
                  <a:cubicBezTo>
                    <a:pt x="28869" y="33142"/>
                    <a:pt x="30272" y="24824"/>
                    <a:pt x="18431" y="85856"/>
                  </a:cubicBezTo>
                  <a:cubicBezTo>
                    <a:pt x="17941" y="88498"/>
                    <a:pt x="19964" y="90912"/>
                    <a:pt x="22606" y="90912"/>
                  </a:cubicBezTo>
                  <a:lnTo>
                    <a:pt x="28412" y="90912"/>
                  </a:lnTo>
                  <a:lnTo>
                    <a:pt x="28412" y="146235"/>
                  </a:lnTo>
                  <a:cubicBezTo>
                    <a:pt x="28412" y="151291"/>
                    <a:pt x="32522" y="155401"/>
                    <a:pt x="37578" y="155401"/>
                  </a:cubicBezTo>
                  <a:cubicBezTo>
                    <a:pt x="42634" y="155401"/>
                    <a:pt x="46745" y="151291"/>
                    <a:pt x="46745" y="146235"/>
                  </a:cubicBezTo>
                  <a:lnTo>
                    <a:pt x="46745" y="90912"/>
                  </a:lnTo>
                  <a:lnTo>
                    <a:pt x="50692" y="90912"/>
                  </a:lnTo>
                  <a:lnTo>
                    <a:pt x="50692" y="146235"/>
                  </a:lnTo>
                  <a:cubicBezTo>
                    <a:pt x="50692" y="151291"/>
                    <a:pt x="54769" y="155401"/>
                    <a:pt x="59825" y="155401"/>
                  </a:cubicBezTo>
                  <a:cubicBezTo>
                    <a:pt x="64881" y="155401"/>
                    <a:pt x="68991" y="151291"/>
                    <a:pt x="68991" y="146235"/>
                  </a:cubicBezTo>
                  <a:lnTo>
                    <a:pt x="68991" y="90912"/>
                  </a:lnTo>
                  <a:lnTo>
                    <a:pt x="74798" y="90912"/>
                  </a:lnTo>
                  <a:cubicBezTo>
                    <a:pt x="77472" y="90912"/>
                    <a:pt x="79462" y="88498"/>
                    <a:pt x="78973" y="85856"/>
                  </a:cubicBezTo>
                  <a:cubicBezTo>
                    <a:pt x="67262" y="25379"/>
                    <a:pt x="68535" y="32392"/>
                    <a:pt x="68143" y="29130"/>
                  </a:cubicBezTo>
                  <a:lnTo>
                    <a:pt x="68143" y="29130"/>
                  </a:lnTo>
                  <a:cubicBezTo>
                    <a:pt x="72873" y="42667"/>
                    <a:pt x="81028" y="65958"/>
                    <a:pt x="81485" y="67197"/>
                  </a:cubicBezTo>
                  <a:cubicBezTo>
                    <a:pt x="82570" y="70350"/>
                    <a:pt x="85538" y="72315"/>
                    <a:pt x="88687" y="72315"/>
                  </a:cubicBezTo>
                  <a:cubicBezTo>
                    <a:pt x="89513" y="72315"/>
                    <a:pt x="90352" y="72179"/>
                    <a:pt x="91173" y="71895"/>
                  </a:cubicBezTo>
                  <a:cubicBezTo>
                    <a:pt x="95152" y="70492"/>
                    <a:pt x="97240" y="66121"/>
                    <a:pt x="95870" y="62174"/>
                  </a:cubicBezTo>
                  <a:cubicBezTo>
                    <a:pt x="95707" y="61750"/>
                    <a:pt x="81746" y="21921"/>
                    <a:pt x="79560" y="15527"/>
                  </a:cubicBezTo>
                  <a:cubicBezTo>
                    <a:pt x="76005" y="5220"/>
                    <a:pt x="70068" y="0"/>
                    <a:pt x="619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" name="Google Shape;8799;p63"/>
            <p:cNvSpPr/>
            <p:nvPr/>
          </p:nvSpPr>
          <p:spPr>
            <a:xfrm>
              <a:off x="3581381" y="4476677"/>
              <a:ext cx="51814" cy="51761"/>
            </a:xfrm>
            <a:custGeom>
              <a:avLst/>
              <a:gdLst/>
              <a:ahLst/>
              <a:cxnLst/>
              <a:rect l="l" t="t" r="r" b="b"/>
              <a:pathLst>
                <a:path w="31642" h="31610" extrusionOk="0">
                  <a:moveTo>
                    <a:pt x="15821" y="1"/>
                  </a:moveTo>
                  <a:cubicBezTo>
                    <a:pt x="7079" y="1"/>
                    <a:pt x="0" y="7079"/>
                    <a:pt x="0" y="15821"/>
                  </a:cubicBezTo>
                  <a:cubicBezTo>
                    <a:pt x="0" y="24531"/>
                    <a:pt x="7079" y="31609"/>
                    <a:pt x="15821" y="31609"/>
                  </a:cubicBezTo>
                  <a:cubicBezTo>
                    <a:pt x="24563" y="31609"/>
                    <a:pt x="31641" y="24531"/>
                    <a:pt x="31641" y="15821"/>
                  </a:cubicBezTo>
                  <a:cubicBezTo>
                    <a:pt x="31641" y="7079"/>
                    <a:pt x="24563" y="1"/>
                    <a:pt x="158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35" name="Google Shape;8797;p63"/>
          <p:cNvGrpSpPr/>
          <p:nvPr/>
        </p:nvGrpSpPr>
        <p:grpSpPr>
          <a:xfrm>
            <a:off x="288514" y="1137524"/>
            <a:ext cx="197108" cy="389321"/>
            <a:chOff x="3527539" y="4476677"/>
            <a:chExt cx="159232" cy="314510"/>
          </a:xfrm>
          <a:solidFill>
            <a:srgbClr val="000000"/>
          </a:solidFill>
        </p:grpSpPr>
        <p:sp>
          <p:nvSpPr>
            <p:cNvPr id="36" name="Google Shape;8798;p63"/>
            <p:cNvSpPr/>
            <p:nvPr/>
          </p:nvSpPr>
          <p:spPr>
            <a:xfrm>
              <a:off x="3527539" y="4536716"/>
              <a:ext cx="159232" cy="254471"/>
            </a:xfrm>
            <a:custGeom>
              <a:avLst/>
              <a:gdLst/>
              <a:ahLst/>
              <a:cxnLst/>
              <a:rect l="l" t="t" r="r" b="b"/>
              <a:pathLst>
                <a:path w="97241" h="155402" extrusionOk="0">
                  <a:moveTo>
                    <a:pt x="35360" y="0"/>
                  </a:moveTo>
                  <a:cubicBezTo>
                    <a:pt x="27173" y="0"/>
                    <a:pt x="21268" y="5220"/>
                    <a:pt x="17713" y="15527"/>
                  </a:cubicBezTo>
                  <a:cubicBezTo>
                    <a:pt x="15527" y="21921"/>
                    <a:pt x="1533" y="61750"/>
                    <a:pt x="1403" y="62174"/>
                  </a:cubicBezTo>
                  <a:cubicBezTo>
                    <a:pt x="0" y="66121"/>
                    <a:pt x="2088" y="70492"/>
                    <a:pt x="6068" y="71895"/>
                  </a:cubicBezTo>
                  <a:cubicBezTo>
                    <a:pt x="6895" y="72179"/>
                    <a:pt x="7739" y="72315"/>
                    <a:pt x="8570" y="72315"/>
                  </a:cubicBezTo>
                  <a:cubicBezTo>
                    <a:pt x="11735" y="72315"/>
                    <a:pt x="14703" y="70350"/>
                    <a:pt x="15788" y="67197"/>
                  </a:cubicBezTo>
                  <a:cubicBezTo>
                    <a:pt x="16245" y="65925"/>
                    <a:pt x="24661" y="42569"/>
                    <a:pt x="29358" y="29130"/>
                  </a:cubicBezTo>
                  <a:lnTo>
                    <a:pt x="29358" y="29130"/>
                  </a:lnTo>
                  <a:cubicBezTo>
                    <a:pt x="28869" y="33142"/>
                    <a:pt x="30272" y="24824"/>
                    <a:pt x="18431" y="85856"/>
                  </a:cubicBezTo>
                  <a:cubicBezTo>
                    <a:pt x="17941" y="88498"/>
                    <a:pt x="19964" y="90912"/>
                    <a:pt x="22606" y="90912"/>
                  </a:cubicBezTo>
                  <a:lnTo>
                    <a:pt x="28412" y="90912"/>
                  </a:lnTo>
                  <a:lnTo>
                    <a:pt x="28412" y="146235"/>
                  </a:lnTo>
                  <a:cubicBezTo>
                    <a:pt x="28412" y="151291"/>
                    <a:pt x="32522" y="155401"/>
                    <a:pt x="37578" y="155401"/>
                  </a:cubicBezTo>
                  <a:cubicBezTo>
                    <a:pt x="42634" y="155401"/>
                    <a:pt x="46745" y="151291"/>
                    <a:pt x="46745" y="146235"/>
                  </a:cubicBezTo>
                  <a:lnTo>
                    <a:pt x="46745" y="90912"/>
                  </a:lnTo>
                  <a:lnTo>
                    <a:pt x="50692" y="90912"/>
                  </a:lnTo>
                  <a:lnTo>
                    <a:pt x="50692" y="146235"/>
                  </a:lnTo>
                  <a:cubicBezTo>
                    <a:pt x="50692" y="151291"/>
                    <a:pt x="54769" y="155401"/>
                    <a:pt x="59825" y="155401"/>
                  </a:cubicBezTo>
                  <a:cubicBezTo>
                    <a:pt x="64881" y="155401"/>
                    <a:pt x="68991" y="151291"/>
                    <a:pt x="68991" y="146235"/>
                  </a:cubicBezTo>
                  <a:lnTo>
                    <a:pt x="68991" y="90912"/>
                  </a:lnTo>
                  <a:lnTo>
                    <a:pt x="74798" y="90912"/>
                  </a:lnTo>
                  <a:cubicBezTo>
                    <a:pt x="77472" y="90912"/>
                    <a:pt x="79462" y="88498"/>
                    <a:pt x="78973" y="85856"/>
                  </a:cubicBezTo>
                  <a:cubicBezTo>
                    <a:pt x="67262" y="25379"/>
                    <a:pt x="68535" y="32392"/>
                    <a:pt x="68143" y="29130"/>
                  </a:cubicBezTo>
                  <a:lnTo>
                    <a:pt x="68143" y="29130"/>
                  </a:lnTo>
                  <a:cubicBezTo>
                    <a:pt x="72873" y="42667"/>
                    <a:pt x="81028" y="65958"/>
                    <a:pt x="81485" y="67197"/>
                  </a:cubicBezTo>
                  <a:cubicBezTo>
                    <a:pt x="82570" y="70350"/>
                    <a:pt x="85538" y="72315"/>
                    <a:pt x="88687" y="72315"/>
                  </a:cubicBezTo>
                  <a:cubicBezTo>
                    <a:pt x="89513" y="72315"/>
                    <a:pt x="90352" y="72179"/>
                    <a:pt x="91173" y="71895"/>
                  </a:cubicBezTo>
                  <a:cubicBezTo>
                    <a:pt x="95152" y="70492"/>
                    <a:pt x="97240" y="66121"/>
                    <a:pt x="95870" y="62174"/>
                  </a:cubicBezTo>
                  <a:cubicBezTo>
                    <a:pt x="95707" y="61750"/>
                    <a:pt x="81746" y="21921"/>
                    <a:pt x="79560" y="15527"/>
                  </a:cubicBezTo>
                  <a:cubicBezTo>
                    <a:pt x="76005" y="5220"/>
                    <a:pt x="70068" y="0"/>
                    <a:pt x="619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" name="Google Shape;8799;p63"/>
            <p:cNvSpPr/>
            <p:nvPr/>
          </p:nvSpPr>
          <p:spPr>
            <a:xfrm>
              <a:off x="3581381" y="4476677"/>
              <a:ext cx="51814" cy="51761"/>
            </a:xfrm>
            <a:custGeom>
              <a:avLst/>
              <a:gdLst/>
              <a:ahLst/>
              <a:cxnLst/>
              <a:rect l="l" t="t" r="r" b="b"/>
              <a:pathLst>
                <a:path w="31642" h="31610" extrusionOk="0">
                  <a:moveTo>
                    <a:pt x="15821" y="1"/>
                  </a:moveTo>
                  <a:cubicBezTo>
                    <a:pt x="7079" y="1"/>
                    <a:pt x="0" y="7079"/>
                    <a:pt x="0" y="15821"/>
                  </a:cubicBezTo>
                  <a:cubicBezTo>
                    <a:pt x="0" y="24531"/>
                    <a:pt x="7079" y="31609"/>
                    <a:pt x="15821" y="31609"/>
                  </a:cubicBezTo>
                  <a:cubicBezTo>
                    <a:pt x="24563" y="31609"/>
                    <a:pt x="31641" y="24531"/>
                    <a:pt x="31641" y="15821"/>
                  </a:cubicBezTo>
                  <a:cubicBezTo>
                    <a:pt x="31641" y="7079"/>
                    <a:pt x="24563" y="1"/>
                    <a:pt x="158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38" name="Google Shape;8797;p63"/>
          <p:cNvGrpSpPr/>
          <p:nvPr/>
        </p:nvGrpSpPr>
        <p:grpSpPr>
          <a:xfrm>
            <a:off x="604841" y="1137524"/>
            <a:ext cx="197108" cy="389321"/>
            <a:chOff x="3527539" y="4476677"/>
            <a:chExt cx="159232" cy="314510"/>
          </a:xfrm>
          <a:solidFill>
            <a:srgbClr val="000000"/>
          </a:solidFill>
        </p:grpSpPr>
        <p:sp>
          <p:nvSpPr>
            <p:cNvPr id="39" name="Google Shape;8798;p63"/>
            <p:cNvSpPr/>
            <p:nvPr/>
          </p:nvSpPr>
          <p:spPr>
            <a:xfrm>
              <a:off x="3527539" y="4536716"/>
              <a:ext cx="159232" cy="254471"/>
            </a:xfrm>
            <a:custGeom>
              <a:avLst/>
              <a:gdLst/>
              <a:ahLst/>
              <a:cxnLst/>
              <a:rect l="l" t="t" r="r" b="b"/>
              <a:pathLst>
                <a:path w="97241" h="155402" extrusionOk="0">
                  <a:moveTo>
                    <a:pt x="35360" y="0"/>
                  </a:moveTo>
                  <a:cubicBezTo>
                    <a:pt x="27173" y="0"/>
                    <a:pt x="21268" y="5220"/>
                    <a:pt x="17713" y="15527"/>
                  </a:cubicBezTo>
                  <a:cubicBezTo>
                    <a:pt x="15527" y="21921"/>
                    <a:pt x="1533" y="61750"/>
                    <a:pt x="1403" y="62174"/>
                  </a:cubicBezTo>
                  <a:cubicBezTo>
                    <a:pt x="0" y="66121"/>
                    <a:pt x="2088" y="70492"/>
                    <a:pt x="6068" y="71895"/>
                  </a:cubicBezTo>
                  <a:cubicBezTo>
                    <a:pt x="6895" y="72179"/>
                    <a:pt x="7739" y="72315"/>
                    <a:pt x="8570" y="72315"/>
                  </a:cubicBezTo>
                  <a:cubicBezTo>
                    <a:pt x="11735" y="72315"/>
                    <a:pt x="14703" y="70350"/>
                    <a:pt x="15788" y="67197"/>
                  </a:cubicBezTo>
                  <a:cubicBezTo>
                    <a:pt x="16245" y="65925"/>
                    <a:pt x="24661" y="42569"/>
                    <a:pt x="29358" y="29130"/>
                  </a:cubicBezTo>
                  <a:lnTo>
                    <a:pt x="29358" y="29130"/>
                  </a:lnTo>
                  <a:cubicBezTo>
                    <a:pt x="28869" y="33142"/>
                    <a:pt x="30272" y="24824"/>
                    <a:pt x="18431" y="85856"/>
                  </a:cubicBezTo>
                  <a:cubicBezTo>
                    <a:pt x="17941" y="88498"/>
                    <a:pt x="19964" y="90912"/>
                    <a:pt x="22606" y="90912"/>
                  </a:cubicBezTo>
                  <a:lnTo>
                    <a:pt x="28412" y="90912"/>
                  </a:lnTo>
                  <a:lnTo>
                    <a:pt x="28412" y="146235"/>
                  </a:lnTo>
                  <a:cubicBezTo>
                    <a:pt x="28412" y="151291"/>
                    <a:pt x="32522" y="155401"/>
                    <a:pt x="37578" y="155401"/>
                  </a:cubicBezTo>
                  <a:cubicBezTo>
                    <a:pt x="42634" y="155401"/>
                    <a:pt x="46745" y="151291"/>
                    <a:pt x="46745" y="146235"/>
                  </a:cubicBezTo>
                  <a:lnTo>
                    <a:pt x="46745" y="90912"/>
                  </a:lnTo>
                  <a:lnTo>
                    <a:pt x="50692" y="90912"/>
                  </a:lnTo>
                  <a:lnTo>
                    <a:pt x="50692" y="146235"/>
                  </a:lnTo>
                  <a:cubicBezTo>
                    <a:pt x="50692" y="151291"/>
                    <a:pt x="54769" y="155401"/>
                    <a:pt x="59825" y="155401"/>
                  </a:cubicBezTo>
                  <a:cubicBezTo>
                    <a:pt x="64881" y="155401"/>
                    <a:pt x="68991" y="151291"/>
                    <a:pt x="68991" y="146235"/>
                  </a:cubicBezTo>
                  <a:lnTo>
                    <a:pt x="68991" y="90912"/>
                  </a:lnTo>
                  <a:lnTo>
                    <a:pt x="74798" y="90912"/>
                  </a:lnTo>
                  <a:cubicBezTo>
                    <a:pt x="77472" y="90912"/>
                    <a:pt x="79462" y="88498"/>
                    <a:pt x="78973" y="85856"/>
                  </a:cubicBezTo>
                  <a:cubicBezTo>
                    <a:pt x="67262" y="25379"/>
                    <a:pt x="68535" y="32392"/>
                    <a:pt x="68143" y="29130"/>
                  </a:cubicBezTo>
                  <a:lnTo>
                    <a:pt x="68143" y="29130"/>
                  </a:lnTo>
                  <a:cubicBezTo>
                    <a:pt x="72873" y="42667"/>
                    <a:pt x="81028" y="65958"/>
                    <a:pt x="81485" y="67197"/>
                  </a:cubicBezTo>
                  <a:cubicBezTo>
                    <a:pt x="82570" y="70350"/>
                    <a:pt x="85538" y="72315"/>
                    <a:pt x="88687" y="72315"/>
                  </a:cubicBezTo>
                  <a:cubicBezTo>
                    <a:pt x="89513" y="72315"/>
                    <a:pt x="90352" y="72179"/>
                    <a:pt x="91173" y="71895"/>
                  </a:cubicBezTo>
                  <a:cubicBezTo>
                    <a:pt x="95152" y="70492"/>
                    <a:pt x="97240" y="66121"/>
                    <a:pt x="95870" y="62174"/>
                  </a:cubicBezTo>
                  <a:cubicBezTo>
                    <a:pt x="95707" y="61750"/>
                    <a:pt x="81746" y="21921"/>
                    <a:pt x="79560" y="15527"/>
                  </a:cubicBezTo>
                  <a:cubicBezTo>
                    <a:pt x="76005" y="5220"/>
                    <a:pt x="70068" y="0"/>
                    <a:pt x="619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" name="Google Shape;8799;p63"/>
            <p:cNvSpPr/>
            <p:nvPr/>
          </p:nvSpPr>
          <p:spPr>
            <a:xfrm>
              <a:off x="3581381" y="4476677"/>
              <a:ext cx="51814" cy="51761"/>
            </a:xfrm>
            <a:custGeom>
              <a:avLst/>
              <a:gdLst/>
              <a:ahLst/>
              <a:cxnLst/>
              <a:rect l="l" t="t" r="r" b="b"/>
              <a:pathLst>
                <a:path w="31642" h="31610" extrusionOk="0">
                  <a:moveTo>
                    <a:pt x="15821" y="1"/>
                  </a:moveTo>
                  <a:cubicBezTo>
                    <a:pt x="7079" y="1"/>
                    <a:pt x="0" y="7079"/>
                    <a:pt x="0" y="15821"/>
                  </a:cubicBezTo>
                  <a:cubicBezTo>
                    <a:pt x="0" y="24531"/>
                    <a:pt x="7079" y="31609"/>
                    <a:pt x="15821" y="31609"/>
                  </a:cubicBezTo>
                  <a:cubicBezTo>
                    <a:pt x="24563" y="31609"/>
                    <a:pt x="31641" y="24531"/>
                    <a:pt x="31641" y="15821"/>
                  </a:cubicBezTo>
                  <a:cubicBezTo>
                    <a:pt x="31641" y="7079"/>
                    <a:pt x="24563" y="1"/>
                    <a:pt x="158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07" name="Gruppieren 106"/>
          <p:cNvGrpSpPr/>
          <p:nvPr/>
        </p:nvGrpSpPr>
        <p:grpSpPr>
          <a:xfrm>
            <a:off x="752916" y="2441886"/>
            <a:ext cx="2703888" cy="3556623"/>
            <a:chOff x="564687" y="1831414"/>
            <a:chExt cx="2027916" cy="2667467"/>
          </a:xfrm>
        </p:grpSpPr>
        <p:sp>
          <p:nvSpPr>
            <p:cNvPr id="108" name="Google Shape;1572;p34"/>
            <p:cNvSpPr/>
            <p:nvPr/>
          </p:nvSpPr>
          <p:spPr>
            <a:xfrm flipH="1">
              <a:off x="2188370" y="2059030"/>
              <a:ext cx="201761" cy="260694"/>
            </a:xfrm>
            <a:custGeom>
              <a:avLst/>
              <a:gdLst/>
              <a:ahLst/>
              <a:cxnLst/>
              <a:rect l="l" t="t" r="r" b="b"/>
              <a:pathLst>
                <a:path w="9625" h="11564" extrusionOk="0">
                  <a:moveTo>
                    <a:pt x="8248" y="0"/>
                  </a:moveTo>
                  <a:cubicBezTo>
                    <a:pt x="8185" y="0"/>
                    <a:pt x="8123" y="4"/>
                    <a:pt x="8060" y="11"/>
                  </a:cubicBezTo>
                  <a:cubicBezTo>
                    <a:pt x="7483" y="73"/>
                    <a:pt x="6944" y="433"/>
                    <a:pt x="6665" y="942"/>
                  </a:cubicBezTo>
                  <a:cubicBezTo>
                    <a:pt x="6349" y="715"/>
                    <a:pt x="5960" y="598"/>
                    <a:pt x="5572" y="598"/>
                  </a:cubicBezTo>
                  <a:cubicBezTo>
                    <a:pt x="5283" y="598"/>
                    <a:pt x="4994" y="663"/>
                    <a:pt x="4737" y="795"/>
                  </a:cubicBezTo>
                  <a:cubicBezTo>
                    <a:pt x="4132" y="1102"/>
                    <a:pt x="3726" y="1764"/>
                    <a:pt x="3725" y="2442"/>
                  </a:cubicBezTo>
                  <a:cubicBezTo>
                    <a:pt x="3543" y="2390"/>
                    <a:pt x="3355" y="2365"/>
                    <a:pt x="3166" y="2365"/>
                  </a:cubicBezTo>
                  <a:cubicBezTo>
                    <a:pt x="2572" y="2365"/>
                    <a:pt x="1975" y="2614"/>
                    <a:pt x="1575" y="3057"/>
                  </a:cubicBezTo>
                  <a:cubicBezTo>
                    <a:pt x="1048" y="3640"/>
                    <a:pt x="890" y="4528"/>
                    <a:pt x="1181" y="5259"/>
                  </a:cubicBezTo>
                  <a:cubicBezTo>
                    <a:pt x="475" y="5479"/>
                    <a:pt x="0" y="6272"/>
                    <a:pt x="141" y="6998"/>
                  </a:cubicBezTo>
                  <a:cubicBezTo>
                    <a:pt x="274" y="7689"/>
                    <a:pt x="947" y="8230"/>
                    <a:pt x="1648" y="8230"/>
                  </a:cubicBezTo>
                  <a:cubicBezTo>
                    <a:pt x="1683" y="8230"/>
                    <a:pt x="1719" y="8228"/>
                    <a:pt x="1755" y="8225"/>
                  </a:cubicBezTo>
                  <a:cubicBezTo>
                    <a:pt x="2037" y="8757"/>
                    <a:pt x="2330" y="9303"/>
                    <a:pt x="2792" y="9689"/>
                  </a:cubicBezTo>
                  <a:cubicBezTo>
                    <a:pt x="3105" y="9950"/>
                    <a:pt x="3516" y="10122"/>
                    <a:pt x="3916" y="10122"/>
                  </a:cubicBezTo>
                  <a:cubicBezTo>
                    <a:pt x="4107" y="10122"/>
                    <a:pt x="4296" y="10082"/>
                    <a:pt x="4470" y="9995"/>
                  </a:cubicBezTo>
                  <a:cubicBezTo>
                    <a:pt x="4508" y="10526"/>
                    <a:pt x="4815" y="11034"/>
                    <a:pt x="5270" y="11314"/>
                  </a:cubicBezTo>
                  <a:cubicBezTo>
                    <a:pt x="5537" y="11479"/>
                    <a:pt x="5851" y="11564"/>
                    <a:pt x="6166" y="11564"/>
                  </a:cubicBezTo>
                  <a:cubicBezTo>
                    <a:pt x="6385" y="11564"/>
                    <a:pt x="6605" y="11522"/>
                    <a:pt x="6808" y="11438"/>
                  </a:cubicBezTo>
                  <a:lnTo>
                    <a:pt x="9624" y="620"/>
                  </a:lnTo>
                  <a:cubicBezTo>
                    <a:pt x="9282" y="230"/>
                    <a:pt x="8765" y="0"/>
                    <a:pt x="824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4" name="Google Shape;1571;p34"/>
            <p:cNvSpPr/>
            <p:nvPr/>
          </p:nvSpPr>
          <p:spPr>
            <a:xfrm flipH="1">
              <a:off x="2029483" y="2133854"/>
              <a:ext cx="91039" cy="164252"/>
            </a:xfrm>
            <a:custGeom>
              <a:avLst/>
              <a:gdLst/>
              <a:ahLst/>
              <a:cxnLst/>
              <a:rect l="l" t="t" r="r" b="b"/>
              <a:pathLst>
                <a:path w="4322" h="7826" extrusionOk="0">
                  <a:moveTo>
                    <a:pt x="1409" y="0"/>
                  </a:moveTo>
                  <a:lnTo>
                    <a:pt x="1" y="274"/>
                  </a:lnTo>
                  <a:lnTo>
                    <a:pt x="684" y="7793"/>
                  </a:lnTo>
                  <a:cubicBezTo>
                    <a:pt x="781" y="7815"/>
                    <a:pt x="880" y="7826"/>
                    <a:pt x="979" y="7826"/>
                  </a:cubicBezTo>
                  <a:cubicBezTo>
                    <a:pt x="1731" y="7826"/>
                    <a:pt x="2468" y="7210"/>
                    <a:pt x="2538" y="6449"/>
                  </a:cubicBezTo>
                  <a:cubicBezTo>
                    <a:pt x="3006" y="6004"/>
                    <a:pt x="3285" y="5396"/>
                    <a:pt x="3318" y="4751"/>
                  </a:cubicBezTo>
                  <a:cubicBezTo>
                    <a:pt x="3820" y="4739"/>
                    <a:pt x="4274" y="4295"/>
                    <a:pt x="4298" y="3792"/>
                  </a:cubicBezTo>
                  <a:cubicBezTo>
                    <a:pt x="4322" y="3290"/>
                    <a:pt x="3912" y="2804"/>
                    <a:pt x="3412" y="2743"/>
                  </a:cubicBezTo>
                  <a:cubicBezTo>
                    <a:pt x="3597" y="2383"/>
                    <a:pt x="3552" y="1919"/>
                    <a:pt x="3305" y="1600"/>
                  </a:cubicBezTo>
                  <a:cubicBezTo>
                    <a:pt x="3103" y="1341"/>
                    <a:pt x="2774" y="1187"/>
                    <a:pt x="2446" y="1187"/>
                  </a:cubicBezTo>
                  <a:cubicBezTo>
                    <a:pt x="2372" y="1187"/>
                    <a:pt x="2297" y="1195"/>
                    <a:pt x="2224" y="1212"/>
                  </a:cubicBezTo>
                  <a:cubicBezTo>
                    <a:pt x="2315" y="682"/>
                    <a:pt x="1934" y="115"/>
                    <a:pt x="140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grpSp>
          <p:nvGrpSpPr>
            <p:cNvPr id="115" name="Google Shape;1355;p34"/>
            <p:cNvGrpSpPr/>
            <p:nvPr/>
          </p:nvGrpSpPr>
          <p:grpSpPr>
            <a:xfrm>
              <a:off x="564687" y="1831414"/>
              <a:ext cx="2027916" cy="2667467"/>
              <a:chOff x="7671550" y="4198800"/>
              <a:chExt cx="1647100" cy="2111200"/>
            </a:xfrm>
          </p:grpSpPr>
          <p:sp>
            <p:nvSpPr>
              <p:cNvPr id="119" name="Google Shape;1356;p34"/>
              <p:cNvSpPr/>
              <p:nvPr/>
            </p:nvSpPr>
            <p:spPr>
              <a:xfrm>
                <a:off x="7856700" y="5442000"/>
                <a:ext cx="32750" cy="836450"/>
              </a:xfrm>
              <a:custGeom>
                <a:avLst/>
                <a:gdLst/>
                <a:ahLst/>
                <a:cxnLst/>
                <a:rect l="l" t="t" r="r" b="b"/>
                <a:pathLst>
                  <a:path w="1310" h="33458" extrusionOk="0">
                    <a:moveTo>
                      <a:pt x="1" y="0"/>
                    </a:moveTo>
                    <a:lnTo>
                      <a:pt x="1" y="33458"/>
                    </a:lnTo>
                    <a:lnTo>
                      <a:pt x="1310" y="33458"/>
                    </a:lnTo>
                    <a:lnTo>
                      <a:pt x="1310" y="0"/>
                    </a:lnTo>
                    <a:close/>
                  </a:path>
                </a:pathLst>
              </a:custGeom>
              <a:solidFill>
                <a:srgbClr val="8C5C5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20" name="Google Shape;1357;p34"/>
              <p:cNvSpPr/>
              <p:nvPr/>
            </p:nvSpPr>
            <p:spPr>
              <a:xfrm>
                <a:off x="7889425" y="5444375"/>
                <a:ext cx="32775" cy="834075"/>
              </a:xfrm>
              <a:custGeom>
                <a:avLst/>
                <a:gdLst/>
                <a:ahLst/>
                <a:cxnLst/>
                <a:rect l="l" t="t" r="r" b="b"/>
                <a:pathLst>
                  <a:path w="1311" h="33363" extrusionOk="0">
                    <a:moveTo>
                      <a:pt x="1" y="1"/>
                    </a:moveTo>
                    <a:lnTo>
                      <a:pt x="1" y="33363"/>
                    </a:lnTo>
                    <a:lnTo>
                      <a:pt x="1310" y="33363"/>
                    </a:lnTo>
                    <a:lnTo>
                      <a:pt x="1310" y="1"/>
                    </a:lnTo>
                    <a:close/>
                  </a:path>
                </a:pathLst>
              </a:custGeom>
              <a:solidFill>
                <a:srgbClr val="61332A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21" name="Google Shape;1358;p34"/>
              <p:cNvSpPr/>
              <p:nvPr/>
            </p:nvSpPr>
            <p:spPr>
              <a:xfrm>
                <a:off x="8408050" y="5440775"/>
                <a:ext cx="32775" cy="836500"/>
              </a:xfrm>
              <a:custGeom>
                <a:avLst/>
                <a:gdLst/>
                <a:ahLst/>
                <a:cxnLst/>
                <a:rect l="l" t="t" r="r" b="b"/>
                <a:pathLst>
                  <a:path w="1311" h="33460" extrusionOk="0">
                    <a:moveTo>
                      <a:pt x="1" y="0"/>
                    </a:moveTo>
                    <a:lnTo>
                      <a:pt x="1" y="33459"/>
                    </a:lnTo>
                    <a:lnTo>
                      <a:pt x="1310" y="33459"/>
                    </a:lnTo>
                    <a:lnTo>
                      <a:pt x="1310" y="0"/>
                    </a:lnTo>
                    <a:close/>
                  </a:path>
                </a:pathLst>
              </a:custGeom>
              <a:solidFill>
                <a:srgbClr val="8C5C5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22" name="Google Shape;1359;p34"/>
              <p:cNvSpPr/>
              <p:nvPr/>
            </p:nvSpPr>
            <p:spPr>
              <a:xfrm>
                <a:off x="8440800" y="5443200"/>
                <a:ext cx="32750" cy="834075"/>
              </a:xfrm>
              <a:custGeom>
                <a:avLst/>
                <a:gdLst/>
                <a:ahLst/>
                <a:cxnLst/>
                <a:rect l="l" t="t" r="r" b="b"/>
                <a:pathLst>
                  <a:path w="1310" h="33363" extrusionOk="0">
                    <a:moveTo>
                      <a:pt x="0" y="0"/>
                    </a:moveTo>
                    <a:lnTo>
                      <a:pt x="0" y="33362"/>
                    </a:lnTo>
                    <a:lnTo>
                      <a:pt x="1310" y="33362"/>
                    </a:lnTo>
                    <a:lnTo>
                      <a:pt x="1310" y="0"/>
                    </a:lnTo>
                    <a:close/>
                  </a:path>
                </a:pathLst>
              </a:custGeom>
              <a:solidFill>
                <a:srgbClr val="61332A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23" name="Google Shape;1360;p34"/>
              <p:cNvSpPr/>
              <p:nvPr/>
            </p:nvSpPr>
            <p:spPr>
              <a:xfrm>
                <a:off x="7691500" y="4231650"/>
                <a:ext cx="861199" cy="1214775"/>
              </a:xfrm>
              <a:custGeom>
                <a:avLst/>
                <a:gdLst/>
                <a:ahLst/>
                <a:cxnLst/>
                <a:rect l="l" t="t" r="r" b="b"/>
                <a:pathLst>
                  <a:path w="34448" h="48591" extrusionOk="0">
                    <a:moveTo>
                      <a:pt x="1" y="1"/>
                    </a:moveTo>
                    <a:lnTo>
                      <a:pt x="1" y="48591"/>
                    </a:lnTo>
                    <a:lnTo>
                      <a:pt x="34448" y="48591"/>
                    </a:lnTo>
                    <a:lnTo>
                      <a:pt x="34448" y="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24" name="Google Shape;1361;p34"/>
              <p:cNvSpPr/>
              <p:nvPr/>
            </p:nvSpPr>
            <p:spPr>
              <a:xfrm>
                <a:off x="7728126" y="4238150"/>
                <a:ext cx="861201" cy="1214775"/>
              </a:xfrm>
              <a:custGeom>
                <a:avLst/>
                <a:gdLst/>
                <a:ahLst/>
                <a:cxnLst/>
                <a:rect l="l" t="t" r="r" b="b"/>
                <a:pathLst>
                  <a:path w="34448" h="48591" extrusionOk="0">
                    <a:moveTo>
                      <a:pt x="1" y="1"/>
                    </a:moveTo>
                    <a:lnTo>
                      <a:pt x="1" y="48591"/>
                    </a:lnTo>
                    <a:lnTo>
                      <a:pt x="34448" y="48591"/>
                    </a:lnTo>
                    <a:lnTo>
                      <a:pt x="34448" y="1"/>
                    </a:lnTo>
                    <a:close/>
                  </a:path>
                </a:pathLst>
              </a:custGeom>
              <a:solidFill>
                <a:schemeClr val="bg1">
                  <a:lumMod val="9000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25" name="Google Shape;1362;p34"/>
              <p:cNvSpPr/>
              <p:nvPr/>
            </p:nvSpPr>
            <p:spPr>
              <a:xfrm>
                <a:off x="7765851" y="4231650"/>
                <a:ext cx="861225" cy="1234600"/>
              </a:xfrm>
              <a:custGeom>
                <a:avLst/>
                <a:gdLst/>
                <a:ahLst/>
                <a:cxnLst/>
                <a:rect l="l" t="t" r="r" b="b"/>
                <a:pathLst>
                  <a:path w="34449" h="49384" extrusionOk="0">
                    <a:moveTo>
                      <a:pt x="1" y="1"/>
                    </a:moveTo>
                    <a:lnTo>
                      <a:pt x="1" y="49384"/>
                    </a:lnTo>
                    <a:lnTo>
                      <a:pt x="34449" y="49384"/>
                    </a:lnTo>
                    <a:lnTo>
                      <a:pt x="34449" y="1"/>
                    </a:lnTo>
                    <a:close/>
                  </a:path>
                </a:pathLst>
              </a:custGeom>
              <a:solidFill>
                <a:srgbClr val="E2E2E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26" name="Google Shape;1363;p34"/>
              <p:cNvSpPr/>
              <p:nvPr/>
            </p:nvSpPr>
            <p:spPr>
              <a:xfrm>
                <a:off x="7671550" y="4198800"/>
                <a:ext cx="980700" cy="39375"/>
              </a:xfrm>
              <a:custGeom>
                <a:avLst/>
                <a:gdLst/>
                <a:ahLst/>
                <a:cxnLst/>
                <a:rect l="l" t="t" r="r" b="b"/>
                <a:pathLst>
                  <a:path w="39228" h="1575" extrusionOk="0">
                    <a:moveTo>
                      <a:pt x="0" y="0"/>
                    </a:moveTo>
                    <a:lnTo>
                      <a:pt x="0" y="1575"/>
                    </a:lnTo>
                    <a:lnTo>
                      <a:pt x="39227" y="1575"/>
                    </a:lnTo>
                    <a:lnTo>
                      <a:pt x="39227" y="0"/>
                    </a:lnTo>
                    <a:close/>
                  </a:path>
                </a:pathLst>
              </a:custGeom>
              <a:solidFill>
                <a:srgbClr val="61332A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27" name="Google Shape;1369;p34"/>
              <p:cNvSpPr/>
              <p:nvPr/>
            </p:nvSpPr>
            <p:spPr>
              <a:xfrm>
                <a:off x="7879425" y="4551025"/>
                <a:ext cx="614750" cy="132050"/>
              </a:xfrm>
              <a:custGeom>
                <a:avLst/>
                <a:gdLst/>
                <a:ahLst/>
                <a:cxnLst/>
                <a:rect l="l" t="t" r="r" b="b"/>
                <a:pathLst>
                  <a:path w="24590" h="5282" extrusionOk="0">
                    <a:moveTo>
                      <a:pt x="17126" y="0"/>
                    </a:moveTo>
                    <a:cubicBezTo>
                      <a:pt x="15515" y="0"/>
                      <a:pt x="13732" y="389"/>
                      <a:pt x="12099" y="1281"/>
                    </a:cubicBezTo>
                    <a:cubicBezTo>
                      <a:pt x="11270" y="1727"/>
                      <a:pt x="10544" y="2293"/>
                      <a:pt x="9851" y="2835"/>
                    </a:cubicBezTo>
                    <a:cubicBezTo>
                      <a:pt x="9159" y="3378"/>
                      <a:pt x="8487" y="3899"/>
                      <a:pt x="7793" y="4305"/>
                    </a:cubicBezTo>
                    <a:cubicBezTo>
                      <a:pt x="7099" y="4708"/>
                      <a:pt x="6378" y="4991"/>
                      <a:pt x="5676" y="5114"/>
                    </a:cubicBezTo>
                    <a:cubicBezTo>
                      <a:pt x="5422" y="5160"/>
                      <a:pt x="5170" y="5182"/>
                      <a:pt x="4926" y="5182"/>
                    </a:cubicBezTo>
                    <a:cubicBezTo>
                      <a:pt x="4496" y="5182"/>
                      <a:pt x="4088" y="5114"/>
                      <a:pt x="3725" y="4987"/>
                    </a:cubicBezTo>
                    <a:cubicBezTo>
                      <a:pt x="3153" y="4784"/>
                      <a:pt x="2679" y="4492"/>
                      <a:pt x="2237" y="4285"/>
                    </a:cubicBezTo>
                    <a:cubicBezTo>
                      <a:pt x="1797" y="4072"/>
                      <a:pt x="1386" y="3949"/>
                      <a:pt x="1043" y="3911"/>
                    </a:cubicBezTo>
                    <a:cubicBezTo>
                      <a:pt x="948" y="3900"/>
                      <a:pt x="858" y="3895"/>
                      <a:pt x="775" y="3895"/>
                    </a:cubicBezTo>
                    <a:cubicBezTo>
                      <a:pt x="557" y="3895"/>
                      <a:pt x="381" y="3928"/>
                      <a:pt x="254" y="3966"/>
                    </a:cubicBezTo>
                    <a:cubicBezTo>
                      <a:pt x="81" y="4021"/>
                      <a:pt x="0" y="4073"/>
                      <a:pt x="0" y="4073"/>
                    </a:cubicBezTo>
                    <a:cubicBezTo>
                      <a:pt x="0" y="4073"/>
                      <a:pt x="1" y="4074"/>
                      <a:pt x="2" y="4074"/>
                    </a:cubicBezTo>
                    <a:cubicBezTo>
                      <a:pt x="15" y="4074"/>
                      <a:pt x="100" y="4031"/>
                      <a:pt x="261" y="3991"/>
                    </a:cubicBezTo>
                    <a:cubicBezTo>
                      <a:pt x="376" y="3962"/>
                      <a:pt x="530" y="3937"/>
                      <a:pt x="719" y="3937"/>
                    </a:cubicBezTo>
                    <a:cubicBezTo>
                      <a:pt x="816" y="3937"/>
                      <a:pt x="922" y="3944"/>
                      <a:pt x="1036" y="3960"/>
                    </a:cubicBezTo>
                    <a:cubicBezTo>
                      <a:pt x="1373" y="4004"/>
                      <a:pt x="1772" y="4131"/>
                      <a:pt x="2206" y="4348"/>
                    </a:cubicBezTo>
                    <a:cubicBezTo>
                      <a:pt x="2641" y="4557"/>
                      <a:pt x="3112" y="4857"/>
                      <a:pt x="3695" y="5070"/>
                    </a:cubicBezTo>
                    <a:cubicBezTo>
                      <a:pt x="4075" y="5207"/>
                      <a:pt x="4503" y="5281"/>
                      <a:pt x="4955" y="5281"/>
                    </a:cubicBezTo>
                    <a:cubicBezTo>
                      <a:pt x="5196" y="5281"/>
                      <a:pt x="5444" y="5260"/>
                      <a:pt x="5694" y="5216"/>
                    </a:cubicBezTo>
                    <a:cubicBezTo>
                      <a:pt x="6411" y="5095"/>
                      <a:pt x="7145" y="4810"/>
                      <a:pt x="7850" y="4404"/>
                    </a:cubicBezTo>
                    <a:cubicBezTo>
                      <a:pt x="8557" y="3995"/>
                      <a:pt x="9232" y="3471"/>
                      <a:pt x="9927" y="2931"/>
                    </a:cubicBezTo>
                    <a:cubicBezTo>
                      <a:pt x="10621" y="2392"/>
                      <a:pt x="11341" y="1831"/>
                      <a:pt x="12159" y="1391"/>
                    </a:cubicBezTo>
                    <a:cubicBezTo>
                      <a:pt x="13787" y="502"/>
                      <a:pt x="15563" y="116"/>
                      <a:pt x="17165" y="116"/>
                    </a:cubicBezTo>
                    <a:cubicBezTo>
                      <a:pt x="17170" y="116"/>
                      <a:pt x="17174" y="116"/>
                      <a:pt x="17179" y="116"/>
                    </a:cubicBezTo>
                    <a:cubicBezTo>
                      <a:pt x="17190" y="116"/>
                      <a:pt x="17201" y="116"/>
                      <a:pt x="17212" y="116"/>
                    </a:cubicBezTo>
                    <a:cubicBezTo>
                      <a:pt x="18812" y="116"/>
                      <a:pt x="20228" y="513"/>
                      <a:pt x="21334" y="996"/>
                    </a:cubicBezTo>
                    <a:cubicBezTo>
                      <a:pt x="22216" y="1383"/>
                      <a:pt x="23043" y="1889"/>
                      <a:pt x="23790" y="2498"/>
                    </a:cubicBezTo>
                    <a:cubicBezTo>
                      <a:pt x="24056" y="2714"/>
                      <a:pt x="24253" y="2891"/>
                      <a:pt x="24383" y="3015"/>
                    </a:cubicBezTo>
                    <a:lnTo>
                      <a:pt x="24534" y="3153"/>
                    </a:lnTo>
                    <a:cubicBezTo>
                      <a:pt x="24566" y="3183"/>
                      <a:pt x="24584" y="3198"/>
                      <a:pt x="24588" y="3198"/>
                    </a:cubicBezTo>
                    <a:cubicBezTo>
                      <a:pt x="24588" y="3198"/>
                      <a:pt x="24588" y="3198"/>
                      <a:pt x="24589" y="3198"/>
                    </a:cubicBezTo>
                    <a:cubicBezTo>
                      <a:pt x="24590" y="3197"/>
                      <a:pt x="24574" y="3179"/>
                      <a:pt x="24543" y="3146"/>
                    </a:cubicBezTo>
                    <a:cubicBezTo>
                      <a:pt x="24506" y="3107"/>
                      <a:pt x="24460" y="3058"/>
                      <a:pt x="24401" y="2998"/>
                    </a:cubicBezTo>
                    <a:cubicBezTo>
                      <a:pt x="24277" y="2867"/>
                      <a:pt x="24083" y="2684"/>
                      <a:pt x="23822" y="2462"/>
                    </a:cubicBezTo>
                    <a:cubicBezTo>
                      <a:pt x="23082" y="1833"/>
                      <a:pt x="22256" y="1312"/>
                      <a:pt x="21370" y="915"/>
                    </a:cubicBezTo>
                    <a:cubicBezTo>
                      <a:pt x="20253" y="415"/>
                      <a:pt x="18812" y="3"/>
                      <a:pt x="17180" y="1"/>
                    </a:cubicBezTo>
                    <a:cubicBezTo>
                      <a:pt x="17162" y="0"/>
                      <a:pt x="17144" y="0"/>
                      <a:pt x="17126" y="0"/>
                    </a:cubicBezTo>
                    <a:close/>
                  </a:path>
                </a:pathLst>
              </a:custGeom>
              <a:solidFill>
                <a:srgbClr val="1B1F2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28" name="Google Shape;1370;p34"/>
              <p:cNvSpPr/>
              <p:nvPr/>
            </p:nvSpPr>
            <p:spPr>
              <a:xfrm>
                <a:off x="7880125" y="4460875"/>
                <a:ext cx="248225" cy="3200"/>
              </a:xfrm>
              <a:custGeom>
                <a:avLst/>
                <a:gdLst/>
                <a:ahLst/>
                <a:cxnLst/>
                <a:rect l="l" t="t" r="r" b="b"/>
                <a:pathLst>
                  <a:path w="9929" h="128" extrusionOk="0">
                    <a:moveTo>
                      <a:pt x="4965" y="1"/>
                    </a:moveTo>
                    <a:cubicBezTo>
                      <a:pt x="2223" y="1"/>
                      <a:pt x="1" y="28"/>
                      <a:pt x="1" y="64"/>
                    </a:cubicBezTo>
                    <a:cubicBezTo>
                      <a:pt x="1" y="99"/>
                      <a:pt x="2223" y="127"/>
                      <a:pt x="4965" y="127"/>
                    </a:cubicBezTo>
                    <a:cubicBezTo>
                      <a:pt x="7706" y="127"/>
                      <a:pt x="9928" y="98"/>
                      <a:pt x="9928" y="64"/>
                    </a:cubicBezTo>
                    <a:cubicBezTo>
                      <a:pt x="9928" y="28"/>
                      <a:pt x="7706" y="1"/>
                      <a:pt x="4965" y="1"/>
                    </a:cubicBezTo>
                    <a:close/>
                  </a:path>
                </a:pathLst>
              </a:custGeom>
              <a:solidFill>
                <a:srgbClr val="1B1F2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29" name="Google Shape;1371;p34"/>
              <p:cNvSpPr/>
              <p:nvPr/>
            </p:nvSpPr>
            <p:spPr>
              <a:xfrm>
                <a:off x="7880125" y="5135250"/>
                <a:ext cx="593450" cy="3200"/>
              </a:xfrm>
              <a:custGeom>
                <a:avLst/>
                <a:gdLst/>
                <a:ahLst/>
                <a:cxnLst/>
                <a:rect l="l" t="t" r="r" b="b"/>
                <a:pathLst>
                  <a:path w="23738" h="128" extrusionOk="0">
                    <a:moveTo>
                      <a:pt x="11870" y="1"/>
                    </a:moveTo>
                    <a:cubicBezTo>
                      <a:pt x="5314" y="1"/>
                      <a:pt x="1" y="30"/>
                      <a:pt x="1" y="64"/>
                    </a:cubicBezTo>
                    <a:cubicBezTo>
                      <a:pt x="1" y="100"/>
                      <a:pt x="5314" y="128"/>
                      <a:pt x="11870" y="128"/>
                    </a:cubicBezTo>
                    <a:cubicBezTo>
                      <a:pt x="18424" y="128"/>
                      <a:pt x="23738" y="100"/>
                      <a:pt x="23738" y="64"/>
                    </a:cubicBezTo>
                    <a:cubicBezTo>
                      <a:pt x="23738" y="30"/>
                      <a:pt x="18423" y="1"/>
                      <a:pt x="11870" y="1"/>
                    </a:cubicBezTo>
                    <a:close/>
                  </a:path>
                </a:pathLst>
              </a:custGeom>
              <a:solidFill>
                <a:srgbClr val="1B1F2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0" name="Google Shape;1372;p34"/>
              <p:cNvSpPr/>
              <p:nvPr/>
            </p:nvSpPr>
            <p:spPr>
              <a:xfrm>
                <a:off x="7880125" y="5180150"/>
                <a:ext cx="593450" cy="3200"/>
              </a:xfrm>
              <a:custGeom>
                <a:avLst/>
                <a:gdLst/>
                <a:ahLst/>
                <a:cxnLst/>
                <a:rect l="l" t="t" r="r" b="b"/>
                <a:pathLst>
                  <a:path w="23738" h="128" extrusionOk="0">
                    <a:moveTo>
                      <a:pt x="11870" y="1"/>
                    </a:moveTo>
                    <a:cubicBezTo>
                      <a:pt x="5314" y="1"/>
                      <a:pt x="1" y="28"/>
                      <a:pt x="1" y="64"/>
                    </a:cubicBezTo>
                    <a:cubicBezTo>
                      <a:pt x="1" y="100"/>
                      <a:pt x="5314" y="127"/>
                      <a:pt x="11870" y="127"/>
                    </a:cubicBezTo>
                    <a:cubicBezTo>
                      <a:pt x="18424" y="127"/>
                      <a:pt x="23738" y="100"/>
                      <a:pt x="23738" y="64"/>
                    </a:cubicBezTo>
                    <a:cubicBezTo>
                      <a:pt x="23738" y="30"/>
                      <a:pt x="18423" y="1"/>
                      <a:pt x="11870" y="1"/>
                    </a:cubicBezTo>
                    <a:close/>
                  </a:path>
                </a:pathLst>
              </a:custGeom>
              <a:solidFill>
                <a:srgbClr val="1B1F2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1" name="Google Shape;1373;p34"/>
              <p:cNvSpPr/>
              <p:nvPr/>
            </p:nvSpPr>
            <p:spPr>
              <a:xfrm>
                <a:off x="7880125" y="5229150"/>
                <a:ext cx="252200" cy="3200"/>
              </a:xfrm>
              <a:custGeom>
                <a:avLst/>
                <a:gdLst/>
                <a:ahLst/>
                <a:cxnLst/>
                <a:rect l="l" t="t" r="r" b="b"/>
                <a:pathLst>
                  <a:path w="10088" h="128" extrusionOk="0">
                    <a:moveTo>
                      <a:pt x="5045" y="1"/>
                    </a:moveTo>
                    <a:cubicBezTo>
                      <a:pt x="2259" y="1"/>
                      <a:pt x="1" y="29"/>
                      <a:pt x="1" y="64"/>
                    </a:cubicBezTo>
                    <a:cubicBezTo>
                      <a:pt x="1" y="100"/>
                      <a:pt x="2260" y="127"/>
                      <a:pt x="5045" y="127"/>
                    </a:cubicBezTo>
                    <a:cubicBezTo>
                      <a:pt x="7830" y="127"/>
                      <a:pt x="10088" y="100"/>
                      <a:pt x="10088" y="64"/>
                    </a:cubicBezTo>
                    <a:cubicBezTo>
                      <a:pt x="10088" y="30"/>
                      <a:pt x="7831" y="1"/>
                      <a:pt x="5045" y="1"/>
                    </a:cubicBezTo>
                    <a:close/>
                  </a:path>
                </a:pathLst>
              </a:custGeom>
              <a:solidFill>
                <a:srgbClr val="1B1F2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2" name="Google Shape;1374;p34"/>
              <p:cNvSpPr/>
              <p:nvPr/>
            </p:nvSpPr>
            <p:spPr>
              <a:xfrm>
                <a:off x="7880125" y="4425675"/>
                <a:ext cx="149100" cy="3200"/>
              </a:xfrm>
              <a:custGeom>
                <a:avLst/>
                <a:gdLst/>
                <a:ahLst/>
                <a:cxnLst/>
                <a:rect l="l" t="t" r="r" b="b"/>
                <a:pathLst>
                  <a:path w="5964" h="128" extrusionOk="0">
                    <a:moveTo>
                      <a:pt x="2983" y="0"/>
                    </a:moveTo>
                    <a:cubicBezTo>
                      <a:pt x="1336" y="0"/>
                      <a:pt x="1" y="28"/>
                      <a:pt x="1" y="64"/>
                    </a:cubicBezTo>
                    <a:cubicBezTo>
                      <a:pt x="1" y="99"/>
                      <a:pt x="1336" y="127"/>
                      <a:pt x="2983" y="127"/>
                    </a:cubicBezTo>
                    <a:cubicBezTo>
                      <a:pt x="4629" y="127"/>
                      <a:pt x="5963" y="99"/>
                      <a:pt x="5963" y="64"/>
                    </a:cubicBezTo>
                    <a:cubicBezTo>
                      <a:pt x="5963" y="29"/>
                      <a:pt x="4630" y="0"/>
                      <a:pt x="2983" y="0"/>
                    </a:cubicBezTo>
                    <a:close/>
                  </a:path>
                </a:pathLst>
              </a:custGeom>
              <a:solidFill>
                <a:srgbClr val="1B1F2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3" name="Google Shape;1380;p34"/>
              <p:cNvSpPr/>
              <p:nvPr/>
            </p:nvSpPr>
            <p:spPr>
              <a:xfrm>
                <a:off x="8859475" y="6230775"/>
                <a:ext cx="202975" cy="79225"/>
              </a:xfrm>
              <a:custGeom>
                <a:avLst/>
                <a:gdLst/>
                <a:ahLst/>
                <a:cxnLst/>
                <a:rect l="l" t="t" r="r" b="b"/>
                <a:pathLst>
                  <a:path w="8119" h="3169" extrusionOk="0">
                    <a:moveTo>
                      <a:pt x="2878" y="0"/>
                    </a:moveTo>
                    <a:lnTo>
                      <a:pt x="3030" y="1584"/>
                    </a:lnTo>
                    <a:cubicBezTo>
                      <a:pt x="2981" y="1583"/>
                      <a:pt x="2933" y="1583"/>
                      <a:pt x="2885" y="1583"/>
                    </a:cubicBezTo>
                    <a:cubicBezTo>
                      <a:pt x="1014" y="1583"/>
                      <a:pt x="130" y="2156"/>
                      <a:pt x="0" y="3168"/>
                    </a:cubicBezTo>
                    <a:lnTo>
                      <a:pt x="8118" y="3168"/>
                    </a:lnTo>
                    <a:lnTo>
                      <a:pt x="7800" y="0"/>
                    </a:lnTo>
                    <a:close/>
                  </a:path>
                </a:pathLst>
              </a:custGeom>
              <a:solidFill>
                <a:srgbClr val="B7712A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4" name="Google Shape;1381;p34"/>
              <p:cNvSpPr/>
              <p:nvPr/>
            </p:nvSpPr>
            <p:spPr>
              <a:xfrm>
                <a:off x="8914375" y="6271625"/>
                <a:ext cx="13400" cy="19575"/>
              </a:xfrm>
              <a:custGeom>
                <a:avLst/>
                <a:gdLst/>
                <a:ahLst/>
                <a:cxnLst/>
                <a:rect l="l" t="t" r="r" b="b"/>
                <a:pathLst>
                  <a:path w="536" h="783" extrusionOk="0">
                    <a:moveTo>
                      <a:pt x="37" y="0"/>
                    </a:moveTo>
                    <a:cubicBezTo>
                      <a:pt x="32" y="0"/>
                      <a:pt x="29" y="1"/>
                      <a:pt x="26" y="4"/>
                    </a:cubicBezTo>
                    <a:cubicBezTo>
                      <a:pt x="1" y="34"/>
                      <a:pt x="139" y="184"/>
                      <a:pt x="264" y="393"/>
                    </a:cubicBezTo>
                    <a:cubicBezTo>
                      <a:pt x="390" y="596"/>
                      <a:pt x="460" y="783"/>
                      <a:pt x="497" y="783"/>
                    </a:cubicBezTo>
                    <a:cubicBezTo>
                      <a:pt x="498" y="783"/>
                      <a:pt x="499" y="783"/>
                      <a:pt x="500" y="783"/>
                    </a:cubicBezTo>
                    <a:cubicBezTo>
                      <a:pt x="535" y="777"/>
                      <a:pt x="518" y="555"/>
                      <a:pt x="379" y="324"/>
                    </a:cubicBezTo>
                    <a:cubicBezTo>
                      <a:pt x="252" y="115"/>
                      <a:pt x="84" y="0"/>
                      <a:pt x="37" y="0"/>
                    </a:cubicBezTo>
                    <a:close/>
                  </a:path>
                </a:pathLst>
              </a:custGeom>
              <a:solidFill>
                <a:srgbClr val="EBEC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5" name="Google Shape;1382;p34"/>
              <p:cNvSpPr/>
              <p:nvPr/>
            </p:nvSpPr>
            <p:spPr>
              <a:xfrm>
                <a:off x="8934200" y="6268975"/>
                <a:ext cx="14850" cy="18400"/>
              </a:xfrm>
              <a:custGeom>
                <a:avLst/>
                <a:gdLst/>
                <a:ahLst/>
                <a:cxnLst/>
                <a:rect l="l" t="t" r="r" b="b"/>
                <a:pathLst>
                  <a:path w="594" h="736" extrusionOk="0">
                    <a:moveTo>
                      <a:pt x="38" y="0"/>
                    </a:moveTo>
                    <a:cubicBezTo>
                      <a:pt x="29" y="0"/>
                      <a:pt x="24" y="3"/>
                      <a:pt x="22" y="7"/>
                    </a:cubicBezTo>
                    <a:cubicBezTo>
                      <a:pt x="1" y="39"/>
                      <a:pt x="159" y="167"/>
                      <a:pt x="301" y="363"/>
                    </a:cubicBezTo>
                    <a:cubicBezTo>
                      <a:pt x="442" y="553"/>
                      <a:pt x="518" y="736"/>
                      <a:pt x="557" y="736"/>
                    </a:cubicBezTo>
                    <a:cubicBezTo>
                      <a:pt x="558" y="736"/>
                      <a:pt x="559" y="736"/>
                      <a:pt x="559" y="735"/>
                    </a:cubicBezTo>
                    <a:cubicBezTo>
                      <a:pt x="594" y="729"/>
                      <a:pt x="569" y="504"/>
                      <a:pt x="408" y="284"/>
                    </a:cubicBezTo>
                    <a:cubicBezTo>
                      <a:pt x="269" y="93"/>
                      <a:pt x="92" y="0"/>
                      <a:pt x="38" y="0"/>
                    </a:cubicBezTo>
                    <a:close/>
                  </a:path>
                </a:pathLst>
              </a:custGeom>
              <a:solidFill>
                <a:srgbClr val="EBEC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6" name="Google Shape;1383;p34"/>
              <p:cNvSpPr/>
              <p:nvPr/>
            </p:nvSpPr>
            <p:spPr>
              <a:xfrm>
                <a:off x="8935825" y="6258325"/>
                <a:ext cx="27925" cy="7225"/>
              </a:xfrm>
              <a:custGeom>
                <a:avLst/>
                <a:gdLst/>
                <a:ahLst/>
                <a:cxnLst/>
                <a:rect l="l" t="t" r="r" b="b"/>
                <a:pathLst>
                  <a:path w="1117" h="289" extrusionOk="0">
                    <a:moveTo>
                      <a:pt x="423" y="1"/>
                    </a:moveTo>
                    <a:cubicBezTo>
                      <a:pt x="173" y="1"/>
                      <a:pt x="1" y="93"/>
                      <a:pt x="15" y="120"/>
                    </a:cubicBezTo>
                    <a:cubicBezTo>
                      <a:pt x="18" y="130"/>
                      <a:pt x="38" y="133"/>
                      <a:pt x="72" y="133"/>
                    </a:cubicBezTo>
                    <a:cubicBezTo>
                      <a:pt x="122" y="133"/>
                      <a:pt x="203" y="126"/>
                      <a:pt x="301" y="126"/>
                    </a:cubicBezTo>
                    <a:cubicBezTo>
                      <a:pt x="379" y="126"/>
                      <a:pt x="468" y="130"/>
                      <a:pt x="562" y="145"/>
                    </a:cubicBezTo>
                    <a:cubicBezTo>
                      <a:pt x="823" y="183"/>
                      <a:pt x="1022" y="288"/>
                      <a:pt x="1078" y="288"/>
                    </a:cubicBezTo>
                    <a:cubicBezTo>
                      <a:pt x="1085" y="288"/>
                      <a:pt x="1090" y="286"/>
                      <a:pt x="1092" y="283"/>
                    </a:cubicBezTo>
                    <a:cubicBezTo>
                      <a:pt x="1116" y="257"/>
                      <a:pt x="913" y="62"/>
                      <a:pt x="582" y="13"/>
                    </a:cubicBezTo>
                    <a:cubicBezTo>
                      <a:pt x="527" y="4"/>
                      <a:pt x="473" y="1"/>
                      <a:pt x="423" y="1"/>
                    </a:cubicBezTo>
                    <a:close/>
                  </a:path>
                </a:pathLst>
              </a:custGeom>
              <a:solidFill>
                <a:srgbClr val="EBEC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7" name="Google Shape;1384;p34"/>
              <p:cNvSpPr/>
              <p:nvPr/>
            </p:nvSpPr>
            <p:spPr>
              <a:xfrm>
                <a:off x="8863450" y="6298625"/>
                <a:ext cx="19545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7818" h="135" extrusionOk="0">
                    <a:moveTo>
                      <a:pt x="3909" y="0"/>
                    </a:moveTo>
                    <a:cubicBezTo>
                      <a:pt x="1750" y="0"/>
                      <a:pt x="0" y="30"/>
                      <a:pt x="0" y="67"/>
                    </a:cubicBezTo>
                    <a:cubicBezTo>
                      <a:pt x="0" y="105"/>
                      <a:pt x="1750" y="135"/>
                      <a:pt x="3909" y="135"/>
                    </a:cubicBezTo>
                    <a:cubicBezTo>
                      <a:pt x="6068" y="135"/>
                      <a:pt x="7817" y="105"/>
                      <a:pt x="7817" y="67"/>
                    </a:cubicBezTo>
                    <a:cubicBezTo>
                      <a:pt x="7817" y="30"/>
                      <a:pt x="6068" y="0"/>
                      <a:pt x="3909" y="0"/>
                    </a:cubicBezTo>
                    <a:close/>
                  </a:path>
                </a:pathLst>
              </a:custGeom>
              <a:solidFill>
                <a:srgbClr val="1B1F2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8" name="Google Shape;1385;p34"/>
              <p:cNvSpPr/>
              <p:nvPr/>
            </p:nvSpPr>
            <p:spPr>
              <a:xfrm>
                <a:off x="8992800" y="6258775"/>
                <a:ext cx="67000" cy="42050"/>
              </a:xfrm>
              <a:custGeom>
                <a:avLst/>
                <a:gdLst/>
                <a:ahLst/>
                <a:cxnLst/>
                <a:rect l="l" t="t" r="r" b="b"/>
                <a:pathLst>
                  <a:path w="2680" h="1682" extrusionOk="0">
                    <a:moveTo>
                      <a:pt x="2389" y="1"/>
                    </a:moveTo>
                    <a:cubicBezTo>
                      <a:pt x="2329" y="1"/>
                      <a:pt x="2261" y="3"/>
                      <a:pt x="2186" y="10"/>
                    </a:cubicBezTo>
                    <a:cubicBezTo>
                      <a:pt x="1881" y="35"/>
                      <a:pt x="1461" y="146"/>
                      <a:pt x="1060" y="394"/>
                    </a:cubicBezTo>
                    <a:cubicBezTo>
                      <a:pt x="659" y="643"/>
                      <a:pt x="372" y="968"/>
                      <a:pt x="211" y="1229"/>
                    </a:cubicBezTo>
                    <a:cubicBezTo>
                      <a:pt x="49" y="1491"/>
                      <a:pt x="0" y="1675"/>
                      <a:pt x="13" y="1681"/>
                    </a:cubicBezTo>
                    <a:cubicBezTo>
                      <a:pt x="14" y="1681"/>
                      <a:pt x="15" y="1681"/>
                      <a:pt x="15" y="1681"/>
                    </a:cubicBezTo>
                    <a:cubicBezTo>
                      <a:pt x="39" y="1681"/>
                      <a:pt x="118" y="1515"/>
                      <a:pt x="289" y="1282"/>
                    </a:cubicBezTo>
                    <a:cubicBezTo>
                      <a:pt x="750" y="658"/>
                      <a:pt x="1434" y="235"/>
                      <a:pt x="2199" y="103"/>
                    </a:cubicBezTo>
                    <a:cubicBezTo>
                      <a:pt x="2490" y="53"/>
                      <a:pt x="2678" y="57"/>
                      <a:pt x="2678" y="35"/>
                    </a:cubicBezTo>
                    <a:cubicBezTo>
                      <a:pt x="2679" y="24"/>
                      <a:pt x="2573" y="1"/>
                      <a:pt x="2389" y="1"/>
                    </a:cubicBezTo>
                    <a:close/>
                  </a:path>
                </a:pathLst>
              </a:custGeom>
              <a:solidFill>
                <a:srgbClr val="1B1F2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9" name="Google Shape;1386;p34"/>
              <p:cNvSpPr/>
              <p:nvPr/>
            </p:nvSpPr>
            <p:spPr>
              <a:xfrm>
                <a:off x="9035975" y="6232025"/>
                <a:ext cx="8025" cy="29025"/>
              </a:xfrm>
              <a:custGeom>
                <a:avLst/>
                <a:gdLst/>
                <a:ahLst/>
                <a:cxnLst/>
                <a:rect l="l" t="t" r="r" b="b"/>
                <a:pathLst>
                  <a:path w="321" h="1161" extrusionOk="0">
                    <a:moveTo>
                      <a:pt x="42" y="0"/>
                    </a:moveTo>
                    <a:cubicBezTo>
                      <a:pt x="42" y="0"/>
                      <a:pt x="41" y="0"/>
                      <a:pt x="41" y="0"/>
                    </a:cubicBezTo>
                    <a:cubicBezTo>
                      <a:pt x="6" y="3"/>
                      <a:pt x="0" y="274"/>
                      <a:pt x="68" y="600"/>
                    </a:cubicBezTo>
                    <a:cubicBezTo>
                      <a:pt x="134" y="919"/>
                      <a:pt x="246" y="1161"/>
                      <a:pt x="283" y="1161"/>
                    </a:cubicBezTo>
                    <a:cubicBezTo>
                      <a:pt x="284" y="1161"/>
                      <a:pt x="285" y="1161"/>
                      <a:pt x="285" y="1161"/>
                    </a:cubicBezTo>
                    <a:cubicBezTo>
                      <a:pt x="321" y="1148"/>
                      <a:pt x="267" y="890"/>
                      <a:pt x="199" y="573"/>
                    </a:cubicBezTo>
                    <a:cubicBezTo>
                      <a:pt x="133" y="257"/>
                      <a:pt x="78" y="0"/>
                      <a:pt x="42" y="0"/>
                    </a:cubicBezTo>
                    <a:close/>
                  </a:path>
                </a:pathLst>
              </a:custGeom>
              <a:solidFill>
                <a:srgbClr val="1B1F2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0" name="Google Shape;1387;p34"/>
              <p:cNvSpPr/>
              <p:nvPr/>
            </p:nvSpPr>
            <p:spPr>
              <a:xfrm>
                <a:off x="8890075" y="6276050"/>
                <a:ext cx="19175" cy="24200"/>
              </a:xfrm>
              <a:custGeom>
                <a:avLst/>
                <a:gdLst/>
                <a:ahLst/>
                <a:cxnLst/>
                <a:rect l="l" t="t" r="r" b="b"/>
                <a:pathLst>
                  <a:path w="767" h="968" extrusionOk="0">
                    <a:moveTo>
                      <a:pt x="60" y="0"/>
                    </a:moveTo>
                    <a:cubicBezTo>
                      <a:pt x="29" y="0"/>
                      <a:pt x="11" y="6"/>
                      <a:pt x="10" y="14"/>
                    </a:cubicBezTo>
                    <a:cubicBezTo>
                      <a:pt x="0" y="50"/>
                      <a:pt x="294" y="120"/>
                      <a:pt x="495" y="394"/>
                    </a:cubicBezTo>
                    <a:cubicBezTo>
                      <a:pt x="700" y="666"/>
                      <a:pt x="682" y="968"/>
                      <a:pt x="720" y="968"/>
                    </a:cubicBezTo>
                    <a:cubicBezTo>
                      <a:pt x="720" y="968"/>
                      <a:pt x="720" y="968"/>
                      <a:pt x="721" y="968"/>
                    </a:cubicBezTo>
                    <a:cubicBezTo>
                      <a:pt x="738" y="968"/>
                      <a:pt x="766" y="895"/>
                      <a:pt x="764" y="771"/>
                    </a:cubicBezTo>
                    <a:cubicBezTo>
                      <a:pt x="751" y="432"/>
                      <a:pt x="531" y="137"/>
                      <a:pt x="210" y="28"/>
                    </a:cubicBezTo>
                    <a:cubicBezTo>
                      <a:pt x="147" y="8"/>
                      <a:pt x="95" y="0"/>
                      <a:pt x="60" y="0"/>
                    </a:cubicBezTo>
                    <a:close/>
                  </a:path>
                </a:pathLst>
              </a:custGeom>
              <a:solidFill>
                <a:srgbClr val="1B1F2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1" name="Google Shape;1388;p34"/>
              <p:cNvSpPr/>
              <p:nvPr/>
            </p:nvSpPr>
            <p:spPr>
              <a:xfrm>
                <a:off x="9013500" y="6230775"/>
                <a:ext cx="202975" cy="79225"/>
              </a:xfrm>
              <a:custGeom>
                <a:avLst/>
                <a:gdLst/>
                <a:ahLst/>
                <a:cxnLst/>
                <a:rect l="l" t="t" r="r" b="b"/>
                <a:pathLst>
                  <a:path w="8119" h="3169" extrusionOk="0">
                    <a:moveTo>
                      <a:pt x="2878" y="0"/>
                    </a:moveTo>
                    <a:lnTo>
                      <a:pt x="3030" y="1584"/>
                    </a:lnTo>
                    <a:cubicBezTo>
                      <a:pt x="2981" y="1583"/>
                      <a:pt x="2933" y="1583"/>
                      <a:pt x="2886" y="1583"/>
                    </a:cubicBezTo>
                    <a:cubicBezTo>
                      <a:pt x="1015" y="1583"/>
                      <a:pt x="129" y="2156"/>
                      <a:pt x="1" y="3168"/>
                    </a:cubicBezTo>
                    <a:lnTo>
                      <a:pt x="8119" y="3168"/>
                    </a:lnTo>
                    <a:lnTo>
                      <a:pt x="7800" y="0"/>
                    </a:lnTo>
                    <a:close/>
                  </a:path>
                </a:pathLst>
              </a:custGeom>
              <a:solidFill>
                <a:srgbClr val="CE883C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2" name="Google Shape;1389;p34"/>
              <p:cNvSpPr/>
              <p:nvPr/>
            </p:nvSpPr>
            <p:spPr>
              <a:xfrm>
                <a:off x="9068425" y="6271625"/>
                <a:ext cx="13375" cy="19575"/>
              </a:xfrm>
              <a:custGeom>
                <a:avLst/>
                <a:gdLst/>
                <a:ahLst/>
                <a:cxnLst/>
                <a:rect l="l" t="t" r="r" b="b"/>
                <a:pathLst>
                  <a:path w="535" h="783" extrusionOk="0">
                    <a:moveTo>
                      <a:pt x="36" y="0"/>
                    </a:moveTo>
                    <a:cubicBezTo>
                      <a:pt x="31" y="0"/>
                      <a:pt x="28" y="1"/>
                      <a:pt x="26" y="4"/>
                    </a:cubicBezTo>
                    <a:cubicBezTo>
                      <a:pt x="0" y="34"/>
                      <a:pt x="138" y="184"/>
                      <a:pt x="263" y="393"/>
                    </a:cubicBezTo>
                    <a:cubicBezTo>
                      <a:pt x="388" y="596"/>
                      <a:pt x="458" y="783"/>
                      <a:pt x="496" y="783"/>
                    </a:cubicBezTo>
                    <a:cubicBezTo>
                      <a:pt x="497" y="783"/>
                      <a:pt x="498" y="783"/>
                      <a:pt x="499" y="783"/>
                    </a:cubicBezTo>
                    <a:cubicBezTo>
                      <a:pt x="534" y="777"/>
                      <a:pt x="517" y="555"/>
                      <a:pt x="378" y="324"/>
                    </a:cubicBezTo>
                    <a:cubicBezTo>
                      <a:pt x="252" y="115"/>
                      <a:pt x="83" y="0"/>
                      <a:pt x="36" y="0"/>
                    </a:cubicBezTo>
                    <a:close/>
                  </a:path>
                </a:pathLst>
              </a:custGeom>
              <a:solidFill>
                <a:srgbClr val="EBEC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3" name="Google Shape;1390;p34"/>
              <p:cNvSpPr/>
              <p:nvPr/>
            </p:nvSpPr>
            <p:spPr>
              <a:xfrm>
                <a:off x="9088250" y="6268975"/>
                <a:ext cx="14850" cy="18400"/>
              </a:xfrm>
              <a:custGeom>
                <a:avLst/>
                <a:gdLst/>
                <a:ahLst/>
                <a:cxnLst/>
                <a:rect l="l" t="t" r="r" b="b"/>
                <a:pathLst>
                  <a:path w="594" h="736" extrusionOk="0">
                    <a:moveTo>
                      <a:pt x="37" y="0"/>
                    </a:moveTo>
                    <a:cubicBezTo>
                      <a:pt x="29" y="0"/>
                      <a:pt x="23" y="3"/>
                      <a:pt x="21" y="7"/>
                    </a:cubicBezTo>
                    <a:cubicBezTo>
                      <a:pt x="0" y="39"/>
                      <a:pt x="157" y="167"/>
                      <a:pt x="300" y="363"/>
                    </a:cubicBezTo>
                    <a:cubicBezTo>
                      <a:pt x="442" y="553"/>
                      <a:pt x="517" y="736"/>
                      <a:pt x="556" y="736"/>
                    </a:cubicBezTo>
                    <a:cubicBezTo>
                      <a:pt x="557" y="736"/>
                      <a:pt x="558" y="736"/>
                      <a:pt x="559" y="735"/>
                    </a:cubicBezTo>
                    <a:cubicBezTo>
                      <a:pt x="593" y="729"/>
                      <a:pt x="569" y="504"/>
                      <a:pt x="408" y="284"/>
                    </a:cubicBezTo>
                    <a:cubicBezTo>
                      <a:pt x="268" y="93"/>
                      <a:pt x="91" y="0"/>
                      <a:pt x="37" y="0"/>
                    </a:cubicBezTo>
                    <a:close/>
                  </a:path>
                </a:pathLst>
              </a:custGeom>
              <a:solidFill>
                <a:srgbClr val="EBEC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4" name="Google Shape;1391;p34"/>
              <p:cNvSpPr/>
              <p:nvPr/>
            </p:nvSpPr>
            <p:spPr>
              <a:xfrm>
                <a:off x="9089875" y="6258325"/>
                <a:ext cx="27900" cy="7225"/>
              </a:xfrm>
              <a:custGeom>
                <a:avLst/>
                <a:gdLst/>
                <a:ahLst/>
                <a:cxnLst/>
                <a:rect l="l" t="t" r="r" b="b"/>
                <a:pathLst>
                  <a:path w="1116" h="289" extrusionOk="0">
                    <a:moveTo>
                      <a:pt x="422" y="1"/>
                    </a:moveTo>
                    <a:cubicBezTo>
                      <a:pt x="173" y="1"/>
                      <a:pt x="0" y="93"/>
                      <a:pt x="14" y="120"/>
                    </a:cubicBezTo>
                    <a:cubicBezTo>
                      <a:pt x="17" y="130"/>
                      <a:pt x="37" y="133"/>
                      <a:pt x="71" y="133"/>
                    </a:cubicBezTo>
                    <a:cubicBezTo>
                      <a:pt x="121" y="133"/>
                      <a:pt x="202" y="126"/>
                      <a:pt x="300" y="126"/>
                    </a:cubicBezTo>
                    <a:cubicBezTo>
                      <a:pt x="378" y="126"/>
                      <a:pt x="467" y="130"/>
                      <a:pt x="562" y="145"/>
                    </a:cubicBezTo>
                    <a:cubicBezTo>
                      <a:pt x="822" y="183"/>
                      <a:pt x="1021" y="288"/>
                      <a:pt x="1077" y="288"/>
                    </a:cubicBezTo>
                    <a:cubicBezTo>
                      <a:pt x="1084" y="288"/>
                      <a:pt x="1089" y="286"/>
                      <a:pt x="1091" y="283"/>
                    </a:cubicBezTo>
                    <a:cubicBezTo>
                      <a:pt x="1116" y="257"/>
                      <a:pt x="912" y="62"/>
                      <a:pt x="582" y="13"/>
                    </a:cubicBezTo>
                    <a:cubicBezTo>
                      <a:pt x="526" y="4"/>
                      <a:pt x="473" y="1"/>
                      <a:pt x="422" y="1"/>
                    </a:cubicBezTo>
                    <a:close/>
                  </a:path>
                </a:pathLst>
              </a:custGeom>
              <a:solidFill>
                <a:srgbClr val="EBECE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5" name="Google Shape;1392;p34"/>
              <p:cNvSpPr/>
              <p:nvPr/>
            </p:nvSpPr>
            <p:spPr>
              <a:xfrm>
                <a:off x="9017475" y="6298625"/>
                <a:ext cx="19545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7818" h="135" extrusionOk="0">
                    <a:moveTo>
                      <a:pt x="3910" y="0"/>
                    </a:moveTo>
                    <a:cubicBezTo>
                      <a:pt x="1750" y="0"/>
                      <a:pt x="0" y="30"/>
                      <a:pt x="0" y="67"/>
                    </a:cubicBezTo>
                    <a:cubicBezTo>
                      <a:pt x="0" y="105"/>
                      <a:pt x="1751" y="135"/>
                      <a:pt x="3910" y="135"/>
                    </a:cubicBezTo>
                    <a:cubicBezTo>
                      <a:pt x="6067" y="135"/>
                      <a:pt x="7818" y="105"/>
                      <a:pt x="7818" y="67"/>
                    </a:cubicBezTo>
                    <a:cubicBezTo>
                      <a:pt x="7818" y="30"/>
                      <a:pt x="6068" y="0"/>
                      <a:pt x="3910" y="0"/>
                    </a:cubicBezTo>
                    <a:close/>
                  </a:path>
                </a:pathLst>
              </a:custGeom>
              <a:solidFill>
                <a:srgbClr val="1B1F2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6" name="Google Shape;1393;p34"/>
              <p:cNvSpPr/>
              <p:nvPr/>
            </p:nvSpPr>
            <p:spPr>
              <a:xfrm>
                <a:off x="9146800" y="6258775"/>
                <a:ext cx="67025" cy="42050"/>
              </a:xfrm>
              <a:custGeom>
                <a:avLst/>
                <a:gdLst/>
                <a:ahLst/>
                <a:cxnLst/>
                <a:rect l="l" t="t" r="r" b="b"/>
                <a:pathLst>
                  <a:path w="2681" h="1682" extrusionOk="0">
                    <a:moveTo>
                      <a:pt x="2391" y="1"/>
                    </a:moveTo>
                    <a:cubicBezTo>
                      <a:pt x="2331" y="1"/>
                      <a:pt x="2262" y="3"/>
                      <a:pt x="2187" y="10"/>
                    </a:cubicBezTo>
                    <a:cubicBezTo>
                      <a:pt x="1883" y="35"/>
                      <a:pt x="1462" y="146"/>
                      <a:pt x="1061" y="394"/>
                    </a:cubicBezTo>
                    <a:cubicBezTo>
                      <a:pt x="660" y="643"/>
                      <a:pt x="373" y="968"/>
                      <a:pt x="211" y="1229"/>
                    </a:cubicBezTo>
                    <a:cubicBezTo>
                      <a:pt x="50" y="1491"/>
                      <a:pt x="0" y="1675"/>
                      <a:pt x="15" y="1681"/>
                    </a:cubicBezTo>
                    <a:cubicBezTo>
                      <a:pt x="15" y="1681"/>
                      <a:pt x="16" y="1681"/>
                      <a:pt x="16" y="1681"/>
                    </a:cubicBezTo>
                    <a:cubicBezTo>
                      <a:pt x="40" y="1681"/>
                      <a:pt x="119" y="1515"/>
                      <a:pt x="290" y="1282"/>
                    </a:cubicBezTo>
                    <a:cubicBezTo>
                      <a:pt x="751" y="658"/>
                      <a:pt x="1435" y="235"/>
                      <a:pt x="2200" y="103"/>
                    </a:cubicBezTo>
                    <a:cubicBezTo>
                      <a:pt x="2491" y="53"/>
                      <a:pt x="2678" y="57"/>
                      <a:pt x="2679" y="35"/>
                    </a:cubicBezTo>
                    <a:cubicBezTo>
                      <a:pt x="2681" y="24"/>
                      <a:pt x="2574" y="1"/>
                      <a:pt x="2391" y="1"/>
                    </a:cubicBezTo>
                    <a:close/>
                  </a:path>
                </a:pathLst>
              </a:custGeom>
              <a:solidFill>
                <a:srgbClr val="1B1F2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7" name="Google Shape;1394;p34"/>
              <p:cNvSpPr/>
              <p:nvPr/>
            </p:nvSpPr>
            <p:spPr>
              <a:xfrm>
                <a:off x="9190000" y="6232025"/>
                <a:ext cx="8050" cy="2902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1161" extrusionOk="0">
                    <a:moveTo>
                      <a:pt x="43" y="0"/>
                    </a:moveTo>
                    <a:cubicBezTo>
                      <a:pt x="43" y="0"/>
                      <a:pt x="43" y="0"/>
                      <a:pt x="43" y="0"/>
                    </a:cubicBezTo>
                    <a:cubicBezTo>
                      <a:pt x="6" y="3"/>
                      <a:pt x="0" y="274"/>
                      <a:pt x="69" y="600"/>
                    </a:cubicBezTo>
                    <a:cubicBezTo>
                      <a:pt x="135" y="919"/>
                      <a:pt x="247" y="1161"/>
                      <a:pt x="285" y="1161"/>
                    </a:cubicBezTo>
                    <a:cubicBezTo>
                      <a:pt x="285" y="1161"/>
                      <a:pt x="286" y="1161"/>
                      <a:pt x="287" y="1161"/>
                    </a:cubicBezTo>
                    <a:cubicBezTo>
                      <a:pt x="321" y="1148"/>
                      <a:pt x="267" y="890"/>
                      <a:pt x="200" y="573"/>
                    </a:cubicBezTo>
                    <a:cubicBezTo>
                      <a:pt x="133" y="257"/>
                      <a:pt x="79" y="0"/>
                      <a:pt x="43" y="0"/>
                    </a:cubicBezTo>
                    <a:close/>
                  </a:path>
                </a:pathLst>
              </a:custGeom>
              <a:solidFill>
                <a:srgbClr val="1B1F2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8" name="Google Shape;1395;p34"/>
              <p:cNvSpPr/>
              <p:nvPr/>
            </p:nvSpPr>
            <p:spPr>
              <a:xfrm>
                <a:off x="9044100" y="6276050"/>
                <a:ext cx="19175" cy="24200"/>
              </a:xfrm>
              <a:custGeom>
                <a:avLst/>
                <a:gdLst/>
                <a:ahLst/>
                <a:cxnLst/>
                <a:rect l="l" t="t" r="r" b="b"/>
                <a:pathLst>
                  <a:path w="767" h="968" extrusionOk="0">
                    <a:moveTo>
                      <a:pt x="60" y="0"/>
                    </a:moveTo>
                    <a:cubicBezTo>
                      <a:pt x="29" y="0"/>
                      <a:pt x="11" y="6"/>
                      <a:pt x="10" y="14"/>
                    </a:cubicBezTo>
                    <a:cubicBezTo>
                      <a:pt x="0" y="50"/>
                      <a:pt x="295" y="120"/>
                      <a:pt x="496" y="394"/>
                    </a:cubicBezTo>
                    <a:cubicBezTo>
                      <a:pt x="700" y="666"/>
                      <a:pt x="682" y="968"/>
                      <a:pt x="720" y="968"/>
                    </a:cubicBezTo>
                    <a:cubicBezTo>
                      <a:pt x="720" y="968"/>
                      <a:pt x="721" y="968"/>
                      <a:pt x="721" y="968"/>
                    </a:cubicBezTo>
                    <a:cubicBezTo>
                      <a:pt x="738" y="968"/>
                      <a:pt x="767" y="895"/>
                      <a:pt x="764" y="771"/>
                    </a:cubicBezTo>
                    <a:cubicBezTo>
                      <a:pt x="751" y="433"/>
                      <a:pt x="531" y="137"/>
                      <a:pt x="210" y="28"/>
                    </a:cubicBezTo>
                    <a:cubicBezTo>
                      <a:pt x="147" y="8"/>
                      <a:pt x="95" y="0"/>
                      <a:pt x="60" y="0"/>
                    </a:cubicBezTo>
                    <a:close/>
                  </a:path>
                </a:pathLst>
              </a:custGeom>
              <a:solidFill>
                <a:srgbClr val="1B1F2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9" name="Google Shape;1396;p34"/>
              <p:cNvSpPr/>
              <p:nvPr/>
            </p:nvSpPr>
            <p:spPr>
              <a:xfrm>
                <a:off x="8485400" y="4704150"/>
                <a:ext cx="163025" cy="159050"/>
              </a:xfrm>
              <a:custGeom>
                <a:avLst/>
                <a:gdLst/>
                <a:ahLst/>
                <a:cxnLst/>
                <a:rect l="l" t="t" r="r" b="b"/>
                <a:pathLst>
                  <a:path w="6521" h="6362" extrusionOk="0">
                    <a:moveTo>
                      <a:pt x="1153" y="0"/>
                    </a:moveTo>
                    <a:cubicBezTo>
                      <a:pt x="744" y="0"/>
                      <a:pt x="431" y="49"/>
                      <a:pt x="314" y="155"/>
                    </a:cubicBezTo>
                    <a:cubicBezTo>
                      <a:pt x="1" y="439"/>
                      <a:pt x="222" y="1004"/>
                      <a:pt x="647" y="1085"/>
                    </a:cubicBezTo>
                    <a:cubicBezTo>
                      <a:pt x="1074" y="1165"/>
                      <a:pt x="2094" y="1270"/>
                      <a:pt x="2094" y="1270"/>
                    </a:cubicBezTo>
                    <a:cubicBezTo>
                      <a:pt x="2094" y="1270"/>
                      <a:pt x="856" y="2126"/>
                      <a:pt x="930" y="2475"/>
                    </a:cubicBezTo>
                    <a:lnTo>
                      <a:pt x="1005" y="2824"/>
                    </a:lnTo>
                    <a:cubicBezTo>
                      <a:pt x="1005" y="2824"/>
                      <a:pt x="458" y="3284"/>
                      <a:pt x="495" y="3555"/>
                    </a:cubicBezTo>
                    <a:cubicBezTo>
                      <a:pt x="532" y="3826"/>
                      <a:pt x="987" y="3932"/>
                      <a:pt x="987" y="3932"/>
                    </a:cubicBezTo>
                    <a:cubicBezTo>
                      <a:pt x="987" y="3932"/>
                      <a:pt x="254" y="4638"/>
                      <a:pt x="755" y="4874"/>
                    </a:cubicBezTo>
                    <a:cubicBezTo>
                      <a:pt x="985" y="4983"/>
                      <a:pt x="1360" y="5037"/>
                      <a:pt x="1718" y="5037"/>
                    </a:cubicBezTo>
                    <a:cubicBezTo>
                      <a:pt x="2139" y="5037"/>
                      <a:pt x="2538" y="4962"/>
                      <a:pt x="2653" y="4812"/>
                    </a:cubicBezTo>
                    <a:lnTo>
                      <a:pt x="3418" y="6362"/>
                    </a:lnTo>
                    <a:lnTo>
                      <a:pt x="6521" y="4210"/>
                    </a:lnTo>
                    <a:cubicBezTo>
                      <a:pt x="6521" y="4210"/>
                      <a:pt x="5451" y="1592"/>
                      <a:pt x="4637" y="873"/>
                    </a:cubicBezTo>
                    <a:cubicBezTo>
                      <a:pt x="4044" y="349"/>
                      <a:pt x="2250" y="0"/>
                      <a:pt x="1153" y="0"/>
                    </a:cubicBezTo>
                    <a:close/>
                  </a:path>
                </a:pathLst>
              </a:custGeom>
              <a:solidFill>
                <a:srgbClr val="9B766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0" name="Google Shape;1397;p34"/>
              <p:cNvSpPr/>
              <p:nvPr/>
            </p:nvSpPr>
            <p:spPr>
              <a:xfrm>
                <a:off x="8503475" y="4789375"/>
                <a:ext cx="46700" cy="22025"/>
              </a:xfrm>
              <a:custGeom>
                <a:avLst/>
                <a:gdLst/>
                <a:ahLst/>
                <a:cxnLst/>
                <a:rect l="l" t="t" r="r" b="b"/>
                <a:pathLst>
                  <a:path w="1868" h="881" extrusionOk="0">
                    <a:moveTo>
                      <a:pt x="1511" y="0"/>
                    </a:moveTo>
                    <a:cubicBezTo>
                      <a:pt x="1504" y="0"/>
                      <a:pt x="1500" y="2"/>
                      <a:pt x="1499" y="4"/>
                    </a:cubicBezTo>
                    <a:cubicBezTo>
                      <a:pt x="1491" y="21"/>
                      <a:pt x="1633" y="83"/>
                      <a:pt x="1707" y="303"/>
                    </a:cubicBezTo>
                    <a:cubicBezTo>
                      <a:pt x="1742" y="409"/>
                      <a:pt x="1777" y="546"/>
                      <a:pt x="1698" y="654"/>
                    </a:cubicBezTo>
                    <a:cubicBezTo>
                      <a:pt x="1662" y="708"/>
                      <a:pt x="1603" y="743"/>
                      <a:pt x="1538" y="747"/>
                    </a:cubicBezTo>
                    <a:cubicBezTo>
                      <a:pt x="1527" y="748"/>
                      <a:pt x="1516" y="748"/>
                      <a:pt x="1504" y="748"/>
                    </a:cubicBezTo>
                    <a:cubicBezTo>
                      <a:pt x="1441" y="748"/>
                      <a:pt x="1367" y="735"/>
                      <a:pt x="1291" y="723"/>
                    </a:cubicBezTo>
                    <a:cubicBezTo>
                      <a:pt x="628" y="617"/>
                      <a:pt x="112" y="403"/>
                      <a:pt x="30" y="403"/>
                    </a:cubicBezTo>
                    <a:cubicBezTo>
                      <a:pt x="24" y="403"/>
                      <a:pt x="20" y="405"/>
                      <a:pt x="19" y="407"/>
                    </a:cubicBezTo>
                    <a:cubicBezTo>
                      <a:pt x="1" y="437"/>
                      <a:pt x="534" y="737"/>
                      <a:pt x="1270" y="856"/>
                    </a:cubicBezTo>
                    <a:cubicBezTo>
                      <a:pt x="1343" y="866"/>
                      <a:pt x="1416" y="881"/>
                      <a:pt x="1496" y="881"/>
                    </a:cubicBezTo>
                    <a:cubicBezTo>
                      <a:pt x="1514" y="881"/>
                      <a:pt x="1533" y="880"/>
                      <a:pt x="1552" y="878"/>
                    </a:cubicBezTo>
                    <a:cubicBezTo>
                      <a:pt x="1656" y="867"/>
                      <a:pt x="1748" y="809"/>
                      <a:pt x="1801" y="721"/>
                    </a:cubicBezTo>
                    <a:cubicBezTo>
                      <a:pt x="1849" y="646"/>
                      <a:pt x="1868" y="556"/>
                      <a:pt x="1857" y="467"/>
                    </a:cubicBezTo>
                    <a:cubicBezTo>
                      <a:pt x="1845" y="397"/>
                      <a:pt x="1824" y="331"/>
                      <a:pt x="1794" y="266"/>
                    </a:cubicBezTo>
                    <a:cubicBezTo>
                      <a:pt x="1740" y="152"/>
                      <a:pt x="1667" y="73"/>
                      <a:pt x="1604" y="35"/>
                    </a:cubicBezTo>
                    <a:cubicBezTo>
                      <a:pt x="1561" y="9"/>
                      <a:pt x="1528" y="0"/>
                      <a:pt x="151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1" name="Google Shape;1398;p34"/>
              <p:cNvSpPr/>
              <p:nvPr/>
            </p:nvSpPr>
            <p:spPr>
              <a:xfrm>
                <a:off x="8510075" y="4774500"/>
                <a:ext cx="21550" cy="10325"/>
              </a:xfrm>
              <a:custGeom>
                <a:avLst/>
                <a:gdLst/>
                <a:ahLst/>
                <a:cxnLst/>
                <a:rect l="l" t="t" r="r" b="b"/>
                <a:pathLst>
                  <a:path w="862" h="413" extrusionOk="0">
                    <a:moveTo>
                      <a:pt x="44" y="1"/>
                    </a:moveTo>
                    <a:cubicBezTo>
                      <a:pt x="29" y="1"/>
                      <a:pt x="20" y="4"/>
                      <a:pt x="17" y="10"/>
                    </a:cubicBezTo>
                    <a:cubicBezTo>
                      <a:pt x="0" y="44"/>
                      <a:pt x="173" y="159"/>
                      <a:pt x="402" y="267"/>
                    </a:cubicBezTo>
                    <a:cubicBezTo>
                      <a:pt x="589" y="356"/>
                      <a:pt x="754" y="413"/>
                      <a:pt x="818" y="413"/>
                    </a:cubicBezTo>
                    <a:cubicBezTo>
                      <a:pt x="833" y="413"/>
                      <a:pt x="842" y="410"/>
                      <a:pt x="845" y="404"/>
                    </a:cubicBezTo>
                    <a:cubicBezTo>
                      <a:pt x="862" y="370"/>
                      <a:pt x="689" y="255"/>
                      <a:pt x="460" y="146"/>
                    </a:cubicBezTo>
                    <a:cubicBezTo>
                      <a:pt x="274" y="58"/>
                      <a:pt x="108" y="1"/>
                      <a:pt x="4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2" name="Google Shape;1399;p34"/>
              <p:cNvSpPr/>
              <p:nvPr/>
            </p:nvSpPr>
            <p:spPr>
              <a:xfrm>
                <a:off x="8544375" y="4810025"/>
                <a:ext cx="10100" cy="17875"/>
              </a:xfrm>
              <a:custGeom>
                <a:avLst/>
                <a:gdLst/>
                <a:ahLst/>
                <a:cxnLst/>
                <a:rect l="l" t="t" r="r" b="b"/>
                <a:pathLst>
                  <a:path w="404" h="715" extrusionOk="0">
                    <a:moveTo>
                      <a:pt x="76" y="0"/>
                    </a:moveTo>
                    <a:cubicBezTo>
                      <a:pt x="39" y="0"/>
                      <a:pt x="18" y="11"/>
                      <a:pt x="18" y="21"/>
                    </a:cubicBezTo>
                    <a:cubicBezTo>
                      <a:pt x="17" y="41"/>
                      <a:pt x="73" y="55"/>
                      <a:pt x="136" y="106"/>
                    </a:cubicBezTo>
                    <a:cubicBezTo>
                      <a:pt x="197" y="154"/>
                      <a:pt x="269" y="253"/>
                      <a:pt x="266" y="363"/>
                    </a:cubicBezTo>
                    <a:cubicBezTo>
                      <a:pt x="262" y="472"/>
                      <a:pt x="187" y="566"/>
                      <a:pt x="122" y="611"/>
                    </a:cubicBezTo>
                    <a:cubicBezTo>
                      <a:pt x="56" y="659"/>
                      <a:pt x="1" y="671"/>
                      <a:pt x="1" y="691"/>
                    </a:cubicBezTo>
                    <a:cubicBezTo>
                      <a:pt x="0" y="700"/>
                      <a:pt x="25" y="714"/>
                      <a:pt x="69" y="714"/>
                    </a:cubicBezTo>
                    <a:cubicBezTo>
                      <a:pt x="95" y="714"/>
                      <a:pt x="128" y="709"/>
                      <a:pt x="166" y="695"/>
                    </a:cubicBezTo>
                    <a:cubicBezTo>
                      <a:pt x="304" y="643"/>
                      <a:pt x="396" y="513"/>
                      <a:pt x="399" y="366"/>
                    </a:cubicBezTo>
                    <a:cubicBezTo>
                      <a:pt x="404" y="219"/>
                      <a:pt x="318" y="84"/>
                      <a:pt x="184" y="25"/>
                    </a:cubicBezTo>
                    <a:cubicBezTo>
                      <a:pt x="141" y="7"/>
                      <a:pt x="104" y="0"/>
                      <a:pt x="7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3" name="Google Shape;1400;p34"/>
              <p:cNvSpPr/>
              <p:nvPr/>
            </p:nvSpPr>
            <p:spPr>
              <a:xfrm>
                <a:off x="8526800" y="4754200"/>
                <a:ext cx="81550" cy="41500"/>
              </a:xfrm>
              <a:custGeom>
                <a:avLst/>
                <a:gdLst/>
                <a:ahLst/>
                <a:cxnLst/>
                <a:rect l="l" t="t" r="r" b="b"/>
                <a:pathLst>
                  <a:path w="3262" h="1660" extrusionOk="0">
                    <a:moveTo>
                      <a:pt x="1300" y="1"/>
                    </a:moveTo>
                    <a:cubicBezTo>
                      <a:pt x="1136" y="1"/>
                      <a:pt x="968" y="24"/>
                      <a:pt x="803" y="75"/>
                    </a:cubicBezTo>
                    <a:cubicBezTo>
                      <a:pt x="602" y="135"/>
                      <a:pt x="417" y="240"/>
                      <a:pt x="262" y="383"/>
                    </a:cubicBezTo>
                    <a:cubicBezTo>
                      <a:pt x="113" y="525"/>
                      <a:pt x="2" y="710"/>
                      <a:pt x="1" y="917"/>
                    </a:cubicBezTo>
                    <a:cubicBezTo>
                      <a:pt x="2" y="1018"/>
                      <a:pt x="38" y="1116"/>
                      <a:pt x="104" y="1193"/>
                    </a:cubicBezTo>
                    <a:cubicBezTo>
                      <a:pt x="167" y="1267"/>
                      <a:pt x="244" y="1314"/>
                      <a:pt x="316" y="1352"/>
                    </a:cubicBezTo>
                    <a:cubicBezTo>
                      <a:pt x="449" y="1421"/>
                      <a:pt x="587" y="1479"/>
                      <a:pt x="729" y="1525"/>
                    </a:cubicBezTo>
                    <a:cubicBezTo>
                      <a:pt x="934" y="1593"/>
                      <a:pt x="1146" y="1635"/>
                      <a:pt x="1360" y="1654"/>
                    </a:cubicBezTo>
                    <a:cubicBezTo>
                      <a:pt x="1414" y="1658"/>
                      <a:pt x="1459" y="1659"/>
                      <a:pt x="1496" y="1659"/>
                    </a:cubicBezTo>
                    <a:cubicBezTo>
                      <a:pt x="1561" y="1659"/>
                      <a:pt x="1597" y="1654"/>
                      <a:pt x="1597" y="1649"/>
                    </a:cubicBezTo>
                    <a:cubicBezTo>
                      <a:pt x="1599" y="1624"/>
                      <a:pt x="1259" y="1620"/>
                      <a:pt x="760" y="1435"/>
                    </a:cubicBezTo>
                    <a:cubicBezTo>
                      <a:pt x="626" y="1384"/>
                      <a:pt x="495" y="1324"/>
                      <a:pt x="369" y="1256"/>
                    </a:cubicBezTo>
                    <a:cubicBezTo>
                      <a:pt x="235" y="1183"/>
                      <a:pt x="120" y="1072"/>
                      <a:pt x="124" y="916"/>
                    </a:cubicBezTo>
                    <a:cubicBezTo>
                      <a:pt x="135" y="595"/>
                      <a:pt x="477" y="314"/>
                      <a:pt x="843" y="203"/>
                    </a:cubicBezTo>
                    <a:cubicBezTo>
                      <a:pt x="998" y="154"/>
                      <a:pt x="1157" y="133"/>
                      <a:pt x="1312" y="133"/>
                    </a:cubicBezTo>
                    <a:cubicBezTo>
                      <a:pt x="1533" y="133"/>
                      <a:pt x="1747" y="176"/>
                      <a:pt x="1934" y="247"/>
                    </a:cubicBezTo>
                    <a:cubicBezTo>
                      <a:pt x="2257" y="370"/>
                      <a:pt x="2509" y="567"/>
                      <a:pt x="2699" y="749"/>
                    </a:cubicBezTo>
                    <a:cubicBezTo>
                      <a:pt x="3068" y="1115"/>
                      <a:pt x="3226" y="1410"/>
                      <a:pt x="3253" y="1410"/>
                    </a:cubicBezTo>
                    <a:cubicBezTo>
                      <a:pt x="3254" y="1410"/>
                      <a:pt x="3254" y="1410"/>
                      <a:pt x="3255" y="1410"/>
                    </a:cubicBezTo>
                    <a:cubicBezTo>
                      <a:pt x="3261" y="1407"/>
                      <a:pt x="3230" y="1329"/>
                      <a:pt x="3154" y="1197"/>
                    </a:cubicBezTo>
                    <a:cubicBezTo>
                      <a:pt x="3045" y="1011"/>
                      <a:pt x="2915" y="839"/>
                      <a:pt x="2767" y="682"/>
                    </a:cubicBezTo>
                    <a:cubicBezTo>
                      <a:pt x="2579" y="486"/>
                      <a:pt x="2320" y="269"/>
                      <a:pt x="1980" y="133"/>
                    </a:cubicBezTo>
                    <a:cubicBezTo>
                      <a:pt x="1777" y="51"/>
                      <a:pt x="1543" y="1"/>
                      <a:pt x="130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4" name="Google Shape;1401;p34"/>
              <p:cNvSpPr/>
              <p:nvPr/>
            </p:nvSpPr>
            <p:spPr>
              <a:xfrm>
                <a:off x="8569000" y="4809400"/>
                <a:ext cx="308700" cy="346125"/>
              </a:xfrm>
              <a:custGeom>
                <a:avLst/>
                <a:gdLst/>
                <a:ahLst/>
                <a:cxnLst/>
                <a:rect l="l" t="t" r="r" b="b"/>
                <a:pathLst>
                  <a:path w="12348" h="13845" extrusionOk="0">
                    <a:moveTo>
                      <a:pt x="3177" y="0"/>
                    </a:moveTo>
                    <a:lnTo>
                      <a:pt x="1" y="2003"/>
                    </a:lnTo>
                    <a:cubicBezTo>
                      <a:pt x="1" y="2003"/>
                      <a:pt x="713" y="13844"/>
                      <a:pt x="6038" y="13844"/>
                    </a:cubicBezTo>
                    <a:cubicBezTo>
                      <a:pt x="6251" y="13844"/>
                      <a:pt x="6472" y="13825"/>
                      <a:pt x="6701" y="13786"/>
                    </a:cubicBezTo>
                    <a:cubicBezTo>
                      <a:pt x="12143" y="12842"/>
                      <a:pt x="12348" y="3566"/>
                      <a:pt x="12348" y="3566"/>
                    </a:cubicBezTo>
                    <a:lnTo>
                      <a:pt x="6834" y="2616"/>
                    </a:lnTo>
                    <a:lnTo>
                      <a:pt x="5708" y="7103"/>
                    </a:lnTo>
                    <a:lnTo>
                      <a:pt x="3177" y="0"/>
                    </a:lnTo>
                    <a:close/>
                  </a:path>
                </a:pathLst>
              </a:custGeom>
              <a:solidFill>
                <a:srgbClr val="9B766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5" name="Google Shape;1402;p34"/>
              <p:cNvSpPr/>
              <p:nvPr/>
            </p:nvSpPr>
            <p:spPr>
              <a:xfrm>
                <a:off x="9154200" y="4964100"/>
                <a:ext cx="164450" cy="428275"/>
              </a:xfrm>
              <a:custGeom>
                <a:avLst/>
                <a:gdLst/>
                <a:ahLst/>
                <a:cxnLst/>
                <a:rect l="l" t="t" r="r" b="b"/>
                <a:pathLst>
                  <a:path w="6578" h="17131" extrusionOk="0">
                    <a:moveTo>
                      <a:pt x="1" y="0"/>
                    </a:moveTo>
                    <a:lnTo>
                      <a:pt x="1227" y="16081"/>
                    </a:lnTo>
                    <a:lnTo>
                      <a:pt x="5519" y="17131"/>
                    </a:lnTo>
                    <a:cubicBezTo>
                      <a:pt x="5519" y="17131"/>
                      <a:pt x="6578" y="6526"/>
                      <a:pt x="5127" y="380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9B766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6" name="Google Shape;1403;p34"/>
              <p:cNvSpPr/>
              <p:nvPr/>
            </p:nvSpPr>
            <p:spPr>
              <a:xfrm>
                <a:off x="9149825" y="5366125"/>
                <a:ext cx="143375" cy="157150"/>
              </a:xfrm>
              <a:custGeom>
                <a:avLst/>
                <a:gdLst/>
                <a:ahLst/>
                <a:cxnLst/>
                <a:rect l="l" t="t" r="r" b="b"/>
                <a:pathLst>
                  <a:path w="5735" h="6286" extrusionOk="0">
                    <a:moveTo>
                      <a:pt x="1402" y="0"/>
                    </a:moveTo>
                    <a:cubicBezTo>
                      <a:pt x="1402" y="0"/>
                      <a:pt x="1392" y="1124"/>
                      <a:pt x="950" y="1416"/>
                    </a:cubicBezTo>
                    <a:cubicBezTo>
                      <a:pt x="486" y="1724"/>
                      <a:pt x="0" y="1931"/>
                      <a:pt x="0" y="1931"/>
                    </a:cubicBezTo>
                    <a:cubicBezTo>
                      <a:pt x="0" y="1931"/>
                      <a:pt x="217" y="2345"/>
                      <a:pt x="736" y="2345"/>
                    </a:cubicBezTo>
                    <a:cubicBezTo>
                      <a:pt x="864" y="2345"/>
                      <a:pt x="1010" y="2320"/>
                      <a:pt x="1175" y="2258"/>
                    </a:cubicBezTo>
                    <a:lnTo>
                      <a:pt x="1175" y="2258"/>
                    </a:lnTo>
                    <a:cubicBezTo>
                      <a:pt x="1175" y="2258"/>
                      <a:pt x="1065" y="4857"/>
                      <a:pt x="1322" y="5641"/>
                    </a:cubicBezTo>
                    <a:cubicBezTo>
                      <a:pt x="1407" y="5902"/>
                      <a:pt x="1507" y="5990"/>
                      <a:pt x="1603" y="5990"/>
                    </a:cubicBezTo>
                    <a:cubicBezTo>
                      <a:pt x="1794" y="5990"/>
                      <a:pt x="1967" y="5641"/>
                      <a:pt x="1967" y="5641"/>
                    </a:cubicBezTo>
                    <a:cubicBezTo>
                      <a:pt x="1967" y="5641"/>
                      <a:pt x="2225" y="6286"/>
                      <a:pt x="2552" y="6286"/>
                    </a:cubicBezTo>
                    <a:cubicBezTo>
                      <a:pt x="2638" y="6286"/>
                      <a:pt x="2729" y="6241"/>
                      <a:pt x="2821" y="6128"/>
                    </a:cubicBezTo>
                    <a:cubicBezTo>
                      <a:pt x="2821" y="6128"/>
                      <a:pt x="2978" y="6254"/>
                      <a:pt x="3181" y="6254"/>
                    </a:cubicBezTo>
                    <a:cubicBezTo>
                      <a:pt x="3363" y="6254"/>
                      <a:pt x="3582" y="6152"/>
                      <a:pt x="3756" y="5762"/>
                    </a:cubicBezTo>
                    <a:cubicBezTo>
                      <a:pt x="3794" y="5678"/>
                      <a:pt x="3830" y="5643"/>
                      <a:pt x="3862" y="5635"/>
                    </a:cubicBezTo>
                    <a:cubicBezTo>
                      <a:pt x="4114" y="5575"/>
                      <a:pt x="4360" y="5489"/>
                      <a:pt x="4490" y="5265"/>
                    </a:cubicBezTo>
                    <a:cubicBezTo>
                      <a:pt x="4774" y="4781"/>
                      <a:pt x="5017" y="4099"/>
                      <a:pt x="5071" y="3926"/>
                    </a:cubicBezTo>
                    <a:cubicBezTo>
                      <a:pt x="5464" y="2668"/>
                      <a:pt x="5351" y="2419"/>
                      <a:pt x="5552" y="1629"/>
                    </a:cubicBezTo>
                    <a:cubicBezTo>
                      <a:pt x="5579" y="1527"/>
                      <a:pt x="5734" y="611"/>
                      <a:pt x="5734" y="611"/>
                    </a:cubicBezTo>
                    <a:lnTo>
                      <a:pt x="1402" y="0"/>
                    </a:lnTo>
                    <a:close/>
                  </a:path>
                </a:pathLst>
              </a:custGeom>
              <a:solidFill>
                <a:srgbClr val="9B766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7" name="Google Shape;1404;p34"/>
              <p:cNvSpPr/>
              <p:nvPr/>
            </p:nvSpPr>
            <p:spPr>
              <a:xfrm>
                <a:off x="9198000" y="5452450"/>
                <a:ext cx="1272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509" h="2224" extrusionOk="0">
                    <a:moveTo>
                      <a:pt x="430" y="0"/>
                    </a:moveTo>
                    <a:cubicBezTo>
                      <a:pt x="404" y="0"/>
                      <a:pt x="380" y="14"/>
                      <a:pt x="373" y="48"/>
                    </a:cubicBezTo>
                    <a:cubicBezTo>
                      <a:pt x="226" y="742"/>
                      <a:pt x="40" y="1477"/>
                      <a:pt x="1" y="2187"/>
                    </a:cubicBezTo>
                    <a:cubicBezTo>
                      <a:pt x="0" y="2211"/>
                      <a:pt x="19" y="2224"/>
                      <a:pt x="39" y="2224"/>
                    </a:cubicBezTo>
                    <a:cubicBezTo>
                      <a:pt x="55" y="2224"/>
                      <a:pt x="72" y="2215"/>
                      <a:pt x="78" y="2198"/>
                    </a:cubicBezTo>
                    <a:cubicBezTo>
                      <a:pt x="302" y="1526"/>
                      <a:pt x="359" y="776"/>
                      <a:pt x="499" y="82"/>
                    </a:cubicBezTo>
                    <a:cubicBezTo>
                      <a:pt x="509" y="33"/>
                      <a:pt x="468" y="0"/>
                      <a:pt x="43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8" name="Google Shape;1405;p34"/>
              <p:cNvSpPr/>
              <p:nvPr/>
            </p:nvSpPr>
            <p:spPr>
              <a:xfrm>
                <a:off x="9218375" y="5458025"/>
                <a:ext cx="14950" cy="65650"/>
              </a:xfrm>
              <a:custGeom>
                <a:avLst/>
                <a:gdLst/>
                <a:ahLst/>
                <a:cxnLst/>
                <a:rect l="l" t="t" r="r" b="b"/>
                <a:pathLst>
                  <a:path w="598" h="2626" extrusionOk="0">
                    <a:moveTo>
                      <a:pt x="561" y="0"/>
                    </a:moveTo>
                    <a:cubicBezTo>
                      <a:pt x="523" y="0"/>
                      <a:pt x="405" y="585"/>
                      <a:pt x="262" y="1305"/>
                    </a:cubicBezTo>
                    <a:cubicBezTo>
                      <a:pt x="118" y="2029"/>
                      <a:pt x="0" y="2617"/>
                      <a:pt x="36" y="2625"/>
                    </a:cubicBezTo>
                    <a:cubicBezTo>
                      <a:pt x="36" y="2626"/>
                      <a:pt x="37" y="2626"/>
                      <a:pt x="37" y="2626"/>
                    </a:cubicBezTo>
                    <a:cubicBezTo>
                      <a:pt x="76" y="2626"/>
                      <a:pt x="250" y="2053"/>
                      <a:pt x="393" y="1332"/>
                    </a:cubicBezTo>
                    <a:cubicBezTo>
                      <a:pt x="540" y="605"/>
                      <a:pt x="598" y="5"/>
                      <a:pt x="561" y="0"/>
                    </a:cubicBezTo>
                    <a:cubicBezTo>
                      <a:pt x="561" y="0"/>
                      <a:pt x="561" y="0"/>
                      <a:pt x="56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9" name="Google Shape;1406;p34"/>
              <p:cNvSpPr/>
              <p:nvPr/>
            </p:nvSpPr>
            <p:spPr>
              <a:xfrm>
                <a:off x="9242950" y="5464275"/>
                <a:ext cx="14350" cy="45500"/>
              </a:xfrm>
              <a:custGeom>
                <a:avLst/>
                <a:gdLst/>
                <a:ahLst/>
                <a:cxnLst/>
                <a:rect l="l" t="t" r="r" b="b"/>
                <a:pathLst>
                  <a:path w="574" h="1820" extrusionOk="0">
                    <a:moveTo>
                      <a:pt x="473" y="0"/>
                    </a:moveTo>
                    <a:cubicBezTo>
                      <a:pt x="441" y="0"/>
                      <a:pt x="410" y="19"/>
                      <a:pt x="398" y="62"/>
                    </a:cubicBezTo>
                    <a:cubicBezTo>
                      <a:pt x="247" y="609"/>
                      <a:pt x="69" y="1202"/>
                      <a:pt x="3" y="1765"/>
                    </a:cubicBezTo>
                    <a:cubicBezTo>
                      <a:pt x="0" y="1798"/>
                      <a:pt x="32" y="1820"/>
                      <a:pt x="62" y="1820"/>
                    </a:cubicBezTo>
                    <a:cubicBezTo>
                      <a:pt x="81" y="1820"/>
                      <a:pt x="99" y="1812"/>
                      <a:pt x="108" y="1792"/>
                    </a:cubicBezTo>
                    <a:lnTo>
                      <a:pt x="108" y="1793"/>
                    </a:lnTo>
                    <a:cubicBezTo>
                      <a:pt x="346" y="1285"/>
                      <a:pt x="473" y="659"/>
                      <a:pt x="563" y="108"/>
                    </a:cubicBezTo>
                    <a:cubicBezTo>
                      <a:pt x="574" y="43"/>
                      <a:pt x="522" y="0"/>
                      <a:pt x="47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0" name="Google Shape;1407;p34"/>
              <p:cNvSpPr/>
              <p:nvPr/>
            </p:nvSpPr>
            <p:spPr>
              <a:xfrm>
                <a:off x="8827225" y="5210250"/>
                <a:ext cx="410975" cy="1028250"/>
              </a:xfrm>
              <a:custGeom>
                <a:avLst/>
                <a:gdLst/>
                <a:ahLst/>
                <a:cxnLst/>
                <a:rect l="l" t="t" r="r" b="b"/>
                <a:pathLst>
                  <a:path w="16439" h="41130" extrusionOk="0">
                    <a:moveTo>
                      <a:pt x="1" y="1"/>
                    </a:moveTo>
                    <a:lnTo>
                      <a:pt x="2164" y="41130"/>
                    </a:lnTo>
                    <a:lnTo>
                      <a:pt x="16438" y="41130"/>
                    </a:lnTo>
                    <a:lnTo>
                      <a:pt x="13997" y="1"/>
                    </a:lnTo>
                    <a:close/>
                  </a:path>
                </a:pathLst>
              </a:custGeom>
              <a:solidFill>
                <a:srgbClr val="CBB7A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1" name="Google Shape;1408;p34"/>
              <p:cNvSpPr/>
              <p:nvPr/>
            </p:nvSpPr>
            <p:spPr>
              <a:xfrm>
                <a:off x="9007350" y="5368000"/>
                <a:ext cx="58350" cy="864050"/>
              </a:xfrm>
              <a:custGeom>
                <a:avLst/>
                <a:gdLst/>
                <a:ahLst/>
                <a:cxnLst/>
                <a:rect l="l" t="t" r="r" b="b"/>
                <a:pathLst>
                  <a:path w="2334" h="34562" extrusionOk="0">
                    <a:moveTo>
                      <a:pt x="37" y="1"/>
                    </a:moveTo>
                    <a:cubicBezTo>
                      <a:pt x="37" y="1"/>
                      <a:pt x="37" y="1"/>
                      <a:pt x="37" y="1"/>
                    </a:cubicBezTo>
                    <a:cubicBezTo>
                      <a:pt x="0" y="3"/>
                      <a:pt x="475" y="7740"/>
                      <a:pt x="1101" y="17286"/>
                    </a:cubicBezTo>
                    <a:cubicBezTo>
                      <a:pt x="1724" y="26827"/>
                      <a:pt x="2260" y="34561"/>
                      <a:pt x="2297" y="34561"/>
                    </a:cubicBezTo>
                    <a:cubicBezTo>
                      <a:pt x="2297" y="34561"/>
                      <a:pt x="2297" y="34561"/>
                      <a:pt x="2297" y="34561"/>
                    </a:cubicBezTo>
                    <a:cubicBezTo>
                      <a:pt x="2333" y="34559"/>
                      <a:pt x="1858" y="26819"/>
                      <a:pt x="1234" y="17278"/>
                    </a:cubicBezTo>
                    <a:cubicBezTo>
                      <a:pt x="610" y="7734"/>
                      <a:pt x="75" y="1"/>
                      <a:pt x="37" y="1"/>
                    </a:cubicBezTo>
                    <a:close/>
                  </a:path>
                </a:pathLst>
              </a:custGeom>
              <a:solidFill>
                <a:srgbClr val="1D223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2" name="Google Shape;1409;p34"/>
              <p:cNvSpPr/>
              <p:nvPr/>
            </p:nvSpPr>
            <p:spPr>
              <a:xfrm>
                <a:off x="8991850" y="5236125"/>
                <a:ext cx="22275" cy="95650"/>
              </a:xfrm>
              <a:custGeom>
                <a:avLst/>
                <a:gdLst/>
                <a:ahLst/>
                <a:cxnLst/>
                <a:rect l="l" t="t" r="r" b="b"/>
                <a:pathLst>
                  <a:path w="891" h="3826" extrusionOk="0">
                    <a:moveTo>
                      <a:pt x="26" y="1"/>
                    </a:moveTo>
                    <a:cubicBezTo>
                      <a:pt x="7" y="2"/>
                      <a:pt x="0" y="239"/>
                      <a:pt x="5" y="622"/>
                    </a:cubicBezTo>
                    <a:cubicBezTo>
                      <a:pt x="9" y="1007"/>
                      <a:pt x="24" y="1535"/>
                      <a:pt x="49" y="2121"/>
                    </a:cubicBezTo>
                    <a:cubicBezTo>
                      <a:pt x="61" y="2414"/>
                      <a:pt x="73" y="2690"/>
                      <a:pt x="90" y="2946"/>
                    </a:cubicBezTo>
                    <a:cubicBezTo>
                      <a:pt x="108" y="3201"/>
                      <a:pt x="168" y="3447"/>
                      <a:pt x="305" y="3607"/>
                    </a:cubicBezTo>
                    <a:cubicBezTo>
                      <a:pt x="438" y="3764"/>
                      <a:pt x="608" y="3825"/>
                      <a:pt x="721" y="3825"/>
                    </a:cubicBezTo>
                    <a:cubicBezTo>
                      <a:pt x="723" y="3825"/>
                      <a:pt x="724" y="3825"/>
                      <a:pt x="726" y="3825"/>
                    </a:cubicBezTo>
                    <a:cubicBezTo>
                      <a:pt x="838" y="3825"/>
                      <a:pt x="891" y="3785"/>
                      <a:pt x="888" y="3780"/>
                    </a:cubicBezTo>
                    <a:cubicBezTo>
                      <a:pt x="887" y="3777"/>
                      <a:pt x="883" y="3776"/>
                      <a:pt x="877" y="3776"/>
                    </a:cubicBezTo>
                    <a:cubicBezTo>
                      <a:pt x="864" y="3776"/>
                      <a:pt x="840" y="3780"/>
                      <a:pt x="807" y="3780"/>
                    </a:cubicBezTo>
                    <a:cubicBezTo>
                      <a:pt x="784" y="3780"/>
                      <a:pt x="757" y="3778"/>
                      <a:pt x="726" y="3773"/>
                    </a:cubicBezTo>
                    <a:cubicBezTo>
                      <a:pt x="628" y="3758"/>
                      <a:pt x="486" y="3692"/>
                      <a:pt x="379" y="3548"/>
                    </a:cubicBezTo>
                    <a:cubicBezTo>
                      <a:pt x="155" y="3254"/>
                      <a:pt x="226" y="2693"/>
                      <a:pt x="183" y="2115"/>
                    </a:cubicBezTo>
                    <a:cubicBezTo>
                      <a:pt x="158" y="1530"/>
                      <a:pt x="128" y="1001"/>
                      <a:pt x="99" y="619"/>
                    </a:cubicBezTo>
                    <a:cubicBezTo>
                      <a:pt x="71" y="236"/>
                      <a:pt x="44" y="1"/>
                      <a:pt x="26" y="1"/>
                    </a:cubicBezTo>
                    <a:close/>
                  </a:path>
                </a:pathLst>
              </a:custGeom>
              <a:solidFill>
                <a:srgbClr val="1D223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3" name="Google Shape;1410;p34"/>
              <p:cNvSpPr/>
              <p:nvPr/>
            </p:nvSpPr>
            <p:spPr>
              <a:xfrm>
                <a:off x="9004600" y="5241425"/>
                <a:ext cx="12700" cy="11550"/>
              </a:xfrm>
              <a:custGeom>
                <a:avLst/>
                <a:gdLst/>
                <a:ahLst/>
                <a:cxnLst/>
                <a:rect l="l" t="t" r="r" b="b"/>
                <a:pathLst>
                  <a:path w="508" h="462" extrusionOk="0">
                    <a:moveTo>
                      <a:pt x="289" y="1"/>
                    </a:moveTo>
                    <a:cubicBezTo>
                      <a:pt x="249" y="1"/>
                      <a:pt x="225" y="17"/>
                      <a:pt x="230" y="25"/>
                    </a:cubicBezTo>
                    <a:cubicBezTo>
                      <a:pt x="232" y="45"/>
                      <a:pt x="299" y="47"/>
                      <a:pt x="348" y="117"/>
                    </a:cubicBezTo>
                    <a:cubicBezTo>
                      <a:pt x="402" y="188"/>
                      <a:pt x="393" y="311"/>
                      <a:pt x="268" y="326"/>
                    </a:cubicBezTo>
                    <a:cubicBezTo>
                      <a:pt x="259" y="327"/>
                      <a:pt x="251" y="328"/>
                      <a:pt x="243" y="328"/>
                    </a:cubicBezTo>
                    <a:cubicBezTo>
                      <a:pt x="138" y="328"/>
                      <a:pt x="105" y="223"/>
                      <a:pt x="137" y="146"/>
                    </a:cubicBezTo>
                    <a:cubicBezTo>
                      <a:pt x="166" y="65"/>
                      <a:pt x="229" y="45"/>
                      <a:pt x="226" y="25"/>
                    </a:cubicBezTo>
                    <a:cubicBezTo>
                      <a:pt x="228" y="19"/>
                      <a:pt x="215" y="12"/>
                      <a:pt x="194" y="12"/>
                    </a:cubicBezTo>
                    <a:cubicBezTo>
                      <a:pt x="160" y="12"/>
                      <a:pt x="102" y="31"/>
                      <a:pt x="53" y="102"/>
                    </a:cubicBezTo>
                    <a:cubicBezTo>
                      <a:pt x="9" y="169"/>
                      <a:pt x="0" y="254"/>
                      <a:pt x="31" y="328"/>
                    </a:cubicBezTo>
                    <a:cubicBezTo>
                      <a:pt x="64" y="411"/>
                      <a:pt x="158" y="461"/>
                      <a:pt x="249" y="461"/>
                    </a:cubicBezTo>
                    <a:cubicBezTo>
                      <a:pt x="261" y="461"/>
                      <a:pt x="274" y="460"/>
                      <a:pt x="287" y="458"/>
                    </a:cubicBezTo>
                    <a:cubicBezTo>
                      <a:pt x="388" y="447"/>
                      <a:pt x="485" y="367"/>
                      <a:pt x="498" y="266"/>
                    </a:cubicBezTo>
                    <a:cubicBezTo>
                      <a:pt x="508" y="186"/>
                      <a:pt x="478" y="106"/>
                      <a:pt x="417" y="53"/>
                    </a:cubicBezTo>
                    <a:cubicBezTo>
                      <a:pt x="369" y="13"/>
                      <a:pt x="323" y="1"/>
                      <a:pt x="289" y="1"/>
                    </a:cubicBezTo>
                    <a:close/>
                  </a:path>
                </a:pathLst>
              </a:custGeom>
              <a:solidFill>
                <a:srgbClr val="1D223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4" name="Google Shape;1411;p34"/>
              <p:cNvSpPr/>
              <p:nvPr/>
            </p:nvSpPr>
            <p:spPr>
              <a:xfrm>
                <a:off x="8945275" y="4566325"/>
                <a:ext cx="129800" cy="233250"/>
              </a:xfrm>
              <a:custGeom>
                <a:avLst/>
                <a:gdLst/>
                <a:ahLst/>
                <a:cxnLst/>
                <a:rect l="l" t="t" r="r" b="b"/>
                <a:pathLst>
                  <a:path w="5192" h="9330" extrusionOk="0">
                    <a:moveTo>
                      <a:pt x="5192" y="0"/>
                    </a:moveTo>
                    <a:lnTo>
                      <a:pt x="1" y="3445"/>
                    </a:lnTo>
                    <a:lnTo>
                      <a:pt x="1" y="6735"/>
                    </a:lnTo>
                    <a:cubicBezTo>
                      <a:pt x="1" y="8135"/>
                      <a:pt x="1113" y="9284"/>
                      <a:pt x="2513" y="9328"/>
                    </a:cubicBezTo>
                    <a:cubicBezTo>
                      <a:pt x="2542" y="9329"/>
                      <a:pt x="2571" y="9329"/>
                      <a:pt x="2599" y="9329"/>
                    </a:cubicBezTo>
                    <a:cubicBezTo>
                      <a:pt x="4025" y="9329"/>
                      <a:pt x="5192" y="8172"/>
                      <a:pt x="5192" y="6735"/>
                    </a:cubicBezTo>
                    <a:lnTo>
                      <a:pt x="5192" y="0"/>
                    </a:lnTo>
                    <a:close/>
                  </a:path>
                </a:pathLst>
              </a:custGeom>
              <a:solidFill>
                <a:srgbClr val="9B766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5" name="Google Shape;1412;p34"/>
              <p:cNvSpPr/>
              <p:nvPr/>
            </p:nvSpPr>
            <p:spPr>
              <a:xfrm>
                <a:off x="8945275" y="4594600"/>
                <a:ext cx="117250" cy="113725"/>
              </a:xfrm>
              <a:custGeom>
                <a:avLst/>
                <a:gdLst/>
                <a:ahLst/>
                <a:cxnLst/>
                <a:rect l="l" t="t" r="r" b="b"/>
                <a:pathLst>
                  <a:path w="4690" h="4549" extrusionOk="0">
                    <a:moveTo>
                      <a:pt x="4690" y="0"/>
                    </a:moveTo>
                    <a:lnTo>
                      <a:pt x="1" y="2563"/>
                    </a:lnTo>
                    <a:lnTo>
                      <a:pt x="1" y="4436"/>
                    </a:lnTo>
                    <a:cubicBezTo>
                      <a:pt x="1" y="4436"/>
                      <a:pt x="415" y="4549"/>
                      <a:pt x="998" y="4549"/>
                    </a:cubicBezTo>
                    <a:cubicBezTo>
                      <a:pt x="2338" y="4549"/>
                      <a:pt x="4567" y="3950"/>
                      <a:pt x="4690" y="0"/>
                    </a:cubicBezTo>
                    <a:close/>
                  </a:path>
                </a:pathLst>
              </a:custGeom>
              <a:solidFill>
                <a:srgbClr val="73574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6" name="Google Shape;1413;p34"/>
              <p:cNvSpPr/>
              <p:nvPr/>
            </p:nvSpPr>
            <p:spPr>
              <a:xfrm>
                <a:off x="9065625" y="4518900"/>
                <a:ext cx="43975" cy="54975"/>
              </a:xfrm>
              <a:custGeom>
                <a:avLst/>
                <a:gdLst/>
                <a:ahLst/>
                <a:cxnLst/>
                <a:rect l="l" t="t" r="r" b="b"/>
                <a:pathLst>
                  <a:path w="1759" h="2199" extrusionOk="0">
                    <a:moveTo>
                      <a:pt x="892" y="0"/>
                    </a:moveTo>
                    <a:cubicBezTo>
                      <a:pt x="846" y="0"/>
                      <a:pt x="800" y="3"/>
                      <a:pt x="754" y="10"/>
                    </a:cubicBezTo>
                    <a:cubicBezTo>
                      <a:pt x="554" y="36"/>
                      <a:pt x="364" y="113"/>
                      <a:pt x="177" y="188"/>
                    </a:cubicBezTo>
                    <a:lnTo>
                      <a:pt x="0" y="2081"/>
                    </a:lnTo>
                    <a:cubicBezTo>
                      <a:pt x="152" y="2161"/>
                      <a:pt x="322" y="2199"/>
                      <a:pt x="493" y="2199"/>
                    </a:cubicBezTo>
                    <a:cubicBezTo>
                      <a:pt x="786" y="2199"/>
                      <a:pt x="1083" y="2087"/>
                      <a:pt x="1296" y="1883"/>
                    </a:cubicBezTo>
                    <a:cubicBezTo>
                      <a:pt x="1635" y="1562"/>
                      <a:pt x="1758" y="1042"/>
                      <a:pt x="1629" y="594"/>
                    </a:cubicBezTo>
                    <a:cubicBezTo>
                      <a:pt x="1578" y="414"/>
                      <a:pt x="1486" y="238"/>
                      <a:pt x="1333" y="129"/>
                    </a:cubicBezTo>
                    <a:cubicBezTo>
                      <a:pt x="1207" y="38"/>
                      <a:pt x="1049" y="0"/>
                      <a:pt x="892" y="0"/>
                    </a:cubicBezTo>
                    <a:close/>
                  </a:path>
                </a:pathLst>
              </a:custGeom>
              <a:solidFill>
                <a:srgbClr val="9B766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7" name="Google Shape;1414;p34"/>
              <p:cNvSpPr/>
              <p:nvPr/>
            </p:nvSpPr>
            <p:spPr>
              <a:xfrm>
                <a:off x="9077525" y="4526475"/>
                <a:ext cx="22850" cy="35550"/>
              </a:xfrm>
              <a:custGeom>
                <a:avLst/>
                <a:gdLst/>
                <a:ahLst/>
                <a:cxnLst/>
                <a:rect l="l" t="t" r="r" b="b"/>
                <a:pathLst>
                  <a:path w="914" h="1422" extrusionOk="0">
                    <a:moveTo>
                      <a:pt x="518" y="1"/>
                    </a:moveTo>
                    <a:cubicBezTo>
                      <a:pt x="509" y="1"/>
                      <a:pt x="500" y="4"/>
                      <a:pt x="491" y="12"/>
                    </a:cubicBezTo>
                    <a:lnTo>
                      <a:pt x="492" y="12"/>
                    </a:lnTo>
                    <a:cubicBezTo>
                      <a:pt x="327" y="174"/>
                      <a:pt x="194" y="345"/>
                      <a:pt x="68" y="534"/>
                    </a:cubicBezTo>
                    <a:lnTo>
                      <a:pt x="68" y="534"/>
                    </a:lnTo>
                    <a:cubicBezTo>
                      <a:pt x="50" y="555"/>
                      <a:pt x="35" y="579"/>
                      <a:pt x="21" y="606"/>
                    </a:cubicBezTo>
                    <a:cubicBezTo>
                      <a:pt x="1" y="638"/>
                      <a:pt x="30" y="672"/>
                      <a:pt x="59" y="672"/>
                    </a:cubicBezTo>
                    <a:cubicBezTo>
                      <a:pt x="70" y="672"/>
                      <a:pt x="80" y="668"/>
                      <a:pt x="88" y="658"/>
                    </a:cubicBezTo>
                    <a:cubicBezTo>
                      <a:pt x="160" y="583"/>
                      <a:pt x="246" y="549"/>
                      <a:pt x="328" y="549"/>
                    </a:cubicBezTo>
                    <a:cubicBezTo>
                      <a:pt x="510" y="549"/>
                      <a:pt x="671" y="713"/>
                      <a:pt x="610" y="945"/>
                    </a:cubicBezTo>
                    <a:cubicBezTo>
                      <a:pt x="550" y="1170"/>
                      <a:pt x="361" y="1225"/>
                      <a:pt x="167" y="1304"/>
                    </a:cubicBezTo>
                    <a:cubicBezTo>
                      <a:pt x="120" y="1321"/>
                      <a:pt x="109" y="1393"/>
                      <a:pt x="167" y="1408"/>
                    </a:cubicBezTo>
                    <a:cubicBezTo>
                      <a:pt x="204" y="1417"/>
                      <a:pt x="241" y="1421"/>
                      <a:pt x="277" y="1421"/>
                    </a:cubicBezTo>
                    <a:cubicBezTo>
                      <a:pt x="622" y="1421"/>
                      <a:pt x="913" y="1033"/>
                      <a:pt x="783" y="694"/>
                    </a:cubicBezTo>
                    <a:cubicBezTo>
                      <a:pt x="713" y="509"/>
                      <a:pt x="533" y="398"/>
                      <a:pt x="359" y="398"/>
                    </a:cubicBezTo>
                    <a:cubicBezTo>
                      <a:pt x="322" y="398"/>
                      <a:pt x="285" y="403"/>
                      <a:pt x="250" y="414"/>
                    </a:cubicBezTo>
                    <a:lnTo>
                      <a:pt x="250" y="414"/>
                    </a:lnTo>
                    <a:cubicBezTo>
                      <a:pt x="340" y="291"/>
                      <a:pt x="441" y="176"/>
                      <a:pt x="547" y="67"/>
                    </a:cubicBezTo>
                    <a:cubicBezTo>
                      <a:pt x="574" y="40"/>
                      <a:pt x="548" y="1"/>
                      <a:pt x="518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8" name="Google Shape;1415;p34"/>
              <p:cNvSpPr/>
              <p:nvPr/>
            </p:nvSpPr>
            <p:spPr>
              <a:xfrm>
                <a:off x="8882650" y="4417600"/>
                <a:ext cx="213075" cy="247700"/>
              </a:xfrm>
              <a:custGeom>
                <a:avLst/>
                <a:gdLst/>
                <a:ahLst/>
                <a:cxnLst/>
                <a:rect l="l" t="t" r="r" b="b"/>
                <a:pathLst>
                  <a:path w="8523" h="9908" extrusionOk="0">
                    <a:moveTo>
                      <a:pt x="4707" y="0"/>
                    </a:moveTo>
                    <a:cubicBezTo>
                      <a:pt x="3865" y="0"/>
                      <a:pt x="1500" y="336"/>
                      <a:pt x="841" y="4009"/>
                    </a:cubicBezTo>
                    <a:cubicBezTo>
                      <a:pt x="1" y="8688"/>
                      <a:pt x="1450" y="9896"/>
                      <a:pt x="3329" y="9908"/>
                    </a:cubicBezTo>
                    <a:cubicBezTo>
                      <a:pt x="3342" y="9908"/>
                      <a:pt x="3354" y="9908"/>
                      <a:pt x="3367" y="9908"/>
                    </a:cubicBezTo>
                    <a:cubicBezTo>
                      <a:pt x="5572" y="9908"/>
                      <a:pt x="6895" y="8848"/>
                      <a:pt x="7332" y="6483"/>
                    </a:cubicBezTo>
                    <a:cubicBezTo>
                      <a:pt x="7990" y="2925"/>
                      <a:pt x="8523" y="233"/>
                      <a:pt x="5007" y="17"/>
                    </a:cubicBezTo>
                    <a:cubicBezTo>
                      <a:pt x="5007" y="17"/>
                      <a:pt x="4895" y="0"/>
                      <a:pt x="4707" y="0"/>
                    </a:cubicBezTo>
                    <a:close/>
                  </a:path>
                </a:pathLst>
              </a:custGeom>
              <a:solidFill>
                <a:srgbClr val="9B766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9" name="Google Shape;1416;p34"/>
              <p:cNvSpPr/>
              <p:nvPr/>
            </p:nvSpPr>
            <p:spPr>
              <a:xfrm>
                <a:off x="8962075" y="4491575"/>
                <a:ext cx="19125" cy="86000"/>
              </a:xfrm>
              <a:custGeom>
                <a:avLst/>
                <a:gdLst/>
                <a:ahLst/>
                <a:cxnLst/>
                <a:rect l="l" t="t" r="r" b="b"/>
                <a:pathLst>
                  <a:path w="765" h="3440" extrusionOk="0">
                    <a:moveTo>
                      <a:pt x="249" y="0"/>
                    </a:moveTo>
                    <a:cubicBezTo>
                      <a:pt x="230" y="0"/>
                      <a:pt x="210" y="13"/>
                      <a:pt x="207" y="38"/>
                    </a:cubicBezTo>
                    <a:cubicBezTo>
                      <a:pt x="110" y="954"/>
                      <a:pt x="1" y="1992"/>
                      <a:pt x="99" y="2911"/>
                    </a:cubicBezTo>
                    <a:cubicBezTo>
                      <a:pt x="129" y="3203"/>
                      <a:pt x="254" y="3439"/>
                      <a:pt x="524" y="3439"/>
                    </a:cubicBezTo>
                    <a:cubicBezTo>
                      <a:pt x="568" y="3439"/>
                      <a:pt x="617" y="3433"/>
                      <a:pt x="669" y="3419"/>
                    </a:cubicBezTo>
                    <a:cubicBezTo>
                      <a:pt x="764" y="3394"/>
                      <a:pt x="732" y="3262"/>
                      <a:pt x="644" y="3262"/>
                    </a:cubicBezTo>
                    <a:cubicBezTo>
                      <a:pt x="639" y="3262"/>
                      <a:pt x="632" y="3262"/>
                      <a:pt x="626" y="3264"/>
                    </a:cubicBezTo>
                    <a:cubicBezTo>
                      <a:pt x="605" y="3268"/>
                      <a:pt x="585" y="3270"/>
                      <a:pt x="566" y="3270"/>
                    </a:cubicBezTo>
                    <a:cubicBezTo>
                      <a:pt x="72" y="3270"/>
                      <a:pt x="255" y="1889"/>
                      <a:pt x="260" y="1641"/>
                    </a:cubicBezTo>
                    <a:cubicBezTo>
                      <a:pt x="272" y="1107"/>
                      <a:pt x="293" y="573"/>
                      <a:pt x="285" y="38"/>
                    </a:cubicBezTo>
                    <a:cubicBezTo>
                      <a:pt x="285" y="12"/>
                      <a:pt x="267" y="0"/>
                      <a:pt x="249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0" name="Google Shape;1417;p34"/>
              <p:cNvSpPr/>
              <p:nvPr/>
            </p:nvSpPr>
            <p:spPr>
              <a:xfrm>
                <a:off x="8987375" y="4525900"/>
                <a:ext cx="17600" cy="15075"/>
              </a:xfrm>
              <a:custGeom>
                <a:avLst/>
                <a:gdLst/>
                <a:ahLst/>
                <a:cxnLst/>
                <a:rect l="l" t="t" r="r" b="b"/>
                <a:pathLst>
                  <a:path w="704" h="603" extrusionOk="0">
                    <a:moveTo>
                      <a:pt x="403" y="1"/>
                    </a:moveTo>
                    <a:cubicBezTo>
                      <a:pt x="135" y="1"/>
                      <a:pt x="1" y="324"/>
                      <a:pt x="190" y="514"/>
                    </a:cubicBezTo>
                    <a:cubicBezTo>
                      <a:pt x="252" y="575"/>
                      <a:pt x="327" y="602"/>
                      <a:pt x="401" y="602"/>
                    </a:cubicBezTo>
                    <a:cubicBezTo>
                      <a:pt x="555" y="602"/>
                      <a:pt x="704" y="483"/>
                      <a:pt x="704" y="301"/>
                    </a:cubicBezTo>
                    <a:cubicBezTo>
                      <a:pt x="704" y="135"/>
                      <a:pt x="569" y="1"/>
                      <a:pt x="403" y="1"/>
                    </a:cubicBezTo>
                    <a:close/>
                  </a:path>
                </a:pathLst>
              </a:custGeom>
              <a:solidFill>
                <a:srgbClr val="1B1F2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1" name="Google Shape;1418;p34"/>
              <p:cNvSpPr/>
              <p:nvPr/>
            </p:nvSpPr>
            <p:spPr>
              <a:xfrm>
                <a:off x="8932925" y="4525900"/>
                <a:ext cx="15050" cy="15025"/>
              </a:xfrm>
              <a:custGeom>
                <a:avLst/>
                <a:gdLst/>
                <a:ahLst/>
                <a:cxnLst/>
                <a:rect l="l" t="t" r="r" b="b"/>
                <a:pathLst>
                  <a:path w="602" h="601" extrusionOk="0">
                    <a:moveTo>
                      <a:pt x="301" y="1"/>
                    </a:moveTo>
                    <a:cubicBezTo>
                      <a:pt x="135" y="1"/>
                      <a:pt x="1" y="135"/>
                      <a:pt x="1" y="300"/>
                    </a:cubicBezTo>
                    <a:cubicBezTo>
                      <a:pt x="1" y="466"/>
                      <a:pt x="135" y="600"/>
                      <a:pt x="301" y="600"/>
                    </a:cubicBezTo>
                    <a:cubicBezTo>
                      <a:pt x="467" y="600"/>
                      <a:pt x="602" y="466"/>
                      <a:pt x="602" y="300"/>
                    </a:cubicBezTo>
                    <a:cubicBezTo>
                      <a:pt x="602" y="135"/>
                      <a:pt x="467" y="1"/>
                      <a:pt x="301" y="1"/>
                    </a:cubicBezTo>
                    <a:close/>
                  </a:path>
                </a:pathLst>
              </a:custGeom>
              <a:solidFill>
                <a:srgbClr val="1B1F2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2" name="Google Shape;1419;p34"/>
              <p:cNvSpPr/>
              <p:nvPr/>
            </p:nvSpPr>
            <p:spPr>
              <a:xfrm>
                <a:off x="8924600" y="4497875"/>
                <a:ext cx="32375" cy="9500"/>
              </a:xfrm>
              <a:custGeom>
                <a:avLst/>
                <a:gdLst/>
                <a:ahLst/>
                <a:cxnLst/>
                <a:rect l="l" t="t" r="r" b="b"/>
                <a:pathLst>
                  <a:path w="1295" h="380" extrusionOk="0">
                    <a:moveTo>
                      <a:pt x="711" y="0"/>
                    </a:moveTo>
                    <a:cubicBezTo>
                      <a:pt x="437" y="0"/>
                      <a:pt x="156" y="98"/>
                      <a:pt x="21" y="301"/>
                    </a:cubicBezTo>
                    <a:cubicBezTo>
                      <a:pt x="0" y="332"/>
                      <a:pt x="28" y="379"/>
                      <a:pt x="64" y="379"/>
                    </a:cubicBezTo>
                    <a:cubicBezTo>
                      <a:pt x="69" y="379"/>
                      <a:pt x="74" y="378"/>
                      <a:pt x="79" y="376"/>
                    </a:cubicBezTo>
                    <a:cubicBezTo>
                      <a:pt x="255" y="307"/>
                      <a:pt x="402" y="206"/>
                      <a:pt x="596" y="182"/>
                    </a:cubicBezTo>
                    <a:cubicBezTo>
                      <a:pt x="631" y="178"/>
                      <a:pt x="665" y="176"/>
                      <a:pt x="698" y="176"/>
                    </a:cubicBezTo>
                    <a:cubicBezTo>
                      <a:pt x="869" y="176"/>
                      <a:pt x="1016" y="229"/>
                      <a:pt x="1183" y="286"/>
                    </a:cubicBezTo>
                    <a:cubicBezTo>
                      <a:pt x="1192" y="289"/>
                      <a:pt x="1201" y="291"/>
                      <a:pt x="1209" y="291"/>
                    </a:cubicBezTo>
                    <a:cubicBezTo>
                      <a:pt x="1275" y="291"/>
                      <a:pt x="1295" y="192"/>
                      <a:pt x="1240" y="151"/>
                    </a:cubicBezTo>
                    <a:cubicBezTo>
                      <a:pt x="1106" y="52"/>
                      <a:pt x="910" y="0"/>
                      <a:pt x="711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3" name="Google Shape;1420;p34"/>
              <p:cNvSpPr/>
              <p:nvPr/>
            </p:nvSpPr>
            <p:spPr>
              <a:xfrm>
                <a:off x="8988900" y="4495550"/>
                <a:ext cx="32400" cy="9500"/>
              </a:xfrm>
              <a:custGeom>
                <a:avLst/>
                <a:gdLst/>
                <a:ahLst/>
                <a:cxnLst/>
                <a:rect l="l" t="t" r="r" b="b"/>
                <a:pathLst>
                  <a:path w="1296" h="380" extrusionOk="0">
                    <a:moveTo>
                      <a:pt x="711" y="0"/>
                    </a:moveTo>
                    <a:cubicBezTo>
                      <a:pt x="437" y="0"/>
                      <a:pt x="156" y="98"/>
                      <a:pt x="22" y="301"/>
                    </a:cubicBezTo>
                    <a:cubicBezTo>
                      <a:pt x="0" y="332"/>
                      <a:pt x="29" y="379"/>
                      <a:pt x="64" y="379"/>
                    </a:cubicBezTo>
                    <a:cubicBezTo>
                      <a:pt x="69" y="379"/>
                      <a:pt x="74" y="378"/>
                      <a:pt x="80" y="376"/>
                    </a:cubicBezTo>
                    <a:cubicBezTo>
                      <a:pt x="256" y="307"/>
                      <a:pt x="403" y="206"/>
                      <a:pt x="597" y="182"/>
                    </a:cubicBezTo>
                    <a:cubicBezTo>
                      <a:pt x="632" y="177"/>
                      <a:pt x="666" y="175"/>
                      <a:pt x="699" y="175"/>
                    </a:cubicBezTo>
                    <a:cubicBezTo>
                      <a:pt x="870" y="175"/>
                      <a:pt x="1017" y="228"/>
                      <a:pt x="1183" y="285"/>
                    </a:cubicBezTo>
                    <a:cubicBezTo>
                      <a:pt x="1193" y="288"/>
                      <a:pt x="1202" y="290"/>
                      <a:pt x="1210" y="290"/>
                    </a:cubicBezTo>
                    <a:cubicBezTo>
                      <a:pt x="1275" y="290"/>
                      <a:pt x="1295" y="191"/>
                      <a:pt x="1240" y="151"/>
                    </a:cubicBezTo>
                    <a:cubicBezTo>
                      <a:pt x="1106" y="51"/>
                      <a:pt x="910" y="0"/>
                      <a:pt x="711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4" name="Google Shape;1421;p34"/>
              <p:cNvSpPr/>
              <p:nvPr/>
            </p:nvSpPr>
            <p:spPr>
              <a:xfrm>
                <a:off x="8964525" y="4582200"/>
                <a:ext cx="27800" cy="14200"/>
              </a:xfrm>
              <a:custGeom>
                <a:avLst/>
                <a:gdLst/>
                <a:ahLst/>
                <a:cxnLst/>
                <a:rect l="l" t="t" r="r" b="b"/>
                <a:pathLst>
                  <a:path w="1112" h="568" extrusionOk="0">
                    <a:moveTo>
                      <a:pt x="1044" y="0"/>
                    </a:moveTo>
                    <a:cubicBezTo>
                      <a:pt x="1026" y="0"/>
                      <a:pt x="1007" y="9"/>
                      <a:pt x="995" y="28"/>
                    </a:cubicBezTo>
                    <a:cubicBezTo>
                      <a:pt x="893" y="194"/>
                      <a:pt x="835" y="351"/>
                      <a:pt x="624" y="405"/>
                    </a:cubicBezTo>
                    <a:cubicBezTo>
                      <a:pt x="585" y="415"/>
                      <a:pt x="547" y="420"/>
                      <a:pt x="512" y="420"/>
                    </a:cubicBezTo>
                    <a:cubicBezTo>
                      <a:pt x="348" y="420"/>
                      <a:pt x="218" y="323"/>
                      <a:pt x="77" y="230"/>
                    </a:cubicBezTo>
                    <a:cubicBezTo>
                      <a:pt x="69" y="224"/>
                      <a:pt x="60" y="221"/>
                      <a:pt x="53" y="221"/>
                    </a:cubicBezTo>
                    <a:cubicBezTo>
                      <a:pt x="22" y="221"/>
                      <a:pt x="0" y="263"/>
                      <a:pt x="13" y="294"/>
                    </a:cubicBezTo>
                    <a:cubicBezTo>
                      <a:pt x="93" y="484"/>
                      <a:pt x="283" y="568"/>
                      <a:pt x="482" y="568"/>
                    </a:cubicBezTo>
                    <a:cubicBezTo>
                      <a:pt x="786" y="568"/>
                      <a:pt x="1112" y="372"/>
                      <a:pt x="1106" y="58"/>
                    </a:cubicBezTo>
                    <a:cubicBezTo>
                      <a:pt x="1104" y="22"/>
                      <a:pt x="1074" y="0"/>
                      <a:pt x="1044" y="0"/>
                    </a:cubicBezTo>
                    <a:close/>
                  </a:path>
                </a:pathLst>
              </a:custGeom>
              <a:solidFill>
                <a:srgbClr val="B1666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5" name="Google Shape;1424;p34"/>
              <p:cNvSpPr/>
              <p:nvPr/>
            </p:nvSpPr>
            <p:spPr>
              <a:xfrm>
                <a:off x="8815400" y="4723525"/>
                <a:ext cx="355075" cy="515850"/>
              </a:xfrm>
              <a:custGeom>
                <a:avLst/>
                <a:gdLst/>
                <a:ahLst/>
                <a:cxnLst/>
                <a:rect l="l" t="t" r="r" b="b"/>
                <a:pathLst>
                  <a:path w="14203" h="20634" extrusionOk="0">
                    <a:moveTo>
                      <a:pt x="5257" y="1"/>
                    </a:moveTo>
                    <a:cubicBezTo>
                      <a:pt x="4571" y="1"/>
                      <a:pt x="3997" y="15"/>
                      <a:pt x="3821" y="59"/>
                    </a:cubicBezTo>
                    <a:cubicBezTo>
                      <a:pt x="3429" y="157"/>
                      <a:pt x="1249" y="2734"/>
                      <a:pt x="324" y="6296"/>
                    </a:cubicBezTo>
                    <a:cubicBezTo>
                      <a:pt x="1" y="7538"/>
                      <a:pt x="90" y="8934"/>
                      <a:pt x="90" y="10357"/>
                    </a:cubicBezTo>
                    <a:cubicBezTo>
                      <a:pt x="90" y="16096"/>
                      <a:pt x="492" y="20245"/>
                      <a:pt x="492" y="20245"/>
                    </a:cubicBezTo>
                    <a:lnTo>
                      <a:pt x="14203" y="20633"/>
                    </a:lnTo>
                    <a:lnTo>
                      <a:pt x="12700" y="549"/>
                    </a:lnTo>
                    <a:cubicBezTo>
                      <a:pt x="12700" y="549"/>
                      <a:pt x="10965" y="115"/>
                      <a:pt x="8452" y="59"/>
                    </a:cubicBezTo>
                    <a:cubicBezTo>
                      <a:pt x="8452" y="59"/>
                      <a:pt x="6629" y="1"/>
                      <a:pt x="5257" y="1"/>
                    </a:cubicBezTo>
                    <a:close/>
                  </a:path>
                </a:pathLst>
              </a:cu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6" name="Google Shape;1425;p34"/>
              <p:cNvSpPr/>
              <p:nvPr/>
            </p:nvSpPr>
            <p:spPr>
              <a:xfrm>
                <a:off x="9127475" y="4735350"/>
                <a:ext cx="171050" cy="301125"/>
              </a:xfrm>
              <a:custGeom>
                <a:avLst/>
                <a:gdLst/>
                <a:ahLst/>
                <a:cxnLst/>
                <a:rect l="l" t="t" r="r" b="b"/>
                <a:pathLst>
                  <a:path w="6842" h="12045" extrusionOk="0">
                    <a:moveTo>
                      <a:pt x="0" y="1"/>
                    </a:moveTo>
                    <a:lnTo>
                      <a:pt x="657" y="12044"/>
                    </a:lnTo>
                    <a:cubicBezTo>
                      <a:pt x="6064" y="12044"/>
                      <a:pt x="6841" y="11858"/>
                      <a:pt x="6841" y="11858"/>
                    </a:cubicBezTo>
                    <a:cubicBezTo>
                      <a:pt x="6631" y="974"/>
                      <a:pt x="1" y="1"/>
                      <a:pt x="0" y="1"/>
                    </a:cubicBezTo>
                    <a:close/>
                  </a:path>
                </a:pathLst>
              </a:cu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7" name="Google Shape;1426;p34"/>
              <p:cNvSpPr/>
              <p:nvPr/>
            </p:nvSpPr>
            <p:spPr>
              <a:xfrm>
                <a:off x="8717150" y="4725000"/>
                <a:ext cx="193800" cy="230275"/>
              </a:xfrm>
              <a:custGeom>
                <a:avLst/>
                <a:gdLst/>
                <a:ahLst/>
                <a:cxnLst/>
                <a:rect l="l" t="t" r="r" b="b"/>
                <a:pathLst>
                  <a:path w="7752" h="9211" extrusionOk="0">
                    <a:moveTo>
                      <a:pt x="7751" y="0"/>
                    </a:moveTo>
                    <a:lnTo>
                      <a:pt x="7751" y="0"/>
                    </a:lnTo>
                    <a:cubicBezTo>
                      <a:pt x="7751" y="0"/>
                      <a:pt x="453" y="1016"/>
                      <a:pt x="1" y="9210"/>
                    </a:cubicBezTo>
                    <a:lnTo>
                      <a:pt x="5808" y="9182"/>
                    </a:lnTo>
                    <a:lnTo>
                      <a:pt x="7751" y="0"/>
                    </a:lnTo>
                    <a:close/>
                  </a:path>
                </a:pathLst>
              </a:cu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8" name="Google Shape;1427;p34"/>
              <p:cNvSpPr/>
              <p:nvPr/>
            </p:nvSpPr>
            <p:spPr>
              <a:xfrm>
                <a:off x="8814875" y="4887300"/>
                <a:ext cx="4300" cy="153625"/>
              </a:xfrm>
              <a:custGeom>
                <a:avLst/>
                <a:gdLst/>
                <a:ahLst/>
                <a:cxnLst/>
                <a:rect l="l" t="t" r="r" b="b"/>
                <a:pathLst>
                  <a:path w="172" h="6145" extrusionOk="0">
                    <a:moveTo>
                      <a:pt x="144" y="1"/>
                    </a:moveTo>
                    <a:cubicBezTo>
                      <a:pt x="135" y="1"/>
                      <a:pt x="122" y="86"/>
                      <a:pt x="106" y="240"/>
                    </a:cubicBezTo>
                    <a:cubicBezTo>
                      <a:pt x="91" y="396"/>
                      <a:pt x="74" y="620"/>
                      <a:pt x="59" y="898"/>
                    </a:cubicBezTo>
                    <a:cubicBezTo>
                      <a:pt x="26" y="1454"/>
                      <a:pt x="1" y="2223"/>
                      <a:pt x="2" y="3072"/>
                    </a:cubicBezTo>
                    <a:cubicBezTo>
                      <a:pt x="3" y="3922"/>
                      <a:pt x="31" y="4692"/>
                      <a:pt x="65" y="5247"/>
                    </a:cubicBezTo>
                    <a:cubicBezTo>
                      <a:pt x="82" y="5524"/>
                      <a:pt x="100" y="5750"/>
                      <a:pt x="115" y="5904"/>
                    </a:cubicBezTo>
                    <a:cubicBezTo>
                      <a:pt x="131" y="6060"/>
                      <a:pt x="144" y="6144"/>
                      <a:pt x="153" y="6144"/>
                    </a:cubicBezTo>
                    <a:cubicBezTo>
                      <a:pt x="172" y="6144"/>
                      <a:pt x="170" y="5800"/>
                      <a:pt x="160" y="5243"/>
                    </a:cubicBezTo>
                    <a:cubicBezTo>
                      <a:pt x="150" y="4688"/>
                      <a:pt x="137" y="3920"/>
                      <a:pt x="136" y="3072"/>
                    </a:cubicBezTo>
                    <a:cubicBezTo>
                      <a:pt x="135" y="2225"/>
                      <a:pt x="145" y="1458"/>
                      <a:pt x="153" y="901"/>
                    </a:cubicBezTo>
                    <a:cubicBezTo>
                      <a:pt x="161" y="346"/>
                      <a:pt x="163" y="2"/>
                      <a:pt x="144" y="1"/>
                    </a:cubicBezTo>
                    <a:cubicBezTo>
                      <a:pt x="144" y="1"/>
                      <a:pt x="144" y="1"/>
                      <a:pt x="144" y="1"/>
                    </a:cubicBezTo>
                    <a:close/>
                  </a:path>
                </a:pathLst>
              </a:custGeom>
              <a:solidFill>
                <a:srgbClr val="1D223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9" name="Google Shape;1428;p34"/>
              <p:cNvSpPr/>
              <p:nvPr/>
            </p:nvSpPr>
            <p:spPr>
              <a:xfrm>
                <a:off x="9147025" y="4899075"/>
                <a:ext cx="15175" cy="175100"/>
              </a:xfrm>
              <a:custGeom>
                <a:avLst/>
                <a:gdLst/>
                <a:ahLst/>
                <a:cxnLst/>
                <a:rect l="l" t="t" r="r" b="b"/>
                <a:pathLst>
                  <a:path w="607" h="7004" extrusionOk="0">
                    <a:moveTo>
                      <a:pt x="37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0" y="3"/>
                      <a:pt x="89" y="1574"/>
                      <a:pt x="237" y="3508"/>
                    </a:cubicBezTo>
                    <a:cubicBezTo>
                      <a:pt x="383" y="5439"/>
                      <a:pt x="532" y="7004"/>
                      <a:pt x="570" y="7004"/>
                    </a:cubicBezTo>
                    <a:cubicBezTo>
                      <a:pt x="570" y="7004"/>
                      <a:pt x="570" y="7004"/>
                      <a:pt x="570" y="7004"/>
                    </a:cubicBezTo>
                    <a:cubicBezTo>
                      <a:pt x="607" y="7001"/>
                      <a:pt x="518" y="5432"/>
                      <a:pt x="370" y="3498"/>
                    </a:cubicBezTo>
                    <a:cubicBezTo>
                      <a:pt x="224" y="1565"/>
                      <a:pt x="75" y="0"/>
                      <a:pt x="37" y="0"/>
                    </a:cubicBezTo>
                    <a:close/>
                  </a:path>
                </a:pathLst>
              </a:custGeom>
              <a:solidFill>
                <a:srgbClr val="1D223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80" name="Google Shape;1430;p34"/>
              <p:cNvSpPr/>
              <p:nvPr/>
            </p:nvSpPr>
            <p:spPr>
              <a:xfrm>
                <a:off x="9005125" y="4761875"/>
                <a:ext cx="3350" cy="471725"/>
              </a:xfrm>
              <a:custGeom>
                <a:avLst/>
                <a:gdLst/>
                <a:ahLst/>
                <a:cxnLst/>
                <a:rect l="l" t="t" r="r" b="b"/>
                <a:pathLst>
                  <a:path w="134" h="18869" extrusionOk="0">
                    <a:moveTo>
                      <a:pt x="67" y="0"/>
                    </a:moveTo>
                    <a:cubicBezTo>
                      <a:pt x="30" y="0"/>
                      <a:pt x="0" y="4225"/>
                      <a:pt x="0" y="9434"/>
                    </a:cubicBezTo>
                    <a:cubicBezTo>
                      <a:pt x="0" y="14644"/>
                      <a:pt x="30" y="18868"/>
                      <a:pt x="67" y="18868"/>
                    </a:cubicBezTo>
                    <a:cubicBezTo>
                      <a:pt x="104" y="18868"/>
                      <a:pt x="133" y="14646"/>
                      <a:pt x="133" y="9434"/>
                    </a:cubicBezTo>
                    <a:cubicBezTo>
                      <a:pt x="133" y="4224"/>
                      <a:pt x="104" y="0"/>
                      <a:pt x="67" y="0"/>
                    </a:cubicBezTo>
                    <a:close/>
                  </a:path>
                </a:pathLst>
              </a:custGeom>
              <a:solidFill>
                <a:srgbClr val="1D223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81" name="Google Shape;1431;p34"/>
              <p:cNvSpPr/>
              <p:nvPr/>
            </p:nvSpPr>
            <p:spPr>
              <a:xfrm>
                <a:off x="9019800" y="4891675"/>
                <a:ext cx="14850" cy="13925"/>
              </a:xfrm>
              <a:custGeom>
                <a:avLst/>
                <a:gdLst/>
                <a:ahLst/>
                <a:cxnLst/>
                <a:rect l="l" t="t" r="r" b="b"/>
                <a:pathLst>
                  <a:path w="594" h="557" extrusionOk="0">
                    <a:moveTo>
                      <a:pt x="296" y="1"/>
                    </a:moveTo>
                    <a:cubicBezTo>
                      <a:pt x="214" y="1"/>
                      <a:pt x="169" y="46"/>
                      <a:pt x="179" y="54"/>
                    </a:cubicBezTo>
                    <a:cubicBezTo>
                      <a:pt x="187" y="72"/>
                      <a:pt x="263" y="47"/>
                      <a:pt x="352" y="105"/>
                    </a:cubicBezTo>
                    <a:cubicBezTo>
                      <a:pt x="394" y="133"/>
                      <a:pt x="435" y="184"/>
                      <a:pt x="444" y="239"/>
                    </a:cubicBezTo>
                    <a:cubicBezTo>
                      <a:pt x="454" y="293"/>
                      <a:pt x="422" y="358"/>
                      <a:pt x="361" y="395"/>
                    </a:cubicBezTo>
                    <a:cubicBezTo>
                      <a:pt x="327" y="416"/>
                      <a:pt x="291" y="426"/>
                      <a:pt x="258" y="426"/>
                    </a:cubicBezTo>
                    <a:cubicBezTo>
                      <a:pt x="230" y="426"/>
                      <a:pt x="203" y="418"/>
                      <a:pt x="183" y="403"/>
                    </a:cubicBezTo>
                    <a:cubicBezTo>
                      <a:pt x="135" y="372"/>
                      <a:pt x="108" y="313"/>
                      <a:pt x="102" y="262"/>
                    </a:cubicBezTo>
                    <a:cubicBezTo>
                      <a:pt x="87" y="157"/>
                      <a:pt x="144" y="100"/>
                      <a:pt x="131" y="84"/>
                    </a:cubicBezTo>
                    <a:cubicBezTo>
                      <a:pt x="130" y="82"/>
                      <a:pt x="128" y="81"/>
                      <a:pt x="124" y="81"/>
                    </a:cubicBezTo>
                    <a:cubicBezTo>
                      <a:pt x="100" y="81"/>
                      <a:pt x="18" y="130"/>
                      <a:pt x="7" y="264"/>
                    </a:cubicBezTo>
                    <a:cubicBezTo>
                      <a:pt x="1" y="355"/>
                      <a:pt x="38" y="444"/>
                      <a:pt x="108" y="502"/>
                    </a:cubicBezTo>
                    <a:cubicBezTo>
                      <a:pt x="152" y="539"/>
                      <a:pt x="209" y="557"/>
                      <a:pt x="268" y="557"/>
                    </a:cubicBezTo>
                    <a:cubicBezTo>
                      <a:pt x="325" y="557"/>
                      <a:pt x="384" y="540"/>
                      <a:pt x="432" y="509"/>
                    </a:cubicBezTo>
                    <a:cubicBezTo>
                      <a:pt x="530" y="449"/>
                      <a:pt x="594" y="323"/>
                      <a:pt x="565" y="214"/>
                    </a:cubicBezTo>
                    <a:cubicBezTo>
                      <a:pt x="543" y="127"/>
                      <a:pt x="479" y="54"/>
                      <a:pt x="394" y="20"/>
                    </a:cubicBezTo>
                    <a:cubicBezTo>
                      <a:pt x="357" y="6"/>
                      <a:pt x="325" y="1"/>
                      <a:pt x="296" y="1"/>
                    </a:cubicBezTo>
                    <a:close/>
                  </a:path>
                </a:pathLst>
              </a:custGeom>
              <a:solidFill>
                <a:srgbClr val="1D223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82" name="Google Shape;1432;p34"/>
              <p:cNvSpPr/>
              <p:nvPr/>
            </p:nvSpPr>
            <p:spPr>
              <a:xfrm>
                <a:off x="9019800" y="5024675"/>
                <a:ext cx="14850" cy="13925"/>
              </a:xfrm>
              <a:custGeom>
                <a:avLst/>
                <a:gdLst/>
                <a:ahLst/>
                <a:cxnLst/>
                <a:rect l="l" t="t" r="r" b="b"/>
                <a:pathLst>
                  <a:path w="594" h="557" extrusionOk="0">
                    <a:moveTo>
                      <a:pt x="295" y="1"/>
                    </a:moveTo>
                    <a:cubicBezTo>
                      <a:pt x="213" y="1"/>
                      <a:pt x="169" y="46"/>
                      <a:pt x="179" y="54"/>
                    </a:cubicBezTo>
                    <a:cubicBezTo>
                      <a:pt x="187" y="72"/>
                      <a:pt x="263" y="46"/>
                      <a:pt x="352" y="105"/>
                    </a:cubicBezTo>
                    <a:cubicBezTo>
                      <a:pt x="394" y="133"/>
                      <a:pt x="435" y="184"/>
                      <a:pt x="444" y="238"/>
                    </a:cubicBezTo>
                    <a:cubicBezTo>
                      <a:pt x="454" y="293"/>
                      <a:pt x="422" y="357"/>
                      <a:pt x="361" y="395"/>
                    </a:cubicBezTo>
                    <a:cubicBezTo>
                      <a:pt x="327" y="415"/>
                      <a:pt x="291" y="425"/>
                      <a:pt x="258" y="425"/>
                    </a:cubicBezTo>
                    <a:cubicBezTo>
                      <a:pt x="230" y="425"/>
                      <a:pt x="203" y="418"/>
                      <a:pt x="183" y="403"/>
                    </a:cubicBezTo>
                    <a:cubicBezTo>
                      <a:pt x="135" y="372"/>
                      <a:pt x="108" y="313"/>
                      <a:pt x="102" y="262"/>
                    </a:cubicBezTo>
                    <a:cubicBezTo>
                      <a:pt x="87" y="156"/>
                      <a:pt x="144" y="99"/>
                      <a:pt x="131" y="84"/>
                    </a:cubicBezTo>
                    <a:cubicBezTo>
                      <a:pt x="130" y="82"/>
                      <a:pt x="128" y="80"/>
                      <a:pt x="124" y="80"/>
                    </a:cubicBezTo>
                    <a:cubicBezTo>
                      <a:pt x="100" y="80"/>
                      <a:pt x="18" y="130"/>
                      <a:pt x="7" y="264"/>
                    </a:cubicBezTo>
                    <a:cubicBezTo>
                      <a:pt x="1" y="355"/>
                      <a:pt x="38" y="444"/>
                      <a:pt x="108" y="501"/>
                    </a:cubicBezTo>
                    <a:cubicBezTo>
                      <a:pt x="152" y="539"/>
                      <a:pt x="209" y="556"/>
                      <a:pt x="268" y="556"/>
                    </a:cubicBezTo>
                    <a:cubicBezTo>
                      <a:pt x="325" y="556"/>
                      <a:pt x="384" y="540"/>
                      <a:pt x="432" y="508"/>
                    </a:cubicBezTo>
                    <a:cubicBezTo>
                      <a:pt x="530" y="448"/>
                      <a:pt x="594" y="323"/>
                      <a:pt x="565" y="215"/>
                    </a:cubicBezTo>
                    <a:cubicBezTo>
                      <a:pt x="543" y="126"/>
                      <a:pt x="479" y="54"/>
                      <a:pt x="394" y="21"/>
                    </a:cubicBezTo>
                    <a:cubicBezTo>
                      <a:pt x="357" y="6"/>
                      <a:pt x="324" y="1"/>
                      <a:pt x="295" y="1"/>
                    </a:cubicBezTo>
                    <a:close/>
                  </a:path>
                </a:pathLst>
              </a:custGeom>
              <a:solidFill>
                <a:srgbClr val="1D223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83" name="Google Shape;1433;p34"/>
              <p:cNvSpPr/>
              <p:nvPr/>
            </p:nvSpPr>
            <p:spPr>
              <a:xfrm>
                <a:off x="9019800" y="5157675"/>
                <a:ext cx="14850" cy="13925"/>
              </a:xfrm>
              <a:custGeom>
                <a:avLst/>
                <a:gdLst/>
                <a:ahLst/>
                <a:cxnLst/>
                <a:rect l="l" t="t" r="r" b="b"/>
                <a:pathLst>
                  <a:path w="594" h="557" extrusionOk="0">
                    <a:moveTo>
                      <a:pt x="295" y="0"/>
                    </a:moveTo>
                    <a:cubicBezTo>
                      <a:pt x="213" y="0"/>
                      <a:pt x="169" y="45"/>
                      <a:pt x="179" y="53"/>
                    </a:cubicBezTo>
                    <a:cubicBezTo>
                      <a:pt x="187" y="71"/>
                      <a:pt x="263" y="46"/>
                      <a:pt x="352" y="105"/>
                    </a:cubicBezTo>
                    <a:cubicBezTo>
                      <a:pt x="394" y="132"/>
                      <a:pt x="435" y="183"/>
                      <a:pt x="444" y="238"/>
                    </a:cubicBezTo>
                    <a:cubicBezTo>
                      <a:pt x="454" y="292"/>
                      <a:pt x="422" y="357"/>
                      <a:pt x="361" y="394"/>
                    </a:cubicBezTo>
                    <a:cubicBezTo>
                      <a:pt x="327" y="415"/>
                      <a:pt x="291" y="425"/>
                      <a:pt x="258" y="425"/>
                    </a:cubicBezTo>
                    <a:cubicBezTo>
                      <a:pt x="229" y="425"/>
                      <a:pt x="203" y="418"/>
                      <a:pt x="183" y="402"/>
                    </a:cubicBezTo>
                    <a:cubicBezTo>
                      <a:pt x="135" y="371"/>
                      <a:pt x="108" y="312"/>
                      <a:pt x="102" y="261"/>
                    </a:cubicBezTo>
                    <a:cubicBezTo>
                      <a:pt x="87" y="156"/>
                      <a:pt x="144" y="99"/>
                      <a:pt x="131" y="85"/>
                    </a:cubicBezTo>
                    <a:cubicBezTo>
                      <a:pt x="130" y="82"/>
                      <a:pt x="128" y="81"/>
                      <a:pt x="124" y="81"/>
                    </a:cubicBezTo>
                    <a:cubicBezTo>
                      <a:pt x="99" y="81"/>
                      <a:pt x="18" y="131"/>
                      <a:pt x="7" y="263"/>
                    </a:cubicBezTo>
                    <a:cubicBezTo>
                      <a:pt x="1" y="354"/>
                      <a:pt x="38" y="443"/>
                      <a:pt x="108" y="502"/>
                    </a:cubicBezTo>
                    <a:cubicBezTo>
                      <a:pt x="152" y="539"/>
                      <a:pt x="209" y="556"/>
                      <a:pt x="268" y="556"/>
                    </a:cubicBezTo>
                    <a:cubicBezTo>
                      <a:pt x="325" y="556"/>
                      <a:pt x="383" y="539"/>
                      <a:pt x="432" y="508"/>
                    </a:cubicBezTo>
                    <a:cubicBezTo>
                      <a:pt x="530" y="448"/>
                      <a:pt x="594" y="322"/>
                      <a:pt x="565" y="214"/>
                    </a:cubicBezTo>
                    <a:cubicBezTo>
                      <a:pt x="543" y="126"/>
                      <a:pt x="479" y="53"/>
                      <a:pt x="394" y="20"/>
                    </a:cubicBezTo>
                    <a:cubicBezTo>
                      <a:pt x="357" y="6"/>
                      <a:pt x="324" y="0"/>
                      <a:pt x="295" y="0"/>
                    </a:cubicBezTo>
                    <a:close/>
                  </a:path>
                </a:pathLst>
              </a:custGeom>
              <a:solidFill>
                <a:srgbClr val="1D223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84" name="Google Shape;1434;p34"/>
              <p:cNvSpPr/>
              <p:nvPr/>
            </p:nvSpPr>
            <p:spPr>
              <a:xfrm>
                <a:off x="9031700" y="4728100"/>
                <a:ext cx="53900" cy="44925"/>
              </a:xfrm>
              <a:custGeom>
                <a:avLst/>
                <a:gdLst/>
                <a:ahLst/>
                <a:cxnLst/>
                <a:rect l="l" t="t" r="r" b="b"/>
                <a:pathLst>
                  <a:path w="2156" h="1797" extrusionOk="0">
                    <a:moveTo>
                      <a:pt x="16" y="1"/>
                    </a:moveTo>
                    <a:cubicBezTo>
                      <a:pt x="16" y="1"/>
                      <a:pt x="16" y="1"/>
                      <a:pt x="16" y="1"/>
                    </a:cubicBezTo>
                    <a:cubicBezTo>
                      <a:pt x="0" y="5"/>
                      <a:pt x="41" y="201"/>
                      <a:pt x="141" y="513"/>
                    </a:cubicBezTo>
                    <a:cubicBezTo>
                      <a:pt x="274" y="924"/>
                      <a:pt x="438" y="1324"/>
                      <a:pt x="629" y="1712"/>
                    </a:cubicBezTo>
                    <a:lnTo>
                      <a:pt x="670" y="1796"/>
                    </a:lnTo>
                    <a:lnTo>
                      <a:pt x="735" y="1730"/>
                    </a:lnTo>
                    <a:lnTo>
                      <a:pt x="872" y="1592"/>
                    </a:lnTo>
                    <a:cubicBezTo>
                      <a:pt x="1204" y="1252"/>
                      <a:pt x="1517" y="896"/>
                      <a:pt x="1810" y="522"/>
                    </a:cubicBezTo>
                    <a:cubicBezTo>
                      <a:pt x="2033" y="234"/>
                      <a:pt x="2156" y="45"/>
                      <a:pt x="2142" y="34"/>
                    </a:cubicBezTo>
                    <a:cubicBezTo>
                      <a:pt x="2142" y="34"/>
                      <a:pt x="2141" y="33"/>
                      <a:pt x="2140" y="33"/>
                    </a:cubicBezTo>
                    <a:cubicBezTo>
                      <a:pt x="2116" y="33"/>
                      <a:pt x="1969" y="200"/>
                      <a:pt x="1737" y="462"/>
                    </a:cubicBezTo>
                    <a:cubicBezTo>
                      <a:pt x="1496" y="733"/>
                      <a:pt x="1161" y="1103"/>
                      <a:pt x="775" y="1499"/>
                    </a:cubicBezTo>
                    <a:lnTo>
                      <a:pt x="706" y="1570"/>
                    </a:lnTo>
                    <a:lnTo>
                      <a:pt x="706" y="1570"/>
                    </a:lnTo>
                    <a:cubicBezTo>
                      <a:pt x="283" y="707"/>
                      <a:pt x="55" y="1"/>
                      <a:pt x="16" y="1"/>
                    </a:cubicBezTo>
                    <a:close/>
                  </a:path>
                </a:pathLst>
              </a:custGeom>
              <a:solidFill>
                <a:srgbClr val="1D223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85" name="Google Shape;1435;p34"/>
              <p:cNvSpPr/>
              <p:nvPr/>
            </p:nvSpPr>
            <p:spPr>
              <a:xfrm>
                <a:off x="8928900" y="4729150"/>
                <a:ext cx="64250" cy="48775"/>
              </a:xfrm>
              <a:custGeom>
                <a:avLst/>
                <a:gdLst/>
                <a:ahLst/>
                <a:cxnLst/>
                <a:rect l="l" t="t" r="r" b="b"/>
                <a:pathLst>
                  <a:path w="2570" h="1951" extrusionOk="0">
                    <a:moveTo>
                      <a:pt x="2552" y="0"/>
                    </a:moveTo>
                    <a:cubicBezTo>
                      <a:pt x="2530" y="0"/>
                      <a:pt x="2385" y="197"/>
                      <a:pt x="2165" y="515"/>
                    </a:cubicBezTo>
                    <a:cubicBezTo>
                      <a:pt x="1950" y="828"/>
                      <a:pt x="1662" y="1261"/>
                      <a:pt x="1349" y="1744"/>
                    </a:cubicBezTo>
                    <a:lnTo>
                      <a:pt x="1349" y="1744"/>
                    </a:lnTo>
                    <a:cubicBezTo>
                      <a:pt x="997" y="1408"/>
                      <a:pt x="677" y="1040"/>
                      <a:pt x="392" y="645"/>
                    </a:cubicBezTo>
                    <a:cubicBezTo>
                      <a:pt x="166" y="332"/>
                      <a:pt x="40" y="125"/>
                      <a:pt x="17" y="125"/>
                    </a:cubicBezTo>
                    <a:cubicBezTo>
                      <a:pt x="16" y="125"/>
                      <a:pt x="16" y="125"/>
                      <a:pt x="15" y="125"/>
                    </a:cubicBezTo>
                    <a:cubicBezTo>
                      <a:pt x="1" y="132"/>
                      <a:pt x="100" y="361"/>
                      <a:pt x="314" y="698"/>
                    </a:cubicBezTo>
                    <a:cubicBezTo>
                      <a:pt x="527" y="1036"/>
                      <a:pt x="867" y="1479"/>
                      <a:pt x="1316" y="1897"/>
                    </a:cubicBezTo>
                    <a:lnTo>
                      <a:pt x="1375" y="1951"/>
                    </a:lnTo>
                    <a:lnTo>
                      <a:pt x="1418" y="1884"/>
                    </a:lnTo>
                    <a:lnTo>
                      <a:pt x="1419" y="1882"/>
                    </a:lnTo>
                    <a:cubicBezTo>
                      <a:pt x="1748" y="1372"/>
                      <a:pt x="2040" y="907"/>
                      <a:pt x="2245" y="566"/>
                    </a:cubicBezTo>
                    <a:cubicBezTo>
                      <a:pt x="2451" y="226"/>
                      <a:pt x="2569" y="11"/>
                      <a:pt x="2554" y="1"/>
                    </a:cubicBezTo>
                    <a:cubicBezTo>
                      <a:pt x="2554" y="1"/>
                      <a:pt x="2553" y="0"/>
                      <a:pt x="2552" y="0"/>
                    </a:cubicBezTo>
                    <a:close/>
                  </a:path>
                </a:pathLst>
              </a:custGeom>
              <a:solidFill>
                <a:srgbClr val="1D223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86" name="Google Shape;1441;p34"/>
              <p:cNvSpPr/>
              <p:nvPr/>
            </p:nvSpPr>
            <p:spPr>
              <a:xfrm>
                <a:off x="8989450" y="4773075"/>
                <a:ext cx="11100" cy="17275"/>
              </a:xfrm>
              <a:custGeom>
                <a:avLst/>
                <a:gdLst/>
                <a:ahLst/>
                <a:cxnLst/>
                <a:rect l="l" t="t" r="r" b="b"/>
                <a:pathLst>
                  <a:path w="444" h="691" extrusionOk="0">
                    <a:moveTo>
                      <a:pt x="407" y="0"/>
                    </a:moveTo>
                    <a:cubicBezTo>
                      <a:pt x="366" y="0"/>
                      <a:pt x="243" y="121"/>
                      <a:pt x="143" y="301"/>
                    </a:cubicBezTo>
                    <a:cubicBezTo>
                      <a:pt x="35" y="496"/>
                      <a:pt x="1" y="677"/>
                      <a:pt x="35" y="689"/>
                    </a:cubicBezTo>
                    <a:cubicBezTo>
                      <a:pt x="37" y="690"/>
                      <a:pt x="38" y="690"/>
                      <a:pt x="40" y="690"/>
                    </a:cubicBezTo>
                    <a:cubicBezTo>
                      <a:pt x="78" y="690"/>
                      <a:pt x="162" y="544"/>
                      <a:pt x="261" y="366"/>
                    </a:cubicBezTo>
                    <a:cubicBezTo>
                      <a:pt x="363" y="180"/>
                      <a:pt x="444" y="25"/>
                      <a:pt x="416" y="3"/>
                    </a:cubicBezTo>
                    <a:cubicBezTo>
                      <a:pt x="414" y="1"/>
                      <a:pt x="411" y="0"/>
                      <a:pt x="407" y="0"/>
                    </a:cubicBezTo>
                    <a:close/>
                  </a:path>
                </a:pathLst>
              </a:custGeom>
              <a:solidFill>
                <a:srgbClr val="E2E2E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87" name="Google Shape;1442;p34"/>
              <p:cNvSpPr/>
              <p:nvPr/>
            </p:nvSpPr>
            <p:spPr>
              <a:xfrm>
                <a:off x="9016700" y="4772650"/>
                <a:ext cx="10700" cy="19100"/>
              </a:xfrm>
              <a:custGeom>
                <a:avLst/>
                <a:gdLst/>
                <a:ahLst/>
                <a:cxnLst/>
                <a:rect l="l" t="t" r="r" b="b"/>
                <a:pathLst>
                  <a:path w="428" h="764" extrusionOk="0">
                    <a:moveTo>
                      <a:pt x="39" y="0"/>
                    </a:moveTo>
                    <a:cubicBezTo>
                      <a:pt x="38" y="0"/>
                      <a:pt x="36" y="0"/>
                      <a:pt x="35" y="1"/>
                    </a:cubicBezTo>
                    <a:cubicBezTo>
                      <a:pt x="0" y="14"/>
                      <a:pt x="54" y="199"/>
                      <a:pt x="154" y="410"/>
                    </a:cubicBezTo>
                    <a:cubicBezTo>
                      <a:pt x="250" y="612"/>
                      <a:pt x="352" y="763"/>
                      <a:pt x="389" y="763"/>
                    </a:cubicBezTo>
                    <a:cubicBezTo>
                      <a:pt x="391" y="763"/>
                      <a:pt x="393" y="763"/>
                      <a:pt x="395" y="762"/>
                    </a:cubicBezTo>
                    <a:cubicBezTo>
                      <a:pt x="428" y="744"/>
                      <a:pt x="373" y="561"/>
                      <a:pt x="275" y="352"/>
                    </a:cubicBezTo>
                    <a:cubicBezTo>
                      <a:pt x="180" y="152"/>
                      <a:pt x="77" y="0"/>
                      <a:pt x="39" y="0"/>
                    </a:cubicBezTo>
                    <a:close/>
                  </a:path>
                </a:pathLst>
              </a:custGeom>
              <a:solidFill>
                <a:srgbClr val="E2E2E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116" name="Google Shape;1585;p34"/>
            <p:cNvSpPr/>
            <p:nvPr/>
          </p:nvSpPr>
          <p:spPr>
            <a:xfrm flipH="1">
              <a:off x="2046567" y="2057814"/>
              <a:ext cx="257102" cy="149992"/>
            </a:xfrm>
            <a:custGeom>
              <a:avLst/>
              <a:gdLst/>
              <a:ahLst/>
              <a:cxnLst/>
              <a:rect l="l" t="t" r="r" b="b"/>
              <a:pathLst>
                <a:path w="8406" h="4076" extrusionOk="0">
                  <a:moveTo>
                    <a:pt x="6267" y="1"/>
                  </a:moveTo>
                  <a:cubicBezTo>
                    <a:pt x="5908" y="1"/>
                    <a:pt x="5545" y="174"/>
                    <a:pt x="5350" y="478"/>
                  </a:cubicBezTo>
                  <a:cubicBezTo>
                    <a:pt x="5088" y="227"/>
                    <a:pt x="4731" y="107"/>
                    <a:pt x="4370" y="107"/>
                  </a:cubicBezTo>
                  <a:cubicBezTo>
                    <a:pt x="3893" y="107"/>
                    <a:pt x="3412" y="318"/>
                    <a:pt x="3144" y="716"/>
                  </a:cubicBezTo>
                  <a:cubicBezTo>
                    <a:pt x="2990" y="636"/>
                    <a:pt x="2829" y="603"/>
                    <a:pt x="2666" y="603"/>
                  </a:cubicBezTo>
                  <a:cubicBezTo>
                    <a:pt x="2152" y="603"/>
                    <a:pt x="1612" y="938"/>
                    <a:pt x="1151" y="1236"/>
                  </a:cubicBezTo>
                  <a:cubicBezTo>
                    <a:pt x="879" y="1411"/>
                    <a:pt x="597" y="1579"/>
                    <a:pt x="377" y="1815"/>
                  </a:cubicBezTo>
                  <a:cubicBezTo>
                    <a:pt x="156" y="2052"/>
                    <a:pt x="0" y="2373"/>
                    <a:pt x="45" y="2693"/>
                  </a:cubicBezTo>
                  <a:cubicBezTo>
                    <a:pt x="86" y="2998"/>
                    <a:pt x="351" y="3278"/>
                    <a:pt x="654" y="3278"/>
                  </a:cubicBezTo>
                  <a:cubicBezTo>
                    <a:pt x="669" y="3278"/>
                    <a:pt x="685" y="3277"/>
                    <a:pt x="701" y="3276"/>
                  </a:cubicBezTo>
                  <a:lnTo>
                    <a:pt x="850" y="2712"/>
                  </a:lnTo>
                  <a:lnTo>
                    <a:pt x="850" y="2712"/>
                  </a:lnTo>
                  <a:cubicBezTo>
                    <a:pt x="754" y="3299"/>
                    <a:pt x="1180" y="3924"/>
                    <a:pt x="1762" y="4051"/>
                  </a:cubicBezTo>
                  <a:cubicBezTo>
                    <a:pt x="1836" y="4067"/>
                    <a:pt x="1912" y="4075"/>
                    <a:pt x="1988" y="4075"/>
                  </a:cubicBezTo>
                  <a:cubicBezTo>
                    <a:pt x="2501" y="4075"/>
                    <a:pt x="3010" y="3714"/>
                    <a:pt x="3149" y="3215"/>
                  </a:cubicBezTo>
                  <a:cubicBezTo>
                    <a:pt x="3238" y="3668"/>
                    <a:pt x="3681" y="4021"/>
                    <a:pt x="4140" y="4021"/>
                  </a:cubicBezTo>
                  <a:cubicBezTo>
                    <a:pt x="4165" y="4021"/>
                    <a:pt x="4190" y="4020"/>
                    <a:pt x="4215" y="4018"/>
                  </a:cubicBezTo>
                  <a:cubicBezTo>
                    <a:pt x="4700" y="3976"/>
                    <a:pt x="5118" y="3533"/>
                    <a:pt x="5131" y="3047"/>
                  </a:cubicBezTo>
                  <a:cubicBezTo>
                    <a:pt x="5186" y="3456"/>
                    <a:pt x="5577" y="3789"/>
                    <a:pt x="5989" y="3789"/>
                  </a:cubicBezTo>
                  <a:cubicBezTo>
                    <a:pt x="6010" y="3789"/>
                    <a:pt x="6032" y="3788"/>
                    <a:pt x="6054" y="3787"/>
                  </a:cubicBezTo>
                  <a:cubicBezTo>
                    <a:pt x="6487" y="3749"/>
                    <a:pt x="6852" y="3333"/>
                    <a:pt x="6836" y="2899"/>
                  </a:cubicBezTo>
                  <a:lnTo>
                    <a:pt x="6836" y="2899"/>
                  </a:lnTo>
                  <a:cubicBezTo>
                    <a:pt x="6995" y="3079"/>
                    <a:pt x="7236" y="3173"/>
                    <a:pt x="7476" y="3173"/>
                  </a:cubicBezTo>
                  <a:cubicBezTo>
                    <a:pt x="7642" y="3173"/>
                    <a:pt x="7807" y="3128"/>
                    <a:pt x="7944" y="3035"/>
                  </a:cubicBezTo>
                  <a:cubicBezTo>
                    <a:pt x="8279" y="2806"/>
                    <a:pt x="8406" y="2316"/>
                    <a:pt x="8223" y="1953"/>
                  </a:cubicBezTo>
                  <a:cubicBezTo>
                    <a:pt x="8079" y="1670"/>
                    <a:pt x="7761" y="1493"/>
                    <a:pt x="7447" y="1493"/>
                  </a:cubicBezTo>
                  <a:cubicBezTo>
                    <a:pt x="7359" y="1493"/>
                    <a:pt x="7271" y="1507"/>
                    <a:pt x="7187" y="1537"/>
                  </a:cubicBezTo>
                  <a:cubicBezTo>
                    <a:pt x="7433" y="1058"/>
                    <a:pt x="7240" y="400"/>
                    <a:pt x="6772" y="132"/>
                  </a:cubicBezTo>
                  <a:cubicBezTo>
                    <a:pt x="6619" y="43"/>
                    <a:pt x="6443" y="1"/>
                    <a:pt x="626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7" name="Google Shape;1586;p34"/>
            <p:cNvSpPr/>
            <p:nvPr/>
          </p:nvSpPr>
          <p:spPr>
            <a:xfrm flipH="1">
              <a:off x="2191655" y="2036422"/>
              <a:ext cx="96346" cy="127978"/>
            </a:xfrm>
            <a:custGeom>
              <a:avLst/>
              <a:gdLst/>
              <a:ahLst/>
              <a:cxnLst/>
              <a:rect l="l" t="t" r="r" b="b"/>
              <a:pathLst>
                <a:path w="2070" h="3232" extrusionOk="0">
                  <a:moveTo>
                    <a:pt x="1381" y="0"/>
                  </a:moveTo>
                  <a:cubicBezTo>
                    <a:pt x="1164" y="0"/>
                    <a:pt x="942" y="122"/>
                    <a:pt x="779" y="276"/>
                  </a:cubicBezTo>
                  <a:cubicBezTo>
                    <a:pt x="0" y="1008"/>
                    <a:pt x="106" y="2273"/>
                    <a:pt x="993" y="2868"/>
                  </a:cubicBezTo>
                  <a:lnTo>
                    <a:pt x="1199" y="2958"/>
                  </a:lnTo>
                  <a:cubicBezTo>
                    <a:pt x="1127" y="3086"/>
                    <a:pt x="1279" y="3232"/>
                    <a:pt x="1425" y="3232"/>
                  </a:cubicBezTo>
                  <a:cubicBezTo>
                    <a:pt x="1447" y="3232"/>
                    <a:pt x="1469" y="3229"/>
                    <a:pt x="1490" y="3221"/>
                  </a:cubicBezTo>
                  <a:cubicBezTo>
                    <a:pt x="1650" y="3167"/>
                    <a:pt x="1736" y="2996"/>
                    <a:pt x="1794" y="2836"/>
                  </a:cubicBezTo>
                  <a:cubicBezTo>
                    <a:pt x="2018" y="2214"/>
                    <a:pt x="2069" y="1538"/>
                    <a:pt x="2011" y="878"/>
                  </a:cubicBezTo>
                  <a:cubicBezTo>
                    <a:pt x="1984" y="553"/>
                    <a:pt x="1891" y="176"/>
                    <a:pt x="1593" y="44"/>
                  </a:cubicBezTo>
                  <a:cubicBezTo>
                    <a:pt x="1524" y="14"/>
                    <a:pt x="1453" y="0"/>
                    <a:pt x="138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pic>
          <p:nvPicPr>
            <p:cNvPr id="118" name="Grafik 117"/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14300"/>
            <a:stretch/>
          </p:blipFill>
          <p:spPr>
            <a:xfrm>
              <a:off x="735415" y="2266100"/>
              <a:ext cx="876626" cy="7512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02606564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29"/>
          <p:cNvSpPr/>
          <p:nvPr/>
        </p:nvSpPr>
        <p:spPr>
          <a:xfrm>
            <a:off x="11569834" y="1024467"/>
            <a:ext cx="235981" cy="541913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" name="Textfeld 1"/>
          <p:cNvSpPr txBox="1"/>
          <p:nvPr/>
        </p:nvSpPr>
        <p:spPr>
          <a:xfrm>
            <a:off x="1075659" y="1236676"/>
            <a:ext cx="504732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2400" dirty="0">
              <a:latin typeface="Josefin Sans" panose="020B0604020202020204" charset="0"/>
              <a:cs typeface="Poppins Light" panose="020B0604020202020204" charset="0"/>
            </a:endParaRPr>
          </a:p>
          <a:p>
            <a:r>
              <a:rPr lang="fr-FR" sz="2400" dirty="0">
                <a:latin typeface="Josefin Sans" panose="020B0604020202020204" charset="0"/>
                <a:cs typeface="Poppins Light" panose="020B0604020202020204" charset="0"/>
              </a:rPr>
              <a:t>Review the "</a:t>
            </a:r>
            <a:r>
              <a:rPr lang="fr-FR" sz="2400" b="1" dirty="0">
                <a:latin typeface="Josefin Sans" panose="020B0604020202020204" charset="0"/>
                <a:cs typeface="Poppins Light" panose="020B0604020202020204" charset="0"/>
              </a:rPr>
              <a:t>setting a goal" </a:t>
            </a:r>
            <a:r>
              <a:rPr lang="fr-FR" sz="2400" dirty="0">
                <a:latin typeface="Josefin Sans" panose="020B0604020202020204" charset="0"/>
                <a:cs typeface="Poppins Light" panose="020B0604020202020204" charset="0"/>
              </a:rPr>
              <a:t>self-assessment questionnaire. </a:t>
            </a:r>
          </a:p>
          <a:p>
            <a:endParaRPr lang="fr-FR" sz="2400" dirty="0">
              <a:latin typeface="Josefin Sans" panose="020B0604020202020204" charset="0"/>
              <a:cs typeface="Poppins Light" panose="020B0604020202020204" charset="0"/>
            </a:endParaRPr>
          </a:p>
          <a:p>
            <a:endParaRPr lang="fr-FR" sz="2400" dirty="0">
              <a:latin typeface="Josefin Sans" panose="020B0604020202020204" charset="0"/>
              <a:cs typeface="Poppins Light" panose="020B0604020202020204" charset="0"/>
            </a:endParaRPr>
          </a:p>
          <a:p>
            <a:r>
              <a:rPr lang="fr-FR" sz="2400" dirty="0">
                <a:latin typeface="Josefin Sans" panose="020B0604020202020204" charset="0"/>
                <a:cs typeface="Poppins Light" panose="020B0604020202020204" charset="0"/>
              </a:rPr>
              <a:t>Mark the points you want to improve.</a:t>
            </a:r>
          </a:p>
        </p:txBody>
      </p:sp>
      <p:pic>
        <p:nvPicPr>
          <p:cNvPr id="108" name="Grafik 107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4300"/>
          <a:stretch/>
        </p:blipFill>
        <p:spPr>
          <a:xfrm>
            <a:off x="10254783" y="150986"/>
            <a:ext cx="888152" cy="761143"/>
          </a:xfrm>
          <a:prstGeom prst="rect">
            <a:avLst/>
          </a:prstGeom>
        </p:spPr>
      </p:pic>
      <p:grpSp>
        <p:nvGrpSpPr>
          <p:cNvPr id="109" name="Gruppieren 108"/>
          <p:cNvGrpSpPr/>
          <p:nvPr/>
        </p:nvGrpSpPr>
        <p:grpSpPr>
          <a:xfrm>
            <a:off x="129879" y="162554"/>
            <a:ext cx="972364" cy="915026"/>
            <a:chOff x="97409" y="121915"/>
            <a:chExt cx="729273" cy="686270"/>
          </a:xfrm>
        </p:grpSpPr>
        <p:grpSp>
          <p:nvGrpSpPr>
            <p:cNvPr id="110" name="Gruppieren 109"/>
            <p:cNvGrpSpPr/>
            <p:nvPr/>
          </p:nvGrpSpPr>
          <p:grpSpPr>
            <a:xfrm>
              <a:off x="97587" y="121915"/>
              <a:ext cx="729095" cy="601507"/>
              <a:chOff x="2016744" y="-182666"/>
              <a:chExt cx="5143500" cy="4481945"/>
            </a:xfrm>
          </p:grpSpPr>
          <p:pic>
            <p:nvPicPr>
              <p:cNvPr id="114" name="Grafik 113"/>
              <p:cNvPicPr>
                <a:picLocks noChangeAspect="1"/>
              </p:cNvPicPr>
              <p:nvPr userDrawn="1"/>
            </p:nvPicPr>
            <p:blipFill rotWithShape="1"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2016744" y="-182666"/>
                <a:ext cx="5143500" cy="4481945"/>
              </a:xfrm>
              <a:prstGeom prst="rect">
                <a:avLst/>
              </a:prstGeom>
            </p:spPr>
          </p:pic>
          <p:sp>
            <p:nvSpPr>
              <p:cNvPr id="115" name="Rechteck 114"/>
              <p:cNvSpPr/>
              <p:nvPr userDrawn="1"/>
            </p:nvSpPr>
            <p:spPr>
              <a:xfrm>
                <a:off x="3263729" y="657940"/>
                <a:ext cx="777978" cy="3038127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dirty="0"/>
              </a:p>
            </p:txBody>
          </p:sp>
        </p:grpSp>
        <p:sp>
          <p:nvSpPr>
            <p:cNvPr id="111" name="Rechteck 110"/>
            <p:cNvSpPr/>
            <p:nvPr/>
          </p:nvSpPr>
          <p:spPr>
            <a:xfrm>
              <a:off x="350038" y="269215"/>
              <a:ext cx="307596" cy="45719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dirty="0"/>
            </a:p>
          </p:txBody>
        </p:sp>
        <p:sp>
          <p:nvSpPr>
            <p:cNvPr id="112" name="Rechteck 111"/>
            <p:cNvSpPr/>
            <p:nvPr/>
          </p:nvSpPr>
          <p:spPr>
            <a:xfrm>
              <a:off x="384628" y="314934"/>
              <a:ext cx="273005" cy="327533"/>
            </a:xfrm>
            <a:prstGeom prst="rect">
              <a:avLst/>
            </a:prstGeom>
            <a:solidFill>
              <a:schemeClr val="tx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/>
            </a:p>
          </p:txBody>
        </p:sp>
        <p:sp>
          <p:nvSpPr>
            <p:cNvPr id="113" name="Textfeld 112"/>
            <p:cNvSpPr txBox="1"/>
            <p:nvPr/>
          </p:nvSpPr>
          <p:spPr>
            <a:xfrm>
              <a:off x="97409" y="184937"/>
              <a:ext cx="689390" cy="6232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2400" dirty="0">
                  <a:latin typeface="Poppins" panose="020B0604020202020204" charset="0"/>
                  <a:cs typeface="Poppins" panose="020B0604020202020204" charset="0"/>
                </a:rPr>
                <a:t>WS </a:t>
              </a:r>
            </a:p>
            <a:p>
              <a:pPr algn="ctr"/>
              <a:r>
                <a:rPr lang="de-DE" sz="2400" dirty="0">
                  <a:latin typeface="Poppins" panose="020B0604020202020204" charset="0"/>
                  <a:cs typeface="Poppins" panose="020B0604020202020204" charset="0"/>
                </a:rPr>
                <a:t>22 </a:t>
              </a:r>
              <a:endParaRPr lang="en-GB" sz="2400" dirty="0">
                <a:latin typeface="Poppins" panose="020B0604020202020204" charset="0"/>
                <a:cs typeface="Poppins" panose="020B0604020202020204" charset="0"/>
              </a:endParaRPr>
            </a:p>
          </p:txBody>
        </p:sp>
      </p:grpSp>
      <p:pic>
        <p:nvPicPr>
          <p:cNvPr id="116" name="Grafik 115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249603" y="126505"/>
            <a:ext cx="782367" cy="682999"/>
          </a:xfrm>
          <a:prstGeom prst="rect">
            <a:avLst/>
          </a:prstGeom>
        </p:spPr>
      </p:pic>
      <p:grpSp>
        <p:nvGrpSpPr>
          <p:cNvPr id="123" name="Google Shape;8797;p63"/>
          <p:cNvGrpSpPr/>
          <p:nvPr/>
        </p:nvGrpSpPr>
        <p:grpSpPr>
          <a:xfrm>
            <a:off x="288514" y="1137524"/>
            <a:ext cx="197108" cy="389321"/>
            <a:chOff x="3527539" y="4476677"/>
            <a:chExt cx="159232" cy="314510"/>
          </a:xfrm>
          <a:solidFill>
            <a:srgbClr val="000000"/>
          </a:solidFill>
        </p:grpSpPr>
        <p:sp>
          <p:nvSpPr>
            <p:cNvPr id="124" name="Google Shape;8798;p63"/>
            <p:cNvSpPr/>
            <p:nvPr/>
          </p:nvSpPr>
          <p:spPr>
            <a:xfrm>
              <a:off x="3527539" y="4536716"/>
              <a:ext cx="159232" cy="254471"/>
            </a:xfrm>
            <a:custGeom>
              <a:avLst/>
              <a:gdLst/>
              <a:ahLst/>
              <a:cxnLst/>
              <a:rect l="l" t="t" r="r" b="b"/>
              <a:pathLst>
                <a:path w="97241" h="155402" extrusionOk="0">
                  <a:moveTo>
                    <a:pt x="35360" y="0"/>
                  </a:moveTo>
                  <a:cubicBezTo>
                    <a:pt x="27173" y="0"/>
                    <a:pt x="21268" y="5220"/>
                    <a:pt x="17713" y="15527"/>
                  </a:cubicBezTo>
                  <a:cubicBezTo>
                    <a:pt x="15527" y="21921"/>
                    <a:pt x="1533" y="61750"/>
                    <a:pt x="1403" y="62174"/>
                  </a:cubicBezTo>
                  <a:cubicBezTo>
                    <a:pt x="0" y="66121"/>
                    <a:pt x="2088" y="70492"/>
                    <a:pt x="6068" y="71895"/>
                  </a:cubicBezTo>
                  <a:cubicBezTo>
                    <a:pt x="6895" y="72179"/>
                    <a:pt x="7739" y="72315"/>
                    <a:pt x="8570" y="72315"/>
                  </a:cubicBezTo>
                  <a:cubicBezTo>
                    <a:pt x="11735" y="72315"/>
                    <a:pt x="14703" y="70350"/>
                    <a:pt x="15788" y="67197"/>
                  </a:cubicBezTo>
                  <a:cubicBezTo>
                    <a:pt x="16245" y="65925"/>
                    <a:pt x="24661" y="42569"/>
                    <a:pt x="29358" y="29130"/>
                  </a:cubicBezTo>
                  <a:lnTo>
                    <a:pt x="29358" y="29130"/>
                  </a:lnTo>
                  <a:cubicBezTo>
                    <a:pt x="28869" y="33142"/>
                    <a:pt x="30272" y="24824"/>
                    <a:pt x="18431" y="85856"/>
                  </a:cubicBezTo>
                  <a:cubicBezTo>
                    <a:pt x="17941" y="88498"/>
                    <a:pt x="19964" y="90912"/>
                    <a:pt x="22606" y="90912"/>
                  </a:cubicBezTo>
                  <a:lnTo>
                    <a:pt x="28412" y="90912"/>
                  </a:lnTo>
                  <a:lnTo>
                    <a:pt x="28412" y="146235"/>
                  </a:lnTo>
                  <a:cubicBezTo>
                    <a:pt x="28412" y="151291"/>
                    <a:pt x="32522" y="155401"/>
                    <a:pt x="37578" y="155401"/>
                  </a:cubicBezTo>
                  <a:cubicBezTo>
                    <a:pt x="42634" y="155401"/>
                    <a:pt x="46745" y="151291"/>
                    <a:pt x="46745" y="146235"/>
                  </a:cubicBezTo>
                  <a:lnTo>
                    <a:pt x="46745" y="90912"/>
                  </a:lnTo>
                  <a:lnTo>
                    <a:pt x="50692" y="90912"/>
                  </a:lnTo>
                  <a:lnTo>
                    <a:pt x="50692" y="146235"/>
                  </a:lnTo>
                  <a:cubicBezTo>
                    <a:pt x="50692" y="151291"/>
                    <a:pt x="54769" y="155401"/>
                    <a:pt x="59825" y="155401"/>
                  </a:cubicBezTo>
                  <a:cubicBezTo>
                    <a:pt x="64881" y="155401"/>
                    <a:pt x="68991" y="151291"/>
                    <a:pt x="68991" y="146235"/>
                  </a:cubicBezTo>
                  <a:lnTo>
                    <a:pt x="68991" y="90912"/>
                  </a:lnTo>
                  <a:lnTo>
                    <a:pt x="74798" y="90912"/>
                  </a:lnTo>
                  <a:cubicBezTo>
                    <a:pt x="77472" y="90912"/>
                    <a:pt x="79462" y="88498"/>
                    <a:pt x="78973" y="85856"/>
                  </a:cubicBezTo>
                  <a:cubicBezTo>
                    <a:pt x="67262" y="25379"/>
                    <a:pt x="68535" y="32392"/>
                    <a:pt x="68143" y="29130"/>
                  </a:cubicBezTo>
                  <a:lnTo>
                    <a:pt x="68143" y="29130"/>
                  </a:lnTo>
                  <a:cubicBezTo>
                    <a:pt x="72873" y="42667"/>
                    <a:pt x="81028" y="65958"/>
                    <a:pt x="81485" y="67197"/>
                  </a:cubicBezTo>
                  <a:cubicBezTo>
                    <a:pt x="82570" y="70350"/>
                    <a:pt x="85538" y="72315"/>
                    <a:pt x="88687" y="72315"/>
                  </a:cubicBezTo>
                  <a:cubicBezTo>
                    <a:pt x="89513" y="72315"/>
                    <a:pt x="90352" y="72179"/>
                    <a:pt x="91173" y="71895"/>
                  </a:cubicBezTo>
                  <a:cubicBezTo>
                    <a:pt x="95152" y="70492"/>
                    <a:pt x="97240" y="66121"/>
                    <a:pt x="95870" y="62174"/>
                  </a:cubicBezTo>
                  <a:cubicBezTo>
                    <a:pt x="95707" y="61750"/>
                    <a:pt x="81746" y="21921"/>
                    <a:pt x="79560" y="15527"/>
                  </a:cubicBezTo>
                  <a:cubicBezTo>
                    <a:pt x="76005" y="5220"/>
                    <a:pt x="70068" y="0"/>
                    <a:pt x="619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5" name="Google Shape;8799;p63"/>
            <p:cNvSpPr/>
            <p:nvPr/>
          </p:nvSpPr>
          <p:spPr>
            <a:xfrm>
              <a:off x="3581381" y="4476677"/>
              <a:ext cx="51814" cy="51761"/>
            </a:xfrm>
            <a:custGeom>
              <a:avLst/>
              <a:gdLst/>
              <a:ahLst/>
              <a:cxnLst/>
              <a:rect l="l" t="t" r="r" b="b"/>
              <a:pathLst>
                <a:path w="31642" h="31610" extrusionOk="0">
                  <a:moveTo>
                    <a:pt x="15821" y="1"/>
                  </a:moveTo>
                  <a:cubicBezTo>
                    <a:pt x="7079" y="1"/>
                    <a:pt x="0" y="7079"/>
                    <a:pt x="0" y="15821"/>
                  </a:cubicBezTo>
                  <a:cubicBezTo>
                    <a:pt x="0" y="24531"/>
                    <a:pt x="7079" y="31609"/>
                    <a:pt x="15821" y="31609"/>
                  </a:cubicBezTo>
                  <a:cubicBezTo>
                    <a:pt x="24563" y="31609"/>
                    <a:pt x="31641" y="24531"/>
                    <a:pt x="31641" y="15821"/>
                  </a:cubicBezTo>
                  <a:cubicBezTo>
                    <a:pt x="31641" y="7079"/>
                    <a:pt x="24563" y="1"/>
                    <a:pt x="158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3" name="Gruppieren 2"/>
          <p:cNvGrpSpPr/>
          <p:nvPr/>
        </p:nvGrpSpPr>
        <p:grpSpPr>
          <a:xfrm>
            <a:off x="6174996" y="1380601"/>
            <a:ext cx="5121905" cy="5141321"/>
            <a:chOff x="4631246" y="1035450"/>
            <a:chExt cx="3841429" cy="3855991"/>
          </a:xfrm>
        </p:grpSpPr>
        <p:grpSp>
          <p:nvGrpSpPr>
            <p:cNvPr id="6" name="Gruppieren 5"/>
            <p:cNvGrpSpPr/>
            <p:nvPr/>
          </p:nvGrpSpPr>
          <p:grpSpPr>
            <a:xfrm>
              <a:off x="4631246" y="1525203"/>
              <a:ext cx="741890" cy="941771"/>
              <a:chOff x="4631246" y="1525203"/>
              <a:chExt cx="741890" cy="941771"/>
            </a:xfrm>
          </p:grpSpPr>
          <p:sp>
            <p:nvSpPr>
              <p:cNvPr id="62" name="Google Shape;3995;p60"/>
              <p:cNvSpPr/>
              <p:nvPr/>
            </p:nvSpPr>
            <p:spPr>
              <a:xfrm>
                <a:off x="4631246" y="1525203"/>
                <a:ext cx="741890" cy="941771"/>
              </a:xfrm>
              <a:custGeom>
                <a:avLst/>
                <a:gdLst/>
                <a:ahLst/>
                <a:cxnLst/>
                <a:rect l="l" t="t" r="r" b="b"/>
                <a:pathLst>
                  <a:path w="10478" h="13301" extrusionOk="0">
                    <a:moveTo>
                      <a:pt x="1" y="1"/>
                    </a:moveTo>
                    <a:lnTo>
                      <a:pt x="285" y="13267"/>
                    </a:lnTo>
                    <a:lnTo>
                      <a:pt x="10477" y="13301"/>
                    </a:lnTo>
                    <a:lnTo>
                      <a:pt x="10193" y="10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63" name="Google Shape;3996;p60"/>
              <p:cNvSpPr/>
              <p:nvPr/>
            </p:nvSpPr>
            <p:spPr>
              <a:xfrm>
                <a:off x="4675004" y="1557207"/>
                <a:ext cx="649561" cy="860132"/>
              </a:xfrm>
              <a:custGeom>
                <a:avLst/>
                <a:gdLst/>
                <a:ahLst/>
                <a:cxnLst/>
                <a:rect l="l" t="t" r="r" b="b"/>
                <a:pathLst>
                  <a:path w="9174" h="12148" extrusionOk="0">
                    <a:moveTo>
                      <a:pt x="1" y="0"/>
                    </a:moveTo>
                    <a:lnTo>
                      <a:pt x="252" y="12030"/>
                    </a:lnTo>
                    <a:lnTo>
                      <a:pt x="9174" y="12147"/>
                    </a:lnTo>
                    <a:lnTo>
                      <a:pt x="8907" y="23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64" name="Google Shape;3997;p60"/>
              <p:cNvSpPr/>
              <p:nvPr/>
            </p:nvSpPr>
            <p:spPr>
              <a:xfrm>
                <a:off x="4779158" y="1694427"/>
                <a:ext cx="431837" cy="595111"/>
              </a:xfrm>
              <a:custGeom>
                <a:avLst/>
                <a:gdLst/>
                <a:ahLst/>
                <a:cxnLst/>
                <a:rect l="l" t="t" r="r" b="b"/>
                <a:pathLst>
                  <a:path w="6099" h="8405" extrusionOk="0">
                    <a:moveTo>
                      <a:pt x="0" y="0"/>
                    </a:moveTo>
                    <a:lnTo>
                      <a:pt x="184" y="8405"/>
                    </a:lnTo>
                    <a:lnTo>
                      <a:pt x="6099" y="8288"/>
                    </a:lnTo>
                    <a:lnTo>
                      <a:pt x="5915" y="1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65" name="Google Shape;3998;p60"/>
              <p:cNvSpPr/>
              <p:nvPr/>
            </p:nvSpPr>
            <p:spPr>
              <a:xfrm>
                <a:off x="4779158" y="1694427"/>
                <a:ext cx="424756" cy="595111"/>
              </a:xfrm>
              <a:custGeom>
                <a:avLst/>
                <a:gdLst/>
                <a:ahLst/>
                <a:cxnLst/>
                <a:rect l="l" t="t" r="r" b="b"/>
                <a:pathLst>
                  <a:path w="5999" h="8405" extrusionOk="0">
                    <a:moveTo>
                      <a:pt x="0" y="0"/>
                    </a:moveTo>
                    <a:lnTo>
                      <a:pt x="184" y="8405"/>
                    </a:lnTo>
                    <a:lnTo>
                      <a:pt x="5999" y="39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300" name="Google Shape;3408;p59"/>
            <p:cNvGrpSpPr/>
            <p:nvPr/>
          </p:nvGrpSpPr>
          <p:grpSpPr>
            <a:xfrm rot="759368">
              <a:off x="5917168" y="2112487"/>
              <a:ext cx="2294716" cy="2635055"/>
              <a:chOff x="5882689" y="2014348"/>
              <a:chExt cx="2294716" cy="2635055"/>
            </a:xfrm>
          </p:grpSpPr>
          <p:sp>
            <p:nvSpPr>
              <p:cNvPr id="301" name="Google Shape;3409;p59"/>
              <p:cNvSpPr/>
              <p:nvPr/>
            </p:nvSpPr>
            <p:spPr>
              <a:xfrm>
                <a:off x="5882689" y="2014348"/>
                <a:ext cx="2294716" cy="2635055"/>
              </a:xfrm>
              <a:custGeom>
                <a:avLst/>
                <a:gdLst/>
                <a:ahLst/>
                <a:cxnLst/>
                <a:rect l="l" t="t" r="r" b="b"/>
                <a:pathLst>
                  <a:path w="71598" h="82217" extrusionOk="0">
                    <a:moveTo>
                      <a:pt x="16257" y="1"/>
                    </a:moveTo>
                    <a:cubicBezTo>
                      <a:pt x="14893" y="1"/>
                      <a:pt x="13664" y="957"/>
                      <a:pt x="13384" y="2343"/>
                    </a:cubicBezTo>
                    <a:cubicBezTo>
                      <a:pt x="11045" y="13922"/>
                      <a:pt x="2574" y="57447"/>
                      <a:pt x="302" y="69060"/>
                    </a:cubicBezTo>
                    <a:cubicBezTo>
                      <a:pt x="1" y="70647"/>
                      <a:pt x="1020" y="72184"/>
                      <a:pt x="2607" y="72502"/>
                    </a:cubicBezTo>
                    <a:lnTo>
                      <a:pt x="50260" y="82159"/>
                    </a:lnTo>
                    <a:cubicBezTo>
                      <a:pt x="50455" y="82198"/>
                      <a:pt x="50649" y="82216"/>
                      <a:pt x="50841" y="82216"/>
                    </a:cubicBezTo>
                    <a:cubicBezTo>
                      <a:pt x="52224" y="82216"/>
                      <a:pt x="53457" y="81246"/>
                      <a:pt x="53736" y="79837"/>
                    </a:cubicBezTo>
                    <a:lnTo>
                      <a:pt x="60252" y="46186"/>
                    </a:lnTo>
                    <a:lnTo>
                      <a:pt x="64312" y="46804"/>
                    </a:lnTo>
                    <a:cubicBezTo>
                      <a:pt x="64414" y="46821"/>
                      <a:pt x="64515" y="46829"/>
                      <a:pt x="64614" y="46829"/>
                    </a:cubicBezTo>
                    <a:cubicBezTo>
                      <a:pt x="65497" y="46829"/>
                      <a:pt x="66269" y="46186"/>
                      <a:pt x="66434" y="45300"/>
                    </a:cubicBezTo>
                    <a:lnTo>
                      <a:pt x="71413" y="18132"/>
                    </a:lnTo>
                    <a:cubicBezTo>
                      <a:pt x="71597" y="17113"/>
                      <a:pt x="70929" y="16144"/>
                      <a:pt x="69909" y="15960"/>
                    </a:cubicBezTo>
                    <a:lnTo>
                      <a:pt x="66250" y="15275"/>
                    </a:lnTo>
                    <a:lnTo>
                      <a:pt x="66735" y="12652"/>
                    </a:lnTo>
                    <a:cubicBezTo>
                      <a:pt x="67019" y="11064"/>
                      <a:pt x="65983" y="9561"/>
                      <a:pt x="64412" y="9260"/>
                    </a:cubicBezTo>
                    <a:lnTo>
                      <a:pt x="16810" y="53"/>
                    </a:lnTo>
                    <a:cubicBezTo>
                      <a:pt x="16624" y="18"/>
                      <a:pt x="16440" y="1"/>
                      <a:pt x="1625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02" name="Google Shape;3410;p59"/>
              <p:cNvSpPr/>
              <p:nvPr/>
            </p:nvSpPr>
            <p:spPr>
              <a:xfrm>
                <a:off x="5921245" y="2125305"/>
                <a:ext cx="2060687" cy="2492817"/>
              </a:xfrm>
              <a:custGeom>
                <a:avLst/>
                <a:gdLst/>
                <a:ahLst/>
                <a:cxnLst/>
                <a:rect l="l" t="t" r="r" b="b"/>
                <a:pathLst>
                  <a:path w="64296" h="77779" extrusionOk="0">
                    <a:moveTo>
                      <a:pt x="15740" y="0"/>
                    </a:moveTo>
                    <a:lnTo>
                      <a:pt x="1" y="66583"/>
                    </a:lnTo>
                    <a:lnTo>
                      <a:pt x="48890" y="77778"/>
                    </a:lnTo>
                    <a:lnTo>
                      <a:pt x="64295" y="11679"/>
                    </a:lnTo>
                    <a:lnTo>
                      <a:pt x="15740" y="0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17" name="Gruppieren 116"/>
            <p:cNvGrpSpPr>
              <a:grpSpLocks noChangeAspect="1"/>
            </p:cNvGrpSpPr>
            <p:nvPr/>
          </p:nvGrpSpPr>
          <p:grpSpPr>
            <a:xfrm rot="1368619">
              <a:off x="6163861" y="2254850"/>
              <a:ext cx="1656259" cy="2299323"/>
              <a:chOff x="5588311" y="1412837"/>
              <a:chExt cx="2001787" cy="2779008"/>
            </a:xfrm>
          </p:grpSpPr>
          <p:sp>
            <p:nvSpPr>
              <p:cNvPr id="118" name="Google Shape;4009;p60"/>
              <p:cNvSpPr/>
              <p:nvPr/>
            </p:nvSpPr>
            <p:spPr>
              <a:xfrm>
                <a:off x="5640424" y="1449514"/>
                <a:ext cx="1949674" cy="2742331"/>
              </a:xfrm>
              <a:custGeom>
                <a:avLst/>
                <a:gdLst/>
                <a:ahLst/>
                <a:cxnLst/>
                <a:rect l="l" t="t" r="r" b="b"/>
                <a:pathLst>
                  <a:path w="27536" h="38731" extrusionOk="0">
                    <a:moveTo>
                      <a:pt x="0" y="1"/>
                    </a:moveTo>
                    <a:lnTo>
                      <a:pt x="0" y="38731"/>
                    </a:lnTo>
                    <a:lnTo>
                      <a:pt x="27536" y="38731"/>
                    </a:lnTo>
                    <a:lnTo>
                      <a:pt x="27536" y="33902"/>
                    </a:lnTo>
                    <a:lnTo>
                      <a:pt x="27536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19" name="Google Shape;4010;p60"/>
              <p:cNvSpPr/>
              <p:nvPr/>
            </p:nvSpPr>
            <p:spPr>
              <a:xfrm>
                <a:off x="5626192" y="1412837"/>
                <a:ext cx="1933175" cy="2728170"/>
              </a:xfrm>
              <a:custGeom>
                <a:avLst/>
                <a:gdLst/>
                <a:ahLst/>
                <a:cxnLst/>
                <a:rect l="l" t="t" r="r" b="b"/>
                <a:pathLst>
                  <a:path w="27303" h="38531" extrusionOk="0">
                    <a:moveTo>
                      <a:pt x="1" y="1"/>
                    </a:moveTo>
                    <a:lnTo>
                      <a:pt x="1" y="38530"/>
                    </a:lnTo>
                    <a:lnTo>
                      <a:pt x="27302" y="38530"/>
                    </a:lnTo>
                    <a:lnTo>
                      <a:pt x="27302" y="33735"/>
                    </a:lnTo>
                    <a:lnTo>
                      <a:pt x="27302" y="1"/>
                    </a:ln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20" name="Google Shape;4011;p60"/>
              <p:cNvSpPr/>
              <p:nvPr/>
            </p:nvSpPr>
            <p:spPr>
              <a:xfrm>
                <a:off x="5590719" y="1419917"/>
                <a:ext cx="1949744" cy="2689155"/>
              </a:xfrm>
              <a:custGeom>
                <a:avLst/>
                <a:gdLst/>
                <a:ahLst/>
                <a:cxnLst/>
                <a:rect l="l" t="t" r="r" b="b"/>
                <a:pathLst>
                  <a:path w="27537" h="37980" extrusionOk="0">
                    <a:moveTo>
                      <a:pt x="0" y="1"/>
                    </a:moveTo>
                    <a:lnTo>
                      <a:pt x="0" y="37979"/>
                    </a:lnTo>
                    <a:lnTo>
                      <a:pt x="21722" y="37979"/>
                    </a:lnTo>
                    <a:lnTo>
                      <a:pt x="24879" y="35423"/>
                    </a:lnTo>
                    <a:lnTo>
                      <a:pt x="27536" y="33251"/>
                    </a:lnTo>
                    <a:lnTo>
                      <a:pt x="27536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21" name="Google Shape;4012;p60"/>
              <p:cNvSpPr/>
              <p:nvPr/>
            </p:nvSpPr>
            <p:spPr>
              <a:xfrm>
                <a:off x="5588311" y="1417580"/>
                <a:ext cx="1954487" cy="2693828"/>
              </a:xfrm>
              <a:custGeom>
                <a:avLst/>
                <a:gdLst/>
                <a:ahLst/>
                <a:cxnLst/>
                <a:rect l="l" t="t" r="r" b="b"/>
                <a:pathLst>
                  <a:path w="27604" h="38046" extrusionOk="0">
                    <a:moveTo>
                      <a:pt x="25080" y="35322"/>
                    </a:moveTo>
                    <a:lnTo>
                      <a:pt x="25080" y="35322"/>
                    </a:lnTo>
                    <a:cubicBezTo>
                      <a:pt x="24963" y="35406"/>
                      <a:pt x="24897" y="35456"/>
                      <a:pt x="24897" y="35456"/>
                    </a:cubicBezTo>
                    <a:lnTo>
                      <a:pt x="24913" y="35456"/>
                    </a:lnTo>
                    <a:cubicBezTo>
                      <a:pt x="24913" y="35456"/>
                      <a:pt x="24964" y="35406"/>
                      <a:pt x="25080" y="35322"/>
                    </a:cubicBezTo>
                    <a:close/>
                    <a:moveTo>
                      <a:pt x="24897" y="35456"/>
                    </a:moveTo>
                    <a:lnTo>
                      <a:pt x="24897" y="35456"/>
                    </a:lnTo>
                    <a:cubicBezTo>
                      <a:pt x="24897" y="35456"/>
                      <a:pt x="24830" y="35506"/>
                      <a:pt x="24713" y="35623"/>
                    </a:cubicBezTo>
                    <a:cubicBezTo>
                      <a:pt x="24847" y="35506"/>
                      <a:pt x="24897" y="35456"/>
                      <a:pt x="24897" y="35456"/>
                    </a:cubicBezTo>
                    <a:close/>
                    <a:moveTo>
                      <a:pt x="1" y="0"/>
                    </a:moveTo>
                    <a:lnTo>
                      <a:pt x="1" y="34"/>
                    </a:lnTo>
                    <a:cubicBezTo>
                      <a:pt x="1" y="14320"/>
                      <a:pt x="1" y="27486"/>
                      <a:pt x="1" y="38012"/>
                    </a:cubicBezTo>
                    <a:lnTo>
                      <a:pt x="1" y="38046"/>
                    </a:lnTo>
                    <a:lnTo>
                      <a:pt x="34" y="38046"/>
                    </a:lnTo>
                    <a:lnTo>
                      <a:pt x="21756" y="38029"/>
                    </a:lnTo>
                    <a:lnTo>
                      <a:pt x="21772" y="38029"/>
                    </a:lnTo>
                    <a:lnTo>
                      <a:pt x="24128" y="36108"/>
                    </a:lnTo>
                    <a:lnTo>
                      <a:pt x="24713" y="35623"/>
                    </a:lnTo>
                    <a:lnTo>
                      <a:pt x="24713" y="35623"/>
                    </a:lnTo>
                    <a:lnTo>
                      <a:pt x="24111" y="36091"/>
                    </a:lnTo>
                    <a:lnTo>
                      <a:pt x="21756" y="38012"/>
                    </a:lnTo>
                    <a:lnTo>
                      <a:pt x="68" y="37996"/>
                    </a:lnTo>
                    <a:lnTo>
                      <a:pt x="68" y="37996"/>
                    </a:lnTo>
                    <a:cubicBezTo>
                      <a:pt x="68" y="27480"/>
                      <a:pt x="68" y="14333"/>
                      <a:pt x="68" y="67"/>
                    </a:cubicBezTo>
                    <a:lnTo>
                      <a:pt x="27553" y="67"/>
                    </a:lnTo>
                    <a:cubicBezTo>
                      <a:pt x="27553" y="15707"/>
                      <a:pt x="27570" y="27841"/>
                      <a:pt x="27570" y="33284"/>
                    </a:cubicBezTo>
                    <a:lnTo>
                      <a:pt x="25582" y="34905"/>
                    </a:lnTo>
                    <a:lnTo>
                      <a:pt x="25081" y="35322"/>
                    </a:lnTo>
                    <a:lnTo>
                      <a:pt x="25582" y="34921"/>
                    </a:lnTo>
                    <a:lnTo>
                      <a:pt x="27587" y="33301"/>
                    </a:lnTo>
                    <a:cubicBezTo>
                      <a:pt x="27587" y="27837"/>
                      <a:pt x="27604" y="15690"/>
                      <a:pt x="27604" y="34"/>
                    </a:cubicBezTo>
                    <a:lnTo>
                      <a:pt x="27604" y="0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grpSp>
            <p:nvGrpSpPr>
              <p:cNvPr id="122" name="Gruppieren 121"/>
              <p:cNvGrpSpPr/>
              <p:nvPr/>
            </p:nvGrpSpPr>
            <p:grpSpPr>
              <a:xfrm>
                <a:off x="5732827" y="1740028"/>
                <a:ext cx="694000" cy="209438"/>
                <a:chOff x="6262653" y="1925108"/>
                <a:chExt cx="1021072" cy="209438"/>
              </a:xfrm>
            </p:grpSpPr>
            <p:sp>
              <p:nvSpPr>
                <p:cNvPr id="182" name="Google Shape;4016;p60"/>
                <p:cNvSpPr/>
                <p:nvPr/>
              </p:nvSpPr>
              <p:spPr>
                <a:xfrm>
                  <a:off x="6262653" y="1925108"/>
                  <a:ext cx="1021072" cy="4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21" h="68" extrusionOk="0">
                      <a:moveTo>
                        <a:pt x="7219" y="0"/>
                      </a:moveTo>
                      <a:cubicBezTo>
                        <a:pt x="3226" y="0"/>
                        <a:pt x="1" y="17"/>
                        <a:pt x="1" y="34"/>
                      </a:cubicBezTo>
                      <a:cubicBezTo>
                        <a:pt x="1" y="51"/>
                        <a:pt x="3226" y="67"/>
                        <a:pt x="7219" y="67"/>
                      </a:cubicBezTo>
                      <a:cubicBezTo>
                        <a:pt x="11196" y="67"/>
                        <a:pt x="14420" y="51"/>
                        <a:pt x="14420" y="34"/>
                      </a:cubicBezTo>
                      <a:cubicBezTo>
                        <a:pt x="14420" y="17"/>
                        <a:pt x="11196" y="0"/>
                        <a:pt x="7219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183" name="Google Shape;4017;p60"/>
                <p:cNvSpPr/>
                <p:nvPr/>
              </p:nvSpPr>
              <p:spPr>
                <a:xfrm>
                  <a:off x="6262653" y="1993717"/>
                  <a:ext cx="1021072" cy="4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21" h="68" extrusionOk="0">
                      <a:moveTo>
                        <a:pt x="7219" y="0"/>
                      </a:moveTo>
                      <a:cubicBezTo>
                        <a:pt x="3226" y="0"/>
                        <a:pt x="1" y="17"/>
                        <a:pt x="1" y="34"/>
                      </a:cubicBezTo>
                      <a:cubicBezTo>
                        <a:pt x="1" y="51"/>
                        <a:pt x="3226" y="67"/>
                        <a:pt x="7219" y="67"/>
                      </a:cubicBezTo>
                      <a:cubicBezTo>
                        <a:pt x="11196" y="67"/>
                        <a:pt x="14420" y="51"/>
                        <a:pt x="14420" y="34"/>
                      </a:cubicBezTo>
                      <a:cubicBezTo>
                        <a:pt x="14420" y="17"/>
                        <a:pt x="11196" y="0"/>
                        <a:pt x="7219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184" name="Google Shape;4018;p60"/>
                <p:cNvSpPr/>
                <p:nvPr/>
              </p:nvSpPr>
              <p:spPr>
                <a:xfrm>
                  <a:off x="6262653" y="2062328"/>
                  <a:ext cx="1021072" cy="4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21" h="68" extrusionOk="0">
                      <a:moveTo>
                        <a:pt x="7219" y="1"/>
                      </a:moveTo>
                      <a:cubicBezTo>
                        <a:pt x="3226" y="1"/>
                        <a:pt x="1" y="1"/>
                        <a:pt x="1" y="34"/>
                      </a:cubicBezTo>
                      <a:cubicBezTo>
                        <a:pt x="1" y="51"/>
                        <a:pt x="3226" y="67"/>
                        <a:pt x="7219" y="67"/>
                      </a:cubicBezTo>
                      <a:cubicBezTo>
                        <a:pt x="11196" y="67"/>
                        <a:pt x="14420" y="51"/>
                        <a:pt x="14420" y="34"/>
                      </a:cubicBezTo>
                      <a:cubicBezTo>
                        <a:pt x="14420" y="1"/>
                        <a:pt x="11196" y="1"/>
                        <a:pt x="7219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185" name="Google Shape;4019;p60"/>
                <p:cNvSpPr/>
                <p:nvPr/>
              </p:nvSpPr>
              <p:spPr>
                <a:xfrm>
                  <a:off x="6262653" y="2129732"/>
                  <a:ext cx="1021072" cy="4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21" h="68" extrusionOk="0">
                      <a:moveTo>
                        <a:pt x="7219" y="1"/>
                      </a:moveTo>
                      <a:cubicBezTo>
                        <a:pt x="3226" y="1"/>
                        <a:pt x="1" y="18"/>
                        <a:pt x="1" y="34"/>
                      </a:cubicBezTo>
                      <a:cubicBezTo>
                        <a:pt x="1" y="51"/>
                        <a:pt x="3226" y="68"/>
                        <a:pt x="7219" y="68"/>
                      </a:cubicBezTo>
                      <a:cubicBezTo>
                        <a:pt x="11196" y="68"/>
                        <a:pt x="14420" y="51"/>
                        <a:pt x="14420" y="34"/>
                      </a:cubicBezTo>
                      <a:cubicBezTo>
                        <a:pt x="14420" y="18"/>
                        <a:pt x="11196" y="1"/>
                        <a:pt x="7219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</p:grpSp>
          <p:sp>
            <p:nvSpPr>
              <p:cNvPr id="126" name="Google Shape;4038;p60"/>
              <p:cNvSpPr/>
              <p:nvPr/>
            </p:nvSpPr>
            <p:spPr>
              <a:xfrm>
                <a:off x="6976080" y="3664138"/>
                <a:ext cx="214183" cy="442529"/>
              </a:xfrm>
              <a:custGeom>
                <a:avLst/>
                <a:gdLst/>
                <a:ahLst/>
                <a:cxnLst/>
                <a:rect l="l" t="t" r="r" b="b"/>
                <a:pathLst>
                  <a:path w="3025" h="6250" extrusionOk="0">
                    <a:moveTo>
                      <a:pt x="3024" y="1"/>
                    </a:moveTo>
                    <a:lnTo>
                      <a:pt x="0" y="6250"/>
                    </a:lnTo>
                    <a:lnTo>
                      <a:pt x="2156" y="6250"/>
                    </a:lnTo>
                    <a:lnTo>
                      <a:pt x="3024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grpSp>
            <p:nvGrpSpPr>
              <p:cNvPr id="127" name="Gruppieren 126"/>
              <p:cNvGrpSpPr/>
              <p:nvPr/>
            </p:nvGrpSpPr>
            <p:grpSpPr>
              <a:xfrm>
                <a:off x="6500110" y="3806192"/>
                <a:ext cx="853377" cy="108000"/>
                <a:chOff x="6500110" y="1780140"/>
                <a:chExt cx="853377" cy="108000"/>
              </a:xfrm>
            </p:grpSpPr>
            <p:sp>
              <p:nvSpPr>
                <p:cNvPr id="177" name="Google Shape;4026;p60"/>
                <p:cNvSpPr/>
                <p:nvPr/>
              </p:nvSpPr>
              <p:spPr>
                <a:xfrm>
                  <a:off x="6500110" y="1780140"/>
                  <a:ext cx="108000" cy="10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6" h="4646" extrusionOk="0">
                      <a:moveTo>
                        <a:pt x="4512" y="135"/>
                      </a:moveTo>
                      <a:lnTo>
                        <a:pt x="4512" y="4512"/>
                      </a:lnTo>
                      <a:lnTo>
                        <a:pt x="134" y="4512"/>
                      </a:lnTo>
                      <a:lnTo>
                        <a:pt x="134" y="135"/>
                      </a:lnTo>
                      <a:close/>
                      <a:moveTo>
                        <a:pt x="0" y="1"/>
                      </a:moveTo>
                      <a:lnTo>
                        <a:pt x="0" y="4646"/>
                      </a:lnTo>
                      <a:lnTo>
                        <a:pt x="4645" y="4646"/>
                      </a:lnTo>
                      <a:lnTo>
                        <a:pt x="464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>
                  <a:solidFill>
                    <a:schemeClr val="tx1"/>
                  </a:solidFill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178" name="Google Shape;4026;p60"/>
                <p:cNvSpPr/>
                <p:nvPr/>
              </p:nvSpPr>
              <p:spPr>
                <a:xfrm>
                  <a:off x="6686432" y="1780140"/>
                  <a:ext cx="108000" cy="10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6" h="4646" extrusionOk="0">
                      <a:moveTo>
                        <a:pt x="4512" y="135"/>
                      </a:moveTo>
                      <a:lnTo>
                        <a:pt x="4512" y="4512"/>
                      </a:lnTo>
                      <a:lnTo>
                        <a:pt x="134" y="4512"/>
                      </a:lnTo>
                      <a:lnTo>
                        <a:pt x="134" y="135"/>
                      </a:lnTo>
                      <a:close/>
                      <a:moveTo>
                        <a:pt x="0" y="1"/>
                      </a:moveTo>
                      <a:lnTo>
                        <a:pt x="0" y="4646"/>
                      </a:lnTo>
                      <a:lnTo>
                        <a:pt x="4645" y="4646"/>
                      </a:lnTo>
                      <a:lnTo>
                        <a:pt x="464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>
                  <a:solidFill>
                    <a:schemeClr val="tx1"/>
                  </a:solidFill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179" name="Google Shape;4026;p60"/>
                <p:cNvSpPr/>
                <p:nvPr/>
              </p:nvSpPr>
              <p:spPr>
                <a:xfrm>
                  <a:off x="6868080" y="1780140"/>
                  <a:ext cx="108000" cy="10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6" h="4646" extrusionOk="0">
                      <a:moveTo>
                        <a:pt x="4512" y="135"/>
                      </a:moveTo>
                      <a:lnTo>
                        <a:pt x="4512" y="4512"/>
                      </a:lnTo>
                      <a:lnTo>
                        <a:pt x="134" y="4512"/>
                      </a:lnTo>
                      <a:lnTo>
                        <a:pt x="134" y="135"/>
                      </a:lnTo>
                      <a:close/>
                      <a:moveTo>
                        <a:pt x="0" y="1"/>
                      </a:moveTo>
                      <a:lnTo>
                        <a:pt x="0" y="4646"/>
                      </a:lnTo>
                      <a:lnTo>
                        <a:pt x="4645" y="4646"/>
                      </a:lnTo>
                      <a:lnTo>
                        <a:pt x="464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>
                  <a:solidFill>
                    <a:schemeClr val="tx1"/>
                  </a:solidFill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180" name="Google Shape;4026;p60"/>
                <p:cNvSpPr/>
                <p:nvPr/>
              </p:nvSpPr>
              <p:spPr>
                <a:xfrm>
                  <a:off x="7054402" y="1780140"/>
                  <a:ext cx="108000" cy="10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6" h="4646" extrusionOk="0">
                      <a:moveTo>
                        <a:pt x="4512" y="135"/>
                      </a:moveTo>
                      <a:lnTo>
                        <a:pt x="4512" y="4512"/>
                      </a:lnTo>
                      <a:lnTo>
                        <a:pt x="134" y="4512"/>
                      </a:lnTo>
                      <a:lnTo>
                        <a:pt x="134" y="135"/>
                      </a:lnTo>
                      <a:close/>
                      <a:moveTo>
                        <a:pt x="0" y="1"/>
                      </a:moveTo>
                      <a:lnTo>
                        <a:pt x="0" y="4646"/>
                      </a:lnTo>
                      <a:lnTo>
                        <a:pt x="4645" y="4646"/>
                      </a:lnTo>
                      <a:lnTo>
                        <a:pt x="464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>
                  <a:solidFill>
                    <a:schemeClr val="tx1"/>
                  </a:solidFill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181" name="Google Shape;4026;p60"/>
                <p:cNvSpPr/>
                <p:nvPr/>
              </p:nvSpPr>
              <p:spPr>
                <a:xfrm>
                  <a:off x="7245487" y="1780140"/>
                  <a:ext cx="108000" cy="10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6" h="4646" extrusionOk="0">
                      <a:moveTo>
                        <a:pt x="4512" y="135"/>
                      </a:moveTo>
                      <a:lnTo>
                        <a:pt x="4512" y="4512"/>
                      </a:lnTo>
                      <a:lnTo>
                        <a:pt x="134" y="4512"/>
                      </a:lnTo>
                      <a:lnTo>
                        <a:pt x="134" y="135"/>
                      </a:lnTo>
                      <a:close/>
                      <a:moveTo>
                        <a:pt x="0" y="1"/>
                      </a:moveTo>
                      <a:lnTo>
                        <a:pt x="0" y="4646"/>
                      </a:lnTo>
                      <a:lnTo>
                        <a:pt x="4645" y="4646"/>
                      </a:lnTo>
                      <a:lnTo>
                        <a:pt x="464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>
                  <a:solidFill>
                    <a:schemeClr val="tx1"/>
                  </a:solidFill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</p:grpSp>
          <p:sp>
            <p:nvSpPr>
              <p:cNvPr id="128" name="Google Shape;4040;p60"/>
              <p:cNvSpPr/>
              <p:nvPr/>
            </p:nvSpPr>
            <p:spPr>
              <a:xfrm>
                <a:off x="7128664" y="3664138"/>
                <a:ext cx="417676" cy="444935"/>
              </a:xfrm>
              <a:custGeom>
                <a:avLst/>
                <a:gdLst/>
                <a:ahLst/>
                <a:cxnLst/>
                <a:rect l="l" t="t" r="r" b="b"/>
                <a:pathLst>
                  <a:path w="5899" h="6284" extrusionOk="0">
                    <a:moveTo>
                      <a:pt x="17" y="6201"/>
                    </a:moveTo>
                    <a:cubicBezTo>
                      <a:pt x="14" y="6220"/>
                      <a:pt x="11" y="6237"/>
                      <a:pt x="8" y="6251"/>
                    </a:cubicBezTo>
                    <a:lnTo>
                      <a:pt x="8" y="6251"/>
                    </a:lnTo>
                    <a:cubicBezTo>
                      <a:pt x="14" y="6235"/>
                      <a:pt x="16" y="6221"/>
                      <a:pt x="17" y="6201"/>
                    </a:cubicBezTo>
                    <a:close/>
                    <a:moveTo>
                      <a:pt x="8" y="6251"/>
                    </a:moveTo>
                    <a:cubicBezTo>
                      <a:pt x="6" y="6256"/>
                      <a:pt x="3" y="6261"/>
                      <a:pt x="1" y="6267"/>
                    </a:cubicBezTo>
                    <a:cubicBezTo>
                      <a:pt x="1" y="6267"/>
                      <a:pt x="1" y="6283"/>
                      <a:pt x="1" y="6283"/>
                    </a:cubicBezTo>
                    <a:cubicBezTo>
                      <a:pt x="3" y="6274"/>
                      <a:pt x="5" y="6263"/>
                      <a:pt x="8" y="6251"/>
                    </a:cubicBezTo>
                    <a:close/>
                    <a:moveTo>
                      <a:pt x="836" y="1"/>
                    </a:moveTo>
                    <a:lnTo>
                      <a:pt x="836" y="34"/>
                    </a:lnTo>
                    <a:cubicBezTo>
                      <a:pt x="585" y="1856"/>
                      <a:pt x="385" y="3426"/>
                      <a:pt x="234" y="4546"/>
                    </a:cubicBezTo>
                    <a:cubicBezTo>
                      <a:pt x="168" y="5097"/>
                      <a:pt x="101" y="5531"/>
                      <a:pt x="67" y="5832"/>
                    </a:cubicBezTo>
                    <a:cubicBezTo>
                      <a:pt x="51" y="5983"/>
                      <a:pt x="34" y="6100"/>
                      <a:pt x="17" y="6166"/>
                    </a:cubicBezTo>
                    <a:cubicBezTo>
                      <a:pt x="17" y="6180"/>
                      <a:pt x="17" y="6192"/>
                      <a:pt x="17" y="6201"/>
                    </a:cubicBezTo>
                    <a:lnTo>
                      <a:pt x="17" y="6201"/>
                    </a:lnTo>
                    <a:cubicBezTo>
                      <a:pt x="55" y="5983"/>
                      <a:pt x="124" y="5445"/>
                      <a:pt x="268" y="4512"/>
                    </a:cubicBezTo>
                    <a:cubicBezTo>
                      <a:pt x="417" y="3419"/>
                      <a:pt x="632" y="1882"/>
                      <a:pt x="896" y="81"/>
                    </a:cubicBezTo>
                    <a:lnTo>
                      <a:pt x="896" y="81"/>
                    </a:lnTo>
                    <a:lnTo>
                      <a:pt x="3894" y="1003"/>
                    </a:lnTo>
                    <a:lnTo>
                      <a:pt x="5758" y="1571"/>
                    </a:lnTo>
                    <a:lnTo>
                      <a:pt x="5758" y="1571"/>
                    </a:lnTo>
                    <a:lnTo>
                      <a:pt x="1671" y="4913"/>
                    </a:lnTo>
                    <a:lnTo>
                      <a:pt x="1" y="6283"/>
                    </a:lnTo>
                    <a:cubicBezTo>
                      <a:pt x="1" y="6283"/>
                      <a:pt x="17" y="6283"/>
                      <a:pt x="34" y="6267"/>
                    </a:cubicBezTo>
                    <a:lnTo>
                      <a:pt x="118" y="6200"/>
                    </a:lnTo>
                    <a:lnTo>
                      <a:pt x="435" y="5949"/>
                    </a:lnTo>
                    <a:lnTo>
                      <a:pt x="1655" y="4963"/>
                    </a:lnTo>
                    <a:lnTo>
                      <a:pt x="5849" y="1588"/>
                    </a:lnTo>
                    <a:lnTo>
                      <a:pt x="5899" y="1555"/>
                    </a:lnTo>
                    <a:lnTo>
                      <a:pt x="5832" y="1538"/>
                    </a:lnTo>
                    <a:lnTo>
                      <a:pt x="3927" y="937"/>
                    </a:lnTo>
                    <a:lnTo>
                      <a:pt x="886" y="1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29" name="Google Shape;4039;p60"/>
              <p:cNvSpPr/>
              <p:nvPr/>
            </p:nvSpPr>
            <p:spPr>
              <a:xfrm>
                <a:off x="7128664" y="3666546"/>
                <a:ext cx="411799" cy="442529"/>
              </a:xfrm>
              <a:custGeom>
                <a:avLst/>
                <a:gdLst/>
                <a:ahLst/>
                <a:cxnLst/>
                <a:rect l="l" t="t" r="r" b="b"/>
                <a:pathLst>
                  <a:path w="5816" h="6250" extrusionOk="0">
                    <a:moveTo>
                      <a:pt x="869" y="0"/>
                    </a:moveTo>
                    <a:lnTo>
                      <a:pt x="1" y="6249"/>
                    </a:lnTo>
                    <a:lnTo>
                      <a:pt x="1" y="6249"/>
                    </a:lnTo>
                    <a:lnTo>
                      <a:pt x="5815" y="1538"/>
                    </a:lnTo>
                    <a:lnTo>
                      <a:pt x="86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grpSp>
            <p:nvGrpSpPr>
              <p:cNvPr id="130" name="Gruppieren 129"/>
              <p:cNvGrpSpPr/>
              <p:nvPr/>
            </p:nvGrpSpPr>
            <p:grpSpPr>
              <a:xfrm>
                <a:off x="5727282" y="2241895"/>
                <a:ext cx="694000" cy="209438"/>
                <a:chOff x="6262653" y="1925108"/>
                <a:chExt cx="1021072" cy="209438"/>
              </a:xfrm>
            </p:grpSpPr>
            <p:sp>
              <p:nvSpPr>
                <p:cNvPr id="173" name="Google Shape;4016;p60"/>
                <p:cNvSpPr/>
                <p:nvPr/>
              </p:nvSpPr>
              <p:spPr>
                <a:xfrm>
                  <a:off x="6262653" y="1925108"/>
                  <a:ext cx="1021072" cy="4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21" h="68" extrusionOk="0">
                      <a:moveTo>
                        <a:pt x="7219" y="0"/>
                      </a:moveTo>
                      <a:cubicBezTo>
                        <a:pt x="3226" y="0"/>
                        <a:pt x="1" y="17"/>
                        <a:pt x="1" y="34"/>
                      </a:cubicBezTo>
                      <a:cubicBezTo>
                        <a:pt x="1" y="51"/>
                        <a:pt x="3226" y="67"/>
                        <a:pt x="7219" y="67"/>
                      </a:cubicBezTo>
                      <a:cubicBezTo>
                        <a:pt x="11196" y="67"/>
                        <a:pt x="14420" y="51"/>
                        <a:pt x="14420" y="34"/>
                      </a:cubicBezTo>
                      <a:cubicBezTo>
                        <a:pt x="14420" y="17"/>
                        <a:pt x="11196" y="0"/>
                        <a:pt x="7219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174" name="Google Shape;4017;p60"/>
                <p:cNvSpPr/>
                <p:nvPr/>
              </p:nvSpPr>
              <p:spPr>
                <a:xfrm>
                  <a:off x="6262653" y="1993717"/>
                  <a:ext cx="1021072" cy="4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21" h="68" extrusionOk="0">
                      <a:moveTo>
                        <a:pt x="7219" y="0"/>
                      </a:moveTo>
                      <a:cubicBezTo>
                        <a:pt x="3226" y="0"/>
                        <a:pt x="1" y="17"/>
                        <a:pt x="1" y="34"/>
                      </a:cubicBezTo>
                      <a:cubicBezTo>
                        <a:pt x="1" y="51"/>
                        <a:pt x="3226" y="67"/>
                        <a:pt x="7219" y="67"/>
                      </a:cubicBezTo>
                      <a:cubicBezTo>
                        <a:pt x="11196" y="67"/>
                        <a:pt x="14420" y="51"/>
                        <a:pt x="14420" y="34"/>
                      </a:cubicBezTo>
                      <a:cubicBezTo>
                        <a:pt x="14420" y="17"/>
                        <a:pt x="11196" y="0"/>
                        <a:pt x="7219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175" name="Google Shape;4018;p60"/>
                <p:cNvSpPr/>
                <p:nvPr/>
              </p:nvSpPr>
              <p:spPr>
                <a:xfrm>
                  <a:off x="6262653" y="2062328"/>
                  <a:ext cx="1021072" cy="4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21" h="68" extrusionOk="0">
                      <a:moveTo>
                        <a:pt x="7219" y="1"/>
                      </a:moveTo>
                      <a:cubicBezTo>
                        <a:pt x="3226" y="1"/>
                        <a:pt x="1" y="1"/>
                        <a:pt x="1" y="34"/>
                      </a:cubicBezTo>
                      <a:cubicBezTo>
                        <a:pt x="1" y="51"/>
                        <a:pt x="3226" y="67"/>
                        <a:pt x="7219" y="67"/>
                      </a:cubicBezTo>
                      <a:cubicBezTo>
                        <a:pt x="11196" y="67"/>
                        <a:pt x="14420" y="51"/>
                        <a:pt x="14420" y="34"/>
                      </a:cubicBezTo>
                      <a:cubicBezTo>
                        <a:pt x="14420" y="1"/>
                        <a:pt x="11196" y="1"/>
                        <a:pt x="7219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176" name="Google Shape;4019;p60"/>
                <p:cNvSpPr/>
                <p:nvPr/>
              </p:nvSpPr>
              <p:spPr>
                <a:xfrm>
                  <a:off x="6262653" y="2129732"/>
                  <a:ext cx="1021072" cy="4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21" h="68" extrusionOk="0">
                      <a:moveTo>
                        <a:pt x="7219" y="1"/>
                      </a:moveTo>
                      <a:cubicBezTo>
                        <a:pt x="3226" y="1"/>
                        <a:pt x="1" y="18"/>
                        <a:pt x="1" y="34"/>
                      </a:cubicBezTo>
                      <a:cubicBezTo>
                        <a:pt x="1" y="51"/>
                        <a:pt x="3226" y="68"/>
                        <a:pt x="7219" y="68"/>
                      </a:cubicBezTo>
                      <a:cubicBezTo>
                        <a:pt x="11196" y="68"/>
                        <a:pt x="14420" y="51"/>
                        <a:pt x="14420" y="34"/>
                      </a:cubicBezTo>
                      <a:cubicBezTo>
                        <a:pt x="14420" y="18"/>
                        <a:pt x="11196" y="1"/>
                        <a:pt x="7219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</p:grpSp>
          <p:grpSp>
            <p:nvGrpSpPr>
              <p:cNvPr id="132" name="Gruppieren 131"/>
              <p:cNvGrpSpPr/>
              <p:nvPr/>
            </p:nvGrpSpPr>
            <p:grpSpPr>
              <a:xfrm>
                <a:off x="5735882" y="2778194"/>
                <a:ext cx="694000" cy="209438"/>
                <a:chOff x="6262653" y="1925108"/>
                <a:chExt cx="1021072" cy="209438"/>
              </a:xfrm>
            </p:grpSpPr>
            <p:sp>
              <p:nvSpPr>
                <p:cNvPr id="169" name="Google Shape;4016;p60"/>
                <p:cNvSpPr/>
                <p:nvPr/>
              </p:nvSpPr>
              <p:spPr>
                <a:xfrm>
                  <a:off x="6262653" y="1925108"/>
                  <a:ext cx="1021072" cy="4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21" h="68" extrusionOk="0">
                      <a:moveTo>
                        <a:pt x="7219" y="0"/>
                      </a:moveTo>
                      <a:cubicBezTo>
                        <a:pt x="3226" y="0"/>
                        <a:pt x="1" y="17"/>
                        <a:pt x="1" y="34"/>
                      </a:cubicBezTo>
                      <a:cubicBezTo>
                        <a:pt x="1" y="51"/>
                        <a:pt x="3226" y="67"/>
                        <a:pt x="7219" y="67"/>
                      </a:cubicBezTo>
                      <a:cubicBezTo>
                        <a:pt x="11196" y="67"/>
                        <a:pt x="14420" y="51"/>
                        <a:pt x="14420" y="34"/>
                      </a:cubicBezTo>
                      <a:cubicBezTo>
                        <a:pt x="14420" y="17"/>
                        <a:pt x="11196" y="0"/>
                        <a:pt x="7219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170" name="Google Shape;4017;p60"/>
                <p:cNvSpPr/>
                <p:nvPr/>
              </p:nvSpPr>
              <p:spPr>
                <a:xfrm>
                  <a:off x="6262653" y="1993717"/>
                  <a:ext cx="1021072" cy="4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21" h="68" extrusionOk="0">
                      <a:moveTo>
                        <a:pt x="7219" y="0"/>
                      </a:moveTo>
                      <a:cubicBezTo>
                        <a:pt x="3226" y="0"/>
                        <a:pt x="1" y="17"/>
                        <a:pt x="1" y="34"/>
                      </a:cubicBezTo>
                      <a:cubicBezTo>
                        <a:pt x="1" y="51"/>
                        <a:pt x="3226" y="67"/>
                        <a:pt x="7219" y="67"/>
                      </a:cubicBezTo>
                      <a:cubicBezTo>
                        <a:pt x="11196" y="67"/>
                        <a:pt x="14420" y="51"/>
                        <a:pt x="14420" y="34"/>
                      </a:cubicBezTo>
                      <a:cubicBezTo>
                        <a:pt x="14420" y="17"/>
                        <a:pt x="11196" y="0"/>
                        <a:pt x="7219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171" name="Google Shape;4018;p60"/>
                <p:cNvSpPr/>
                <p:nvPr/>
              </p:nvSpPr>
              <p:spPr>
                <a:xfrm>
                  <a:off x="6262653" y="2062328"/>
                  <a:ext cx="1021072" cy="4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21" h="68" extrusionOk="0">
                      <a:moveTo>
                        <a:pt x="7219" y="1"/>
                      </a:moveTo>
                      <a:cubicBezTo>
                        <a:pt x="3226" y="1"/>
                        <a:pt x="1" y="1"/>
                        <a:pt x="1" y="34"/>
                      </a:cubicBezTo>
                      <a:cubicBezTo>
                        <a:pt x="1" y="51"/>
                        <a:pt x="3226" y="67"/>
                        <a:pt x="7219" y="67"/>
                      </a:cubicBezTo>
                      <a:cubicBezTo>
                        <a:pt x="11196" y="67"/>
                        <a:pt x="14420" y="51"/>
                        <a:pt x="14420" y="34"/>
                      </a:cubicBezTo>
                      <a:cubicBezTo>
                        <a:pt x="14420" y="1"/>
                        <a:pt x="11196" y="1"/>
                        <a:pt x="7219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172" name="Google Shape;4019;p60"/>
                <p:cNvSpPr/>
                <p:nvPr/>
              </p:nvSpPr>
              <p:spPr>
                <a:xfrm>
                  <a:off x="6262653" y="2129732"/>
                  <a:ext cx="1021072" cy="4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21" h="68" extrusionOk="0">
                      <a:moveTo>
                        <a:pt x="7219" y="1"/>
                      </a:moveTo>
                      <a:cubicBezTo>
                        <a:pt x="3226" y="1"/>
                        <a:pt x="1" y="18"/>
                        <a:pt x="1" y="34"/>
                      </a:cubicBezTo>
                      <a:cubicBezTo>
                        <a:pt x="1" y="51"/>
                        <a:pt x="3226" y="68"/>
                        <a:pt x="7219" y="68"/>
                      </a:cubicBezTo>
                      <a:cubicBezTo>
                        <a:pt x="11196" y="68"/>
                        <a:pt x="14420" y="51"/>
                        <a:pt x="14420" y="34"/>
                      </a:cubicBezTo>
                      <a:cubicBezTo>
                        <a:pt x="14420" y="18"/>
                        <a:pt x="11196" y="1"/>
                        <a:pt x="7219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</p:grpSp>
          <p:grpSp>
            <p:nvGrpSpPr>
              <p:cNvPr id="133" name="Gruppieren 132"/>
              <p:cNvGrpSpPr/>
              <p:nvPr/>
            </p:nvGrpSpPr>
            <p:grpSpPr>
              <a:xfrm>
                <a:off x="5740964" y="3279011"/>
                <a:ext cx="694000" cy="209438"/>
                <a:chOff x="6262653" y="1925108"/>
                <a:chExt cx="1021072" cy="209438"/>
              </a:xfrm>
            </p:grpSpPr>
            <p:sp>
              <p:nvSpPr>
                <p:cNvPr id="165" name="Google Shape;4016;p60"/>
                <p:cNvSpPr/>
                <p:nvPr/>
              </p:nvSpPr>
              <p:spPr>
                <a:xfrm>
                  <a:off x="6262653" y="1925108"/>
                  <a:ext cx="1021072" cy="4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21" h="68" extrusionOk="0">
                      <a:moveTo>
                        <a:pt x="7219" y="0"/>
                      </a:moveTo>
                      <a:cubicBezTo>
                        <a:pt x="3226" y="0"/>
                        <a:pt x="1" y="17"/>
                        <a:pt x="1" y="34"/>
                      </a:cubicBezTo>
                      <a:cubicBezTo>
                        <a:pt x="1" y="51"/>
                        <a:pt x="3226" y="67"/>
                        <a:pt x="7219" y="67"/>
                      </a:cubicBezTo>
                      <a:cubicBezTo>
                        <a:pt x="11196" y="67"/>
                        <a:pt x="14420" y="51"/>
                        <a:pt x="14420" y="34"/>
                      </a:cubicBezTo>
                      <a:cubicBezTo>
                        <a:pt x="14420" y="17"/>
                        <a:pt x="11196" y="0"/>
                        <a:pt x="7219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166" name="Google Shape;4017;p60"/>
                <p:cNvSpPr/>
                <p:nvPr/>
              </p:nvSpPr>
              <p:spPr>
                <a:xfrm>
                  <a:off x="6262653" y="1993717"/>
                  <a:ext cx="1021072" cy="4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21" h="68" extrusionOk="0">
                      <a:moveTo>
                        <a:pt x="7219" y="0"/>
                      </a:moveTo>
                      <a:cubicBezTo>
                        <a:pt x="3226" y="0"/>
                        <a:pt x="1" y="17"/>
                        <a:pt x="1" y="34"/>
                      </a:cubicBezTo>
                      <a:cubicBezTo>
                        <a:pt x="1" y="51"/>
                        <a:pt x="3226" y="67"/>
                        <a:pt x="7219" y="67"/>
                      </a:cubicBezTo>
                      <a:cubicBezTo>
                        <a:pt x="11196" y="67"/>
                        <a:pt x="14420" y="51"/>
                        <a:pt x="14420" y="34"/>
                      </a:cubicBezTo>
                      <a:cubicBezTo>
                        <a:pt x="14420" y="17"/>
                        <a:pt x="11196" y="0"/>
                        <a:pt x="7219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167" name="Google Shape;4018;p60"/>
                <p:cNvSpPr/>
                <p:nvPr/>
              </p:nvSpPr>
              <p:spPr>
                <a:xfrm>
                  <a:off x="6262653" y="2062328"/>
                  <a:ext cx="1021072" cy="4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21" h="68" extrusionOk="0">
                      <a:moveTo>
                        <a:pt x="7219" y="1"/>
                      </a:moveTo>
                      <a:cubicBezTo>
                        <a:pt x="3226" y="1"/>
                        <a:pt x="1" y="1"/>
                        <a:pt x="1" y="34"/>
                      </a:cubicBezTo>
                      <a:cubicBezTo>
                        <a:pt x="1" y="51"/>
                        <a:pt x="3226" y="67"/>
                        <a:pt x="7219" y="67"/>
                      </a:cubicBezTo>
                      <a:cubicBezTo>
                        <a:pt x="11196" y="67"/>
                        <a:pt x="14420" y="51"/>
                        <a:pt x="14420" y="34"/>
                      </a:cubicBezTo>
                      <a:cubicBezTo>
                        <a:pt x="14420" y="1"/>
                        <a:pt x="11196" y="1"/>
                        <a:pt x="7219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168" name="Google Shape;4019;p60"/>
                <p:cNvSpPr/>
                <p:nvPr/>
              </p:nvSpPr>
              <p:spPr>
                <a:xfrm>
                  <a:off x="6262653" y="2129732"/>
                  <a:ext cx="1021072" cy="4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21" h="68" extrusionOk="0">
                      <a:moveTo>
                        <a:pt x="7219" y="1"/>
                      </a:moveTo>
                      <a:cubicBezTo>
                        <a:pt x="3226" y="1"/>
                        <a:pt x="1" y="18"/>
                        <a:pt x="1" y="34"/>
                      </a:cubicBezTo>
                      <a:cubicBezTo>
                        <a:pt x="1" y="51"/>
                        <a:pt x="3226" y="68"/>
                        <a:pt x="7219" y="68"/>
                      </a:cubicBezTo>
                      <a:cubicBezTo>
                        <a:pt x="11196" y="68"/>
                        <a:pt x="14420" y="51"/>
                        <a:pt x="14420" y="34"/>
                      </a:cubicBezTo>
                      <a:cubicBezTo>
                        <a:pt x="14420" y="18"/>
                        <a:pt x="11196" y="1"/>
                        <a:pt x="7219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</p:grpSp>
          <p:grpSp>
            <p:nvGrpSpPr>
              <p:cNvPr id="134" name="Gruppieren 133"/>
              <p:cNvGrpSpPr/>
              <p:nvPr/>
            </p:nvGrpSpPr>
            <p:grpSpPr>
              <a:xfrm>
                <a:off x="5727282" y="3744414"/>
                <a:ext cx="694000" cy="209438"/>
                <a:chOff x="6262653" y="1925108"/>
                <a:chExt cx="1021072" cy="209438"/>
              </a:xfrm>
            </p:grpSpPr>
            <p:sp>
              <p:nvSpPr>
                <p:cNvPr id="161" name="Google Shape;4016;p60"/>
                <p:cNvSpPr/>
                <p:nvPr/>
              </p:nvSpPr>
              <p:spPr>
                <a:xfrm>
                  <a:off x="6262653" y="1925108"/>
                  <a:ext cx="1021072" cy="4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21" h="68" extrusionOk="0">
                      <a:moveTo>
                        <a:pt x="7219" y="0"/>
                      </a:moveTo>
                      <a:cubicBezTo>
                        <a:pt x="3226" y="0"/>
                        <a:pt x="1" y="17"/>
                        <a:pt x="1" y="34"/>
                      </a:cubicBezTo>
                      <a:cubicBezTo>
                        <a:pt x="1" y="51"/>
                        <a:pt x="3226" y="67"/>
                        <a:pt x="7219" y="67"/>
                      </a:cubicBezTo>
                      <a:cubicBezTo>
                        <a:pt x="11196" y="67"/>
                        <a:pt x="14420" y="51"/>
                        <a:pt x="14420" y="34"/>
                      </a:cubicBezTo>
                      <a:cubicBezTo>
                        <a:pt x="14420" y="17"/>
                        <a:pt x="11196" y="0"/>
                        <a:pt x="7219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162" name="Google Shape;4017;p60"/>
                <p:cNvSpPr/>
                <p:nvPr/>
              </p:nvSpPr>
              <p:spPr>
                <a:xfrm>
                  <a:off x="6262653" y="1993717"/>
                  <a:ext cx="1021072" cy="4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21" h="68" extrusionOk="0">
                      <a:moveTo>
                        <a:pt x="7219" y="0"/>
                      </a:moveTo>
                      <a:cubicBezTo>
                        <a:pt x="3226" y="0"/>
                        <a:pt x="1" y="17"/>
                        <a:pt x="1" y="34"/>
                      </a:cubicBezTo>
                      <a:cubicBezTo>
                        <a:pt x="1" y="51"/>
                        <a:pt x="3226" y="67"/>
                        <a:pt x="7219" y="67"/>
                      </a:cubicBezTo>
                      <a:cubicBezTo>
                        <a:pt x="11196" y="67"/>
                        <a:pt x="14420" y="51"/>
                        <a:pt x="14420" y="34"/>
                      </a:cubicBezTo>
                      <a:cubicBezTo>
                        <a:pt x="14420" y="17"/>
                        <a:pt x="11196" y="0"/>
                        <a:pt x="7219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163" name="Google Shape;4018;p60"/>
                <p:cNvSpPr/>
                <p:nvPr/>
              </p:nvSpPr>
              <p:spPr>
                <a:xfrm>
                  <a:off x="6262653" y="2062328"/>
                  <a:ext cx="1021072" cy="4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21" h="68" extrusionOk="0">
                      <a:moveTo>
                        <a:pt x="7219" y="1"/>
                      </a:moveTo>
                      <a:cubicBezTo>
                        <a:pt x="3226" y="1"/>
                        <a:pt x="1" y="1"/>
                        <a:pt x="1" y="34"/>
                      </a:cubicBezTo>
                      <a:cubicBezTo>
                        <a:pt x="1" y="51"/>
                        <a:pt x="3226" y="67"/>
                        <a:pt x="7219" y="67"/>
                      </a:cubicBezTo>
                      <a:cubicBezTo>
                        <a:pt x="11196" y="67"/>
                        <a:pt x="14420" y="51"/>
                        <a:pt x="14420" y="34"/>
                      </a:cubicBezTo>
                      <a:cubicBezTo>
                        <a:pt x="14420" y="1"/>
                        <a:pt x="11196" y="1"/>
                        <a:pt x="7219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164" name="Google Shape;4019;p60"/>
                <p:cNvSpPr/>
                <p:nvPr/>
              </p:nvSpPr>
              <p:spPr>
                <a:xfrm>
                  <a:off x="6262653" y="2129732"/>
                  <a:ext cx="1021072" cy="4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21" h="68" extrusionOk="0">
                      <a:moveTo>
                        <a:pt x="7219" y="1"/>
                      </a:moveTo>
                      <a:cubicBezTo>
                        <a:pt x="3226" y="1"/>
                        <a:pt x="1" y="18"/>
                        <a:pt x="1" y="34"/>
                      </a:cubicBezTo>
                      <a:cubicBezTo>
                        <a:pt x="1" y="51"/>
                        <a:pt x="3226" y="68"/>
                        <a:pt x="7219" y="68"/>
                      </a:cubicBezTo>
                      <a:cubicBezTo>
                        <a:pt x="11196" y="68"/>
                        <a:pt x="14420" y="51"/>
                        <a:pt x="14420" y="34"/>
                      </a:cubicBezTo>
                      <a:cubicBezTo>
                        <a:pt x="14420" y="18"/>
                        <a:pt x="11196" y="1"/>
                        <a:pt x="7219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</p:grpSp>
          <p:grpSp>
            <p:nvGrpSpPr>
              <p:cNvPr id="135" name="Gruppieren 134"/>
              <p:cNvGrpSpPr/>
              <p:nvPr/>
            </p:nvGrpSpPr>
            <p:grpSpPr>
              <a:xfrm>
                <a:off x="6500110" y="1780140"/>
                <a:ext cx="853377" cy="108000"/>
                <a:chOff x="6500110" y="1780140"/>
                <a:chExt cx="853377" cy="108000"/>
              </a:xfrm>
            </p:grpSpPr>
            <p:sp>
              <p:nvSpPr>
                <p:cNvPr id="156" name="Google Shape;4026;p60"/>
                <p:cNvSpPr/>
                <p:nvPr/>
              </p:nvSpPr>
              <p:spPr>
                <a:xfrm>
                  <a:off x="6500110" y="1780140"/>
                  <a:ext cx="108000" cy="10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6" h="4646" extrusionOk="0">
                      <a:moveTo>
                        <a:pt x="4512" y="135"/>
                      </a:moveTo>
                      <a:lnTo>
                        <a:pt x="4512" y="4512"/>
                      </a:lnTo>
                      <a:lnTo>
                        <a:pt x="134" y="4512"/>
                      </a:lnTo>
                      <a:lnTo>
                        <a:pt x="134" y="135"/>
                      </a:lnTo>
                      <a:close/>
                      <a:moveTo>
                        <a:pt x="0" y="1"/>
                      </a:moveTo>
                      <a:lnTo>
                        <a:pt x="0" y="4646"/>
                      </a:lnTo>
                      <a:lnTo>
                        <a:pt x="4645" y="4646"/>
                      </a:lnTo>
                      <a:lnTo>
                        <a:pt x="464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>
                  <a:solidFill>
                    <a:schemeClr val="tx1"/>
                  </a:solidFill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157" name="Google Shape;4026;p60"/>
                <p:cNvSpPr/>
                <p:nvPr/>
              </p:nvSpPr>
              <p:spPr>
                <a:xfrm>
                  <a:off x="6686432" y="1780140"/>
                  <a:ext cx="108000" cy="10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6" h="4646" extrusionOk="0">
                      <a:moveTo>
                        <a:pt x="4512" y="135"/>
                      </a:moveTo>
                      <a:lnTo>
                        <a:pt x="4512" y="4512"/>
                      </a:lnTo>
                      <a:lnTo>
                        <a:pt x="134" y="4512"/>
                      </a:lnTo>
                      <a:lnTo>
                        <a:pt x="134" y="135"/>
                      </a:lnTo>
                      <a:close/>
                      <a:moveTo>
                        <a:pt x="0" y="1"/>
                      </a:moveTo>
                      <a:lnTo>
                        <a:pt x="0" y="4646"/>
                      </a:lnTo>
                      <a:lnTo>
                        <a:pt x="4645" y="4646"/>
                      </a:lnTo>
                      <a:lnTo>
                        <a:pt x="464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>
                  <a:solidFill>
                    <a:schemeClr val="tx1"/>
                  </a:solidFill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158" name="Google Shape;4026;p60"/>
                <p:cNvSpPr/>
                <p:nvPr/>
              </p:nvSpPr>
              <p:spPr>
                <a:xfrm>
                  <a:off x="6868080" y="1780140"/>
                  <a:ext cx="108000" cy="10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6" h="4646" extrusionOk="0">
                      <a:moveTo>
                        <a:pt x="4512" y="135"/>
                      </a:moveTo>
                      <a:lnTo>
                        <a:pt x="4512" y="4512"/>
                      </a:lnTo>
                      <a:lnTo>
                        <a:pt x="134" y="4512"/>
                      </a:lnTo>
                      <a:lnTo>
                        <a:pt x="134" y="135"/>
                      </a:lnTo>
                      <a:close/>
                      <a:moveTo>
                        <a:pt x="0" y="1"/>
                      </a:moveTo>
                      <a:lnTo>
                        <a:pt x="0" y="4646"/>
                      </a:lnTo>
                      <a:lnTo>
                        <a:pt x="4645" y="4646"/>
                      </a:lnTo>
                      <a:lnTo>
                        <a:pt x="464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>
                  <a:solidFill>
                    <a:schemeClr val="tx1"/>
                  </a:solidFill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159" name="Google Shape;4026;p60"/>
                <p:cNvSpPr/>
                <p:nvPr/>
              </p:nvSpPr>
              <p:spPr>
                <a:xfrm>
                  <a:off x="7054402" y="1780140"/>
                  <a:ext cx="108000" cy="10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6" h="4646" extrusionOk="0">
                      <a:moveTo>
                        <a:pt x="4512" y="135"/>
                      </a:moveTo>
                      <a:lnTo>
                        <a:pt x="4512" y="4512"/>
                      </a:lnTo>
                      <a:lnTo>
                        <a:pt x="134" y="4512"/>
                      </a:lnTo>
                      <a:lnTo>
                        <a:pt x="134" y="135"/>
                      </a:lnTo>
                      <a:close/>
                      <a:moveTo>
                        <a:pt x="0" y="1"/>
                      </a:moveTo>
                      <a:lnTo>
                        <a:pt x="0" y="4646"/>
                      </a:lnTo>
                      <a:lnTo>
                        <a:pt x="4645" y="4646"/>
                      </a:lnTo>
                      <a:lnTo>
                        <a:pt x="464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>
                  <a:solidFill>
                    <a:schemeClr val="tx1"/>
                  </a:solidFill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160" name="Google Shape;4026;p60"/>
                <p:cNvSpPr/>
                <p:nvPr/>
              </p:nvSpPr>
              <p:spPr>
                <a:xfrm>
                  <a:off x="7245487" y="1780140"/>
                  <a:ext cx="108000" cy="10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6" h="4646" extrusionOk="0">
                      <a:moveTo>
                        <a:pt x="4512" y="135"/>
                      </a:moveTo>
                      <a:lnTo>
                        <a:pt x="4512" y="4512"/>
                      </a:lnTo>
                      <a:lnTo>
                        <a:pt x="134" y="4512"/>
                      </a:lnTo>
                      <a:lnTo>
                        <a:pt x="134" y="135"/>
                      </a:lnTo>
                      <a:close/>
                      <a:moveTo>
                        <a:pt x="0" y="1"/>
                      </a:moveTo>
                      <a:lnTo>
                        <a:pt x="0" y="4646"/>
                      </a:lnTo>
                      <a:lnTo>
                        <a:pt x="4645" y="4646"/>
                      </a:lnTo>
                      <a:lnTo>
                        <a:pt x="464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>
                  <a:solidFill>
                    <a:schemeClr val="tx1"/>
                  </a:solidFill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</p:grpSp>
          <p:grpSp>
            <p:nvGrpSpPr>
              <p:cNvPr id="136" name="Gruppieren 135"/>
              <p:cNvGrpSpPr/>
              <p:nvPr/>
            </p:nvGrpSpPr>
            <p:grpSpPr>
              <a:xfrm>
                <a:off x="6500110" y="2288400"/>
                <a:ext cx="853377" cy="108000"/>
                <a:chOff x="6500110" y="1780140"/>
                <a:chExt cx="853377" cy="108000"/>
              </a:xfrm>
            </p:grpSpPr>
            <p:sp>
              <p:nvSpPr>
                <p:cNvPr id="151" name="Google Shape;4026;p60"/>
                <p:cNvSpPr/>
                <p:nvPr/>
              </p:nvSpPr>
              <p:spPr>
                <a:xfrm>
                  <a:off x="6500110" y="1780140"/>
                  <a:ext cx="108000" cy="10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6" h="4646" extrusionOk="0">
                      <a:moveTo>
                        <a:pt x="4512" y="135"/>
                      </a:moveTo>
                      <a:lnTo>
                        <a:pt x="4512" y="4512"/>
                      </a:lnTo>
                      <a:lnTo>
                        <a:pt x="134" y="4512"/>
                      </a:lnTo>
                      <a:lnTo>
                        <a:pt x="134" y="135"/>
                      </a:lnTo>
                      <a:close/>
                      <a:moveTo>
                        <a:pt x="0" y="1"/>
                      </a:moveTo>
                      <a:lnTo>
                        <a:pt x="0" y="4646"/>
                      </a:lnTo>
                      <a:lnTo>
                        <a:pt x="4645" y="4646"/>
                      </a:lnTo>
                      <a:lnTo>
                        <a:pt x="464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>
                  <a:solidFill>
                    <a:schemeClr val="tx1"/>
                  </a:solidFill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152" name="Google Shape;4026;p60"/>
                <p:cNvSpPr/>
                <p:nvPr/>
              </p:nvSpPr>
              <p:spPr>
                <a:xfrm>
                  <a:off x="6686432" y="1780140"/>
                  <a:ext cx="108000" cy="10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6" h="4646" extrusionOk="0">
                      <a:moveTo>
                        <a:pt x="4512" y="135"/>
                      </a:moveTo>
                      <a:lnTo>
                        <a:pt x="4512" y="4512"/>
                      </a:lnTo>
                      <a:lnTo>
                        <a:pt x="134" y="4512"/>
                      </a:lnTo>
                      <a:lnTo>
                        <a:pt x="134" y="135"/>
                      </a:lnTo>
                      <a:close/>
                      <a:moveTo>
                        <a:pt x="0" y="1"/>
                      </a:moveTo>
                      <a:lnTo>
                        <a:pt x="0" y="4646"/>
                      </a:lnTo>
                      <a:lnTo>
                        <a:pt x="4645" y="4646"/>
                      </a:lnTo>
                      <a:lnTo>
                        <a:pt x="464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>
                  <a:solidFill>
                    <a:schemeClr val="tx1"/>
                  </a:solidFill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153" name="Google Shape;4026;p60"/>
                <p:cNvSpPr/>
                <p:nvPr/>
              </p:nvSpPr>
              <p:spPr>
                <a:xfrm>
                  <a:off x="6868080" y="1780140"/>
                  <a:ext cx="108000" cy="10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6" h="4646" extrusionOk="0">
                      <a:moveTo>
                        <a:pt x="4512" y="135"/>
                      </a:moveTo>
                      <a:lnTo>
                        <a:pt x="4512" y="4512"/>
                      </a:lnTo>
                      <a:lnTo>
                        <a:pt x="134" y="4512"/>
                      </a:lnTo>
                      <a:lnTo>
                        <a:pt x="134" y="135"/>
                      </a:lnTo>
                      <a:close/>
                      <a:moveTo>
                        <a:pt x="0" y="1"/>
                      </a:moveTo>
                      <a:lnTo>
                        <a:pt x="0" y="4646"/>
                      </a:lnTo>
                      <a:lnTo>
                        <a:pt x="4645" y="4646"/>
                      </a:lnTo>
                      <a:lnTo>
                        <a:pt x="464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>
                  <a:solidFill>
                    <a:schemeClr val="tx1"/>
                  </a:solidFill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154" name="Google Shape;4026;p60"/>
                <p:cNvSpPr/>
                <p:nvPr/>
              </p:nvSpPr>
              <p:spPr>
                <a:xfrm>
                  <a:off x="7054402" y="1780140"/>
                  <a:ext cx="108000" cy="10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6" h="4646" extrusionOk="0">
                      <a:moveTo>
                        <a:pt x="4512" y="135"/>
                      </a:moveTo>
                      <a:lnTo>
                        <a:pt x="4512" y="4512"/>
                      </a:lnTo>
                      <a:lnTo>
                        <a:pt x="134" y="4512"/>
                      </a:lnTo>
                      <a:lnTo>
                        <a:pt x="134" y="135"/>
                      </a:lnTo>
                      <a:close/>
                      <a:moveTo>
                        <a:pt x="0" y="1"/>
                      </a:moveTo>
                      <a:lnTo>
                        <a:pt x="0" y="4646"/>
                      </a:lnTo>
                      <a:lnTo>
                        <a:pt x="4645" y="4646"/>
                      </a:lnTo>
                      <a:lnTo>
                        <a:pt x="464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>
                  <a:solidFill>
                    <a:schemeClr val="tx1"/>
                  </a:solidFill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155" name="Google Shape;4026;p60"/>
                <p:cNvSpPr/>
                <p:nvPr/>
              </p:nvSpPr>
              <p:spPr>
                <a:xfrm>
                  <a:off x="7245487" y="1780140"/>
                  <a:ext cx="108000" cy="10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6" h="4646" extrusionOk="0">
                      <a:moveTo>
                        <a:pt x="4512" y="135"/>
                      </a:moveTo>
                      <a:lnTo>
                        <a:pt x="4512" y="4512"/>
                      </a:lnTo>
                      <a:lnTo>
                        <a:pt x="134" y="4512"/>
                      </a:lnTo>
                      <a:lnTo>
                        <a:pt x="134" y="135"/>
                      </a:lnTo>
                      <a:close/>
                      <a:moveTo>
                        <a:pt x="0" y="1"/>
                      </a:moveTo>
                      <a:lnTo>
                        <a:pt x="0" y="4646"/>
                      </a:lnTo>
                      <a:lnTo>
                        <a:pt x="4645" y="4646"/>
                      </a:lnTo>
                      <a:lnTo>
                        <a:pt x="464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>
                  <a:solidFill>
                    <a:schemeClr val="tx1"/>
                  </a:solidFill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</p:grpSp>
          <p:grpSp>
            <p:nvGrpSpPr>
              <p:cNvPr id="137" name="Gruppieren 136"/>
              <p:cNvGrpSpPr/>
              <p:nvPr/>
            </p:nvGrpSpPr>
            <p:grpSpPr>
              <a:xfrm>
                <a:off x="6495391" y="2822745"/>
                <a:ext cx="853377" cy="108000"/>
                <a:chOff x="6500110" y="1780140"/>
                <a:chExt cx="853377" cy="108000"/>
              </a:xfrm>
            </p:grpSpPr>
            <p:sp>
              <p:nvSpPr>
                <p:cNvPr id="146" name="Google Shape;4026;p60"/>
                <p:cNvSpPr/>
                <p:nvPr/>
              </p:nvSpPr>
              <p:spPr>
                <a:xfrm>
                  <a:off x="6500110" y="1780140"/>
                  <a:ext cx="108000" cy="10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6" h="4646" extrusionOk="0">
                      <a:moveTo>
                        <a:pt x="4512" y="135"/>
                      </a:moveTo>
                      <a:lnTo>
                        <a:pt x="4512" y="4512"/>
                      </a:lnTo>
                      <a:lnTo>
                        <a:pt x="134" y="4512"/>
                      </a:lnTo>
                      <a:lnTo>
                        <a:pt x="134" y="135"/>
                      </a:lnTo>
                      <a:close/>
                      <a:moveTo>
                        <a:pt x="0" y="1"/>
                      </a:moveTo>
                      <a:lnTo>
                        <a:pt x="0" y="4646"/>
                      </a:lnTo>
                      <a:lnTo>
                        <a:pt x="4645" y="4646"/>
                      </a:lnTo>
                      <a:lnTo>
                        <a:pt x="464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>
                  <a:solidFill>
                    <a:schemeClr val="tx1"/>
                  </a:solidFill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147" name="Google Shape;4026;p60"/>
                <p:cNvSpPr/>
                <p:nvPr/>
              </p:nvSpPr>
              <p:spPr>
                <a:xfrm>
                  <a:off x="6686432" y="1780140"/>
                  <a:ext cx="108000" cy="10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6" h="4646" extrusionOk="0">
                      <a:moveTo>
                        <a:pt x="4512" y="135"/>
                      </a:moveTo>
                      <a:lnTo>
                        <a:pt x="4512" y="4512"/>
                      </a:lnTo>
                      <a:lnTo>
                        <a:pt x="134" y="4512"/>
                      </a:lnTo>
                      <a:lnTo>
                        <a:pt x="134" y="135"/>
                      </a:lnTo>
                      <a:close/>
                      <a:moveTo>
                        <a:pt x="0" y="1"/>
                      </a:moveTo>
                      <a:lnTo>
                        <a:pt x="0" y="4646"/>
                      </a:lnTo>
                      <a:lnTo>
                        <a:pt x="4645" y="4646"/>
                      </a:lnTo>
                      <a:lnTo>
                        <a:pt x="464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>
                  <a:solidFill>
                    <a:schemeClr val="tx1"/>
                  </a:solidFill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148" name="Google Shape;4026;p60"/>
                <p:cNvSpPr/>
                <p:nvPr/>
              </p:nvSpPr>
              <p:spPr>
                <a:xfrm>
                  <a:off x="6868080" y="1780140"/>
                  <a:ext cx="108000" cy="10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6" h="4646" extrusionOk="0">
                      <a:moveTo>
                        <a:pt x="4512" y="135"/>
                      </a:moveTo>
                      <a:lnTo>
                        <a:pt x="4512" y="4512"/>
                      </a:lnTo>
                      <a:lnTo>
                        <a:pt x="134" y="4512"/>
                      </a:lnTo>
                      <a:lnTo>
                        <a:pt x="134" y="135"/>
                      </a:lnTo>
                      <a:close/>
                      <a:moveTo>
                        <a:pt x="0" y="1"/>
                      </a:moveTo>
                      <a:lnTo>
                        <a:pt x="0" y="4646"/>
                      </a:lnTo>
                      <a:lnTo>
                        <a:pt x="4645" y="4646"/>
                      </a:lnTo>
                      <a:lnTo>
                        <a:pt x="464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>
                  <a:solidFill>
                    <a:schemeClr val="tx1"/>
                  </a:solidFill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149" name="Google Shape;4026;p60"/>
                <p:cNvSpPr/>
                <p:nvPr/>
              </p:nvSpPr>
              <p:spPr>
                <a:xfrm>
                  <a:off x="7054402" y="1780140"/>
                  <a:ext cx="108000" cy="10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6" h="4646" extrusionOk="0">
                      <a:moveTo>
                        <a:pt x="4512" y="135"/>
                      </a:moveTo>
                      <a:lnTo>
                        <a:pt x="4512" y="4512"/>
                      </a:lnTo>
                      <a:lnTo>
                        <a:pt x="134" y="4512"/>
                      </a:lnTo>
                      <a:lnTo>
                        <a:pt x="134" y="135"/>
                      </a:lnTo>
                      <a:close/>
                      <a:moveTo>
                        <a:pt x="0" y="1"/>
                      </a:moveTo>
                      <a:lnTo>
                        <a:pt x="0" y="4646"/>
                      </a:lnTo>
                      <a:lnTo>
                        <a:pt x="4645" y="4646"/>
                      </a:lnTo>
                      <a:lnTo>
                        <a:pt x="464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>
                  <a:solidFill>
                    <a:schemeClr val="tx1"/>
                  </a:solidFill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150" name="Google Shape;4026;p60"/>
                <p:cNvSpPr/>
                <p:nvPr/>
              </p:nvSpPr>
              <p:spPr>
                <a:xfrm>
                  <a:off x="7245487" y="1780140"/>
                  <a:ext cx="108000" cy="10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6" h="4646" extrusionOk="0">
                      <a:moveTo>
                        <a:pt x="4512" y="135"/>
                      </a:moveTo>
                      <a:lnTo>
                        <a:pt x="4512" y="4512"/>
                      </a:lnTo>
                      <a:lnTo>
                        <a:pt x="134" y="4512"/>
                      </a:lnTo>
                      <a:lnTo>
                        <a:pt x="134" y="135"/>
                      </a:lnTo>
                      <a:close/>
                      <a:moveTo>
                        <a:pt x="0" y="1"/>
                      </a:moveTo>
                      <a:lnTo>
                        <a:pt x="0" y="4646"/>
                      </a:lnTo>
                      <a:lnTo>
                        <a:pt x="4645" y="4646"/>
                      </a:lnTo>
                      <a:lnTo>
                        <a:pt x="464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>
                  <a:solidFill>
                    <a:schemeClr val="tx1"/>
                  </a:solidFill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</p:grpSp>
          <p:grpSp>
            <p:nvGrpSpPr>
              <p:cNvPr id="138" name="Gruppieren 137"/>
              <p:cNvGrpSpPr/>
              <p:nvPr/>
            </p:nvGrpSpPr>
            <p:grpSpPr>
              <a:xfrm>
                <a:off x="6495391" y="3327595"/>
                <a:ext cx="853377" cy="108000"/>
                <a:chOff x="6500110" y="1780140"/>
                <a:chExt cx="853377" cy="108000"/>
              </a:xfrm>
            </p:grpSpPr>
            <p:sp>
              <p:nvSpPr>
                <p:cNvPr id="141" name="Google Shape;4026;p60"/>
                <p:cNvSpPr/>
                <p:nvPr/>
              </p:nvSpPr>
              <p:spPr>
                <a:xfrm>
                  <a:off x="6500110" y="1780140"/>
                  <a:ext cx="108000" cy="10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6" h="4646" extrusionOk="0">
                      <a:moveTo>
                        <a:pt x="4512" y="135"/>
                      </a:moveTo>
                      <a:lnTo>
                        <a:pt x="4512" y="4512"/>
                      </a:lnTo>
                      <a:lnTo>
                        <a:pt x="134" y="4512"/>
                      </a:lnTo>
                      <a:lnTo>
                        <a:pt x="134" y="135"/>
                      </a:lnTo>
                      <a:close/>
                      <a:moveTo>
                        <a:pt x="0" y="1"/>
                      </a:moveTo>
                      <a:lnTo>
                        <a:pt x="0" y="4646"/>
                      </a:lnTo>
                      <a:lnTo>
                        <a:pt x="4645" y="4646"/>
                      </a:lnTo>
                      <a:lnTo>
                        <a:pt x="464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>
                  <a:solidFill>
                    <a:schemeClr val="tx1"/>
                  </a:solidFill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142" name="Google Shape;4026;p60"/>
                <p:cNvSpPr/>
                <p:nvPr/>
              </p:nvSpPr>
              <p:spPr>
                <a:xfrm>
                  <a:off x="6686432" y="1780140"/>
                  <a:ext cx="108000" cy="10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6" h="4646" extrusionOk="0">
                      <a:moveTo>
                        <a:pt x="4512" y="135"/>
                      </a:moveTo>
                      <a:lnTo>
                        <a:pt x="4512" y="4512"/>
                      </a:lnTo>
                      <a:lnTo>
                        <a:pt x="134" y="4512"/>
                      </a:lnTo>
                      <a:lnTo>
                        <a:pt x="134" y="135"/>
                      </a:lnTo>
                      <a:close/>
                      <a:moveTo>
                        <a:pt x="0" y="1"/>
                      </a:moveTo>
                      <a:lnTo>
                        <a:pt x="0" y="4646"/>
                      </a:lnTo>
                      <a:lnTo>
                        <a:pt x="4645" y="4646"/>
                      </a:lnTo>
                      <a:lnTo>
                        <a:pt x="464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>
                  <a:solidFill>
                    <a:schemeClr val="tx1"/>
                  </a:solidFill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143" name="Google Shape;4026;p60"/>
                <p:cNvSpPr/>
                <p:nvPr/>
              </p:nvSpPr>
              <p:spPr>
                <a:xfrm>
                  <a:off x="6868080" y="1780140"/>
                  <a:ext cx="108000" cy="10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6" h="4646" extrusionOk="0">
                      <a:moveTo>
                        <a:pt x="4512" y="135"/>
                      </a:moveTo>
                      <a:lnTo>
                        <a:pt x="4512" y="4512"/>
                      </a:lnTo>
                      <a:lnTo>
                        <a:pt x="134" y="4512"/>
                      </a:lnTo>
                      <a:lnTo>
                        <a:pt x="134" y="135"/>
                      </a:lnTo>
                      <a:close/>
                      <a:moveTo>
                        <a:pt x="0" y="1"/>
                      </a:moveTo>
                      <a:lnTo>
                        <a:pt x="0" y="4646"/>
                      </a:lnTo>
                      <a:lnTo>
                        <a:pt x="4645" y="4646"/>
                      </a:lnTo>
                      <a:lnTo>
                        <a:pt x="464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>
                  <a:solidFill>
                    <a:schemeClr val="tx1"/>
                  </a:solidFill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144" name="Google Shape;4026;p60"/>
                <p:cNvSpPr/>
                <p:nvPr/>
              </p:nvSpPr>
              <p:spPr>
                <a:xfrm>
                  <a:off x="7054402" y="1780140"/>
                  <a:ext cx="108000" cy="10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6" h="4646" extrusionOk="0">
                      <a:moveTo>
                        <a:pt x="4512" y="135"/>
                      </a:moveTo>
                      <a:lnTo>
                        <a:pt x="4512" y="4512"/>
                      </a:lnTo>
                      <a:lnTo>
                        <a:pt x="134" y="4512"/>
                      </a:lnTo>
                      <a:lnTo>
                        <a:pt x="134" y="135"/>
                      </a:lnTo>
                      <a:close/>
                      <a:moveTo>
                        <a:pt x="0" y="1"/>
                      </a:moveTo>
                      <a:lnTo>
                        <a:pt x="0" y="4646"/>
                      </a:lnTo>
                      <a:lnTo>
                        <a:pt x="4645" y="4646"/>
                      </a:lnTo>
                      <a:lnTo>
                        <a:pt x="464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>
                  <a:solidFill>
                    <a:schemeClr val="tx1"/>
                  </a:solidFill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145" name="Google Shape;4026;p60"/>
                <p:cNvSpPr/>
                <p:nvPr/>
              </p:nvSpPr>
              <p:spPr>
                <a:xfrm>
                  <a:off x="7245487" y="1780140"/>
                  <a:ext cx="108000" cy="10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6" h="4646" extrusionOk="0">
                      <a:moveTo>
                        <a:pt x="4512" y="135"/>
                      </a:moveTo>
                      <a:lnTo>
                        <a:pt x="4512" y="4512"/>
                      </a:lnTo>
                      <a:lnTo>
                        <a:pt x="134" y="4512"/>
                      </a:lnTo>
                      <a:lnTo>
                        <a:pt x="134" y="135"/>
                      </a:lnTo>
                      <a:close/>
                      <a:moveTo>
                        <a:pt x="0" y="1"/>
                      </a:moveTo>
                      <a:lnTo>
                        <a:pt x="0" y="4646"/>
                      </a:lnTo>
                      <a:lnTo>
                        <a:pt x="4645" y="4646"/>
                      </a:lnTo>
                      <a:lnTo>
                        <a:pt x="464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>
                  <a:solidFill>
                    <a:schemeClr val="tx1"/>
                  </a:solidFill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</p:grpSp>
          <p:sp>
            <p:nvSpPr>
              <p:cNvPr id="139" name="Google Shape;9650;p71"/>
              <p:cNvSpPr>
                <a:spLocks noChangeAspect="1"/>
              </p:cNvSpPr>
              <p:nvPr/>
            </p:nvSpPr>
            <p:spPr>
              <a:xfrm>
                <a:off x="6469945" y="2841491"/>
                <a:ext cx="138847" cy="137461"/>
              </a:xfrm>
              <a:custGeom>
                <a:avLst/>
                <a:gdLst/>
                <a:ahLst/>
                <a:cxnLst/>
                <a:rect l="l" t="t" r="r" b="b"/>
                <a:pathLst>
                  <a:path w="11113" h="11002" extrusionOk="0">
                    <a:moveTo>
                      <a:pt x="2619" y="0"/>
                    </a:moveTo>
                    <a:cubicBezTo>
                      <a:pt x="2492" y="0"/>
                      <a:pt x="2366" y="49"/>
                      <a:pt x="2268" y="146"/>
                    </a:cubicBezTo>
                    <a:lnTo>
                      <a:pt x="201" y="2213"/>
                    </a:lnTo>
                    <a:cubicBezTo>
                      <a:pt x="7" y="2407"/>
                      <a:pt x="7" y="2719"/>
                      <a:pt x="201" y="2914"/>
                    </a:cubicBezTo>
                    <a:lnTo>
                      <a:pt x="2782" y="5501"/>
                    </a:lnTo>
                    <a:lnTo>
                      <a:pt x="195" y="8081"/>
                    </a:lnTo>
                    <a:cubicBezTo>
                      <a:pt x="0" y="8275"/>
                      <a:pt x="0" y="8587"/>
                      <a:pt x="195" y="8782"/>
                    </a:cubicBezTo>
                    <a:lnTo>
                      <a:pt x="2268" y="10856"/>
                    </a:lnTo>
                    <a:cubicBezTo>
                      <a:pt x="2366" y="10953"/>
                      <a:pt x="2492" y="11001"/>
                      <a:pt x="2619" y="11001"/>
                    </a:cubicBezTo>
                    <a:cubicBezTo>
                      <a:pt x="2745" y="11001"/>
                      <a:pt x="2872" y="10953"/>
                      <a:pt x="2969" y="10856"/>
                    </a:cubicBezTo>
                    <a:lnTo>
                      <a:pt x="5556" y="8268"/>
                    </a:lnTo>
                    <a:lnTo>
                      <a:pt x="8143" y="10856"/>
                    </a:lnTo>
                    <a:cubicBezTo>
                      <a:pt x="8241" y="10953"/>
                      <a:pt x="8367" y="11001"/>
                      <a:pt x="8494" y="11001"/>
                    </a:cubicBezTo>
                    <a:cubicBezTo>
                      <a:pt x="8620" y="11001"/>
                      <a:pt x="8747" y="10953"/>
                      <a:pt x="8844" y="10856"/>
                    </a:cubicBezTo>
                    <a:lnTo>
                      <a:pt x="10911" y="8789"/>
                    </a:lnTo>
                    <a:cubicBezTo>
                      <a:pt x="11105" y="8594"/>
                      <a:pt x="11105" y="8275"/>
                      <a:pt x="10911" y="8081"/>
                    </a:cubicBezTo>
                    <a:lnTo>
                      <a:pt x="8331" y="5501"/>
                    </a:lnTo>
                    <a:lnTo>
                      <a:pt x="10918" y="2914"/>
                    </a:lnTo>
                    <a:cubicBezTo>
                      <a:pt x="11112" y="2719"/>
                      <a:pt x="11112" y="2407"/>
                      <a:pt x="10918" y="2213"/>
                    </a:cubicBezTo>
                    <a:lnTo>
                      <a:pt x="8844" y="146"/>
                    </a:lnTo>
                    <a:cubicBezTo>
                      <a:pt x="8747" y="49"/>
                      <a:pt x="8620" y="0"/>
                      <a:pt x="8494" y="0"/>
                    </a:cubicBezTo>
                    <a:cubicBezTo>
                      <a:pt x="8367" y="0"/>
                      <a:pt x="8241" y="49"/>
                      <a:pt x="8143" y="146"/>
                    </a:cubicBezTo>
                    <a:lnTo>
                      <a:pt x="5556" y="2726"/>
                    </a:lnTo>
                    <a:lnTo>
                      <a:pt x="2969" y="146"/>
                    </a:lnTo>
                    <a:cubicBezTo>
                      <a:pt x="2872" y="49"/>
                      <a:pt x="2745" y="0"/>
                      <a:pt x="2619" y="0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0" name="Google Shape;9650;p71"/>
              <p:cNvSpPr>
                <a:spLocks noChangeAspect="1"/>
              </p:cNvSpPr>
              <p:nvPr/>
            </p:nvSpPr>
            <p:spPr>
              <a:xfrm>
                <a:off x="7068515" y="2302135"/>
                <a:ext cx="138848" cy="137461"/>
              </a:xfrm>
              <a:custGeom>
                <a:avLst/>
                <a:gdLst/>
                <a:ahLst/>
                <a:cxnLst/>
                <a:rect l="l" t="t" r="r" b="b"/>
                <a:pathLst>
                  <a:path w="11113" h="11002" extrusionOk="0">
                    <a:moveTo>
                      <a:pt x="2619" y="0"/>
                    </a:moveTo>
                    <a:cubicBezTo>
                      <a:pt x="2492" y="0"/>
                      <a:pt x="2366" y="49"/>
                      <a:pt x="2268" y="146"/>
                    </a:cubicBezTo>
                    <a:lnTo>
                      <a:pt x="201" y="2213"/>
                    </a:lnTo>
                    <a:cubicBezTo>
                      <a:pt x="7" y="2407"/>
                      <a:pt x="7" y="2719"/>
                      <a:pt x="201" y="2914"/>
                    </a:cubicBezTo>
                    <a:lnTo>
                      <a:pt x="2782" y="5501"/>
                    </a:lnTo>
                    <a:lnTo>
                      <a:pt x="195" y="8081"/>
                    </a:lnTo>
                    <a:cubicBezTo>
                      <a:pt x="0" y="8275"/>
                      <a:pt x="0" y="8587"/>
                      <a:pt x="195" y="8782"/>
                    </a:cubicBezTo>
                    <a:lnTo>
                      <a:pt x="2268" y="10856"/>
                    </a:lnTo>
                    <a:cubicBezTo>
                      <a:pt x="2366" y="10953"/>
                      <a:pt x="2492" y="11001"/>
                      <a:pt x="2619" y="11001"/>
                    </a:cubicBezTo>
                    <a:cubicBezTo>
                      <a:pt x="2745" y="11001"/>
                      <a:pt x="2872" y="10953"/>
                      <a:pt x="2969" y="10856"/>
                    </a:cubicBezTo>
                    <a:lnTo>
                      <a:pt x="5556" y="8268"/>
                    </a:lnTo>
                    <a:lnTo>
                      <a:pt x="8143" y="10856"/>
                    </a:lnTo>
                    <a:cubicBezTo>
                      <a:pt x="8241" y="10953"/>
                      <a:pt x="8367" y="11001"/>
                      <a:pt x="8494" y="11001"/>
                    </a:cubicBezTo>
                    <a:cubicBezTo>
                      <a:pt x="8620" y="11001"/>
                      <a:pt x="8747" y="10953"/>
                      <a:pt x="8844" y="10856"/>
                    </a:cubicBezTo>
                    <a:lnTo>
                      <a:pt x="10911" y="8789"/>
                    </a:lnTo>
                    <a:cubicBezTo>
                      <a:pt x="11105" y="8594"/>
                      <a:pt x="11105" y="8275"/>
                      <a:pt x="10911" y="8081"/>
                    </a:cubicBezTo>
                    <a:lnTo>
                      <a:pt x="8331" y="5501"/>
                    </a:lnTo>
                    <a:lnTo>
                      <a:pt x="10918" y="2914"/>
                    </a:lnTo>
                    <a:cubicBezTo>
                      <a:pt x="11112" y="2719"/>
                      <a:pt x="11112" y="2407"/>
                      <a:pt x="10918" y="2213"/>
                    </a:cubicBezTo>
                    <a:lnTo>
                      <a:pt x="8844" y="146"/>
                    </a:lnTo>
                    <a:cubicBezTo>
                      <a:pt x="8747" y="49"/>
                      <a:pt x="8620" y="0"/>
                      <a:pt x="8494" y="0"/>
                    </a:cubicBezTo>
                    <a:cubicBezTo>
                      <a:pt x="8367" y="0"/>
                      <a:pt x="8241" y="49"/>
                      <a:pt x="8143" y="146"/>
                    </a:cubicBezTo>
                    <a:lnTo>
                      <a:pt x="5556" y="2726"/>
                    </a:lnTo>
                    <a:lnTo>
                      <a:pt x="2969" y="146"/>
                    </a:lnTo>
                    <a:cubicBezTo>
                      <a:pt x="2872" y="49"/>
                      <a:pt x="2745" y="0"/>
                      <a:pt x="2619" y="0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89" name="Gruppieren 188"/>
            <p:cNvGrpSpPr/>
            <p:nvPr/>
          </p:nvGrpSpPr>
          <p:grpSpPr>
            <a:xfrm>
              <a:off x="6185618" y="2035861"/>
              <a:ext cx="768367" cy="830741"/>
              <a:chOff x="1661326" y="225805"/>
              <a:chExt cx="664076" cy="732631"/>
            </a:xfrm>
          </p:grpSpPr>
          <p:sp>
            <p:nvSpPr>
              <p:cNvPr id="190" name="Google Shape;3956;p60"/>
              <p:cNvSpPr/>
              <p:nvPr/>
            </p:nvSpPr>
            <p:spPr>
              <a:xfrm>
                <a:off x="1681678" y="243048"/>
                <a:ext cx="643724" cy="715388"/>
              </a:xfrm>
              <a:custGeom>
                <a:avLst/>
                <a:gdLst/>
                <a:ahLst/>
                <a:cxnLst/>
                <a:rect l="l" t="t" r="r" b="b"/>
                <a:pathLst>
                  <a:path w="20085" h="22321" extrusionOk="0">
                    <a:moveTo>
                      <a:pt x="11829" y="1278"/>
                    </a:moveTo>
                    <a:cubicBezTo>
                      <a:pt x="13730" y="1278"/>
                      <a:pt x="15596" y="2122"/>
                      <a:pt x="16859" y="3690"/>
                    </a:cubicBezTo>
                    <a:cubicBezTo>
                      <a:pt x="17929" y="5010"/>
                      <a:pt x="18430" y="6715"/>
                      <a:pt x="18246" y="8419"/>
                    </a:cubicBezTo>
                    <a:cubicBezTo>
                      <a:pt x="17929" y="11476"/>
                      <a:pt x="15473" y="13882"/>
                      <a:pt x="12415" y="14167"/>
                    </a:cubicBezTo>
                    <a:cubicBezTo>
                      <a:pt x="12224" y="14183"/>
                      <a:pt x="12034" y="14191"/>
                      <a:pt x="11846" y="14191"/>
                    </a:cubicBezTo>
                    <a:cubicBezTo>
                      <a:pt x="8998" y="14191"/>
                      <a:pt x="6463" y="12329"/>
                      <a:pt x="5648" y="9555"/>
                    </a:cubicBezTo>
                    <a:cubicBezTo>
                      <a:pt x="4779" y="6598"/>
                      <a:pt x="6116" y="3440"/>
                      <a:pt x="8839" y="2019"/>
                    </a:cubicBezTo>
                    <a:cubicBezTo>
                      <a:pt x="9788" y="1519"/>
                      <a:pt x="10813" y="1278"/>
                      <a:pt x="11829" y="1278"/>
                    </a:cubicBezTo>
                    <a:close/>
                    <a:moveTo>
                      <a:pt x="11831" y="0"/>
                    </a:moveTo>
                    <a:cubicBezTo>
                      <a:pt x="11107" y="0"/>
                      <a:pt x="10375" y="103"/>
                      <a:pt x="9658" y="315"/>
                    </a:cubicBezTo>
                    <a:cubicBezTo>
                      <a:pt x="6651" y="1201"/>
                      <a:pt x="4478" y="3807"/>
                      <a:pt x="4144" y="6915"/>
                    </a:cubicBezTo>
                    <a:cubicBezTo>
                      <a:pt x="3877" y="9421"/>
                      <a:pt x="4863" y="11894"/>
                      <a:pt x="6751" y="13565"/>
                    </a:cubicBezTo>
                    <a:lnTo>
                      <a:pt x="1" y="21502"/>
                    </a:lnTo>
                    <a:lnTo>
                      <a:pt x="970" y="22320"/>
                    </a:lnTo>
                    <a:lnTo>
                      <a:pt x="7787" y="14317"/>
                    </a:lnTo>
                    <a:cubicBezTo>
                      <a:pt x="8773" y="14918"/>
                      <a:pt x="9875" y="15303"/>
                      <a:pt x="11011" y="15420"/>
                    </a:cubicBezTo>
                    <a:cubicBezTo>
                      <a:pt x="11296" y="15453"/>
                      <a:pt x="11563" y="15470"/>
                      <a:pt x="11847" y="15470"/>
                    </a:cubicBezTo>
                    <a:cubicBezTo>
                      <a:pt x="14821" y="15453"/>
                      <a:pt x="17528" y="13749"/>
                      <a:pt x="18814" y="11059"/>
                    </a:cubicBezTo>
                    <a:cubicBezTo>
                      <a:pt x="20084" y="8385"/>
                      <a:pt x="19717" y="5194"/>
                      <a:pt x="17845" y="2888"/>
                    </a:cubicBezTo>
                    <a:cubicBezTo>
                      <a:pt x="16359" y="1034"/>
                      <a:pt x="14129" y="0"/>
                      <a:pt x="11831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91" name="Google Shape;3957;p60"/>
              <p:cNvSpPr/>
              <p:nvPr/>
            </p:nvSpPr>
            <p:spPr>
              <a:xfrm>
                <a:off x="1661326" y="225805"/>
                <a:ext cx="646929" cy="717632"/>
              </a:xfrm>
              <a:custGeom>
                <a:avLst/>
                <a:gdLst/>
                <a:ahLst/>
                <a:cxnLst/>
                <a:rect l="l" t="t" r="r" b="b"/>
                <a:pathLst>
                  <a:path w="20185" h="22391" extrusionOk="0">
                    <a:moveTo>
                      <a:pt x="11913" y="1276"/>
                    </a:moveTo>
                    <a:cubicBezTo>
                      <a:pt x="13821" y="1276"/>
                      <a:pt x="15688" y="2117"/>
                      <a:pt x="16943" y="3677"/>
                    </a:cubicBezTo>
                    <a:cubicBezTo>
                      <a:pt x="18029" y="5014"/>
                      <a:pt x="18530" y="6718"/>
                      <a:pt x="18347" y="8422"/>
                    </a:cubicBezTo>
                    <a:cubicBezTo>
                      <a:pt x="18012" y="11480"/>
                      <a:pt x="15573" y="13886"/>
                      <a:pt x="12499" y="14153"/>
                    </a:cubicBezTo>
                    <a:cubicBezTo>
                      <a:pt x="12300" y="14172"/>
                      <a:pt x="12102" y="14181"/>
                      <a:pt x="11905" y="14181"/>
                    </a:cubicBezTo>
                    <a:cubicBezTo>
                      <a:pt x="9080" y="14181"/>
                      <a:pt x="6544" y="12308"/>
                      <a:pt x="5732" y="9558"/>
                    </a:cubicBezTo>
                    <a:cubicBezTo>
                      <a:pt x="4863" y="6601"/>
                      <a:pt x="6199" y="3443"/>
                      <a:pt x="8923" y="2006"/>
                    </a:cubicBezTo>
                    <a:cubicBezTo>
                      <a:pt x="9874" y="1513"/>
                      <a:pt x="10899" y="1276"/>
                      <a:pt x="11913" y="1276"/>
                    </a:cubicBezTo>
                    <a:close/>
                    <a:moveTo>
                      <a:pt x="11938" y="1"/>
                    </a:moveTo>
                    <a:cubicBezTo>
                      <a:pt x="11207" y="1"/>
                      <a:pt x="10468" y="105"/>
                      <a:pt x="9742" y="318"/>
                    </a:cubicBezTo>
                    <a:cubicBezTo>
                      <a:pt x="6751" y="1204"/>
                      <a:pt x="4579" y="3794"/>
                      <a:pt x="4245" y="6902"/>
                    </a:cubicBezTo>
                    <a:cubicBezTo>
                      <a:pt x="3977" y="9408"/>
                      <a:pt x="4946" y="11897"/>
                      <a:pt x="6851" y="13552"/>
                    </a:cubicBezTo>
                    <a:lnTo>
                      <a:pt x="1" y="21555"/>
                    </a:lnTo>
                    <a:lnTo>
                      <a:pt x="1037" y="22390"/>
                    </a:lnTo>
                    <a:lnTo>
                      <a:pt x="7870" y="14320"/>
                    </a:lnTo>
                    <a:cubicBezTo>
                      <a:pt x="8856" y="14922"/>
                      <a:pt x="9959" y="15289"/>
                      <a:pt x="11112" y="15406"/>
                    </a:cubicBezTo>
                    <a:cubicBezTo>
                      <a:pt x="11379" y="15440"/>
                      <a:pt x="11663" y="15456"/>
                      <a:pt x="11947" y="15456"/>
                    </a:cubicBezTo>
                    <a:cubicBezTo>
                      <a:pt x="14921" y="15456"/>
                      <a:pt x="17628" y="13735"/>
                      <a:pt x="18898" y="11062"/>
                    </a:cubicBezTo>
                    <a:cubicBezTo>
                      <a:pt x="20185" y="8372"/>
                      <a:pt x="19800" y="5197"/>
                      <a:pt x="17946" y="2875"/>
                    </a:cubicBezTo>
                    <a:cubicBezTo>
                      <a:pt x="16450" y="1025"/>
                      <a:pt x="14234" y="1"/>
                      <a:pt x="11938" y="1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92" name="Google Shape;3958;p60"/>
              <p:cNvSpPr/>
              <p:nvPr/>
            </p:nvSpPr>
            <p:spPr>
              <a:xfrm>
                <a:off x="1878753" y="381665"/>
                <a:ext cx="52498" cy="226017"/>
              </a:xfrm>
              <a:custGeom>
                <a:avLst/>
                <a:gdLst/>
                <a:ahLst/>
                <a:cxnLst/>
                <a:rect l="l" t="t" r="r" b="b"/>
                <a:pathLst>
                  <a:path w="1638" h="7052" extrusionOk="0">
                    <a:moveTo>
                      <a:pt x="1036" y="0"/>
                    </a:moveTo>
                    <a:lnTo>
                      <a:pt x="1036" y="0"/>
                    </a:lnTo>
                    <a:cubicBezTo>
                      <a:pt x="1020" y="17"/>
                      <a:pt x="1003" y="34"/>
                      <a:pt x="1003" y="67"/>
                    </a:cubicBezTo>
                    <a:cubicBezTo>
                      <a:pt x="1020" y="50"/>
                      <a:pt x="1036" y="17"/>
                      <a:pt x="1036" y="0"/>
                    </a:cubicBezTo>
                    <a:close/>
                    <a:moveTo>
                      <a:pt x="1003" y="67"/>
                    </a:moveTo>
                    <a:cubicBezTo>
                      <a:pt x="969" y="100"/>
                      <a:pt x="936" y="167"/>
                      <a:pt x="886" y="251"/>
                    </a:cubicBezTo>
                    <a:cubicBezTo>
                      <a:pt x="769" y="501"/>
                      <a:pt x="669" y="735"/>
                      <a:pt x="585" y="1003"/>
                    </a:cubicBezTo>
                    <a:cubicBezTo>
                      <a:pt x="0" y="2690"/>
                      <a:pt x="151" y="4562"/>
                      <a:pt x="1020" y="6149"/>
                    </a:cubicBezTo>
                    <a:cubicBezTo>
                      <a:pt x="1153" y="6383"/>
                      <a:pt x="1287" y="6600"/>
                      <a:pt x="1454" y="6817"/>
                    </a:cubicBezTo>
                    <a:cubicBezTo>
                      <a:pt x="1504" y="6901"/>
                      <a:pt x="1554" y="6951"/>
                      <a:pt x="1588" y="7001"/>
                    </a:cubicBezTo>
                    <a:cubicBezTo>
                      <a:pt x="1604" y="7018"/>
                      <a:pt x="1621" y="7034"/>
                      <a:pt x="1638" y="7051"/>
                    </a:cubicBezTo>
                    <a:cubicBezTo>
                      <a:pt x="1621" y="7034"/>
                      <a:pt x="1604" y="7001"/>
                      <a:pt x="1588" y="6984"/>
                    </a:cubicBezTo>
                    <a:cubicBezTo>
                      <a:pt x="1571" y="6951"/>
                      <a:pt x="1521" y="6884"/>
                      <a:pt x="1471" y="6801"/>
                    </a:cubicBezTo>
                    <a:cubicBezTo>
                      <a:pt x="1320" y="6583"/>
                      <a:pt x="1187" y="6366"/>
                      <a:pt x="1070" y="6116"/>
                    </a:cubicBezTo>
                    <a:cubicBezTo>
                      <a:pt x="234" y="4545"/>
                      <a:pt x="67" y="2707"/>
                      <a:pt x="635" y="1019"/>
                    </a:cubicBezTo>
                    <a:cubicBezTo>
                      <a:pt x="702" y="752"/>
                      <a:pt x="802" y="501"/>
                      <a:pt x="919" y="268"/>
                    </a:cubicBezTo>
                    <a:cubicBezTo>
                      <a:pt x="953" y="184"/>
                      <a:pt x="986" y="117"/>
                      <a:pt x="1003" y="6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329" name="Gruppieren 328"/>
            <p:cNvGrpSpPr/>
            <p:nvPr/>
          </p:nvGrpSpPr>
          <p:grpSpPr>
            <a:xfrm flipH="1">
              <a:off x="5160288" y="1879594"/>
              <a:ext cx="1224231" cy="3011847"/>
              <a:chOff x="2559745" y="1296701"/>
              <a:chExt cx="451286" cy="1334370"/>
            </a:xfrm>
          </p:grpSpPr>
          <p:sp>
            <p:nvSpPr>
              <p:cNvPr id="331" name="Google Shape;3785;p60"/>
              <p:cNvSpPr/>
              <p:nvPr/>
            </p:nvSpPr>
            <p:spPr>
              <a:xfrm>
                <a:off x="2774822" y="2353582"/>
                <a:ext cx="75029" cy="18236"/>
              </a:xfrm>
              <a:custGeom>
                <a:avLst/>
                <a:gdLst/>
                <a:ahLst/>
                <a:cxnLst/>
                <a:rect l="l" t="t" r="r" b="b"/>
                <a:pathLst>
                  <a:path w="2341" h="569" extrusionOk="0">
                    <a:moveTo>
                      <a:pt x="1" y="0"/>
                    </a:moveTo>
                    <a:lnTo>
                      <a:pt x="1" y="568"/>
                    </a:lnTo>
                    <a:lnTo>
                      <a:pt x="2340" y="568"/>
                    </a:lnTo>
                    <a:lnTo>
                      <a:pt x="2340" y="0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32" name="Google Shape;3786;p60"/>
              <p:cNvSpPr/>
              <p:nvPr/>
            </p:nvSpPr>
            <p:spPr>
              <a:xfrm>
                <a:off x="2765207" y="2394253"/>
                <a:ext cx="96406" cy="38588"/>
              </a:xfrm>
              <a:custGeom>
                <a:avLst/>
                <a:gdLst/>
                <a:ahLst/>
                <a:cxnLst/>
                <a:rect l="l" t="t" r="r" b="b"/>
                <a:pathLst>
                  <a:path w="3008" h="1204" extrusionOk="0">
                    <a:moveTo>
                      <a:pt x="0" y="1"/>
                    </a:moveTo>
                    <a:lnTo>
                      <a:pt x="0" y="1204"/>
                    </a:lnTo>
                    <a:lnTo>
                      <a:pt x="3008" y="1204"/>
                    </a:lnTo>
                    <a:lnTo>
                      <a:pt x="300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33" name="Google Shape;3790;p60"/>
              <p:cNvSpPr/>
              <p:nvPr/>
            </p:nvSpPr>
            <p:spPr>
              <a:xfrm>
                <a:off x="2757162" y="2507806"/>
                <a:ext cx="74997" cy="17692"/>
              </a:xfrm>
              <a:custGeom>
                <a:avLst/>
                <a:gdLst/>
                <a:ahLst/>
                <a:cxnLst/>
                <a:rect l="l" t="t" r="r" b="b"/>
                <a:pathLst>
                  <a:path w="2340" h="552" extrusionOk="0">
                    <a:moveTo>
                      <a:pt x="0" y="0"/>
                    </a:moveTo>
                    <a:lnTo>
                      <a:pt x="0" y="552"/>
                    </a:lnTo>
                    <a:lnTo>
                      <a:pt x="2340" y="552"/>
                    </a:lnTo>
                    <a:lnTo>
                      <a:pt x="2340" y="0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34" name="Google Shape;3791;p60"/>
              <p:cNvSpPr/>
              <p:nvPr/>
            </p:nvSpPr>
            <p:spPr>
              <a:xfrm>
                <a:off x="2747515" y="2548478"/>
                <a:ext cx="96438" cy="38075"/>
              </a:xfrm>
              <a:custGeom>
                <a:avLst/>
                <a:gdLst/>
                <a:ahLst/>
                <a:cxnLst/>
                <a:rect l="l" t="t" r="r" b="b"/>
                <a:pathLst>
                  <a:path w="3009" h="1188" extrusionOk="0">
                    <a:moveTo>
                      <a:pt x="1" y="1"/>
                    </a:moveTo>
                    <a:lnTo>
                      <a:pt x="1" y="1187"/>
                    </a:lnTo>
                    <a:lnTo>
                      <a:pt x="3008" y="1187"/>
                    </a:lnTo>
                    <a:lnTo>
                      <a:pt x="300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35" name="Google Shape;3837;p60"/>
              <p:cNvSpPr/>
              <p:nvPr/>
            </p:nvSpPr>
            <p:spPr>
              <a:xfrm>
                <a:off x="2559745" y="1582462"/>
                <a:ext cx="135849" cy="116720"/>
              </a:xfrm>
              <a:custGeom>
                <a:avLst/>
                <a:gdLst>
                  <a:gd name="connsiteX0" fmla="*/ 17967 w 22707"/>
                  <a:gd name="connsiteY0" fmla="*/ 0 h 9994"/>
                  <a:gd name="connsiteX1" fmla="*/ 0 w 22707"/>
                  <a:gd name="connsiteY1" fmla="*/ 7390 h 9994"/>
                  <a:gd name="connsiteX2" fmla="*/ 15812 w 22707"/>
                  <a:gd name="connsiteY2" fmla="*/ 9994 h 9994"/>
                  <a:gd name="connsiteX3" fmla="*/ 22707 w 22707"/>
                  <a:gd name="connsiteY3" fmla="*/ 6740 h 9994"/>
                  <a:gd name="connsiteX4" fmla="*/ 17967 w 22707"/>
                  <a:gd name="connsiteY4" fmla="*/ 0 h 9994"/>
                  <a:gd name="connsiteX0" fmla="*/ 7540 w 9627"/>
                  <a:gd name="connsiteY0" fmla="*/ 0 h 10000"/>
                  <a:gd name="connsiteX1" fmla="*/ 0 w 9627"/>
                  <a:gd name="connsiteY1" fmla="*/ 8659 h 10000"/>
                  <a:gd name="connsiteX2" fmla="*/ 6590 w 9627"/>
                  <a:gd name="connsiteY2" fmla="*/ 10000 h 10000"/>
                  <a:gd name="connsiteX3" fmla="*/ 9627 w 9627"/>
                  <a:gd name="connsiteY3" fmla="*/ 6744 h 10000"/>
                  <a:gd name="connsiteX4" fmla="*/ 7540 w 9627"/>
                  <a:gd name="connsiteY4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27" h="10000" extrusionOk="0">
                    <a:moveTo>
                      <a:pt x="7540" y="0"/>
                    </a:moveTo>
                    <a:lnTo>
                      <a:pt x="0" y="8659"/>
                    </a:lnTo>
                    <a:lnTo>
                      <a:pt x="6590" y="10000"/>
                    </a:lnTo>
                    <a:lnTo>
                      <a:pt x="9627" y="6744"/>
                    </a:lnTo>
                    <a:lnTo>
                      <a:pt x="7540" y="0"/>
                    </a:lnTo>
                    <a:close/>
                  </a:path>
                </a:pathLst>
              </a:custGeom>
              <a:solidFill>
                <a:srgbClr val="60493E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36" name="Google Shape;3838;p60"/>
              <p:cNvSpPr/>
              <p:nvPr/>
            </p:nvSpPr>
            <p:spPr>
              <a:xfrm>
                <a:off x="2673608" y="2221311"/>
                <a:ext cx="333673" cy="107111"/>
              </a:xfrm>
              <a:custGeom>
                <a:avLst/>
                <a:gdLst/>
                <a:ahLst/>
                <a:cxnLst/>
                <a:rect l="l" t="t" r="r" b="b"/>
                <a:pathLst>
                  <a:path w="10411" h="3342" extrusionOk="0">
                    <a:moveTo>
                      <a:pt x="4245" y="0"/>
                    </a:moveTo>
                    <a:lnTo>
                      <a:pt x="1" y="2055"/>
                    </a:lnTo>
                    <a:cubicBezTo>
                      <a:pt x="222" y="2407"/>
                      <a:pt x="768" y="2535"/>
                      <a:pt x="1244" y="2535"/>
                    </a:cubicBezTo>
                    <a:cubicBezTo>
                      <a:pt x="1378" y="2535"/>
                      <a:pt x="1507" y="2525"/>
                      <a:pt x="1622" y="2506"/>
                    </a:cubicBezTo>
                    <a:cubicBezTo>
                      <a:pt x="2156" y="2440"/>
                      <a:pt x="2641" y="2206"/>
                      <a:pt x="3176" y="2139"/>
                    </a:cubicBezTo>
                    <a:cubicBezTo>
                      <a:pt x="3296" y="2124"/>
                      <a:pt x="3417" y="2116"/>
                      <a:pt x="3538" y="2116"/>
                    </a:cubicBezTo>
                    <a:cubicBezTo>
                      <a:pt x="4083" y="2116"/>
                      <a:pt x="4618" y="2269"/>
                      <a:pt x="5097" y="2556"/>
                    </a:cubicBezTo>
                    <a:cubicBezTo>
                      <a:pt x="5398" y="2740"/>
                      <a:pt x="5682" y="2957"/>
                      <a:pt x="5999" y="3125"/>
                    </a:cubicBezTo>
                    <a:cubicBezTo>
                      <a:pt x="6249" y="3269"/>
                      <a:pt x="6529" y="3341"/>
                      <a:pt x="6808" y="3341"/>
                    </a:cubicBezTo>
                    <a:cubicBezTo>
                      <a:pt x="6884" y="3341"/>
                      <a:pt x="6960" y="3336"/>
                      <a:pt x="7035" y="3325"/>
                    </a:cubicBezTo>
                    <a:cubicBezTo>
                      <a:pt x="7436" y="3225"/>
                      <a:pt x="7737" y="2924"/>
                      <a:pt x="8038" y="2657"/>
                    </a:cubicBezTo>
                    <a:cubicBezTo>
                      <a:pt x="8328" y="2397"/>
                      <a:pt x="8659" y="2166"/>
                      <a:pt x="9020" y="2166"/>
                    </a:cubicBezTo>
                    <a:cubicBezTo>
                      <a:pt x="9055" y="2166"/>
                      <a:pt x="9089" y="2168"/>
                      <a:pt x="9124" y="2172"/>
                    </a:cubicBezTo>
                    <a:cubicBezTo>
                      <a:pt x="9324" y="2206"/>
                      <a:pt x="9525" y="2272"/>
                      <a:pt x="9725" y="2339"/>
                    </a:cubicBezTo>
                    <a:cubicBezTo>
                      <a:pt x="9785" y="2364"/>
                      <a:pt x="9848" y="2376"/>
                      <a:pt x="9910" y="2376"/>
                    </a:cubicBezTo>
                    <a:cubicBezTo>
                      <a:pt x="10058" y="2376"/>
                      <a:pt x="10204" y="2311"/>
                      <a:pt x="10310" y="2206"/>
                    </a:cubicBezTo>
                    <a:cubicBezTo>
                      <a:pt x="10377" y="2072"/>
                      <a:pt x="10410" y="1922"/>
                      <a:pt x="10360" y="1771"/>
                    </a:cubicBezTo>
                    <a:cubicBezTo>
                      <a:pt x="10293" y="1320"/>
                      <a:pt x="10043" y="919"/>
                      <a:pt x="9692" y="652"/>
                    </a:cubicBezTo>
                    <a:lnTo>
                      <a:pt x="4245" y="0"/>
                    </a:ln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37" name="Google Shape;3839;p60"/>
              <p:cNvSpPr/>
              <p:nvPr/>
            </p:nvSpPr>
            <p:spPr>
              <a:xfrm>
                <a:off x="2726651" y="1819116"/>
                <a:ext cx="270983" cy="769585"/>
              </a:xfrm>
              <a:custGeom>
                <a:avLst/>
                <a:gdLst/>
                <a:ahLst/>
                <a:cxnLst/>
                <a:rect l="l" t="t" r="r" b="b"/>
                <a:pathLst>
                  <a:path w="8455" h="24012" extrusionOk="0">
                    <a:moveTo>
                      <a:pt x="5648" y="1"/>
                    </a:moveTo>
                    <a:lnTo>
                      <a:pt x="1821" y="34"/>
                    </a:lnTo>
                    <a:cubicBezTo>
                      <a:pt x="1821" y="34"/>
                      <a:pt x="1821" y="51"/>
                      <a:pt x="1805" y="68"/>
                    </a:cubicBezTo>
                    <a:lnTo>
                      <a:pt x="0" y="118"/>
                    </a:lnTo>
                    <a:lnTo>
                      <a:pt x="802" y="23677"/>
                    </a:lnTo>
                    <a:lnTo>
                      <a:pt x="3158" y="23861"/>
                    </a:lnTo>
                    <a:lnTo>
                      <a:pt x="3141" y="16075"/>
                    </a:lnTo>
                    <a:lnTo>
                      <a:pt x="3141" y="16075"/>
                    </a:lnTo>
                    <a:cubicBezTo>
                      <a:pt x="4628" y="19834"/>
                      <a:pt x="6349" y="24011"/>
                      <a:pt x="6349" y="24011"/>
                    </a:cubicBezTo>
                    <a:lnTo>
                      <a:pt x="8455" y="23025"/>
                    </a:lnTo>
                    <a:cubicBezTo>
                      <a:pt x="8455" y="23025"/>
                      <a:pt x="4979" y="11179"/>
                      <a:pt x="4912" y="10795"/>
                    </a:cubicBezTo>
                    <a:cubicBezTo>
                      <a:pt x="4862" y="10461"/>
                      <a:pt x="5397" y="2156"/>
                      <a:pt x="5648" y="1"/>
                    </a:cubicBezTo>
                    <a:close/>
                  </a:path>
                </a:pathLst>
              </a:custGeom>
              <a:solidFill>
                <a:srgbClr val="6D534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38" name="Google Shape;3840;p60"/>
              <p:cNvSpPr/>
              <p:nvPr/>
            </p:nvSpPr>
            <p:spPr>
              <a:xfrm>
                <a:off x="2775367" y="2147949"/>
                <a:ext cx="57337" cy="201370"/>
              </a:xfrm>
              <a:custGeom>
                <a:avLst/>
                <a:gdLst/>
                <a:ahLst/>
                <a:cxnLst/>
                <a:rect l="l" t="t" r="r" b="b"/>
                <a:pathLst>
                  <a:path w="1789" h="6283" extrusionOk="0">
                    <a:moveTo>
                      <a:pt x="67" y="0"/>
                    </a:moveTo>
                    <a:cubicBezTo>
                      <a:pt x="67" y="17"/>
                      <a:pt x="67" y="33"/>
                      <a:pt x="51" y="50"/>
                    </a:cubicBezTo>
                    <a:cubicBezTo>
                      <a:pt x="51" y="100"/>
                      <a:pt x="34" y="167"/>
                      <a:pt x="34" y="251"/>
                    </a:cubicBezTo>
                    <a:cubicBezTo>
                      <a:pt x="1" y="485"/>
                      <a:pt x="1" y="718"/>
                      <a:pt x="17" y="952"/>
                    </a:cubicBezTo>
                    <a:cubicBezTo>
                      <a:pt x="34" y="1303"/>
                      <a:pt x="84" y="1654"/>
                      <a:pt x="168" y="1988"/>
                    </a:cubicBezTo>
                    <a:cubicBezTo>
                      <a:pt x="218" y="2189"/>
                      <a:pt x="285" y="2389"/>
                      <a:pt x="351" y="2590"/>
                    </a:cubicBezTo>
                    <a:cubicBezTo>
                      <a:pt x="435" y="2790"/>
                      <a:pt x="502" y="3008"/>
                      <a:pt x="585" y="3208"/>
                    </a:cubicBezTo>
                    <a:cubicBezTo>
                      <a:pt x="903" y="4060"/>
                      <a:pt x="1204" y="4829"/>
                      <a:pt x="1421" y="5380"/>
                    </a:cubicBezTo>
                    <a:lnTo>
                      <a:pt x="1688" y="6048"/>
                    </a:lnTo>
                    <a:cubicBezTo>
                      <a:pt x="1705" y="6132"/>
                      <a:pt x="1738" y="6199"/>
                      <a:pt x="1788" y="6282"/>
                    </a:cubicBezTo>
                    <a:cubicBezTo>
                      <a:pt x="1772" y="6199"/>
                      <a:pt x="1738" y="6115"/>
                      <a:pt x="1705" y="6032"/>
                    </a:cubicBezTo>
                    <a:cubicBezTo>
                      <a:pt x="1655" y="5865"/>
                      <a:pt x="1571" y="5647"/>
                      <a:pt x="1471" y="5363"/>
                    </a:cubicBezTo>
                    <a:cubicBezTo>
                      <a:pt x="1270" y="4812"/>
                      <a:pt x="986" y="4043"/>
                      <a:pt x="652" y="3191"/>
                    </a:cubicBezTo>
                    <a:cubicBezTo>
                      <a:pt x="485" y="2790"/>
                      <a:pt x="351" y="2389"/>
                      <a:pt x="234" y="1972"/>
                    </a:cubicBezTo>
                    <a:cubicBezTo>
                      <a:pt x="151" y="1637"/>
                      <a:pt x="101" y="1303"/>
                      <a:pt x="67" y="952"/>
                    </a:cubicBezTo>
                    <a:cubicBezTo>
                      <a:pt x="51" y="718"/>
                      <a:pt x="51" y="485"/>
                      <a:pt x="51" y="251"/>
                    </a:cubicBezTo>
                    <a:cubicBezTo>
                      <a:pt x="67" y="84"/>
                      <a:pt x="84" y="0"/>
                      <a:pt x="67" y="0"/>
                    </a:cubicBezTo>
                    <a:close/>
                  </a:path>
                </a:pathLst>
              </a:custGeom>
              <a:solidFill>
                <a:srgbClr val="BF7A6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39" name="Google Shape;3841;p60"/>
              <p:cNvSpPr/>
              <p:nvPr/>
            </p:nvSpPr>
            <p:spPr>
              <a:xfrm>
                <a:off x="2800526" y="2266758"/>
                <a:ext cx="28973" cy="158071"/>
              </a:xfrm>
              <a:custGeom>
                <a:avLst/>
                <a:gdLst/>
                <a:ahLst/>
                <a:cxnLst/>
                <a:rect l="l" t="t" r="r" b="b"/>
                <a:pathLst>
                  <a:path w="904" h="4932" extrusionOk="0">
                    <a:moveTo>
                      <a:pt x="20" y="0"/>
                    </a:moveTo>
                    <a:cubicBezTo>
                      <a:pt x="19" y="0"/>
                      <a:pt x="18" y="1"/>
                      <a:pt x="18" y="2"/>
                    </a:cubicBezTo>
                    <a:cubicBezTo>
                      <a:pt x="1" y="69"/>
                      <a:pt x="853" y="4931"/>
                      <a:pt x="853" y="4931"/>
                    </a:cubicBezTo>
                    <a:cubicBezTo>
                      <a:pt x="853" y="4864"/>
                      <a:pt x="903" y="2308"/>
                      <a:pt x="903" y="2308"/>
                    </a:cubicBezTo>
                    <a:cubicBezTo>
                      <a:pt x="903" y="2308"/>
                      <a:pt x="80" y="0"/>
                      <a:pt x="20" y="0"/>
                    </a:cubicBezTo>
                    <a:close/>
                  </a:path>
                </a:pathLst>
              </a:custGeom>
              <a:solidFill>
                <a:srgbClr val="60493E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40" name="Google Shape;3842;p60"/>
              <p:cNvSpPr/>
              <p:nvPr/>
            </p:nvSpPr>
            <p:spPr>
              <a:xfrm>
                <a:off x="2680595" y="2568829"/>
                <a:ext cx="147815" cy="31185"/>
              </a:xfrm>
              <a:custGeom>
                <a:avLst/>
                <a:gdLst/>
                <a:ahLst/>
                <a:cxnLst/>
                <a:rect l="l" t="t" r="r" b="b"/>
                <a:pathLst>
                  <a:path w="4612" h="973" extrusionOk="0">
                    <a:moveTo>
                      <a:pt x="2122" y="1"/>
                    </a:moveTo>
                    <a:lnTo>
                      <a:pt x="2105" y="268"/>
                    </a:lnTo>
                    <a:cubicBezTo>
                      <a:pt x="2105" y="268"/>
                      <a:pt x="0" y="703"/>
                      <a:pt x="501" y="870"/>
                    </a:cubicBezTo>
                    <a:cubicBezTo>
                      <a:pt x="737" y="948"/>
                      <a:pt x="1619" y="972"/>
                      <a:pt x="2504" y="972"/>
                    </a:cubicBezTo>
                    <a:cubicBezTo>
                      <a:pt x="3310" y="972"/>
                      <a:pt x="4118" y="953"/>
                      <a:pt x="4445" y="937"/>
                    </a:cubicBezTo>
                    <a:lnTo>
                      <a:pt x="4595" y="937"/>
                    </a:lnTo>
                    <a:lnTo>
                      <a:pt x="4612" y="51"/>
                    </a:lnTo>
                    <a:lnTo>
                      <a:pt x="212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41" name="Google Shape;3843;p60"/>
              <p:cNvSpPr/>
              <p:nvPr/>
            </p:nvSpPr>
            <p:spPr>
              <a:xfrm>
                <a:off x="2799468" y="2575175"/>
                <a:ext cx="28941" cy="22082"/>
              </a:xfrm>
              <a:custGeom>
                <a:avLst/>
                <a:gdLst/>
                <a:ahLst/>
                <a:cxnLst/>
                <a:rect l="l" t="t" r="r" b="b"/>
                <a:pathLst>
                  <a:path w="903" h="689" extrusionOk="0">
                    <a:moveTo>
                      <a:pt x="828" y="0"/>
                    </a:moveTo>
                    <a:cubicBezTo>
                      <a:pt x="649" y="0"/>
                      <a:pt x="464" y="53"/>
                      <a:pt x="318" y="170"/>
                    </a:cubicBezTo>
                    <a:cubicBezTo>
                      <a:pt x="151" y="304"/>
                      <a:pt x="34" y="488"/>
                      <a:pt x="0" y="688"/>
                    </a:cubicBezTo>
                    <a:lnTo>
                      <a:pt x="886" y="688"/>
                    </a:lnTo>
                    <a:lnTo>
                      <a:pt x="903" y="3"/>
                    </a:lnTo>
                    <a:cubicBezTo>
                      <a:pt x="878" y="1"/>
                      <a:pt x="853" y="0"/>
                      <a:pt x="828" y="0"/>
                    </a:cubicBezTo>
                    <a:close/>
                  </a:path>
                </a:pathLst>
              </a:custGeom>
              <a:solidFill>
                <a:srgbClr val="FFFFFF">
                  <a:alpha val="5625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42" name="Google Shape;3844;p60"/>
              <p:cNvSpPr/>
              <p:nvPr/>
            </p:nvSpPr>
            <p:spPr>
              <a:xfrm>
                <a:off x="2691300" y="2585431"/>
                <a:ext cx="136565" cy="14775"/>
              </a:xfrm>
              <a:custGeom>
                <a:avLst/>
                <a:gdLst/>
                <a:ahLst/>
                <a:cxnLst/>
                <a:rect l="l" t="t" r="r" b="b"/>
                <a:pathLst>
                  <a:path w="4261" h="461" extrusionOk="0">
                    <a:moveTo>
                      <a:pt x="735" y="1"/>
                    </a:moveTo>
                    <a:cubicBezTo>
                      <a:pt x="735" y="1"/>
                      <a:pt x="0" y="201"/>
                      <a:pt x="84" y="335"/>
                    </a:cubicBezTo>
                    <a:cubicBezTo>
                      <a:pt x="150" y="412"/>
                      <a:pt x="1396" y="460"/>
                      <a:pt x="2598" y="460"/>
                    </a:cubicBezTo>
                    <a:cubicBezTo>
                      <a:pt x="3221" y="460"/>
                      <a:pt x="3833" y="447"/>
                      <a:pt x="4261" y="419"/>
                    </a:cubicBezTo>
                    <a:lnTo>
                      <a:pt x="4261" y="352"/>
                    </a:lnTo>
                    <a:lnTo>
                      <a:pt x="953" y="318"/>
                    </a:lnTo>
                    <a:cubicBezTo>
                      <a:pt x="953" y="318"/>
                      <a:pt x="886" y="18"/>
                      <a:pt x="735" y="1"/>
                    </a:cubicBezTo>
                    <a:close/>
                  </a:path>
                </a:pathLst>
              </a:custGeom>
              <a:solidFill>
                <a:srgbClr val="FFFFFF">
                  <a:alpha val="5625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43" name="Google Shape;3845;p60"/>
              <p:cNvSpPr/>
              <p:nvPr/>
            </p:nvSpPr>
            <p:spPr>
              <a:xfrm>
                <a:off x="2695562" y="2594533"/>
                <a:ext cx="132302" cy="3109"/>
              </a:xfrm>
              <a:custGeom>
                <a:avLst/>
                <a:gdLst/>
                <a:ahLst/>
                <a:cxnLst/>
                <a:rect l="l" t="t" r="r" b="b"/>
                <a:pathLst>
                  <a:path w="4128" h="97" extrusionOk="0">
                    <a:moveTo>
                      <a:pt x="1" y="1"/>
                    </a:moveTo>
                    <a:lnTo>
                      <a:pt x="118" y="18"/>
                    </a:lnTo>
                    <a:lnTo>
                      <a:pt x="569" y="34"/>
                    </a:lnTo>
                    <a:cubicBezTo>
                      <a:pt x="953" y="68"/>
                      <a:pt x="1488" y="84"/>
                      <a:pt x="2056" y="84"/>
                    </a:cubicBezTo>
                    <a:cubicBezTo>
                      <a:pt x="2349" y="93"/>
                      <a:pt x="2628" y="97"/>
                      <a:pt x="2883" y="97"/>
                    </a:cubicBezTo>
                    <a:cubicBezTo>
                      <a:pt x="3138" y="97"/>
                      <a:pt x="3368" y="93"/>
                      <a:pt x="3560" y="84"/>
                    </a:cubicBezTo>
                    <a:lnTo>
                      <a:pt x="4011" y="84"/>
                    </a:lnTo>
                    <a:lnTo>
                      <a:pt x="4128" y="68"/>
                    </a:lnTo>
                    <a:lnTo>
                      <a:pt x="2073" y="68"/>
                    </a:lnTo>
                    <a:cubicBezTo>
                      <a:pt x="1488" y="51"/>
                      <a:pt x="953" y="34"/>
                      <a:pt x="569" y="18"/>
                    </a:cubicBezTo>
                    <a:lnTo>
                      <a:pt x="118" y="1"/>
                    </a:lnTo>
                    <a:close/>
                  </a:path>
                </a:pathLst>
              </a:custGeom>
              <a:solidFill>
                <a:srgbClr val="B7887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44" name="Google Shape;3846;p60"/>
              <p:cNvSpPr/>
              <p:nvPr/>
            </p:nvSpPr>
            <p:spPr>
              <a:xfrm>
                <a:off x="2714312" y="2584374"/>
                <a:ext cx="8077" cy="12884"/>
              </a:xfrm>
              <a:custGeom>
                <a:avLst/>
                <a:gdLst/>
                <a:ahLst/>
                <a:cxnLst/>
                <a:rect l="l" t="t" r="r" b="b"/>
                <a:pathLst>
                  <a:path w="252" h="402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134" y="101"/>
                      <a:pt x="218" y="251"/>
                      <a:pt x="235" y="401"/>
                    </a:cubicBezTo>
                    <a:cubicBezTo>
                      <a:pt x="251" y="234"/>
                      <a:pt x="151" y="84"/>
                      <a:pt x="1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45" name="Google Shape;3847;p60"/>
              <p:cNvSpPr/>
              <p:nvPr/>
            </p:nvSpPr>
            <p:spPr>
              <a:xfrm>
                <a:off x="2741105" y="2579021"/>
                <a:ext cx="4840" cy="6570"/>
              </a:xfrm>
              <a:custGeom>
                <a:avLst/>
                <a:gdLst/>
                <a:ahLst/>
                <a:cxnLst/>
                <a:rect l="l" t="t" r="r" b="b"/>
                <a:pathLst>
                  <a:path w="151" h="205" extrusionOk="0">
                    <a:moveTo>
                      <a:pt x="17" y="0"/>
                    </a:moveTo>
                    <a:cubicBezTo>
                      <a:pt x="0" y="0"/>
                      <a:pt x="34" y="50"/>
                      <a:pt x="67" y="117"/>
                    </a:cubicBezTo>
                    <a:cubicBezTo>
                      <a:pt x="96" y="161"/>
                      <a:pt x="125" y="204"/>
                      <a:pt x="143" y="204"/>
                    </a:cubicBezTo>
                    <a:cubicBezTo>
                      <a:pt x="146" y="204"/>
                      <a:pt x="148" y="203"/>
                      <a:pt x="151" y="201"/>
                    </a:cubicBezTo>
                    <a:cubicBezTo>
                      <a:pt x="151" y="201"/>
                      <a:pt x="134" y="151"/>
                      <a:pt x="84" y="101"/>
                    </a:cubicBezTo>
                    <a:cubicBezTo>
                      <a:pt x="50" y="34"/>
                      <a:pt x="17" y="0"/>
                      <a:pt x="17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46" name="Google Shape;3848;p60"/>
              <p:cNvSpPr/>
              <p:nvPr/>
            </p:nvSpPr>
            <p:spPr>
              <a:xfrm>
                <a:off x="2746971" y="2577803"/>
                <a:ext cx="5416" cy="4615"/>
              </a:xfrm>
              <a:custGeom>
                <a:avLst/>
                <a:gdLst/>
                <a:ahLst/>
                <a:cxnLst/>
                <a:rect l="l" t="t" r="r" b="b"/>
                <a:pathLst>
                  <a:path w="169" h="144" extrusionOk="0">
                    <a:moveTo>
                      <a:pt x="12" y="1"/>
                    </a:moveTo>
                    <a:cubicBezTo>
                      <a:pt x="8" y="1"/>
                      <a:pt x="4" y="2"/>
                      <a:pt x="1" y="5"/>
                    </a:cubicBezTo>
                    <a:cubicBezTo>
                      <a:pt x="1" y="5"/>
                      <a:pt x="34" y="38"/>
                      <a:pt x="68" y="88"/>
                    </a:cubicBezTo>
                    <a:cubicBezTo>
                      <a:pt x="109" y="116"/>
                      <a:pt x="139" y="143"/>
                      <a:pt x="157" y="143"/>
                    </a:cubicBezTo>
                    <a:cubicBezTo>
                      <a:pt x="161" y="143"/>
                      <a:pt x="165" y="142"/>
                      <a:pt x="168" y="139"/>
                    </a:cubicBezTo>
                    <a:cubicBezTo>
                      <a:pt x="168" y="139"/>
                      <a:pt x="135" y="105"/>
                      <a:pt x="101" y="55"/>
                    </a:cubicBezTo>
                    <a:cubicBezTo>
                      <a:pt x="60" y="28"/>
                      <a:pt x="31" y="1"/>
                      <a:pt x="12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47" name="Google Shape;3849;p60"/>
              <p:cNvSpPr/>
              <p:nvPr/>
            </p:nvSpPr>
            <p:spPr>
              <a:xfrm>
                <a:off x="2748605" y="2569374"/>
                <a:ext cx="9134" cy="1538"/>
              </a:xfrm>
              <a:custGeom>
                <a:avLst/>
                <a:gdLst/>
                <a:ahLst/>
                <a:cxnLst/>
                <a:rect l="l" t="t" r="r" b="b"/>
                <a:pathLst>
                  <a:path w="285" h="48" extrusionOk="0">
                    <a:moveTo>
                      <a:pt x="284" y="1"/>
                    </a:moveTo>
                    <a:cubicBezTo>
                      <a:pt x="234" y="1"/>
                      <a:pt x="184" y="17"/>
                      <a:pt x="134" y="17"/>
                    </a:cubicBezTo>
                    <a:lnTo>
                      <a:pt x="0" y="17"/>
                    </a:lnTo>
                    <a:cubicBezTo>
                      <a:pt x="35" y="38"/>
                      <a:pt x="76" y="48"/>
                      <a:pt x="118" y="48"/>
                    </a:cubicBezTo>
                    <a:cubicBezTo>
                      <a:pt x="176" y="48"/>
                      <a:pt x="236" y="30"/>
                      <a:pt x="28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48" name="Google Shape;3850;p60"/>
              <p:cNvSpPr/>
              <p:nvPr/>
            </p:nvSpPr>
            <p:spPr>
              <a:xfrm>
                <a:off x="2728253" y="2571329"/>
                <a:ext cx="15031" cy="8782"/>
              </a:xfrm>
              <a:custGeom>
                <a:avLst/>
                <a:gdLst/>
                <a:ahLst/>
                <a:cxnLst/>
                <a:rect l="l" t="t" r="r" b="b"/>
                <a:pathLst>
                  <a:path w="469" h="274" extrusionOk="0">
                    <a:moveTo>
                      <a:pt x="151" y="29"/>
                    </a:moveTo>
                    <a:cubicBezTo>
                      <a:pt x="179" y="29"/>
                      <a:pt x="206" y="33"/>
                      <a:pt x="234" y="40"/>
                    </a:cubicBezTo>
                    <a:cubicBezTo>
                      <a:pt x="284" y="57"/>
                      <a:pt x="334" y="90"/>
                      <a:pt x="368" y="140"/>
                    </a:cubicBezTo>
                    <a:cubicBezTo>
                      <a:pt x="389" y="162"/>
                      <a:pt x="404" y="190"/>
                      <a:pt x="416" y="221"/>
                    </a:cubicBezTo>
                    <a:lnTo>
                      <a:pt x="416" y="221"/>
                    </a:lnTo>
                    <a:cubicBezTo>
                      <a:pt x="387" y="219"/>
                      <a:pt x="348" y="215"/>
                      <a:pt x="301" y="207"/>
                    </a:cubicBezTo>
                    <a:cubicBezTo>
                      <a:pt x="251" y="190"/>
                      <a:pt x="201" y="174"/>
                      <a:pt x="134" y="157"/>
                    </a:cubicBezTo>
                    <a:cubicBezTo>
                      <a:pt x="117" y="140"/>
                      <a:pt x="84" y="140"/>
                      <a:pt x="50" y="123"/>
                    </a:cubicBezTo>
                    <a:cubicBezTo>
                      <a:pt x="17" y="107"/>
                      <a:pt x="17" y="73"/>
                      <a:pt x="34" y="57"/>
                    </a:cubicBezTo>
                    <a:cubicBezTo>
                      <a:pt x="73" y="37"/>
                      <a:pt x="112" y="29"/>
                      <a:pt x="151" y="29"/>
                    </a:cubicBezTo>
                    <a:close/>
                    <a:moveTo>
                      <a:pt x="139" y="1"/>
                    </a:moveTo>
                    <a:cubicBezTo>
                      <a:pt x="99" y="1"/>
                      <a:pt x="57" y="8"/>
                      <a:pt x="17" y="23"/>
                    </a:cubicBezTo>
                    <a:cubicBezTo>
                      <a:pt x="0" y="40"/>
                      <a:pt x="0" y="73"/>
                      <a:pt x="0" y="90"/>
                    </a:cubicBezTo>
                    <a:cubicBezTo>
                      <a:pt x="0" y="107"/>
                      <a:pt x="17" y="123"/>
                      <a:pt x="34" y="140"/>
                    </a:cubicBezTo>
                    <a:cubicBezTo>
                      <a:pt x="67" y="157"/>
                      <a:pt x="100" y="174"/>
                      <a:pt x="134" y="190"/>
                    </a:cubicBezTo>
                    <a:cubicBezTo>
                      <a:pt x="184" y="207"/>
                      <a:pt x="251" y="224"/>
                      <a:pt x="301" y="224"/>
                    </a:cubicBezTo>
                    <a:cubicBezTo>
                      <a:pt x="326" y="232"/>
                      <a:pt x="351" y="236"/>
                      <a:pt x="378" y="236"/>
                    </a:cubicBezTo>
                    <a:cubicBezTo>
                      <a:pt x="392" y="236"/>
                      <a:pt x="406" y="235"/>
                      <a:pt x="421" y="233"/>
                    </a:cubicBezTo>
                    <a:lnTo>
                      <a:pt x="421" y="233"/>
                    </a:lnTo>
                    <a:cubicBezTo>
                      <a:pt x="425" y="246"/>
                      <a:pt x="430" y="260"/>
                      <a:pt x="435" y="274"/>
                    </a:cubicBezTo>
                    <a:cubicBezTo>
                      <a:pt x="435" y="259"/>
                      <a:pt x="435" y="245"/>
                      <a:pt x="435" y="231"/>
                    </a:cubicBezTo>
                    <a:lnTo>
                      <a:pt x="435" y="231"/>
                    </a:lnTo>
                    <a:cubicBezTo>
                      <a:pt x="445" y="229"/>
                      <a:pt x="456" y="227"/>
                      <a:pt x="468" y="224"/>
                    </a:cubicBezTo>
                    <a:cubicBezTo>
                      <a:pt x="468" y="224"/>
                      <a:pt x="456" y="224"/>
                      <a:pt x="434" y="222"/>
                    </a:cubicBezTo>
                    <a:lnTo>
                      <a:pt x="434" y="222"/>
                    </a:lnTo>
                    <a:cubicBezTo>
                      <a:pt x="417" y="189"/>
                      <a:pt x="401" y="156"/>
                      <a:pt x="384" y="123"/>
                    </a:cubicBezTo>
                    <a:cubicBezTo>
                      <a:pt x="326" y="42"/>
                      <a:pt x="235" y="1"/>
                      <a:pt x="13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49" name="Google Shape;3851;p60"/>
              <p:cNvSpPr/>
              <p:nvPr/>
            </p:nvSpPr>
            <p:spPr>
              <a:xfrm>
                <a:off x="2741105" y="2568829"/>
                <a:ext cx="7532" cy="10224"/>
              </a:xfrm>
              <a:custGeom>
                <a:avLst/>
                <a:gdLst/>
                <a:ahLst/>
                <a:cxnLst/>
                <a:rect l="l" t="t" r="r" b="b"/>
                <a:pathLst>
                  <a:path w="235" h="319" extrusionOk="0">
                    <a:moveTo>
                      <a:pt x="184" y="1"/>
                    </a:moveTo>
                    <a:cubicBezTo>
                      <a:pt x="134" y="1"/>
                      <a:pt x="84" y="34"/>
                      <a:pt x="50" y="84"/>
                    </a:cubicBezTo>
                    <a:cubicBezTo>
                      <a:pt x="17" y="118"/>
                      <a:pt x="17" y="168"/>
                      <a:pt x="0" y="201"/>
                    </a:cubicBezTo>
                    <a:cubicBezTo>
                      <a:pt x="0" y="235"/>
                      <a:pt x="0" y="285"/>
                      <a:pt x="17" y="318"/>
                    </a:cubicBezTo>
                    <a:cubicBezTo>
                      <a:pt x="17" y="285"/>
                      <a:pt x="17" y="235"/>
                      <a:pt x="17" y="201"/>
                    </a:cubicBezTo>
                    <a:cubicBezTo>
                      <a:pt x="34" y="168"/>
                      <a:pt x="50" y="135"/>
                      <a:pt x="67" y="101"/>
                    </a:cubicBezTo>
                    <a:cubicBezTo>
                      <a:pt x="100" y="68"/>
                      <a:pt x="134" y="34"/>
                      <a:pt x="184" y="34"/>
                    </a:cubicBezTo>
                    <a:cubicBezTo>
                      <a:pt x="217" y="51"/>
                      <a:pt x="201" y="101"/>
                      <a:pt x="184" y="135"/>
                    </a:cubicBezTo>
                    <a:cubicBezTo>
                      <a:pt x="167" y="168"/>
                      <a:pt x="134" y="201"/>
                      <a:pt x="117" y="235"/>
                    </a:cubicBezTo>
                    <a:cubicBezTo>
                      <a:pt x="67" y="285"/>
                      <a:pt x="34" y="302"/>
                      <a:pt x="34" y="318"/>
                    </a:cubicBezTo>
                    <a:cubicBezTo>
                      <a:pt x="67" y="302"/>
                      <a:pt x="100" y="268"/>
                      <a:pt x="117" y="252"/>
                    </a:cubicBezTo>
                    <a:cubicBezTo>
                      <a:pt x="151" y="218"/>
                      <a:pt x="184" y="185"/>
                      <a:pt x="201" y="151"/>
                    </a:cubicBezTo>
                    <a:cubicBezTo>
                      <a:pt x="217" y="135"/>
                      <a:pt x="234" y="101"/>
                      <a:pt x="234" y="84"/>
                    </a:cubicBezTo>
                    <a:cubicBezTo>
                      <a:pt x="234" y="51"/>
                      <a:pt x="217" y="18"/>
                      <a:pt x="18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50" name="Google Shape;3852;p60"/>
              <p:cNvSpPr/>
              <p:nvPr/>
            </p:nvSpPr>
            <p:spPr>
              <a:xfrm>
                <a:off x="2799468" y="2574182"/>
                <a:ext cx="28396" cy="23076"/>
              </a:xfrm>
              <a:custGeom>
                <a:avLst/>
                <a:gdLst/>
                <a:ahLst/>
                <a:cxnLst/>
                <a:rect l="l" t="t" r="r" b="b"/>
                <a:pathLst>
                  <a:path w="886" h="720" extrusionOk="0">
                    <a:moveTo>
                      <a:pt x="702" y="1"/>
                    </a:moveTo>
                    <a:cubicBezTo>
                      <a:pt x="385" y="18"/>
                      <a:pt x="117" y="235"/>
                      <a:pt x="34" y="536"/>
                    </a:cubicBezTo>
                    <a:cubicBezTo>
                      <a:pt x="17" y="569"/>
                      <a:pt x="0" y="619"/>
                      <a:pt x="0" y="669"/>
                    </a:cubicBezTo>
                    <a:cubicBezTo>
                      <a:pt x="0" y="686"/>
                      <a:pt x="0" y="703"/>
                      <a:pt x="0" y="719"/>
                    </a:cubicBezTo>
                    <a:cubicBezTo>
                      <a:pt x="0" y="719"/>
                      <a:pt x="0" y="636"/>
                      <a:pt x="51" y="536"/>
                    </a:cubicBezTo>
                    <a:cubicBezTo>
                      <a:pt x="151" y="252"/>
                      <a:pt x="401" y="51"/>
                      <a:pt x="702" y="34"/>
                    </a:cubicBezTo>
                    <a:cubicBezTo>
                      <a:pt x="761" y="26"/>
                      <a:pt x="807" y="26"/>
                      <a:pt x="838" y="26"/>
                    </a:cubicBezTo>
                    <a:cubicBezTo>
                      <a:pt x="869" y="26"/>
                      <a:pt x="886" y="26"/>
                      <a:pt x="886" y="18"/>
                    </a:cubicBezTo>
                    <a:lnTo>
                      <a:pt x="836" y="18"/>
                    </a:lnTo>
                    <a:cubicBezTo>
                      <a:pt x="802" y="1"/>
                      <a:pt x="752" y="1"/>
                      <a:pt x="702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51" name="Google Shape;3853;p60"/>
              <p:cNvSpPr/>
              <p:nvPr/>
            </p:nvSpPr>
            <p:spPr>
              <a:xfrm>
                <a:off x="2766265" y="2589181"/>
                <a:ext cx="23044" cy="1314"/>
              </a:xfrm>
              <a:custGeom>
                <a:avLst/>
                <a:gdLst/>
                <a:ahLst/>
                <a:cxnLst/>
                <a:rect l="l" t="t" r="r" b="b"/>
                <a:pathLst>
                  <a:path w="719" h="41" extrusionOk="0">
                    <a:moveTo>
                      <a:pt x="0" y="1"/>
                    </a:moveTo>
                    <a:cubicBezTo>
                      <a:pt x="129" y="28"/>
                      <a:pt x="263" y="41"/>
                      <a:pt x="396" y="41"/>
                    </a:cubicBezTo>
                    <a:cubicBezTo>
                      <a:pt x="505" y="41"/>
                      <a:pt x="614" y="33"/>
                      <a:pt x="719" y="18"/>
                    </a:cubicBezTo>
                    <a:cubicBezTo>
                      <a:pt x="719" y="12"/>
                      <a:pt x="700" y="10"/>
                      <a:pt x="668" y="10"/>
                    </a:cubicBezTo>
                    <a:cubicBezTo>
                      <a:pt x="604" y="10"/>
                      <a:pt x="485" y="18"/>
                      <a:pt x="351" y="18"/>
                    </a:cubicBezTo>
                    <a:cubicBezTo>
                      <a:pt x="151" y="18"/>
                      <a:pt x="1" y="1"/>
                      <a:pt x="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52" name="Google Shape;3854;p60"/>
              <p:cNvSpPr/>
              <p:nvPr/>
            </p:nvSpPr>
            <p:spPr>
              <a:xfrm>
                <a:off x="2802129" y="2589726"/>
                <a:ext cx="3269" cy="4455"/>
              </a:xfrm>
              <a:custGeom>
                <a:avLst/>
                <a:gdLst/>
                <a:ahLst/>
                <a:cxnLst/>
                <a:rect l="l" t="t" r="r" b="b"/>
                <a:pathLst>
                  <a:path w="102" h="139" extrusionOk="0">
                    <a:moveTo>
                      <a:pt x="85" y="1"/>
                    </a:moveTo>
                    <a:cubicBezTo>
                      <a:pt x="85" y="1"/>
                      <a:pt x="51" y="17"/>
                      <a:pt x="34" y="67"/>
                    </a:cubicBezTo>
                    <a:cubicBezTo>
                      <a:pt x="1" y="101"/>
                      <a:pt x="18" y="134"/>
                      <a:pt x="18" y="134"/>
                    </a:cubicBezTo>
                    <a:cubicBezTo>
                      <a:pt x="21" y="137"/>
                      <a:pt x="23" y="139"/>
                      <a:pt x="25" y="139"/>
                    </a:cubicBezTo>
                    <a:cubicBezTo>
                      <a:pt x="35" y="139"/>
                      <a:pt x="37" y="109"/>
                      <a:pt x="51" y="67"/>
                    </a:cubicBezTo>
                    <a:cubicBezTo>
                      <a:pt x="68" y="34"/>
                      <a:pt x="101" y="1"/>
                      <a:pt x="85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53" name="Google Shape;3855;p60"/>
              <p:cNvSpPr/>
              <p:nvPr/>
            </p:nvSpPr>
            <p:spPr>
              <a:xfrm>
                <a:off x="2807513" y="2582547"/>
                <a:ext cx="3750" cy="3141"/>
              </a:xfrm>
              <a:custGeom>
                <a:avLst/>
                <a:gdLst/>
                <a:ahLst/>
                <a:cxnLst/>
                <a:rect l="l" t="t" r="r" b="b"/>
                <a:pathLst>
                  <a:path w="117" h="98" extrusionOk="0">
                    <a:moveTo>
                      <a:pt x="97" y="1"/>
                    </a:moveTo>
                    <a:cubicBezTo>
                      <a:pt x="90" y="1"/>
                      <a:pt x="75" y="16"/>
                      <a:pt x="50" y="41"/>
                    </a:cubicBezTo>
                    <a:cubicBezTo>
                      <a:pt x="17" y="57"/>
                      <a:pt x="0" y="91"/>
                      <a:pt x="17" y="91"/>
                    </a:cubicBezTo>
                    <a:cubicBezTo>
                      <a:pt x="17" y="95"/>
                      <a:pt x="19" y="97"/>
                      <a:pt x="23" y="97"/>
                    </a:cubicBezTo>
                    <a:cubicBezTo>
                      <a:pt x="33" y="97"/>
                      <a:pt x="55" y="82"/>
                      <a:pt x="67" y="57"/>
                    </a:cubicBezTo>
                    <a:cubicBezTo>
                      <a:pt x="100" y="24"/>
                      <a:pt x="117" y="7"/>
                      <a:pt x="100" y="7"/>
                    </a:cubicBezTo>
                    <a:cubicBezTo>
                      <a:pt x="100" y="3"/>
                      <a:pt x="99" y="1"/>
                      <a:pt x="9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54" name="Google Shape;3856;p60"/>
              <p:cNvSpPr/>
              <p:nvPr/>
            </p:nvSpPr>
            <p:spPr>
              <a:xfrm>
                <a:off x="2814468" y="2578797"/>
                <a:ext cx="4840" cy="2083"/>
              </a:xfrm>
              <a:custGeom>
                <a:avLst/>
                <a:gdLst/>
                <a:ahLst/>
                <a:cxnLst/>
                <a:rect l="l" t="t" r="r" b="b"/>
                <a:pathLst>
                  <a:path w="151" h="65" extrusionOk="0">
                    <a:moveTo>
                      <a:pt x="106" y="0"/>
                    </a:moveTo>
                    <a:cubicBezTo>
                      <a:pt x="95" y="0"/>
                      <a:pt x="82" y="2"/>
                      <a:pt x="67" y="7"/>
                    </a:cubicBezTo>
                    <a:cubicBezTo>
                      <a:pt x="34" y="24"/>
                      <a:pt x="0" y="57"/>
                      <a:pt x="17" y="57"/>
                    </a:cubicBezTo>
                    <a:cubicBezTo>
                      <a:pt x="17" y="62"/>
                      <a:pt x="20" y="64"/>
                      <a:pt x="25" y="64"/>
                    </a:cubicBezTo>
                    <a:cubicBezTo>
                      <a:pt x="37" y="64"/>
                      <a:pt x="60" y="53"/>
                      <a:pt x="84" y="41"/>
                    </a:cubicBezTo>
                    <a:cubicBezTo>
                      <a:pt x="117" y="24"/>
                      <a:pt x="151" y="24"/>
                      <a:pt x="151" y="24"/>
                    </a:cubicBezTo>
                    <a:cubicBezTo>
                      <a:pt x="151" y="12"/>
                      <a:pt x="134" y="0"/>
                      <a:pt x="106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55" name="Google Shape;3857;p60"/>
              <p:cNvSpPr/>
              <p:nvPr/>
            </p:nvSpPr>
            <p:spPr>
              <a:xfrm>
                <a:off x="2823025" y="2577547"/>
                <a:ext cx="2724" cy="1506"/>
              </a:xfrm>
              <a:custGeom>
                <a:avLst/>
                <a:gdLst/>
                <a:ahLst/>
                <a:cxnLst/>
                <a:rect l="l" t="t" r="r" b="b"/>
                <a:pathLst>
                  <a:path w="85" h="47" extrusionOk="0">
                    <a:moveTo>
                      <a:pt x="57" y="0"/>
                    </a:moveTo>
                    <a:cubicBezTo>
                      <a:pt x="51" y="0"/>
                      <a:pt x="42" y="5"/>
                      <a:pt x="34" y="13"/>
                    </a:cubicBezTo>
                    <a:cubicBezTo>
                      <a:pt x="17" y="13"/>
                      <a:pt x="1" y="30"/>
                      <a:pt x="1" y="46"/>
                    </a:cubicBezTo>
                    <a:lnTo>
                      <a:pt x="51" y="46"/>
                    </a:lnTo>
                    <a:cubicBezTo>
                      <a:pt x="67" y="30"/>
                      <a:pt x="84" y="13"/>
                      <a:pt x="67" y="13"/>
                    </a:cubicBezTo>
                    <a:cubicBezTo>
                      <a:pt x="67" y="5"/>
                      <a:pt x="63" y="0"/>
                      <a:pt x="57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56" name="Google Shape;3858;p60"/>
              <p:cNvSpPr/>
              <p:nvPr/>
            </p:nvSpPr>
            <p:spPr>
              <a:xfrm>
                <a:off x="2878151" y="2548478"/>
                <a:ext cx="132879" cy="82593"/>
              </a:xfrm>
              <a:custGeom>
                <a:avLst/>
                <a:gdLst/>
                <a:ahLst/>
                <a:cxnLst/>
                <a:rect l="l" t="t" r="r" b="b"/>
                <a:pathLst>
                  <a:path w="4146" h="2577" extrusionOk="0">
                    <a:moveTo>
                      <a:pt x="3761" y="1"/>
                    </a:moveTo>
                    <a:lnTo>
                      <a:pt x="1505" y="1070"/>
                    </a:lnTo>
                    <a:lnTo>
                      <a:pt x="1622" y="1304"/>
                    </a:lnTo>
                    <a:cubicBezTo>
                      <a:pt x="1622" y="1304"/>
                      <a:pt x="0" y="2577"/>
                      <a:pt x="418" y="2577"/>
                    </a:cubicBezTo>
                    <a:cubicBezTo>
                      <a:pt x="428" y="2577"/>
                      <a:pt x="440" y="2576"/>
                      <a:pt x="453" y="2574"/>
                    </a:cubicBezTo>
                    <a:cubicBezTo>
                      <a:pt x="921" y="2491"/>
                      <a:pt x="3410" y="1187"/>
                      <a:pt x="4012" y="870"/>
                    </a:cubicBezTo>
                    <a:lnTo>
                      <a:pt x="4145" y="786"/>
                    </a:lnTo>
                    <a:lnTo>
                      <a:pt x="376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57" name="Google Shape;3859;p60"/>
              <p:cNvSpPr/>
              <p:nvPr/>
            </p:nvSpPr>
            <p:spPr>
              <a:xfrm>
                <a:off x="2982602" y="2552772"/>
                <a:ext cx="27883" cy="32691"/>
              </a:xfrm>
              <a:custGeom>
                <a:avLst/>
                <a:gdLst/>
                <a:ahLst/>
                <a:cxnLst/>
                <a:rect l="l" t="t" r="r" b="b"/>
                <a:pathLst>
                  <a:path w="870" h="1020" extrusionOk="0">
                    <a:moveTo>
                      <a:pt x="569" y="1"/>
                    </a:moveTo>
                    <a:cubicBezTo>
                      <a:pt x="368" y="67"/>
                      <a:pt x="218" y="218"/>
                      <a:pt x="118" y="418"/>
                    </a:cubicBezTo>
                    <a:cubicBezTo>
                      <a:pt x="34" y="602"/>
                      <a:pt x="1" y="819"/>
                      <a:pt x="68" y="1020"/>
                    </a:cubicBezTo>
                    <a:lnTo>
                      <a:pt x="870" y="619"/>
                    </a:lnTo>
                    <a:lnTo>
                      <a:pt x="569" y="1"/>
                    </a:lnTo>
                    <a:close/>
                  </a:path>
                </a:pathLst>
              </a:custGeom>
              <a:solidFill>
                <a:srgbClr val="FFFFFF">
                  <a:alpha val="5625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58" name="Google Shape;3860;p60"/>
              <p:cNvSpPr/>
              <p:nvPr/>
            </p:nvSpPr>
            <p:spPr>
              <a:xfrm>
                <a:off x="2885683" y="2572066"/>
                <a:ext cx="125348" cy="59004"/>
              </a:xfrm>
              <a:custGeom>
                <a:avLst/>
                <a:gdLst/>
                <a:ahLst/>
                <a:cxnLst/>
                <a:rect l="l" t="t" r="r" b="b"/>
                <a:pathLst>
                  <a:path w="3911" h="1841" extrusionOk="0">
                    <a:moveTo>
                      <a:pt x="3877" y="0"/>
                    </a:moveTo>
                    <a:lnTo>
                      <a:pt x="903" y="1454"/>
                    </a:lnTo>
                    <a:cubicBezTo>
                      <a:pt x="903" y="1454"/>
                      <a:pt x="737" y="1247"/>
                      <a:pt x="607" y="1247"/>
                    </a:cubicBezTo>
                    <a:cubicBezTo>
                      <a:pt x="593" y="1247"/>
                      <a:pt x="581" y="1249"/>
                      <a:pt x="569" y="1253"/>
                    </a:cubicBezTo>
                    <a:cubicBezTo>
                      <a:pt x="569" y="1253"/>
                      <a:pt x="0" y="1771"/>
                      <a:pt x="134" y="1838"/>
                    </a:cubicBezTo>
                    <a:cubicBezTo>
                      <a:pt x="138" y="1840"/>
                      <a:pt x="143" y="1841"/>
                      <a:pt x="150" y="1841"/>
                    </a:cubicBezTo>
                    <a:cubicBezTo>
                      <a:pt x="402" y="1841"/>
                      <a:pt x="2853" y="668"/>
                      <a:pt x="3910" y="50"/>
                    </a:cubicBezTo>
                    <a:lnTo>
                      <a:pt x="3877" y="0"/>
                    </a:lnTo>
                    <a:close/>
                  </a:path>
                </a:pathLst>
              </a:custGeom>
              <a:solidFill>
                <a:srgbClr val="FFFFFF">
                  <a:alpha val="5625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59" name="Google Shape;3861;p60"/>
              <p:cNvSpPr/>
              <p:nvPr/>
            </p:nvSpPr>
            <p:spPr>
              <a:xfrm>
                <a:off x="2889433" y="2571522"/>
                <a:ext cx="121598" cy="58395"/>
              </a:xfrm>
              <a:custGeom>
                <a:avLst/>
                <a:gdLst/>
                <a:ahLst/>
                <a:cxnLst/>
                <a:rect l="l" t="t" r="r" b="b"/>
                <a:pathLst>
                  <a:path w="3794" h="1822" extrusionOk="0">
                    <a:moveTo>
                      <a:pt x="3793" y="0"/>
                    </a:moveTo>
                    <a:cubicBezTo>
                      <a:pt x="3793" y="0"/>
                      <a:pt x="3777" y="17"/>
                      <a:pt x="3760" y="17"/>
                    </a:cubicBezTo>
                    <a:lnTo>
                      <a:pt x="3643" y="67"/>
                    </a:lnTo>
                    <a:lnTo>
                      <a:pt x="3242" y="284"/>
                    </a:lnTo>
                    <a:cubicBezTo>
                      <a:pt x="2908" y="452"/>
                      <a:pt x="2440" y="685"/>
                      <a:pt x="1905" y="936"/>
                    </a:cubicBezTo>
                    <a:cubicBezTo>
                      <a:pt x="1387" y="1187"/>
                      <a:pt x="903" y="1404"/>
                      <a:pt x="552" y="1571"/>
                    </a:cubicBezTo>
                    <a:lnTo>
                      <a:pt x="151" y="1755"/>
                    </a:lnTo>
                    <a:lnTo>
                      <a:pt x="569" y="1588"/>
                    </a:lnTo>
                    <a:cubicBezTo>
                      <a:pt x="919" y="1437"/>
                      <a:pt x="1404" y="1220"/>
                      <a:pt x="1922" y="970"/>
                    </a:cubicBezTo>
                    <a:cubicBezTo>
                      <a:pt x="2457" y="719"/>
                      <a:pt x="2924" y="468"/>
                      <a:pt x="3259" y="301"/>
                    </a:cubicBezTo>
                    <a:lnTo>
                      <a:pt x="3660" y="84"/>
                    </a:lnTo>
                    <a:lnTo>
                      <a:pt x="3760" y="34"/>
                    </a:lnTo>
                    <a:cubicBezTo>
                      <a:pt x="3777" y="17"/>
                      <a:pt x="3793" y="17"/>
                      <a:pt x="3793" y="0"/>
                    </a:cubicBezTo>
                    <a:close/>
                    <a:moveTo>
                      <a:pt x="34" y="1805"/>
                    </a:moveTo>
                    <a:cubicBezTo>
                      <a:pt x="17" y="1805"/>
                      <a:pt x="17" y="1822"/>
                      <a:pt x="0" y="1822"/>
                    </a:cubicBezTo>
                    <a:cubicBezTo>
                      <a:pt x="17" y="1822"/>
                      <a:pt x="17" y="1822"/>
                      <a:pt x="34" y="1805"/>
                    </a:cubicBezTo>
                    <a:close/>
                  </a:path>
                </a:pathLst>
              </a:custGeom>
              <a:solidFill>
                <a:srgbClr val="B7887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60" name="Google Shape;3862;p60"/>
              <p:cNvSpPr/>
              <p:nvPr/>
            </p:nvSpPr>
            <p:spPr>
              <a:xfrm>
                <a:off x="2903343" y="2611680"/>
                <a:ext cx="11826" cy="8077"/>
              </a:xfrm>
              <a:custGeom>
                <a:avLst/>
                <a:gdLst/>
                <a:ahLst/>
                <a:cxnLst/>
                <a:rect l="l" t="t" r="r" b="b"/>
                <a:pathLst>
                  <a:path w="369" h="252" extrusionOk="0">
                    <a:moveTo>
                      <a:pt x="1" y="1"/>
                    </a:moveTo>
                    <a:cubicBezTo>
                      <a:pt x="68" y="34"/>
                      <a:pt x="135" y="51"/>
                      <a:pt x="201" y="101"/>
                    </a:cubicBezTo>
                    <a:cubicBezTo>
                      <a:pt x="268" y="134"/>
                      <a:pt x="318" y="201"/>
                      <a:pt x="368" y="251"/>
                    </a:cubicBezTo>
                    <a:cubicBezTo>
                      <a:pt x="318" y="101"/>
                      <a:pt x="151" y="1"/>
                      <a:pt x="1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61" name="Google Shape;3863;p60"/>
              <p:cNvSpPr/>
              <p:nvPr/>
            </p:nvSpPr>
            <p:spPr>
              <a:xfrm>
                <a:off x="2924784" y="2594533"/>
                <a:ext cx="6987" cy="4487"/>
              </a:xfrm>
              <a:custGeom>
                <a:avLst/>
                <a:gdLst/>
                <a:ahLst/>
                <a:cxnLst/>
                <a:rect l="l" t="t" r="r" b="b"/>
                <a:pathLst>
                  <a:path w="218" h="140" extrusionOk="0">
                    <a:moveTo>
                      <a:pt x="0" y="1"/>
                    </a:moveTo>
                    <a:cubicBezTo>
                      <a:pt x="0" y="18"/>
                      <a:pt x="34" y="51"/>
                      <a:pt x="100" y="84"/>
                    </a:cubicBezTo>
                    <a:cubicBezTo>
                      <a:pt x="141" y="112"/>
                      <a:pt x="182" y="139"/>
                      <a:pt x="196" y="139"/>
                    </a:cubicBezTo>
                    <a:cubicBezTo>
                      <a:pt x="199" y="139"/>
                      <a:pt x="201" y="138"/>
                      <a:pt x="201" y="135"/>
                    </a:cubicBezTo>
                    <a:cubicBezTo>
                      <a:pt x="217" y="135"/>
                      <a:pt x="167" y="101"/>
                      <a:pt x="117" y="68"/>
                    </a:cubicBezTo>
                    <a:cubicBezTo>
                      <a:pt x="50" y="18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62" name="Google Shape;3864;p60"/>
              <p:cNvSpPr/>
              <p:nvPr/>
            </p:nvSpPr>
            <p:spPr>
              <a:xfrm>
                <a:off x="2929047" y="2591104"/>
                <a:ext cx="7019" cy="2083"/>
              </a:xfrm>
              <a:custGeom>
                <a:avLst/>
                <a:gdLst/>
                <a:ahLst/>
                <a:cxnLst/>
                <a:rect l="l" t="t" r="r" b="b"/>
                <a:pathLst>
                  <a:path w="219" h="65" extrusionOk="0">
                    <a:moveTo>
                      <a:pt x="26" y="1"/>
                    </a:moveTo>
                    <a:cubicBezTo>
                      <a:pt x="20" y="1"/>
                      <a:pt x="18" y="3"/>
                      <a:pt x="18" y="8"/>
                    </a:cubicBezTo>
                    <a:cubicBezTo>
                      <a:pt x="1" y="8"/>
                      <a:pt x="51" y="24"/>
                      <a:pt x="101" y="41"/>
                    </a:cubicBezTo>
                    <a:cubicBezTo>
                      <a:pt x="148" y="53"/>
                      <a:pt x="179" y="65"/>
                      <a:pt x="199" y="65"/>
                    </a:cubicBezTo>
                    <a:cubicBezTo>
                      <a:pt x="207" y="65"/>
                      <a:pt x="213" y="63"/>
                      <a:pt x="218" y="58"/>
                    </a:cubicBezTo>
                    <a:cubicBezTo>
                      <a:pt x="218" y="58"/>
                      <a:pt x="168" y="41"/>
                      <a:pt x="118" y="24"/>
                    </a:cubicBezTo>
                    <a:cubicBezTo>
                      <a:pt x="71" y="13"/>
                      <a:pt x="40" y="1"/>
                      <a:pt x="26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63" name="Google Shape;3865;p60"/>
              <p:cNvSpPr/>
              <p:nvPr/>
            </p:nvSpPr>
            <p:spPr>
              <a:xfrm>
                <a:off x="2928534" y="2584374"/>
                <a:ext cx="8045" cy="3782"/>
              </a:xfrm>
              <a:custGeom>
                <a:avLst/>
                <a:gdLst/>
                <a:ahLst/>
                <a:cxnLst/>
                <a:rect l="l" t="t" r="r" b="b"/>
                <a:pathLst>
                  <a:path w="251" h="118" extrusionOk="0">
                    <a:moveTo>
                      <a:pt x="234" y="0"/>
                    </a:moveTo>
                    <a:lnTo>
                      <a:pt x="234" y="0"/>
                    </a:lnTo>
                    <a:cubicBezTo>
                      <a:pt x="201" y="17"/>
                      <a:pt x="151" y="17"/>
                      <a:pt x="117" y="51"/>
                    </a:cubicBezTo>
                    <a:cubicBezTo>
                      <a:pt x="50" y="84"/>
                      <a:pt x="0" y="117"/>
                      <a:pt x="0" y="117"/>
                    </a:cubicBezTo>
                    <a:cubicBezTo>
                      <a:pt x="50" y="117"/>
                      <a:pt x="100" y="101"/>
                      <a:pt x="134" y="84"/>
                    </a:cubicBezTo>
                    <a:cubicBezTo>
                      <a:pt x="201" y="51"/>
                      <a:pt x="251" y="17"/>
                      <a:pt x="234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64" name="Google Shape;3866;p60"/>
              <p:cNvSpPr/>
              <p:nvPr/>
            </p:nvSpPr>
            <p:spPr>
              <a:xfrm>
                <a:off x="2926931" y="2579021"/>
                <a:ext cx="8589" cy="4840"/>
              </a:xfrm>
              <a:custGeom>
                <a:avLst/>
                <a:gdLst/>
                <a:ahLst/>
                <a:cxnLst/>
                <a:rect l="l" t="t" r="r" b="b"/>
                <a:pathLst>
                  <a:path w="268" h="151" extrusionOk="0">
                    <a:moveTo>
                      <a:pt x="251" y="0"/>
                    </a:moveTo>
                    <a:cubicBezTo>
                      <a:pt x="167" y="50"/>
                      <a:pt x="84" y="101"/>
                      <a:pt x="0" y="151"/>
                    </a:cubicBezTo>
                    <a:cubicBezTo>
                      <a:pt x="50" y="151"/>
                      <a:pt x="100" y="134"/>
                      <a:pt x="150" y="101"/>
                    </a:cubicBezTo>
                    <a:cubicBezTo>
                      <a:pt x="217" y="67"/>
                      <a:pt x="267" y="17"/>
                      <a:pt x="251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65" name="Google Shape;3867;p60"/>
              <p:cNvSpPr/>
              <p:nvPr/>
            </p:nvSpPr>
            <p:spPr>
              <a:xfrm>
                <a:off x="2910329" y="2590784"/>
                <a:ext cx="15544" cy="6698"/>
              </a:xfrm>
              <a:custGeom>
                <a:avLst/>
                <a:gdLst/>
                <a:ahLst/>
                <a:cxnLst/>
                <a:rect l="l" t="t" r="r" b="b"/>
                <a:pathLst>
                  <a:path w="485" h="209" extrusionOk="0">
                    <a:moveTo>
                      <a:pt x="248" y="27"/>
                    </a:moveTo>
                    <a:cubicBezTo>
                      <a:pt x="288" y="27"/>
                      <a:pt x="332" y="39"/>
                      <a:pt x="368" y="51"/>
                    </a:cubicBezTo>
                    <a:cubicBezTo>
                      <a:pt x="390" y="62"/>
                      <a:pt x="420" y="81"/>
                      <a:pt x="447" y="107"/>
                    </a:cubicBezTo>
                    <a:lnTo>
                      <a:pt x="447" y="107"/>
                    </a:lnTo>
                    <a:cubicBezTo>
                      <a:pt x="422" y="118"/>
                      <a:pt x="385" y="135"/>
                      <a:pt x="334" y="151"/>
                    </a:cubicBezTo>
                    <a:cubicBezTo>
                      <a:pt x="284" y="151"/>
                      <a:pt x="234" y="168"/>
                      <a:pt x="167" y="168"/>
                    </a:cubicBezTo>
                    <a:cubicBezTo>
                      <a:pt x="134" y="185"/>
                      <a:pt x="100" y="185"/>
                      <a:pt x="67" y="185"/>
                    </a:cubicBezTo>
                    <a:cubicBezTo>
                      <a:pt x="34" y="168"/>
                      <a:pt x="17" y="151"/>
                      <a:pt x="34" y="118"/>
                    </a:cubicBezTo>
                    <a:cubicBezTo>
                      <a:pt x="67" y="68"/>
                      <a:pt x="134" y="34"/>
                      <a:pt x="201" y="34"/>
                    </a:cubicBezTo>
                    <a:cubicBezTo>
                      <a:pt x="215" y="29"/>
                      <a:pt x="231" y="27"/>
                      <a:pt x="248" y="27"/>
                    </a:cubicBezTo>
                    <a:close/>
                    <a:moveTo>
                      <a:pt x="239" y="0"/>
                    </a:moveTo>
                    <a:cubicBezTo>
                      <a:pt x="153" y="0"/>
                      <a:pt x="66" y="41"/>
                      <a:pt x="0" y="118"/>
                    </a:cubicBezTo>
                    <a:cubicBezTo>
                      <a:pt x="0" y="135"/>
                      <a:pt x="0" y="168"/>
                      <a:pt x="17" y="185"/>
                    </a:cubicBezTo>
                    <a:cubicBezTo>
                      <a:pt x="34" y="201"/>
                      <a:pt x="50" y="201"/>
                      <a:pt x="67" y="201"/>
                    </a:cubicBezTo>
                    <a:cubicBezTo>
                      <a:pt x="78" y="207"/>
                      <a:pt x="89" y="209"/>
                      <a:pt x="100" y="209"/>
                    </a:cubicBezTo>
                    <a:cubicBezTo>
                      <a:pt x="123" y="209"/>
                      <a:pt x="145" y="201"/>
                      <a:pt x="167" y="201"/>
                    </a:cubicBezTo>
                    <a:cubicBezTo>
                      <a:pt x="234" y="201"/>
                      <a:pt x="284" y="185"/>
                      <a:pt x="351" y="168"/>
                    </a:cubicBezTo>
                    <a:cubicBezTo>
                      <a:pt x="389" y="156"/>
                      <a:pt x="426" y="134"/>
                      <a:pt x="457" y="116"/>
                    </a:cubicBezTo>
                    <a:lnTo>
                      <a:pt x="457" y="116"/>
                    </a:lnTo>
                    <a:cubicBezTo>
                      <a:pt x="467" y="127"/>
                      <a:pt x="476" y="139"/>
                      <a:pt x="485" y="151"/>
                    </a:cubicBezTo>
                    <a:cubicBezTo>
                      <a:pt x="485" y="151"/>
                      <a:pt x="485" y="137"/>
                      <a:pt x="471" y="108"/>
                    </a:cubicBezTo>
                    <a:lnTo>
                      <a:pt x="471" y="108"/>
                    </a:lnTo>
                    <a:cubicBezTo>
                      <a:pt x="476" y="106"/>
                      <a:pt x="480" y="103"/>
                      <a:pt x="485" y="101"/>
                    </a:cubicBezTo>
                    <a:cubicBezTo>
                      <a:pt x="485" y="98"/>
                      <a:pt x="483" y="97"/>
                      <a:pt x="480" y="97"/>
                    </a:cubicBezTo>
                    <a:cubicBezTo>
                      <a:pt x="476" y="97"/>
                      <a:pt x="472" y="98"/>
                      <a:pt x="466" y="100"/>
                    </a:cubicBezTo>
                    <a:lnTo>
                      <a:pt x="466" y="100"/>
                    </a:lnTo>
                    <a:cubicBezTo>
                      <a:pt x="433" y="83"/>
                      <a:pt x="400" y="51"/>
                      <a:pt x="368" y="34"/>
                    </a:cubicBezTo>
                    <a:cubicBezTo>
                      <a:pt x="328" y="11"/>
                      <a:pt x="283" y="0"/>
                      <a:pt x="23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66" name="Google Shape;3868;p60"/>
              <p:cNvSpPr/>
              <p:nvPr/>
            </p:nvSpPr>
            <p:spPr>
              <a:xfrm>
                <a:off x="2922092" y="2583316"/>
                <a:ext cx="5929" cy="11250"/>
              </a:xfrm>
              <a:custGeom>
                <a:avLst/>
                <a:gdLst/>
                <a:ahLst/>
                <a:cxnLst/>
                <a:rect l="l" t="t" r="r" b="b"/>
                <a:pathLst>
                  <a:path w="185" h="351" extrusionOk="0">
                    <a:moveTo>
                      <a:pt x="101" y="0"/>
                    </a:moveTo>
                    <a:cubicBezTo>
                      <a:pt x="51" y="33"/>
                      <a:pt x="17" y="84"/>
                      <a:pt x="17" y="134"/>
                    </a:cubicBezTo>
                    <a:cubicBezTo>
                      <a:pt x="1" y="184"/>
                      <a:pt x="17" y="217"/>
                      <a:pt x="17" y="267"/>
                    </a:cubicBezTo>
                    <a:cubicBezTo>
                      <a:pt x="34" y="301"/>
                      <a:pt x="51" y="334"/>
                      <a:pt x="84" y="351"/>
                    </a:cubicBezTo>
                    <a:cubicBezTo>
                      <a:pt x="68" y="317"/>
                      <a:pt x="51" y="284"/>
                      <a:pt x="51" y="251"/>
                    </a:cubicBezTo>
                    <a:cubicBezTo>
                      <a:pt x="34" y="217"/>
                      <a:pt x="34" y="184"/>
                      <a:pt x="34" y="134"/>
                    </a:cubicBezTo>
                    <a:cubicBezTo>
                      <a:pt x="51" y="100"/>
                      <a:pt x="68" y="50"/>
                      <a:pt x="101" y="33"/>
                    </a:cubicBezTo>
                    <a:cubicBezTo>
                      <a:pt x="106" y="32"/>
                      <a:pt x="111" y="31"/>
                      <a:pt x="116" y="31"/>
                    </a:cubicBezTo>
                    <a:cubicBezTo>
                      <a:pt x="151" y="31"/>
                      <a:pt x="151" y="87"/>
                      <a:pt x="151" y="117"/>
                    </a:cubicBezTo>
                    <a:cubicBezTo>
                      <a:pt x="151" y="167"/>
                      <a:pt x="151" y="201"/>
                      <a:pt x="134" y="234"/>
                    </a:cubicBezTo>
                    <a:cubicBezTo>
                      <a:pt x="118" y="301"/>
                      <a:pt x="101" y="351"/>
                      <a:pt x="101" y="351"/>
                    </a:cubicBezTo>
                    <a:cubicBezTo>
                      <a:pt x="118" y="317"/>
                      <a:pt x="151" y="284"/>
                      <a:pt x="151" y="251"/>
                    </a:cubicBezTo>
                    <a:cubicBezTo>
                      <a:pt x="168" y="201"/>
                      <a:pt x="184" y="167"/>
                      <a:pt x="184" y="134"/>
                    </a:cubicBezTo>
                    <a:cubicBezTo>
                      <a:pt x="184" y="100"/>
                      <a:pt x="184" y="84"/>
                      <a:pt x="168" y="50"/>
                    </a:cubicBezTo>
                    <a:cubicBezTo>
                      <a:pt x="168" y="17"/>
                      <a:pt x="134" y="0"/>
                      <a:pt x="101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67" name="Google Shape;3869;p60"/>
              <p:cNvSpPr/>
              <p:nvPr/>
            </p:nvSpPr>
            <p:spPr>
              <a:xfrm>
                <a:off x="2981545" y="2552772"/>
                <a:ext cx="18781" cy="32178"/>
              </a:xfrm>
              <a:custGeom>
                <a:avLst/>
                <a:gdLst/>
                <a:ahLst/>
                <a:cxnLst/>
                <a:rect l="l" t="t" r="r" b="b"/>
                <a:pathLst>
                  <a:path w="586" h="1004" extrusionOk="0">
                    <a:moveTo>
                      <a:pt x="535" y="1"/>
                    </a:moveTo>
                    <a:cubicBezTo>
                      <a:pt x="502" y="17"/>
                      <a:pt x="451" y="34"/>
                      <a:pt x="418" y="67"/>
                    </a:cubicBezTo>
                    <a:cubicBezTo>
                      <a:pt x="151" y="218"/>
                      <a:pt x="0" y="519"/>
                      <a:pt x="34" y="836"/>
                    </a:cubicBezTo>
                    <a:cubicBezTo>
                      <a:pt x="50" y="869"/>
                      <a:pt x="67" y="920"/>
                      <a:pt x="67" y="970"/>
                    </a:cubicBezTo>
                    <a:cubicBezTo>
                      <a:pt x="84" y="986"/>
                      <a:pt x="84" y="1003"/>
                      <a:pt x="101" y="1003"/>
                    </a:cubicBezTo>
                    <a:cubicBezTo>
                      <a:pt x="101" y="1003"/>
                      <a:pt x="67" y="936"/>
                      <a:pt x="67" y="836"/>
                    </a:cubicBezTo>
                    <a:cubicBezTo>
                      <a:pt x="34" y="535"/>
                      <a:pt x="167" y="235"/>
                      <a:pt x="418" y="84"/>
                    </a:cubicBezTo>
                    <a:cubicBezTo>
                      <a:pt x="518" y="17"/>
                      <a:pt x="585" y="1"/>
                      <a:pt x="585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68" name="Google Shape;3870;p60"/>
              <p:cNvSpPr/>
              <p:nvPr/>
            </p:nvSpPr>
            <p:spPr>
              <a:xfrm>
                <a:off x="2951001" y="2582771"/>
                <a:ext cx="21474" cy="10192"/>
              </a:xfrm>
              <a:custGeom>
                <a:avLst/>
                <a:gdLst/>
                <a:ahLst/>
                <a:cxnLst/>
                <a:rect l="l" t="t" r="r" b="b"/>
                <a:pathLst>
                  <a:path w="670" h="318" extrusionOk="0">
                    <a:moveTo>
                      <a:pt x="669" y="0"/>
                    </a:moveTo>
                    <a:cubicBezTo>
                      <a:pt x="653" y="0"/>
                      <a:pt x="519" y="84"/>
                      <a:pt x="335" y="167"/>
                    </a:cubicBezTo>
                    <a:cubicBezTo>
                      <a:pt x="168" y="251"/>
                      <a:pt x="1" y="318"/>
                      <a:pt x="18" y="318"/>
                    </a:cubicBezTo>
                    <a:cubicBezTo>
                      <a:pt x="252" y="251"/>
                      <a:pt x="469" y="151"/>
                      <a:pt x="66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69" name="Google Shape;3871;p60"/>
              <p:cNvSpPr/>
              <p:nvPr/>
            </p:nvSpPr>
            <p:spPr>
              <a:xfrm>
                <a:off x="2985294" y="2576329"/>
                <a:ext cx="1635" cy="4872"/>
              </a:xfrm>
              <a:custGeom>
                <a:avLst/>
                <a:gdLst/>
                <a:ahLst/>
                <a:cxnLst/>
                <a:rect l="l" t="t" r="r" b="b"/>
                <a:pathLst>
                  <a:path w="51" h="152" extrusionOk="0">
                    <a:moveTo>
                      <a:pt x="34" y="1"/>
                    </a:moveTo>
                    <a:cubicBezTo>
                      <a:pt x="34" y="1"/>
                      <a:pt x="0" y="34"/>
                      <a:pt x="17" y="68"/>
                    </a:cubicBezTo>
                    <a:cubicBezTo>
                      <a:pt x="17" y="118"/>
                      <a:pt x="34" y="151"/>
                      <a:pt x="34" y="151"/>
                    </a:cubicBezTo>
                    <a:cubicBezTo>
                      <a:pt x="50" y="151"/>
                      <a:pt x="34" y="118"/>
                      <a:pt x="34" y="68"/>
                    </a:cubicBezTo>
                    <a:cubicBezTo>
                      <a:pt x="34" y="34"/>
                      <a:pt x="50" y="1"/>
                      <a:pt x="3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70" name="Google Shape;3872;p60"/>
              <p:cNvSpPr/>
              <p:nvPr/>
            </p:nvSpPr>
            <p:spPr>
              <a:xfrm>
                <a:off x="2986897" y="2567099"/>
                <a:ext cx="2179" cy="3910"/>
              </a:xfrm>
              <a:custGeom>
                <a:avLst/>
                <a:gdLst/>
                <a:ahLst/>
                <a:cxnLst/>
                <a:rect l="l" t="t" r="r" b="b"/>
                <a:pathLst>
                  <a:path w="68" h="122" extrusionOk="0">
                    <a:moveTo>
                      <a:pt x="49" y="0"/>
                    </a:moveTo>
                    <a:cubicBezTo>
                      <a:pt x="44" y="0"/>
                      <a:pt x="31" y="28"/>
                      <a:pt x="17" y="55"/>
                    </a:cubicBezTo>
                    <a:cubicBezTo>
                      <a:pt x="0" y="88"/>
                      <a:pt x="0" y="122"/>
                      <a:pt x="0" y="122"/>
                    </a:cubicBezTo>
                    <a:cubicBezTo>
                      <a:pt x="17" y="122"/>
                      <a:pt x="34" y="105"/>
                      <a:pt x="51" y="72"/>
                    </a:cubicBezTo>
                    <a:cubicBezTo>
                      <a:pt x="51" y="38"/>
                      <a:pt x="67" y="5"/>
                      <a:pt x="51" y="5"/>
                    </a:cubicBezTo>
                    <a:cubicBezTo>
                      <a:pt x="51" y="2"/>
                      <a:pt x="50" y="0"/>
                      <a:pt x="4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71" name="Google Shape;3873;p60"/>
              <p:cNvSpPr/>
              <p:nvPr/>
            </p:nvSpPr>
            <p:spPr>
              <a:xfrm>
                <a:off x="2991192" y="2560272"/>
                <a:ext cx="3782" cy="3397"/>
              </a:xfrm>
              <a:custGeom>
                <a:avLst/>
                <a:gdLst/>
                <a:ahLst/>
                <a:cxnLst/>
                <a:rect l="l" t="t" r="r" b="b"/>
                <a:pathLst>
                  <a:path w="118" h="106" extrusionOk="0">
                    <a:moveTo>
                      <a:pt x="117" y="1"/>
                    </a:moveTo>
                    <a:cubicBezTo>
                      <a:pt x="100" y="1"/>
                      <a:pt x="67" y="1"/>
                      <a:pt x="34" y="34"/>
                    </a:cubicBezTo>
                    <a:cubicBezTo>
                      <a:pt x="0" y="67"/>
                      <a:pt x="0" y="101"/>
                      <a:pt x="0" y="101"/>
                    </a:cubicBezTo>
                    <a:cubicBezTo>
                      <a:pt x="3" y="104"/>
                      <a:pt x="6" y="105"/>
                      <a:pt x="9" y="105"/>
                    </a:cubicBezTo>
                    <a:cubicBezTo>
                      <a:pt x="23" y="105"/>
                      <a:pt x="37" y="78"/>
                      <a:pt x="50" y="51"/>
                    </a:cubicBezTo>
                    <a:cubicBezTo>
                      <a:pt x="84" y="34"/>
                      <a:pt x="117" y="17"/>
                      <a:pt x="11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72" name="Google Shape;3874;p60"/>
              <p:cNvSpPr/>
              <p:nvPr/>
            </p:nvSpPr>
            <p:spPr>
              <a:xfrm>
                <a:off x="2997602" y="2556298"/>
                <a:ext cx="2179" cy="2083"/>
              </a:xfrm>
              <a:custGeom>
                <a:avLst/>
                <a:gdLst/>
                <a:ahLst/>
                <a:cxnLst/>
                <a:rect l="l" t="t" r="r" b="b"/>
                <a:pathLst>
                  <a:path w="68" h="65" extrusionOk="0">
                    <a:moveTo>
                      <a:pt x="47" y="1"/>
                    </a:moveTo>
                    <a:cubicBezTo>
                      <a:pt x="41" y="1"/>
                      <a:pt x="29" y="12"/>
                      <a:pt x="17" y="24"/>
                    </a:cubicBezTo>
                    <a:cubicBezTo>
                      <a:pt x="1" y="41"/>
                      <a:pt x="1" y="58"/>
                      <a:pt x="1" y="58"/>
                    </a:cubicBezTo>
                    <a:cubicBezTo>
                      <a:pt x="1" y="63"/>
                      <a:pt x="2" y="65"/>
                      <a:pt x="4" y="65"/>
                    </a:cubicBezTo>
                    <a:cubicBezTo>
                      <a:pt x="10" y="65"/>
                      <a:pt x="22" y="53"/>
                      <a:pt x="34" y="41"/>
                    </a:cubicBezTo>
                    <a:cubicBezTo>
                      <a:pt x="51" y="24"/>
                      <a:pt x="67" y="8"/>
                      <a:pt x="51" y="8"/>
                    </a:cubicBezTo>
                    <a:cubicBezTo>
                      <a:pt x="51" y="3"/>
                      <a:pt x="49" y="1"/>
                      <a:pt x="4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73" name="Google Shape;3875;p60"/>
              <p:cNvSpPr/>
              <p:nvPr/>
            </p:nvSpPr>
            <p:spPr>
              <a:xfrm>
                <a:off x="2648449" y="1512622"/>
                <a:ext cx="352390" cy="780033"/>
              </a:xfrm>
              <a:custGeom>
                <a:avLst/>
                <a:gdLst/>
                <a:ahLst/>
                <a:cxnLst/>
                <a:rect l="l" t="t" r="r" b="b"/>
                <a:pathLst>
                  <a:path w="10995" h="24338" extrusionOk="0">
                    <a:moveTo>
                      <a:pt x="5977" y="0"/>
                    </a:moveTo>
                    <a:cubicBezTo>
                      <a:pt x="5917" y="0"/>
                      <a:pt x="5858" y="2"/>
                      <a:pt x="5798" y="7"/>
                    </a:cubicBezTo>
                    <a:lnTo>
                      <a:pt x="3676" y="140"/>
                    </a:lnTo>
                    <a:cubicBezTo>
                      <a:pt x="3676" y="140"/>
                      <a:pt x="3624" y="129"/>
                      <a:pt x="3524" y="129"/>
                    </a:cubicBezTo>
                    <a:cubicBezTo>
                      <a:pt x="3179" y="129"/>
                      <a:pt x="2276" y="260"/>
                      <a:pt x="1070" y="1427"/>
                    </a:cubicBezTo>
                    <a:lnTo>
                      <a:pt x="1" y="2413"/>
                    </a:lnTo>
                    <a:lnTo>
                      <a:pt x="1354" y="4986"/>
                    </a:lnTo>
                    <a:lnTo>
                      <a:pt x="1421" y="6139"/>
                    </a:lnTo>
                    <a:lnTo>
                      <a:pt x="2390" y="9313"/>
                    </a:lnTo>
                    <a:lnTo>
                      <a:pt x="2123" y="10717"/>
                    </a:lnTo>
                    <a:cubicBezTo>
                      <a:pt x="2022" y="11786"/>
                      <a:pt x="585" y="24017"/>
                      <a:pt x="786" y="24201"/>
                    </a:cubicBezTo>
                    <a:cubicBezTo>
                      <a:pt x="800" y="24215"/>
                      <a:pt x="826" y="24222"/>
                      <a:pt x="864" y="24222"/>
                    </a:cubicBezTo>
                    <a:cubicBezTo>
                      <a:pt x="1288" y="24222"/>
                      <a:pt x="3120" y="23382"/>
                      <a:pt x="4146" y="23382"/>
                    </a:cubicBezTo>
                    <a:cubicBezTo>
                      <a:pt x="4380" y="23382"/>
                      <a:pt x="4572" y="23426"/>
                      <a:pt x="4696" y="23532"/>
                    </a:cubicBezTo>
                    <a:cubicBezTo>
                      <a:pt x="5255" y="24001"/>
                      <a:pt x="6260" y="24337"/>
                      <a:pt x="7072" y="24337"/>
                    </a:cubicBezTo>
                    <a:cubicBezTo>
                      <a:pt x="7303" y="24337"/>
                      <a:pt x="7518" y="24310"/>
                      <a:pt x="7703" y="24251"/>
                    </a:cubicBezTo>
                    <a:cubicBezTo>
                      <a:pt x="8320" y="24049"/>
                      <a:pt x="9173" y="23071"/>
                      <a:pt x="10085" y="23071"/>
                    </a:cubicBezTo>
                    <a:cubicBezTo>
                      <a:pt x="10384" y="23071"/>
                      <a:pt x="10689" y="23176"/>
                      <a:pt x="10995" y="23449"/>
                    </a:cubicBezTo>
                    <a:cubicBezTo>
                      <a:pt x="10995" y="23449"/>
                      <a:pt x="10594" y="12605"/>
                      <a:pt x="7987" y="8896"/>
                    </a:cubicBezTo>
                    <a:cubicBezTo>
                      <a:pt x="6935" y="7091"/>
                      <a:pt x="6667" y="7292"/>
                      <a:pt x="7018" y="6239"/>
                    </a:cubicBezTo>
                    <a:lnTo>
                      <a:pt x="8054" y="2814"/>
                    </a:lnTo>
                    <a:lnTo>
                      <a:pt x="7620" y="658"/>
                    </a:lnTo>
                    <a:cubicBezTo>
                      <a:pt x="7178" y="232"/>
                      <a:pt x="6584" y="0"/>
                      <a:pt x="5977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74" name="Google Shape;3876;p60"/>
              <p:cNvSpPr/>
              <p:nvPr/>
            </p:nvSpPr>
            <p:spPr>
              <a:xfrm>
                <a:off x="2806968" y="1517109"/>
                <a:ext cx="130700" cy="147302"/>
              </a:xfrm>
              <a:custGeom>
                <a:avLst/>
                <a:gdLst/>
                <a:ahLst/>
                <a:cxnLst/>
                <a:rect l="l" t="t" r="r" b="b"/>
                <a:pathLst>
                  <a:path w="4078" h="4596" extrusionOk="0">
                    <a:moveTo>
                      <a:pt x="1855" y="0"/>
                    </a:moveTo>
                    <a:lnTo>
                      <a:pt x="0" y="3409"/>
                    </a:lnTo>
                    <a:lnTo>
                      <a:pt x="2523" y="4595"/>
                    </a:lnTo>
                    <a:cubicBezTo>
                      <a:pt x="2523" y="4595"/>
                      <a:pt x="3593" y="2974"/>
                      <a:pt x="3760" y="2189"/>
                    </a:cubicBezTo>
                    <a:cubicBezTo>
                      <a:pt x="4077" y="602"/>
                      <a:pt x="1855" y="0"/>
                      <a:pt x="1855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75" name="Google Shape;3877;p60"/>
              <p:cNvSpPr/>
              <p:nvPr/>
            </p:nvSpPr>
            <p:spPr>
              <a:xfrm>
                <a:off x="2703607" y="1814116"/>
                <a:ext cx="119450" cy="199095"/>
              </a:xfrm>
              <a:custGeom>
                <a:avLst/>
                <a:gdLst/>
                <a:ahLst/>
                <a:cxnLst/>
                <a:rect l="l" t="t" r="r" b="b"/>
                <a:pathLst>
                  <a:path w="3727" h="6212" extrusionOk="0">
                    <a:moveTo>
                      <a:pt x="579" y="535"/>
                    </a:moveTo>
                    <a:lnTo>
                      <a:pt x="569" y="541"/>
                    </a:lnTo>
                    <a:cubicBezTo>
                      <a:pt x="569" y="542"/>
                      <a:pt x="569" y="543"/>
                      <a:pt x="569" y="544"/>
                    </a:cubicBezTo>
                    <a:lnTo>
                      <a:pt x="569" y="544"/>
                    </a:lnTo>
                    <a:cubicBezTo>
                      <a:pt x="572" y="541"/>
                      <a:pt x="576" y="538"/>
                      <a:pt x="579" y="535"/>
                    </a:cubicBezTo>
                    <a:close/>
                    <a:moveTo>
                      <a:pt x="569" y="544"/>
                    </a:moveTo>
                    <a:lnTo>
                      <a:pt x="569" y="544"/>
                    </a:lnTo>
                    <a:cubicBezTo>
                      <a:pt x="563" y="549"/>
                      <a:pt x="557" y="553"/>
                      <a:pt x="552" y="558"/>
                    </a:cubicBezTo>
                    <a:cubicBezTo>
                      <a:pt x="552" y="558"/>
                      <a:pt x="567" y="558"/>
                      <a:pt x="569" y="544"/>
                    </a:cubicBezTo>
                    <a:close/>
                    <a:moveTo>
                      <a:pt x="1" y="4969"/>
                    </a:moveTo>
                    <a:cubicBezTo>
                      <a:pt x="1" y="4977"/>
                      <a:pt x="4" y="4981"/>
                      <a:pt x="8" y="4983"/>
                    </a:cubicBezTo>
                    <a:lnTo>
                      <a:pt x="8" y="4983"/>
                    </a:lnTo>
                    <a:cubicBezTo>
                      <a:pt x="3" y="4978"/>
                      <a:pt x="1" y="4974"/>
                      <a:pt x="1" y="4969"/>
                    </a:cubicBezTo>
                    <a:close/>
                    <a:moveTo>
                      <a:pt x="1976" y="0"/>
                    </a:moveTo>
                    <a:cubicBezTo>
                      <a:pt x="1600" y="0"/>
                      <a:pt x="1241" y="101"/>
                      <a:pt x="920" y="291"/>
                    </a:cubicBezTo>
                    <a:cubicBezTo>
                      <a:pt x="796" y="368"/>
                      <a:pt x="687" y="445"/>
                      <a:pt x="579" y="535"/>
                    </a:cubicBezTo>
                    <a:lnTo>
                      <a:pt x="579" y="535"/>
                    </a:lnTo>
                    <a:lnTo>
                      <a:pt x="652" y="491"/>
                    </a:lnTo>
                    <a:cubicBezTo>
                      <a:pt x="736" y="441"/>
                      <a:pt x="836" y="374"/>
                      <a:pt x="936" y="324"/>
                    </a:cubicBezTo>
                    <a:cubicBezTo>
                      <a:pt x="1277" y="138"/>
                      <a:pt x="1662" y="38"/>
                      <a:pt x="2049" y="38"/>
                    </a:cubicBezTo>
                    <a:cubicBezTo>
                      <a:pt x="2079" y="38"/>
                      <a:pt x="2109" y="39"/>
                      <a:pt x="2139" y="40"/>
                    </a:cubicBezTo>
                    <a:cubicBezTo>
                      <a:pt x="2423" y="57"/>
                      <a:pt x="2691" y="140"/>
                      <a:pt x="2941" y="291"/>
                    </a:cubicBezTo>
                    <a:cubicBezTo>
                      <a:pt x="3225" y="458"/>
                      <a:pt x="3443" y="725"/>
                      <a:pt x="3560" y="1026"/>
                    </a:cubicBezTo>
                    <a:cubicBezTo>
                      <a:pt x="3626" y="1193"/>
                      <a:pt x="3660" y="1360"/>
                      <a:pt x="3643" y="1527"/>
                    </a:cubicBezTo>
                    <a:cubicBezTo>
                      <a:pt x="3626" y="1711"/>
                      <a:pt x="3576" y="1895"/>
                      <a:pt x="3493" y="2062"/>
                    </a:cubicBezTo>
                    <a:cubicBezTo>
                      <a:pt x="3309" y="2379"/>
                      <a:pt x="3025" y="2680"/>
                      <a:pt x="2841" y="3031"/>
                    </a:cubicBezTo>
                    <a:cubicBezTo>
                      <a:pt x="2741" y="3215"/>
                      <a:pt x="2674" y="3415"/>
                      <a:pt x="2657" y="3616"/>
                    </a:cubicBezTo>
                    <a:cubicBezTo>
                      <a:pt x="2641" y="3816"/>
                      <a:pt x="2641" y="4000"/>
                      <a:pt x="2657" y="4200"/>
                    </a:cubicBezTo>
                    <a:cubicBezTo>
                      <a:pt x="2707" y="4568"/>
                      <a:pt x="2707" y="4919"/>
                      <a:pt x="2657" y="5286"/>
                    </a:cubicBezTo>
                    <a:cubicBezTo>
                      <a:pt x="2624" y="5454"/>
                      <a:pt x="2557" y="5604"/>
                      <a:pt x="2473" y="5754"/>
                    </a:cubicBezTo>
                    <a:cubicBezTo>
                      <a:pt x="2390" y="5888"/>
                      <a:pt x="2290" y="6005"/>
                      <a:pt x="2139" y="6072"/>
                    </a:cubicBezTo>
                    <a:cubicBezTo>
                      <a:pt x="2042" y="6127"/>
                      <a:pt x="1923" y="6160"/>
                      <a:pt x="1799" y="6160"/>
                    </a:cubicBezTo>
                    <a:cubicBezTo>
                      <a:pt x="1773" y="6160"/>
                      <a:pt x="1747" y="6158"/>
                      <a:pt x="1722" y="6155"/>
                    </a:cubicBezTo>
                    <a:cubicBezTo>
                      <a:pt x="1588" y="6122"/>
                      <a:pt x="1471" y="6088"/>
                      <a:pt x="1354" y="6005"/>
                    </a:cubicBezTo>
                    <a:cubicBezTo>
                      <a:pt x="1153" y="5871"/>
                      <a:pt x="970" y="5721"/>
                      <a:pt x="803" y="5554"/>
                    </a:cubicBezTo>
                    <a:cubicBezTo>
                      <a:pt x="669" y="5437"/>
                      <a:pt x="535" y="5320"/>
                      <a:pt x="402" y="5203"/>
                    </a:cubicBezTo>
                    <a:cubicBezTo>
                      <a:pt x="301" y="5136"/>
                      <a:pt x="201" y="5069"/>
                      <a:pt x="101" y="5019"/>
                    </a:cubicBezTo>
                    <a:cubicBezTo>
                      <a:pt x="84" y="5002"/>
                      <a:pt x="51" y="5002"/>
                      <a:pt x="17" y="4986"/>
                    </a:cubicBezTo>
                    <a:cubicBezTo>
                      <a:pt x="17" y="4986"/>
                      <a:pt x="13" y="4986"/>
                      <a:pt x="8" y="4983"/>
                    </a:cubicBezTo>
                    <a:lnTo>
                      <a:pt x="8" y="4983"/>
                    </a:lnTo>
                    <a:cubicBezTo>
                      <a:pt x="22" y="4996"/>
                      <a:pt x="53" y="5012"/>
                      <a:pt x="101" y="5036"/>
                    </a:cubicBezTo>
                    <a:cubicBezTo>
                      <a:pt x="201" y="5086"/>
                      <a:pt x="285" y="5153"/>
                      <a:pt x="385" y="5220"/>
                    </a:cubicBezTo>
                    <a:cubicBezTo>
                      <a:pt x="519" y="5337"/>
                      <a:pt x="652" y="5454"/>
                      <a:pt x="786" y="5587"/>
                    </a:cubicBezTo>
                    <a:cubicBezTo>
                      <a:pt x="936" y="5754"/>
                      <a:pt x="1120" y="5921"/>
                      <a:pt x="1321" y="6055"/>
                    </a:cubicBezTo>
                    <a:cubicBezTo>
                      <a:pt x="1438" y="6122"/>
                      <a:pt x="1571" y="6172"/>
                      <a:pt x="1722" y="6205"/>
                    </a:cubicBezTo>
                    <a:cubicBezTo>
                      <a:pt x="1755" y="6209"/>
                      <a:pt x="1790" y="6211"/>
                      <a:pt x="1825" y="6211"/>
                    </a:cubicBezTo>
                    <a:cubicBezTo>
                      <a:pt x="1945" y="6211"/>
                      <a:pt x="2069" y="6187"/>
                      <a:pt x="2173" y="6122"/>
                    </a:cubicBezTo>
                    <a:cubicBezTo>
                      <a:pt x="2323" y="6038"/>
                      <a:pt x="2440" y="5921"/>
                      <a:pt x="2524" y="5788"/>
                    </a:cubicBezTo>
                    <a:cubicBezTo>
                      <a:pt x="2624" y="5637"/>
                      <a:pt x="2674" y="5470"/>
                      <a:pt x="2724" y="5303"/>
                    </a:cubicBezTo>
                    <a:cubicBezTo>
                      <a:pt x="2774" y="4936"/>
                      <a:pt x="2774" y="4568"/>
                      <a:pt x="2724" y="4200"/>
                    </a:cubicBezTo>
                    <a:cubicBezTo>
                      <a:pt x="2657" y="3816"/>
                      <a:pt x="2724" y="3415"/>
                      <a:pt x="2891" y="3064"/>
                    </a:cubicBezTo>
                    <a:cubicBezTo>
                      <a:pt x="3092" y="2713"/>
                      <a:pt x="3359" y="2429"/>
                      <a:pt x="3543" y="2078"/>
                    </a:cubicBezTo>
                    <a:cubicBezTo>
                      <a:pt x="3643" y="1911"/>
                      <a:pt x="3693" y="1728"/>
                      <a:pt x="3710" y="1544"/>
                    </a:cubicBezTo>
                    <a:cubicBezTo>
                      <a:pt x="3727" y="1360"/>
                      <a:pt x="3693" y="1176"/>
                      <a:pt x="3626" y="1009"/>
                    </a:cubicBezTo>
                    <a:cubicBezTo>
                      <a:pt x="3493" y="692"/>
                      <a:pt x="3259" y="424"/>
                      <a:pt x="2975" y="241"/>
                    </a:cubicBezTo>
                    <a:cubicBezTo>
                      <a:pt x="2724" y="90"/>
                      <a:pt x="2423" y="7"/>
                      <a:pt x="2139" y="7"/>
                    </a:cubicBezTo>
                    <a:cubicBezTo>
                      <a:pt x="2085" y="2"/>
                      <a:pt x="2030" y="0"/>
                      <a:pt x="197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76" name="Google Shape;3878;p60"/>
              <p:cNvSpPr/>
              <p:nvPr/>
            </p:nvSpPr>
            <p:spPr>
              <a:xfrm>
                <a:off x="2827833" y="1902670"/>
                <a:ext cx="160154" cy="261368"/>
              </a:xfrm>
              <a:custGeom>
                <a:avLst/>
                <a:gdLst/>
                <a:ahLst/>
                <a:cxnLst/>
                <a:rect l="l" t="t" r="r" b="b"/>
                <a:pathLst>
                  <a:path w="4997" h="8155" extrusionOk="0">
                    <a:moveTo>
                      <a:pt x="3526" y="1"/>
                    </a:moveTo>
                    <a:cubicBezTo>
                      <a:pt x="3393" y="17"/>
                      <a:pt x="3259" y="51"/>
                      <a:pt x="3142" y="84"/>
                    </a:cubicBezTo>
                    <a:cubicBezTo>
                      <a:pt x="2942" y="151"/>
                      <a:pt x="2741" y="251"/>
                      <a:pt x="2574" y="368"/>
                    </a:cubicBezTo>
                    <a:cubicBezTo>
                      <a:pt x="2056" y="752"/>
                      <a:pt x="1755" y="1337"/>
                      <a:pt x="1772" y="1972"/>
                    </a:cubicBezTo>
                    <a:cubicBezTo>
                      <a:pt x="1772" y="2356"/>
                      <a:pt x="1755" y="2741"/>
                      <a:pt x="1705" y="3125"/>
                    </a:cubicBezTo>
                    <a:cubicBezTo>
                      <a:pt x="1655" y="3325"/>
                      <a:pt x="1572" y="3526"/>
                      <a:pt x="1455" y="3676"/>
                    </a:cubicBezTo>
                    <a:cubicBezTo>
                      <a:pt x="1304" y="3843"/>
                      <a:pt x="1154" y="3994"/>
                      <a:pt x="970" y="4128"/>
                    </a:cubicBezTo>
                    <a:cubicBezTo>
                      <a:pt x="803" y="4261"/>
                      <a:pt x="619" y="4412"/>
                      <a:pt x="469" y="4579"/>
                    </a:cubicBezTo>
                    <a:cubicBezTo>
                      <a:pt x="302" y="4762"/>
                      <a:pt x="201" y="4963"/>
                      <a:pt x="135" y="5197"/>
                    </a:cubicBezTo>
                    <a:cubicBezTo>
                      <a:pt x="1" y="5648"/>
                      <a:pt x="51" y="6133"/>
                      <a:pt x="235" y="6567"/>
                    </a:cubicBezTo>
                    <a:cubicBezTo>
                      <a:pt x="419" y="6968"/>
                      <a:pt x="703" y="7302"/>
                      <a:pt x="1070" y="7536"/>
                    </a:cubicBezTo>
                    <a:cubicBezTo>
                      <a:pt x="1404" y="7753"/>
                      <a:pt x="1755" y="7920"/>
                      <a:pt x="2140" y="8021"/>
                    </a:cubicBezTo>
                    <a:cubicBezTo>
                      <a:pt x="2474" y="8104"/>
                      <a:pt x="2808" y="8138"/>
                      <a:pt x="3142" y="8154"/>
                    </a:cubicBezTo>
                    <a:cubicBezTo>
                      <a:pt x="3627" y="8154"/>
                      <a:pt x="4128" y="8121"/>
                      <a:pt x="4613" y="8054"/>
                    </a:cubicBezTo>
                    <a:cubicBezTo>
                      <a:pt x="4780" y="8037"/>
                      <a:pt x="4913" y="8004"/>
                      <a:pt x="4997" y="7987"/>
                    </a:cubicBezTo>
                    <a:lnTo>
                      <a:pt x="4997" y="7987"/>
                    </a:lnTo>
                    <a:lnTo>
                      <a:pt x="4596" y="8021"/>
                    </a:lnTo>
                    <a:cubicBezTo>
                      <a:pt x="4194" y="8076"/>
                      <a:pt x="3793" y="8108"/>
                      <a:pt x="3392" y="8108"/>
                    </a:cubicBezTo>
                    <a:cubicBezTo>
                      <a:pt x="3308" y="8108"/>
                      <a:pt x="3225" y="8107"/>
                      <a:pt x="3142" y="8104"/>
                    </a:cubicBezTo>
                    <a:cubicBezTo>
                      <a:pt x="2808" y="8087"/>
                      <a:pt x="2474" y="8037"/>
                      <a:pt x="2156" y="7954"/>
                    </a:cubicBezTo>
                    <a:cubicBezTo>
                      <a:pt x="1772" y="7870"/>
                      <a:pt x="1421" y="7703"/>
                      <a:pt x="1104" y="7486"/>
                    </a:cubicBezTo>
                    <a:cubicBezTo>
                      <a:pt x="753" y="7252"/>
                      <a:pt x="469" y="6918"/>
                      <a:pt x="302" y="6534"/>
                    </a:cubicBezTo>
                    <a:cubicBezTo>
                      <a:pt x="118" y="6116"/>
                      <a:pt x="85" y="5665"/>
                      <a:pt x="185" y="5214"/>
                    </a:cubicBezTo>
                    <a:cubicBezTo>
                      <a:pt x="252" y="4996"/>
                      <a:pt x="369" y="4796"/>
                      <a:pt x="519" y="4629"/>
                    </a:cubicBezTo>
                    <a:cubicBezTo>
                      <a:pt x="669" y="4462"/>
                      <a:pt x="836" y="4311"/>
                      <a:pt x="1020" y="4178"/>
                    </a:cubicBezTo>
                    <a:cubicBezTo>
                      <a:pt x="1204" y="4044"/>
                      <a:pt x="1354" y="3894"/>
                      <a:pt x="1505" y="3727"/>
                    </a:cubicBezTo>
                    <a:cubicBezTo>
                      <a:pt x="1638" y="3543"/>
                      <a:pt x="1722" y="3359"/>
                      <a:pt x="1772" y="3142"/>
                    </a:cubicBezTo>
                    <a:cubicBezTo>
                      <a:pt x="1822" y="2757"/>
                      <a:pt x="1839" y="2373"/>
                      <a:pt x="1822" y="1972"/>
                    </a:cubicBezTo>
                    <a:cubicBezTo>
                      <a:pt x="1805" y="1354"/>
                      <a:pt x="2106" y="769"/>
                      <a:pt x="2608" y="402"/>
                    </a:cubicBezTo>
                    <a:cubicBezTo>
                      <a:pt x="2758" y="285"/>
                      <a:pt x="2958" y="184"/>
                      <a:pt x="3142" y="117"/>
                    </a:cubicBezTo>
                    <a:cubicBezTo>
                      <a:pt x="3326" y="51"/>
                      <a:pt x="3493" y="17"/>
                      <a:pt x="367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77" name="Google Shape;3879;p60"/>
              <p:cNvSpPr/>
              <p:nvPr/>
            </p:nvSpPr>
            <p:spPr>
              <a:xfrm>
                <a:off x="2680595" y="2169679"/>
                <a:ext cx="118906" cy="93426"/>
              </a:xfrm>
              <a:custGeom>
                <a:avLst/>
                <a:gdLst/>
                <a:ahLst/>
                <a:cxnLst/>
                <a:rect l="l" t="t" r="r" b="b"/>
                <a:pathLst>
                  <a:path w="3710" h="2915" extrusionOk="0">
                    <a:moveTo>
                      <a:pt x="962" y="0"/>
                    </a:moveTo>
                    <a:cubicBezTo>
                      <a:pt x="869" y="0"/>
                      <a:pt x="776" y="8"/>
                      <a:pt x="685" y="24"/>
                    </a:cubicBezTo>
                    <a:cubicBezTo>
                      <a:pt x="485" y="74"/>
                      <a:pt x="301" y="157"/>
                      <a:pt x="150" y="274"/>
                    </a:cubicBezTo>
                    <a:cubicBezTo>
                      <a:pt x="117" y="308"/>
                      <a:pt x="67" y="358"/>
                      <a:pt x="34" y="391"/>
                    </a:cubicBezTo>
                    <a:cubicBezTo>
                      <a:pt x="17" y="425"/>
                      <a:pt x="0" y="441"/>
                      <a:pt x="0" y="441"/>
                    </a:cubicBezTo>
                    <a:cubicBezTo>
                      <a:pt x="17" y="441"/>
                      <a:pt x="67" y="391"/>
                      <a:pt x="167" y="308"/>
                    </a:cubicBezTo>
                    <a:cubicBezTo>
                      <a:pt x="318" y="191"/>
                      <a:pt x="501" y="107"/>
                      <a:pt x="702" y="74"/>
                    </a:cubicBezTo>
                    <a:cubicBezTo>
                      <a:pt x="783" y="64"/>
                      <a:pt x="867" y="58"/>
                      <a:pt x="952" y="58"/>
                    </a:cubicBezTo>
                    <a:cubicBezTo>
                      <a:pt x="1148" y="58"/>
                      <a:pt x="1351" y="88"/>
                      <a:pt x="1537" y="157"/>
                    </a:cubicBezTo>
                    <a:cubicBezTo>
                      <a:pt x="1871" y="274"/>
                      <a:pt x="2172" y="458"/>
                      <a:pt x="2423" y="709"/>
                    </a:cubicBezTo>
                    <a:cubicBezTo>
                      <a:pt x="2673" y="943"/>
                      <a:pt x="2891" y="1227"/>
                      <a:pt x="3074" y="1528"/>
                    </a:cubicBezTo>
                    <a:cubicBezTo>
                      <a:pt x="3242" y="1795"/>
                      <a:pt x="3392" y="2062"/>
                      <a:pt x="3509" y="2279"/>
                    </a:cubicBezTo>
                    <a:cubicBezTo>
                      <a:pt x="3559" y="2363"/>
                      <a:pt x="3609" y="2463"/>
                      <a:pt x="3643" y="2563"/>
                    </a:cubicBezTo>
                    <a:cubicBezTo>
                      <a:pt x="3676" y="2664"/>
                      <a:pt x="3693" y="2747"/>
                      <a:pt x="3643" y="2797"/>
                    </a:cubicBezTo>
                    <a:cubicBezTo>
                      <a:pt x="3609" y="2831"/>
                      <a:pt x="3576" y="2864"/>
                      <a:pt x="3526" y="2881"/>
                    </a:cubicBezTo>
                    <a:cubicBezTo>
                      <a:pt x="3492" y="2898"/>
                      <a:pt x="3475" y="2914"/>
                      <a:pt x="3475" y="2914"/>
                    </a:cubicBezTo>
                    <a:cubicBezTo>
                      <a:pt x="3492" y="2914"/>
                      <a:pt x="3509" y="2898"/>
                      <a:pt x="3526" y="2898"/>
                    </a:cubicBezTo>
                    <a:cubicBezTo>
                      <a:pt x="3576" y="2881"/>
                      <a:pt x="3626" y="2848"/>
                      <a:pt x="3676" y="2814"/>
                    </a:cubicBezTo>
                    <a:cubicBezTo>
                      <a:pt x="3693" y="2781"/>
                      <a:pt x="3709" y="2731"/>
                      <a:pt x="3709" y="2697"/>
                    </a:cubicBezTo>
                    <a:cubicBezTo>
                      <a:pt x="3709" y="2647"/>
                      <a:pt x="3693" y="2597"/>
                      <a:pt x="3693" y="2563"/>
                    </a:cubicBezTo>
                    <a:cubicBezTo>
                      <a:pt x="3643" y="2446"/>
                      <a:pt x="3609" y="2346"/>
                      <a:pt x="3542" y="2246"/>
                    </a:cubicBezTo>
                    <a:cubicBezTo>
                      <a:pt x="3425" y="2029"/>
                      <a:pt x="3292" y="1778"/>
                      <a:pt x="3125" y="1494"/>
                    </a:cubicBezTo>
                    <a:cubicBezTo>
                      <a:pt x="2941" y="1193"/>
                      <a:pt x="2724" y="909"/>
                      <a:pt x="2456" y="659"/>
                    </a:cubicBezTo>
                    <a:cubicBezTo>
                      <a:pt x="2206" y="408"/>
                      <a:pt x="1888" y="208"/>
                      <a:pt x="1554" y="91"/>
                    </a:cubicBezTo>
                    <a:cubicBezTo>
                      <a:pt x="1361" y="34"/>
                      <a:pt x="1160" y="0"/>
                      <a:pt x="96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78" name="Google Shape;3880;p60"/>
              <p:cNvSpPr/>
              <p:nvPr/>
            </p:nvSpPr>
            <p:spPr>
              <a:xfrm>
                <a:off x="2843922" y="1728094"/>
                <a:ext cx="40191" cy="46825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461" extrusionOk="0">
                    <a:moveTo>
                      <a:pt x="100" y="1"/>
                    </a:moveTo>
                    <a:cubicBezTo>
                      <a:pt x="67" y="101"/>
                      <a:pt x="34" y="218"/>
                      <a:pt x="34" y="335"/>
                    </a:cubicBezTo>
                    <a:cubicBezTo>
                      <a:pt x="0" y="619"/>
                      <a:pt x="67" y="903"/>
                      <a:pt x="217" y="1137"/>
                    </a:cubicBezTo>
                    <a:cubicBezTo>
                      <a:pt x="318" y="1254"/>
                      <a:pt x="435" y="1354"/>
                      <a:pt x="585" y="1421"/>
                    </a:cubicBezTo>
                    <a:cubicBezTo>
                      <a:pt x="671" y="1445"/>
                      <a:pt x="765" y="1461"/>
                      <a:pt x="856" y="1461"/>
                    </a:cubicBezTo>
                    <a:cubicBezTo>
                      <a:pt x="889" y="1461"/>
                      <a:pt x="921" y="1459"/>
                      <a:pt x="953" y="1454"/>
                    </a:cubicBezTo>
                    <a:cubicBezTo>
                      <a:pt x="1036" y="1437"/>
                      <a:pt x="1120" y="1404"/>
                      <a:pt x="1187" y="1337"/>
                    </a:cubicBezTo>
                    <a:cubicBezTo>
                      <a:pt x="1237" y="1304"/>
                      <a:pt x="1253" y="1287"/>
                      <a:pt x="1253" y="1270"/>
                    </a:cubicBezTo>
                    <a:lnTo>
                      <a:pt x="1253" y="1270"/>
                    </a:lnTo>
                    <a:cubicBezTo>
                      <a:pt x="1153" y="1337"/>
                      <a:pt x="1053" y="1371"/>
                      <a:pt x="953" y="1404"/>
                    </a:cubicBezTo>
                    <a:cubicBezTo>
                      <a:pt x="923" y="1408"/>
                      <a:pt x="894" y="1410"/>
                      <a:pt x="865" y="1410"/>
                    </a:cubicBezTo>
                    <a:cubicBezTo>
                      <a:pt x="777" y="1410"/>
                      <a:pt x="689" y="1392"/>
                      <a:pt x="602" y="1354"/>
                    </a:cubicBezTo>
                    <a:cubicBezTo>
                      <a:pt x="468" y="1304"/>
                      <a:pt x="351" y="1204"/>
                      <a:pt x="284" y="1087"/>
                    </a:cubicBezTo>
                    <a:cubicBezTo>
                      <a:pt x="134" y="869"/>
                      <a:pt x="67" y="602"/>
                      <a:pt x="84" y="335"/>
                    </a:cubicBezTo>
                    <a:cubicBezTo>
                      <a:pt x="84" y="134"/>
                      <a:pt x="117" y="1"/>
                      <a:pt x="10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79" name="Google Shape;3881;p60"/>
              <p:cNvSpPr/>
              <p:nvPr/>
            </p:nvSpPr>
            <p:spPr>
              <a:xfrm>
                <a:off x="2855171" y="1530794"/>
                <a:ext cx="36954" cy="118072"/>
              </a:xfrm>
              <a:custGeom>
                <a:avLst/>
                <a:gdLst/>
                <a:ahLst/>
                <a:cxnLst/>
                <a:rect l="l" t="t" r="r" b="b"/>
                <a:pathLst>
                  <a:path w="1153" h="3684" extrusionOk="0">
                    <a:moveTo>
                      <a:pt x="1003" y="0"/>
                    </a:moveTo>
                    <a:cubicBezTo>
                      <a:pt x="986" y="0"/>
                      <a:pt x="969" y="2"/>
                      <a:pt x="952" y="8"/>
                    </a:cubicBezTo>
                    <a:cubicBezTo>
                      <a:pt x="769" y="8"/>
                      <a:pt x="585" y="108"/>
                      <a:pt x="468" y="242"/>
                    </a:cubicBezTo>
                    <a:cubicBezTo>
                      <a:pt x="384" y="342"/>
                      <a:pt x="334" y="476"/>
                      <a:pt x="318" y="609"/>
                    </a:cubicBezTo>
                    <a:cubicBezTo>
                      <a:pt x="301" y="760"/>
                      <a:pt x="334" y="910"/>
                      <a:pt x="418" y="1044"/>
                    </a:cubicBezTo>
                    <a:cubicBezTo>
                      <a:pt x="501" y="1161"/>
                      <a:pt x="568" y="1311"/>
                      <a:pt x="602" y="1461"/>
                    </a:cubicBezTo>
                    <a:cubicBezTo>
                      <a:pt x="618" y="1528"/>
                      <a:pt x="602" y="1612"/>
                      <a:pt x="568" y="1679"/>
                    </a:cubicBezTo>
                    <a:cubicBezTo>
                      <a:pt x="518" y="1762"/>
                      <a:pt x="485" y="1829"/>
                      <a:pt x="418" y="1879"/>
                    </a:cubicBezTo>
                    <a:cubicBezTo>
                      <a:pt x="301" y="2013"/>
                      <a:pt x="184" y="2146"/>
                      <a:pt x="100" y="2297"/>
                    </a:cubicBezTo>
                    <a:cubicBezTo>
                      <a:pt x="34" y="2447"/>
                      <a:pt x="0" y="2614"/>
                      <a:pt x="0" y="2765"/>
                    </a:cubicBezTo>
                    <a:cubicBezTo>
                      <a:pt x="17" y="2915"/>
                      <a:pt x="50" y="3065"/>
                      <a:pt x="117" y="3199"/>
                    </a:cubicBezTo>
                    <a:cubicBezTo>
                      <a:pt x="184" y="3316"/>
                      <a:pt x="267" y="3400"/>
                      <a:pt x="384" y="3483"/>
                    </a:cubicBezTo>
                    <a:cubicBezTo>
                      <a:pt x="518" y="3600"/>
                      <a:pt x="702" y="3667"/>
                      <a:pt x="886" y="3684"/>
                    </a:cubicBezTo>
                    <a:cubicBezTo>
                      <a:pt x="936" y="3684"/>
                      <a:pt x="986" y="3684"/>
                      <a:pt x="1036" y="3667"/>
                    </a:cubicBezTo>
                    <a:lnTo>
                      <a:pt x="1086" y="3667"/>
                    </a:lnTo>
                    <a:cubicBezTo>
                      <a:pt x="1086" y="3659"/>
                      <a:pt x="1069" y="3659"/>
                      <a:pt x="1036" y="3659"/>
                    </a:cubicBezTo>
                    <a:cubicBezTo>
                      <a:pt x="1003" y="3659"/>
                      <a:pt x="952" y="3659"/>
                      <a:pt x="886" y="3650"/>
                    </a:cubicBezTo>
                    <a:cubicBezTo>
                      <a:pt x="719" y="3634"/>
                      <a:pt x="551" y="3550"/>
                      <a:pt x="401" y="3450"/>
                    </a:cubicBezTo>
                    <a:cubicBezTo>
                      <a:pt x="201" y="3283"/>
                      <a:pt x="67" y="3032"/>
                      <a:pt x="67" y="2765"/>
                    </a:cubicBezTo>
                    <a:cubicBezTo>
                      <a:pt x="67" y="2614"/>
                      <a:pt x="100" y="2464"/>
                      <a:pt x="167" y="2330"/>
                    </a:cubicBezTo>
                    <a:cubicBezTo>
                      <a:pt x="251" y="2180"/>
                      <a:pt x="351" y="2046"/>
                      <a:pt x="468" y="1929"/>
                    </a:cubicBezTo>
                    <a:cubicBezTo>
                      <a:pt x="535" y="1862"/>
                      <a:pt x="585" y="1796"/>
                      <a:pt x="618" y="1712"/>
                    </a:cubicBezTo>
                    <a:cubicBezTo>
                      <a:pt x="668" y="1629"/>
                      <a:pt x="685" y="1545"/>
                      <a:pt x="668" y="1445"/>
                    </a:cubicBezTo>
                    <a:cubicBezTo>
                      <a:pt x="618" y="1294"/>
                      <a:pt x="551" y="1144"/>
                      <a:pt x="468" y="1010"/>
                    </a:cubicBezTo>
                    <a:cubicBezTo>
                      <a:pt x="334" y="776"/>
                      <a:pt x="351" y="492"/>
                      <a:pt x="501" y="275"/>
                    </a:cubicBezTo>
                    <a:cubicBezTo>
                      <a:pt x="618" y="141"/>
                      <a:pt x="785" y="41"/>
                      <a:pt x="952" y="24"/>
                    </a:cubicBezTo>
                    <a:lnTo>
                      <a:pt x="1153" y="24"/>
                    </a:lnTo>
                    <a:cubicBezTo>
                      <a:pt x="1136" y="24"/>
                      <a:pt x="1120" y="8"/>
                      <a:pt x="1103" y="8"/>
                    </a:cubicBezTo>
                    <a:cubicBezTo>
                      <a:pt x="1069" y="8"/>
                      <a:pt x="1036" y="0"/>
                      <a:pt x="100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80" name="Google Shape;3882;p60"/>
              <p:cNvSpPr/>
              <p:nvPr/>
            </p:nvSpPr>
            <p:spPr>
              <a:xfrm>
                <a:off x="2681108" y="1562075"/>
                <a:ext cx="50927" cy="127495"/>
              </a:xfrm>
              <a:custGeom>
                <a:avLst/>
                <a:gdLst/>
                <a:ahLst/>
                <a:cxnLst/>
                <a:rect l="l" t="t" r="r" b="b"/>
                <a:pathLst>
                  <a:path w="1589" h="3978" extrusionOk="0">
                    <a:moveTo>
                      <a:pt x="51" y="1"/>
                    </a:moveTo>
                    <a:cubicBezTo>
                      <a:pt x="34" y="18"/>
                      <a:pt x="18" y="18"/>
                      <a:pt x="1" y="18"/>
                    </a:cubicBezTo>
                    <a:cubicBezTo>
                      <a:pt x="68" y="18"/>
                      <a:pt x="134" y="18"/>
                      <a:pt x="201" y="34"/>
                    </a:cubicBezTo>
                    <a:cubicBezTo>
                      <a:pt x="402" y="68"/>
                      <a:pt x="569" y="151"/>
                      <a:pt x="686" y="302"/>
                    </a:cubicBezTo>
                    <a:cubicBezTo>
                      <a:pt x="769" y="419"/>
                      <a:pt x="820" y="536"/>
                      <a:pt x="836" y="669"/>
                    </a:cubicBezTo>
                    <a:cubicBezTo>
                      <a:pt x="836" y="820"/>
                      <a:pt x="836" y="970"/>
                      <a:pt x="803" y="1120"/>
                    </a:cubicBezTo>
                    <a:cubicBezTo>
                      <a:pt x="769" y="1271"/>
                      <a:pt x="736" y="1438"/>
                      <a:pt x="719" y="1622"/>
                    </a:cubicBezTo>
                    <a:cubicBezTo>
                      <a:pt x="686" y="1805"/>
                      <a:pt x="719" y="2006"/>
                      <a:pt x="803" y="2173"/>
                    </a:cubicBezTo>
                    <a:cubicBezTo>
                      <a:pt x="903" y="2323"/>
                      <a:pt x="1037" y="2457"/>
                      <a:pt x="1187" y="2574"/>
                    </a:cubicBezTo>
                    <a:cubicBezTo>
                      <a:pt x="1321" y="2674"/>
                      <a:pt x="1404" y="2825"/>
                      <a:pt x="1438" y="2975"/>
                    </a:cubicBezTo>
                    <a:cubicBezTo>
                      <a:pt x="1521" y="3259"/>
                      <a:pt x="1438" y="3543"/>
                      <a:pt x="1237" y="3744"/>
                    </a:cubicBezTo>
                    <a:cubicBezTo>
                      <a:pt x="1087" y="3877"/>
                      <a:pt x="903" y="3944"/>
                      <a:pt x="719" y="3961"/>
                    </a:cubicBezTo>
                    <a:cubicBezTo>
                      <a:pt x="636" y="3961"/>
                      <a:pt x="569" y="3961"/>
                      <a:pt x="502" y="3944"/>
                    </a:cubicBezTo>
                    <a:lnTo>
                      <a:pt x="502" y="3944"/>
                    </a:lnTo>
                    <a:cubicBezTo>
                      <a:pt x="519" y="3961"/>
                      <a:pt x="535" y="3961"/>
                      <a:pt x="552" y="3961"/>
                    </a:cubicBezTo>
                    <a:cubicBezTo>
                      <a:pt x="602" y="3978"/>
                      <a:pt x="669" y="3978"/>
                      <a:pt x="719" y="3978"/>
                    </a:cubicBezTo>
                    <a:cubicBezTo>
                      <a:pt x="920" y="3978"/>
                      <a:pt x="1104" y="3911"/>
                      <a:pt x="1254" y="3777"/>
                    </a:cubicBezTo>
                    <a:cubicBezTo>
                      <a:pt x="1488" y="3577"/>
                      <a:pt x="1588" y="3259"/>
                      <a:pt x="1505" y="2958"/>
                    </a:cubicBezTo>
                    <a:cubicBezTo>
                      <a:pt x="1471" y="2791"/>
                      <a:pt x="1371" y="2641"/>
                      <a:pt x="1237" y="2524"/>
                    </a:cubicBezTo>
                    <a:cubicBezTo>
                      <a:pt x="1087" y="2407"/>
                      <a:pt x="970" y="2290"/>
                      <a:pt x="853" y="2140"/>
                    </a:cubicBezTo>
                    <a:cubicBezTo>
                      <a:pt x="786" y="1972"/>
                      <a:pt x="753" y="1805"/>
                      <a:pt x="786" y="1622"/>
                    </a:cubicBezTo>
                    <a:cubicBezTo>
                      <a:pt x="803" y="1455"/>
                      <a:pt x="836" y="1287"/>
                      <a:pt x="870" y="1120"/>
                    </a:cubicBezTo>
                    <a:cubicBezTo>
                      <a:pt x="903" y="970"/>
                      <a:pt x="903" y="820"/>
                      <a:pt x="886" y="653"/>
                    </a:cubicBezTo>
                    <a:cubicBezTo>
                      <a:pt x="870" y="519"/>
                      <a:pt x="820" y="385"/>
                      <a:pt x="719" y="285"/>
                    </a:cubicBezTo>
                    <a:cubicBezTo>
                      <a:pt x="602" y="118"/>
                      <a:pt x="419" y="18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81" name="Google Shape;3883;p60"/>
              <p:cNvSpPr/>
              <p:nvPr/>
            </p:nvSpPr>
            <p:spPr>
              <a:xfrm>
                <a:off x="2659154" y="1305547"/>
                <a:ext cx="237266" cy="196114"/>
              </a:xfrm>
              <a:custGeom>
                <a:avLst/>
                <a:gdLst/>
                <a:ahLst/>
                <a:cxnLst/>
                <a:rect l="l" t="t" r="r" b="b"/>
                <a:pathLst>
                  <a:path w="7403" h="6119" extrusionOk="0">
                    <a:moveTo>
                      <a:pt x="4751" y="1"/>
                    </a:moveTo>
                    <a:cubicBezTo>
                      <a:pt x="4645" y="1"/>
                      <a:pt x="4537" y="12"/>
                      <a:pt x="4429" y="35"/>
                    </a:cubicBezTo>
                    <a:lnTo>
                      <a:pt x="2006" y="453"/>
                    </a:lnTo>
                    <a:cubicBezTo>
                      <a:pt x="1722" y="586"/>
                      <a:pt x="1354" y="1104"/>
                      <a:pt x="1237" y="1388"/>
                    </a:cubicBezTo>
                    <a:cubicBezTo>
                      <a:pt x="1170" y="1606"/>
                      <a:pt x="1070" y="2057"/>
                      <a:pt x="970" y="2257"/>
                    </a:cubicBezTo>
                    <a:cubicBezTo>
                      <a:pt x="853" y="2491"/>
                      <a:pt x="619" y="2658"/>
                      <a:pt x="452" y="2859"/>
                    </a:cubicBezTo>
                    <a:cubicBezTo>
                      <a:pt x="1" y="3443"/>
                      <a:pt x="218" y="4312"/>
                      <a:pt x="886" y="4613"/>
                    </a:cubicBezTo>
                    <a:cubicBezTo>
                      <a:pt x="652" y="4964"/>
                      <a:pt x="686" y="5448"/>
                      <a:pt x="1003" y="5766"/>
                    </a:cubicBezTo>
                    <a:cubicBezTo>
                      <a:pt x="1233" y="5996"/>
                      <a:pt x="1551" y="6119"/>
                      <a:pt x="1875" y="6119"/>
                    </a:cubicBezTo>
                    <a:cubicBezTo>
                      <a:pt x="1975" y="6119"/>
                      <a:pt x="2075" y="6107"/>
                      <a:pt x="2173" y="6083"/>
                    </a:cubicBezTo>
                    <a:cubicBezTo>
                      <a:pt x="2591" y="5983"/>
                      <a:pt x="2958" y="5766"/>
                      <a:pt x="3259" y="5465"/>
                    </a:cubicBezTo>
                    <a:cubicBezTo>
                      <a:pt x="3459" y="5281"/>
                      <a:pt x="3660" y="5064"/>
                      <a:pt x="3927" y="5031"/>
                    </a:cubicBezTo>
                    <a:cubicBezTo>
                      <a:pt x="4004" y="5019"/>
                      <a:pt x="4104" y="5007"/>
                      <a:pt x="4201" y="5007"/>
                    </a:cubicBezTo>
                    <a:cubicBezTo>
                      <a:pt x="4380" y="5007"/>
                      <a:pt x="4551" y="5047"/>
                      <a:pt x="4562" y="5198"/>
                    </a:cubicBezTo>
                    <a:cubicBezTo>
                      <a:pt x="4618" y="5767"/>
                      <a:pt x="5100" y="6013"/>
                      <a:pt x="5635" y="6013"/>
                    </a:cubicBezTo>
                    <a:cubicBezTo>
                      <a:pt x="5744" y="6013"/>
                      <a:pt x="5855" y="6003"/>
                      <a:pt x="5966" y="5983"/>
                    </a:cubicBezTo>
                    <a:cubicBezTo>
                      <a:pt x="6450" y="5900"/>
                      <a:pt x="7319" y="5749"/>
                      <a:pt x="6968" y="4496"/>
                    </a:cubicBezTo>
                    <a:cubicBezTo>
                      <a:pt x="6918" y="4245"/>
                      <a:pt x="6952" y="3995"/>
                      <a:pt x="7052" y="3761"/>
                    </a:cubicBezTo>
                    <a:cubicBezTo>
                      <a:pt x="7102" y="3611"/>
                      <a:pt x="7219" y="3477"/>
                      <a:pt x="7286" y="3310"/>
                    </a:cubicBezTo>
                    <a:cubicBezTo>
                      <a:pt x="7403" y="2992"/>
                      <a:pt x="7269" y="2625"/>
                      <a:pt x="6968" y="2458"/>
                    </a:cubicBezTo>
                    <a:cubicBezTo>
                      <a:pt x="6801" y="2391"/>
                      <a:pt x="6634" y="2324"/>
                      <a:pt x="6484" y="2224"/>
                    </a:cubicBezTo>
                    <a:cubicBezTo>
                      <a:pt x="6317" y="2040"/>
                      <a:pt x="6350" y="1739"/>
                      <a:pt x="6333" y="1489"/>
                    </a:cubicBezTo>
                    <a:cubicBezTo>
                      <a:pt x="6274" y="647"/>
                      <a:pt x="5562" y="1"/>
                      <a:pt x="4751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82" name="Google Shape;3884;p60"/>
              <p:cNvSpPr/>
              <p:nvPr/>
            </p:nvSpPr>
            <p:spPr>
              <a:xfrm>
                <a:off x="2714312" y="1324680"/>
                <a:ext cx="124290" cy="201018"/>
              </a:xfrm>
              <a:custGeom>
                <a:avLst/>
                <a:gdLst/>
                <a:ahLst/>
                <a:cxnLst/>
                <a:rect l="l" t="t" r="r" b="b"/>
                <a:pathLst>
                  <a:path w="3878" h="6272" extrusionOk="0">
                    <a:moveTo>
                      <a:pt x="1714" y="1"/>
                    </a:moveTo>
                    <a:cubicBezTo>
                      <a:pt x="1123" y="1"/>
                      <a:pt x="532" y="147"/>
                      <a:pt x="1" y="440"/>
                    </a:cubicBezTo>
                    <a:cubicBezTo>
                      <a:pt x="1" y="440"/>
                      <a:pt x="51" y="2780"/>
                      <a:pt x="151" y="3799"/>
                    </a:cubicBezTo>
                    <a:cubicBezTo>
                      <a:pt x="251" y="4818"/>
                      <a:pt x="1287" y="4885"/>
                      <a:pt x="1287" y="4885"/>
                    </a:cubicBezTo>
                    <a:cubicBezTo>
                      <a:pt x="1287" y="4885"/>
                      <a:pt x="1371" y="5988"/>
                      <a:pt x="1421" y="6272"/>
                    </a:cubicBezTo>
                    <a:lnTo>
                      <a:pt x="3877" y="6238"/>
                    </a:lnTo>
                    <a:lnTo>
                      <a:pt x="3760" y="641"/>
                    </a:lnTo>
                    <a:lnTo>
                      <a:pt x="3593" y="541"/>
                    </a:lnTo>
                    <a:cubicBezTo>
                      <a:pt x="3022" y="181"/>
                      <a:pt x="2368" y="1"/>
                      <a:pt x="1714" y="1"/>
                    </a:cubicBezTo>
                    <a:close/>
                  </a:path>
                </a:pathLst>
              </a:custGeom>
              <a:solidFill>
                <a:srgbClr val="6D534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83" name="Google Shape;3885;p60"/>
              <p:cNvSpPr/>
              <p:nvPr/>
            </p:nvSpPr>
            <p:spPr>
              <a:xfrm>
                <a:off x="2741105" y="1385896"/>
                <a:ext cx="11794" cy="40415"/>
              </a:xfrm>
              <a:custGeom>
                <a:avLst/>
                <a:gdLst/>
                <a:ahLst/>
                <a:cxnLst/>
                <a:rect l="l" t="t" r="r" b="b"/>
                <a:pathLst>
                  <a:path w="368" h="1261" extrusionOk="0">
                    <a:moveTo>
                      <a:pt x="334" y="1"/>
                    </a:moveTo>
                    <a:lnTo>
                      <a:pt x="334" y="1"/>
                    </a:lnTo>
                    <a:cubicBezTo>
                      <a:pt x="234" y="251"/>
                      <a:pt x="151" y="502"/>
                      <a:pt x="100" y="753"/>
                    </a:cubicBezTo>
                    <a:cubicBezTo>
                      <a:pt x="67" y="853"/>
                      <a:pt x="34" y="953"/>
                      <a:pt x="17" y="1053"/>
                    </a:cubicBezTo>
                    <a:cubicBezTo>
                      <a:pt x="0" y="1104"/>
                      <a:pt x="0" y="1154"/>
                      <a:pt x="17" y="1204"/>
                    </a:cubicBezTo>
                    <a:cubicBezTo>
                      <a:pt x="17" y="1237"/>
                      <a:pt x="50" y="1254"/>
                      <a:pt x="84" y="1254"/>
                    </a:cubicBezTo>
                    <a:lnTo>
                      <a:pt x="134" y="1254"/>
                    </a:lnTo>
                    <a:cubicBezTo>
                      <a:pt x="158" y="1259"/>
                      <a:pt x="183" y="1261"/>
                      <a:pt x="207" y="1261"/>
                    </a:cubicBezTo>
                    <a:cubicBezTo>
                      <a:pt x="265" y="1261"/>
                      <a:pt x="321" y="1249"/>
                      <a:pt x="368" y="1237"/>
                    </a:cubicBezTo>
                    <a:cubicBezTo>
                      <a:pt x="301" y="1204"/>
                      <a:pt x="217" y="1204"/>
                      <a:pt x="134" y="1204"/>
                    </a:cubicBezTo>
                    <a:cubicBezTo>
                      <a:pt x="100" y="1204"/>
                      <a:pt x="67" y="1204"/>
                      <a:pt x="67" y="1170"/>
                    </a:cubicBezTo>
                    <a:cubicBezTo>
                      <a:pt x="67" y="1137"/>
                      <a:pt x="67" y="1104"/>
                      <a:pt x="84" y="1070"/>
                    </a:cubicBezTo>
                    <a:lnTo>
                      <a:pt x="167" y="769"/>
                    </a:lnTo>
                    <a:cubicBezTo>
                      <a:pt x="251" y="519"/>
                      <a:pt x="301" y="268"/>
                      <a:pt x="33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84" name="Google Shape;3886;p60"/>
              <p:cNvSpPr/>
              <p:nvPr/>
            </p:nvSpPr>
            <p:spPr>
              <a:xfrm>
                <a:off x="2755560" y="1464611"/>
                <a:ext cx="41248" cy="24678"/>
              </a:xfrm>
              <a:custGeom>
                <a:avLst/>
                <a:gdLst/>
                <a:ahLst/>
                <a:cxnLst/>
                <a:rect l="l" t="t" r="r" b="b"/>
                <a:pathLst>
                  <a:path w="1287" h="770" extrusionOk="0">
                    <a:moveTo>
                      <a:pt x="1287" y="1"/>
                    </a:moveTo>
                    <a:cubicBezTo>
                      <a:pt x="919" y="285"/>
                      <a:pt x="468" y="469"/>
                      <a:pt x="0" y="502"/>
                    </a:cubicBezTo>
                    <a:lnTo>
                      <a:pt x="17" y="770"/>
                    </a:lnTo>
                    <a:cubicBezTo>
                      <a:pt x="1053" y="753"/>
                      <a:pt x="1287" y="1"/>
                      <a:pt x="1287" y="1"/>
                    </a:cubicBezTo>
                    <a:close/>
                  </a:path>
                </a:pathLst>
              </a:custGeom>
              <a:solidFill>
                <a:srgbClr val="60493E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85" name="Google Shape;3887;p60"/>
              <p:cNvSpPr/>
              <p:nvPr/>
            </p:nvSpPr>
            <p:spPr>
              <a:xfrm>
                <a:off x="2769470" y="1387498"/>
                <a:ext cx="8077" cy="8077"/>
              </a:xfrm>
              <a:custGeom>
                <a:avLst/>
                <a:gdLst/>
                <a:ahLst/>
                <a:cxnLst/>
                <a:rect l="l" t="t" r="r" b="b"/>
                <a:pathLst>
                  <a:path w="252" h="252" extrusionOk="0">
                    <a:moveTo>
                      <a:pt x="118" y="1"/>
                    </a:moveTo>
                    <a:cubicBezTo>
                      <a:pt x="51" y="1"/>
                      <a:pt x="1" y="51"/>
                      <a:pt x="1" y="135"/>
                    </a:cubicBezTo>
                    <a:cubicBezTo>
                      <a:pt x="1" y="201"/>
                      <a:pt x="51" y="252"/>
                      <a:pt x="134" y="252"/>
                    </a:cubicBezTo>
                    <a:cubicBezTo>
                      <a:pt x="201" y="252"/>
                      <a:pt x="251" y="185"/>
                      <a:pt x="251" y="118"/>
                    </a:cubicBezTo>
                    <a:cubicBezTo>
                      <a:pt x="251" y="51"/>
                      <a:pt x="185" y="1"/>
                      <a:pt x="118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86" name="Google Shape;3888;p60"/>
              <p:cNvSpPr/>
              <p:nvPr/>
            </p:nvSpPr>
            <p:spPr>
              <a:xfrm>
                <a:off x="2767867" y="1382146"/>
                <a:ext cx="16634" cy="4936"/>
              </a:xfrm>
              <a:custGeom>
                <a:avLst/>
                <a:gdLst/>
                <a:ahLst/>
                <a:cxnLst/>
                <a:rect l="l" t="t" r="r" b="b"/>
                <a:pathLst>
                  <a:path w="519" h="154" extrusionOk="0">
                    <a:moveTo>
                      <a:pt x="268" y="1"/>
                    </a:moveTo>
                    <a:cubicBezTo>
                      <a:pt x="201" y="1"/>
                      <a:pt x="118" y="18"/>
                      <a:pt x="67" y="68"/>
                    </a:cubicBezTo>
                    <a:cubicBezTo>
                      <a:pt x="17" y="101"/>
                      <a:pt x="1" y="118"/>
                      <a:pt x="1" y="134"/>
                    </a:cubicBezTo>
                    <a:cubicBezTo>
                      <a:pt x="2" y="136"/>
                      <a:pt x="6" y="137"/>
                      <a:pt x="10" y="137"/>
                    </a:cubicBezTo>
                    <a:cubicBezTo>
                      <a:pt x="44" y="137"/>
                      <a:pt x="149" y="84"/>
                      <a:pt x="268" y="84"/>
                    </a:cubicBezTo>
                    <a:cubicBezTo>
                      <a:pt x="389" y="84"/>
                      <a:pt x="483" y="153"/>
                      <a:pt x="512" y="153"/>
                    </a:cubicBezTo>
                    <a:cubicBezTo>
                      <a:pt x="515" y="153"/>
                      <a:pt x="517" y="153"/>
                      <a:pt x="519" y="151"/>
                    </a:cubicBezTo>
                    <a:cubicBezTo>
                      <a:pt x="519" y="134"/>
                      <a:pt x="502" y="101"/>
                      <a:pt x="468" y="68"/>
                    </a:cubicBezTo>
                    <a:cubicBezTo>
                      <a:pt x="402" y="34"/>
                      <a:pt x="335" y="1"/>
                      <a:pt x="268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87" name="Google Shape;3889;p60"/>
              <p:cNvSpPr/>
              <p:nvPr/>
            </p:nvSpPr>
            <p:spPr>
              <a:xfrm>
                <a:off x="2723959" y="1387434"/>
                <a:ext cx="8077" cy="7692"/>
              </a:xfrm>
              <a:custGeom>
                <a:avLst/>
                <a:gdLst/>
                <a:ahLst/>
                <a:cxnLst/>
                <a:rect l="l" t="t" r="r" b="b"/>
                <a:pathLst>
                  <a:path w="252" h="240" extrusionOk="0">
                    <a:moveTo>
                      <a:pt x="139" y="0"/>
                    </a:moveTo>
                    <a:cubicBezTo>
                      <a:pt x="132" y="0"/>
                      <a:pt x="125" y="1"/>
                      <a:pt x="117" y="3"/>
                    </a:cubicBezTo>
                    <a:cubicBezTo>
                      <a:pt x="51" y="3"/>
                      <a:pt x="1" y="53"/>
                      <a:pt x="1" y="120"/>
                    </a:cubicBezTo>
                    <a:cubicBezTo>
                      <a:pt x="1" y="180"/>
                      <a:pt x="41" y="239"/>
                      <a:pt x="109" y="239"/>
                    </a:cubicBezTo>
                    <a:cubicBezTo>
                      <a:pt x="117" y="239"/>
                      <a:pt x="125" y="239"/>
                      <a:pt x="134" y="237"/>
                    </a:cubicBezTo>
                    <a:cubicBezTo>
                      <a:pt x="201" y="237"/>
                      <a:pt x="251" y="187"/>
                      <a:pt x="251" y="120"/>
                    </a:cubicBezTo>
                    <a:cubicBezTo>
                      <a:pt x="251" y="60"/>
                      <a:pt x="198" y="0"/>
                      <a:pt x="13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88" name="Google Shape;3890;p60"/>
              <p:cNvSpPr/>
              <p:nvPr/>
            </p:nvSpPr>
            <p:spPr>
              <a:xfrm>
                <a:off x="2721266" y="1382691"/>
                <a:ext cx="17179" cy="4936"/>
              </a:xfrm>
              <a:custGeom>
                <a:avLst/>
                <a:gdLst/>
                <a:ahLst/>
                <a:cxnLst/>
                <a:rect l="l" t="t" r="r" b="b"/>
                <a:pathLst>
                  <a:path w="536" h="154" extrusionOk="0">
                    <a:moveTo>
                      <a:pt x="268" y="1"/>
                    </a:moveTo>
                    <a:cubicBezTo>
                      <a:pt x="201" y="1"/>
                      <a:pt x="135" y="34"/>
                      <a:pt x="68" y="67"/>
                    </a:cubicBezTo>
                    <a:cubicBezTo>
                      <a:pt x="18" y="101"/>
                      <a:pt x="1" y="134"/>
                      <a:pt x="18" y="134"/>
                    </a:cubicBezTo>
                    <a:cubicBezTo>
                      <a:pt x="20" y="136"/>
                      <a:pt x="22" y="137"/>
                      <a:pt x="26" y="137"/>
                    </a:cubicBezTo>
                    <a:cubicBezTo>
                      <a:pt x="57" y="137"/>
                      <a:pt x="149" y="84"/>
                      <a:pt x="268" y="84"/>
                    </a:cubicBezTo>
                    <a:cubicBezTo>
                      <a:pt x="390" y="84"/>
                      <a:pt x="484" y="153"/>
                      <a:pt x="512" y="153"/>
                    </a:cubicBezTo>
                    <a:cubicBezTo>
                      <a:pt x="515" y="153"/>
                      <a:pt x="517" y="152"/>
                      <a:pt x="519" y="151"/>
                    </a:cubicBezTo>
                    <a:cubicBezTo>
                      <a:pt x="536" y="134"/>
                      <a:pt x="519" y="117"/>
                      <a:pt x="469" y="84"/>
                    </a:cubicBezTo>
                    <a:cubicBezTo>
                      <a:pt x="419" y="34"/>
                      <a:pt x="352" y="17"/>
                      <a:pt x="268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89" name="Google Shape;3891;p60"/>
              <p:cNvSpPr/>
              <p:nvPr/>
            </p:nvSpPr>
            <p:spPr>
              <a:xfrm>
                <a:off x="2759823" y="1425542"/>
                <a:ext cx="15576" cy="13397"/>
              </a:xfrm>
              <a:custGeom>
                <a:avLst/>
                <a:gdLst/>
                <a:ahLst/>
                <a:cxnLst/>
                <a:rect l="l" t="t" r="r" b="b"/>
                <a:pathLst>
                  <a:path w="486" h="418" extrusionOk="0">
                    <a:moveTo>
                      <a:pt x="302" y="0"/>
                    </a:moveTo>
                    <a:cubicBezTo>
                      <a:pt x="252" y="0"/>
                      <a:pt x="201" y="17"/>
                      <a:pt x="168" y="50"/>
                    </a:cubicBezTo>
                    <a:cubicBezTo>
                      <a:pt x="151" y="84"/>
                      <a:pt x="151" y="134"/>
                      <a:pt x="135" y="151"/>
                    </a:cubicBezTo>
                    <a:cubicBezTo>
                      <a:pt x="118" y="159"/>
                      <a:pt x="105" y="159"/>
                      <a:pt x="93" y="159"/>
                    </a:cubicBezTo>
                    <a:cubicBezTo>
                      <a:pt x="80" y="159"/>
                      <a:pt x="68" y="159"/>
                      <a:pt x="51" y="167"/>
                    </a:cubicBezTo>
                    <a:cubicBezTo>
                      <a:pt x="18" y="184"/>
                      <a:pt x="1" y="217"/>
                      <a:pt x="1" y="251"/>
                    </a:cubicBezTo>
                    <a:cubicBezTo>
                      <a:pt x="1" y="284"/>
                      <a:pt x="1" y="318"/>
                      <a:pt x="18" y="351"/>
                    </a:cubicBezTo>
                    <a:lnTo>
                      <a:pt x="18" y="368"/>
                    </a:lnTo>
                    <a:cubicBezTo>
                      <a:pt x="18" y="385"/>
                      <a:pt x="18" y="401"/>
                      <a:pt x="34" y="401"/>
                    </a:cubicBezTo>
                    <a:cubicBezTo>
                      <a:pt x="51" y="401"/>
                      <a:pt x="68" y="418"/>
                      <a:pt x="85" y="418"/>
                    </a:cubicBezTo>
                    <a:cubicBezTo>
                      <a:pt x="151" y="418"/>
                      <a:pt x="201" y="418"/>
                      <a:pt x="268" y="401"/>
                    </a:cubicBezTo>
                    <a:cubicBezTo>
                      <a:pt x="318" y="401"/>
                      <a:pt x="369" y="385"/>
                      <a:pt x="419" y="351"/>
                    </a:cubicBezTo>
                    <a:cubicBezTo>
                      <a:pt x="452" y="318"/>
                      <a:pt x="486" y="268"/>
                      <a:pt x="486" y="217"/>
                    </a:cubicBezTo>
                    <a:cubicBezTo>
                      <a:pt x="486" y="167"/>
                      <a:pt x="452" y="117"/>
                      <a:pt x="419" y="84"/>
                    </a:cubicBezTo>
                    <a:cubicBezTo>
                      <a:pt x="385" y="50"/>
                      <a:pt x="335" y="17"/>
                      <a:pt x="302" y="0"/>
                    </a:cubicBezTo>
                    <a:close/>
                  </a:path>
                </a:pathLst>
              </a:custGeom>
              <a:solidFill>
                <a:srgbClr val="BF7A6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90" name="Google Shape;3892;p60"/>
              <p:cNvSpPr/>
              <p:nvPr/>
            </p:nvSpPr>
            <p:spPr>
              <a:xfrm>
                <a:off x="2757162" y="1424997"/>
                <a:ext cx="17179" cy="12339"/>
              </a:xfrm>
              <a:custGeom>
                <a:avLst/>
                <a:gdLst/>
                <a:ahLst/>
                <a:cxnLst/>
                <a:rect l="l" t="t" r="r" b="b"/>
                <a:pathLst>
                  <a:path w="536" h="385" extrusionOk="0">
                    <a:moveTo>
                      <a:pt x="535" y="1"/>
                    </a:moveTo>
                    <a:lnTo>
                      <a:pt x="0" y="385"/>
                    </a:lnTo>
                    <a:cubicBezTo>
                      <a:pt x="234" y="368"/>
                      <a:pt x="435" y="218"/>
                      <a:pt x="535" y="1"/>
                    </a:cubicBezTo>
                    <a:close/>
                  </a:path>
                </a:pathLst>
              </a:custGeom>
              <a:solidFill>
                <a:srgbClr val="BF7A6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91" name="Google Shape;3893;p60"/>
              <p:cNvSpPr/>
              <p:nvPr/>
            </p:nvSpPr>
            <p:spPr>
              <a:xfrm>
                <a:off x="2757162" y="1424965"/>
                <a:ext cx="17179" cy="12403"/>
              </a:xfrm>
              <a:custGeom>
                <a:avLst/>
                <a:gdLst/>
                <a:ahLst/>
                <a:cxnLst/>
                <a:rect l="l" t="t" r="r" b="b"/>
                <a:pathLst>
                  <a:path w="536" h="387" extrusionOk="0">
                    <a:moveTo>
                      <a:pt x="532" y="0"/>
                    </a:moveTo>
                    <a:cubicBezTo>
                      <a:pt x="511" y="0"/>
                      <a:pt x="444" y="140"/>
                      <a:pt x="301" y="235"/>
                    </a:cubicBezTo>
                    <a:cubicBezTo>
                      <a:pt x="201" y="286"/>
                      <a:pt x="101" y="352"/>
                      <a:pt x="0" y="386"/>
                    </a:cubicBezTo>
                    <a:cubicBezTo>
                      <a:pt x="12" y="387"/>
                      <a:pt x="24" y="387"/>
                      <a:pt x="35" y="387"/>
                    </a:cubicBezTo>
                    <a:cubicBezTo>
                      <a:pt x="272" y="387"/>
                      <a:pt x="487" y="225"/>
                      <a:pt x="535" y="2"/>
                    </a:cubicBezTo>
                    <a:cubicBezTo>
                      <a:pt x="534" y="1"/>
                      <a:pt x="533" y="0"/>
                      <a:pt x="532" y="0"/>
                    </a:cubicBezTo>
                    <a:close/>
                  </a:path>
                </a:pathLst>
              </a:custGeom>
              <a:solidFill>
                <a:srgbClr val="60493E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92" name="Google Shape;3894;p60"/>
              <p:cNvSpPr/>
              <p:nvPr/>
            </p:nvSpPr>
            <p:spPr>
              <a:xfrm>
                <a:off x="2721811" y="1373557"/>
                <a:ext cx="12339" cy="1667"/>
              </a:xfrm>
              <a:custGeom>
                <a:avLst/>
                <a:gdLst/>
                <a:ahLst/>
                <a:cxnLst/>
                <a:rect l="l" t="t" r="r" b="b"/>
                <a:pathLst>
                  <a:path w="385" h="52" extrusionOk="0">
                    <a:moveTo>
                      <a:pt x="244" y="1"/>
                    </a:moveTo>
                    <a:cubicBezTo>
                      <a:pt x="159" y="1"/>
                      <a:pt x="76" y="19"/>
                      <a:pt x="1" y="52"/>
                    </a:cubicBezTo>
                    <a:lnTo>
                      <a:pt x="385" y="18"/>
                    </a:lnTo>
                    <a:cubicBezTo>
                      <a:pt x="338" y="6"/>
                      <a:pt x="290" y="1"/>
                      <a:pt x="244" y="1"/>
                    </a:cubicBezTo>
                    <a:close/>
                  </a:path>
                </a:pathLst>
              </a:custGeom>
              <a:solidFill>
                <a:srgbClr val="BF7A6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93" name="Google Shape;3895;p60"/>
              <p:cNvSpPr/>
              <p:nvPr/>
            </p:nvSpPr>
            <p:spPr>
              <a:xfrm>
                <a:off x="2721266" y="1371377"/>
                <a:ext cx="12884" cy="4743"/>
              </a:xfrm>
              <a:custGeom>
                <a:avLst/>
                <a:gdLst/>
                <a:ahLst/>
                <a:cxnLst/>
                <a:rect l="l" t="t" r="r" b="b"/>
                <a:pathLst>
                  <a:path w="402" h="148" extrusionOk="0">
                    <a:moveTo>
                      <a:pt x="238" y="0"/>
                    </a:moveTo>
                    <a:cubicBezTo>
                      <a:pt x="226" y="0"/>
                      <a:pt x="214" y="1"/>
                      <a:pt x="201" y="3"/>
                    </a:cubicBezTo>
                    <a:cubicBezTo>
                      <a:pt x="68" y="19"/>
                      <a:pt x="1" y="86"/>
                      <a:pt x="18" y="120"/>
                    </a:cubicBezTo>
                    <a:cubicBezTo>
                      <a:pt x="27" y="139"/>
                      <a:pt x="60" y="147"/>
                      <a:pt x="106" y="147"/>
                    </a:cubicBezTo>
                    <a:cubicBezTo>
                      <a:pt x="138" y="147"/>
                      <a:pt x="177" y="143"/>
                      <a:pt x="218" y="136"/>
                    </a:cubicBezTo>
                    <a:cubicBezTo>
                      <a:pt x="302" y="136"/>
                      <a:pt x="385" y="120"/>
                      <a:pt x="402" y="86"/>
                    </a:cubicBezTo>
                    <a:cubicBezTo>
                      <a:pt x="402" y="56"/>
                      <a:pt x="336" y="0"/>
                      <a:pt x="238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94" name="Google Shape;3896;p60"/>
              <p:cNvSpPr/>
              <p:nvPr/>
            </p:nvSpPr>
            <p:spPr>
              <a:xfrm>
                <a:off x="2767867" y="1374422"/>
                <a:ext cx="17179" cy="2404"/>
              </a:xfrm>
              <a:custGeom>
                <a:avLst/>
                <a:gdLst/>
                <a:ahLst/>
                <a:cxnLst/>
                <a:rect l="l" t="t" r="r" b="b"/>
                <a:pathLst>
                  <a:path w="536" h="75" extrusionOk="0">
                    <a:moveTo>
                      <a:pt x="222" y="0"/>
                    </a:moveTo>
                    <a:cubicBezTo>
                      <a:pt x="146" y="0"/>
                      <a:pt x="70" y="13"/>
                      <a:pt x="1" y="41"/>
                    </a:cubicBezTo>
                    <a:lnTo>
                      <a:pt x="535" y="75"/>
                    </a:lnTo>
                    <a:cubicBezTo>
                      <a:pt x="438" y="26"/>
                      <a:pt x="329" y="0"/>
                      <a:pt x="222" y="0"/>
                    </a:cubicBezTo>
                    <a:close/>
                  </a:path>
                </a:pathLst>
              </a:custGeom>
              <a:solidFill>
                <a:srgbClr val="BF7A6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95" name="Google Shape;3897;p60"/>
              <p:cNvSpPr/>
              <p:nvPr/>
            </p:nvSpPr>
            <p:spPr>
              <a:xfrm>
                <a:off x="2767386" y="1372435"/>
                <a:ext cx="18172" cy="4872"/>
              </a:xfrm>
              <a:custGeom>
                <a:avLst/>
                <a:gdLst/>
                <a:ahLst/>
                <a:cxnLst/>
                <a:rect l="l" t="t" r="r" b="b"/>
                <a:pathLst>
                  <a:path w="567" h="152" extrusionOk="0">
                    <a:moveTo>
                      <a:pt x="239" y="1"/>
                    </a:moveTo>
                    <a:cubicBezTo>
                      <a:pt x="96" y="1"/>
                      <a:pt x="0" y="73"/>
                      <a:pt x="16" y="103"/>
                    </a:cubicBezTo>
                    <a:cubicBezTo>
                      <a:pt x="16" y="137"/>
                      <a:pt x="133" y="137"/>
                      <a:pt x="283" y="137"/>
                    </a:cubicBezTo>
                    <a:cubicBezTo>
                      <a:pt x="372" y="137"/>
                      <a:pt x="454" y="152"/>
                      <a:pt x="503" y="152"/>
                    </a:cubicBezTo>
                    <a:cubicBezTo>
                      <a:pt x="528" y="152"/>
                      <a:pt x="545" y="148"/>
                      <a:pt x="550" y="137"/>
                    </a:cubicBezTo>
                    <a:cubicBezTo>
                      <a:pt x="567" y="103"/>
                      <a:pt x="450" y="3"/>
                      <a:pt x="283" y="3"/>
                    </a:cubicBezTo>
                    <a:cubicBezTo>
                      <a:pt x="268" y="2"/>
                      <a:pt x="254" y="1"/>
                      <a:pt x="23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96" name="Google Shape;3898;p60"/>
              <p:cNvSpPr/>
              <p:nvPr/>
            </p:nvSpPr>
            <p:spPr>
              <a:xfrm>
                <a:off x="2700402" y="1296701"/>
                <a:ext cx="134963" cy="74580"/>
              </a:xfrm>
              <a:custGeom>
                <a:avLst/>
                <a:gdLst/>
                <a:ahLst/>
                <a:cxnLst/>
                <a:rect l="l" t="t" r="r" b="b"/>
                <a:pathLst>
                  <a:path w="4211" h="2327" extrusionOk="0">
                    <a:moveTo>
                      <a:pt x="1887" y="1"/>
                    </a:moveTo>
                    <a:cubicBezTo>
                      <a:pt x="1283" y="1"/>
                      <a:pt x="699" y="295"/>
                      <a:pt x="335" y="795"/>
                    </a:cubicBezTo>
                    <a:cubicBezTo>
                      <a:pt x="117" y="1113"/>
                      <a:pt x="0" y="1564"/>
                      <a:pt x="201" y="1898"/>
                    </a:cubicBezTo>
                    <a:cubicBezTo>
                      <a:pt x="340" y="2118"/>
                      <a:pt x="565" y="2222"/>
                      <a:pt x="789" y="2222"/>
                    </a:cubicBezTo>
                    <a:cubicBezTo>
                      <a:pt x="1076" y="2222"/>
                      <a:pt x="1360" y="2050"/>
                      <a:pt x="1454" y="1731"/>
                    </a:cubicBezTo>
                    <a:cubicBezTo>
                      <a:pt x="1454" y="2111"/>
                      <a:pt x="1736" y="2296"/>
                      <a:pt x="2019" y="2296"/>
                    </a:cubicBezTo>
                    <a:cubicBezTo>
                      <a:pt x="2321" y="2296"/>
                      <a:pt x="2625" y="2086"/>
                      <a:pt x="2590" y="1681"/>
                    </a:cubicBezTo>
                    <a:lnTo>
                      <a:pt x="2590" y="1681"/>
                    </a:lnTo>
                    <a:cubicBezTo>
                      <a:pt x="2657" y="1882"/>
                      <a:pt x="2791" y="2065"/>
                      <a:pt x="2958" y="2199"/>
                    </a:cubicBezTo>
                    <a:cubicBezTo>
                      <a:pt x="3028" y="2250"/>
                      <a:pt x="3109" y="2275"/>
                      <a:pt x="3188" y="2275"/>
                    </a:cubicBezTo>
                    <a:cubicBezTo>
                      <a:pt x="3317" y="2275"/>
                      <a:pt x="3443" y="2212"/>
                      <a:pt x="3526" y="2099"/>
                    </a:cubicBezTo>
                    <a:cubicBezTo>
                      <a:pt x="3626" y="2213"/>
                      <a:pt x="3750" y="2327"/>
                      <a:pt x="3898" y="2327"/>
                    </a:cubicBezTo>
                    <a:cubicBezTo>
                      <a:pt x="3924" y="2327"/>
                      <a:pt x="3950" y="2323"/>
                      <a:pt x="3977" y="2316"/>
                    </a:cubicBezTo>
                    <a:cubicBezTo>
                      <a:pt x="4127" y="2266"/>
                      <a:pt x="4211" y="2132"/>
                      <a:pt x="4211" y="1965"/>
                    </a:cubicBezTo>
                    <a:cubicBezTo>
                      <a:pt x="4194" y="1815"/>
                      <a:pt x="4144" y="1681"/>
                      <a:pt x="4061" y="1547"/>
                    </a:cubicBezTo>
                    <a:cubicBezTo>
                      <a:pt x="3739" y="985"/>
                      <a:pt x="3263" y="468"/>
                      <a:pt x="2647" y="266"/>
                    </a:cubicBezTo>
                    <a:lnTo>
                      <a:pt x="2647" y="266"/>
                    </a:lnTo>
                    <a:cubicBezTo>
                      <a:pt x="2498" y="106"/>
                      <a:pt x="2301" y="10"/>
                      <a:pt x="2072" y="10"/>
                    </a:cubicBezTo>
                    <a:cubicBezTo>
                      <a:pt x="2011" y="4"/>
                      <a:pt x="1949" y="1"/>
                      <a:pt x="1887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97" name="Google Shape;3899;p60"/>
              <p:cNvSpPr/>
              <p:nvPr/>
            </p:nvSpPr>
            <p:spPr>
              <a:xfrm>
                <a:off x="2800013" y="1331283"/>
                <a:ext cx="71792" cy="167942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5240" extrusionOk="0">
                    <a:moveTo>
                      <a:pt x="1103" y="1"/>
                    </a:moveTo>
                    <a:lnTo>
                      <a:pt x="334" y="585"/>
                    </a:lnTo>
                    <a:cubicBezTo>
                      <a:pt x="652" y="1137"/>
                      <a:pt x="652" y="1805"/>
                      <a:pt x="351" y="2373"/>
                    </a:cubicBezTo>
                    <a:cubicBezTo>
                      <a:pt x="234" y="2523"/>
                      <a:pt x="151" y="2707"/>
                      <a:pt x="67" y="2874"/>
                    </a:cubicBezTo>
                    <a:cubicBezTo>
                      <a:pt x="0" y="3058"/>
                      <a:pt x="50" y="3275"/>
                      <a:pt x="184" y="3409"/>
                    </a:cubicBezTo>
                    <a:cubicBezTo>
                      <a:pt x="284" y="3493"/>
                      <a:pt x="435" y="3526"/>
                      <a:pt x="451" y="3643"/>
                    </a:cubicBezTo>
                    <a:cubicBezTo>
                      <a:pt x="451" y="3693"/>
                      <a:pt x="451" y="3760"/>
                      <a:pt x="418" y="3810"/>
                    </a:cubicBezTo>
                    <a:cubicBezTo>
                      <a:pt x="334" y="4044"/>
                      <a:pt x="318" y="4311"/>
                      <a:pt x="384" y="4545"/>
                    </a:cubicBezTo>
                    <a:cubicBezTo>
                      <a:pt x="418" y="4796"/>
                      <a:pt x="585" y="4996"/>
                      <a:pt x="819" y="5080"/>
                    </a:cubicBezTo>
                    <a:cubicBezTo>
                      <a:pt x="967" y="5142"/>
                      <a:pt x="1060" y="5240"/>
                      <a:pt x="1261" y="5240"/>
                    </a:cubicBezTo>
                    <a:cubicBezTo>
                      <a:pt x="1331" y="5240"/>
                      <a:pt x="1416" y="5227"/>
                      <a:pt x="1521" y="5197"/>
                    </a:cubicBezTo>
                    <a:cubicBezTo>
                      <a:pt x="2239" y="5013"/>
                      <a:pt x="1988" y="3409"/>
                      <a:pt x="1922" y="2674"/>
                    </a:cubicBezTo>
                    <a:cubicBezTo>
                      <a:pt x="1855" y="1939"/>
                      <a:pt x="1504" y="619"/>
                      <a:pt x="1103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98" name="Google Shape;3900;p60"/>
              <p:cNvSpPr/>
              <p:nvPr/>
            </p:nvSpPr>
            <p:spPr>
              <a:xfrm>
                <a:off x="2736298" y="1496212"/>
                <a:ext cx="102304" cy="96470"/>
              </a:xfrm>
              <a:custGeom>
                <a:avLst/>
                <a:gdLst/>
                <a:ahLst/>
                <a:cxnLst/>
                <a:rect l="l" t="t" r="r" b="b"/>
                <a:pathLst>
                  <a:path w="3192" h="3010" extrusionOk="0">
                    <a:moveTo>
                      <a:pt x="2022" y="1"/>
                    </a:moveTo>
                    <a:lnTo>
                      <a:pt x="685" y="485"/>
                    </a:lnTo>
                    <a:cubicBezTo>
                      <a:pt x="685" y="485"/>
                      <a:pt x="1" y="3010"/>
                      <a:pt x="358" y="3010"/>
                    </a:cubicBezTo>
                    <a:cubicBezTo>
                      <a:pt x="376" y="3010"/>
                      <a:pt x="395" y="3004"/>
                      <a:pt x="418" y="2992"/>
                    </a:cubicBezTo>
                    <a:cubicBezTo>
                      <a:pt x="885" y="2708"/>
                      <a:pt x="3191" y="886"/>
                      <a:pt x="3191" y="886"/>
                    </a:cubicBezTo>
                    <a:lnTo>
                      <a:pt x="2022" y="1"/>
                    </a:lnTo>
                    <a:close/>
                  </a:path>
                </a:pathLst>
              </a:custGeom>
              <a:solidFill>
                <a:srgbClr val="6D534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687" name="Google Shape;687;p29"/>
            <p:cNvSpPr/>
            <p:nvPr/>
          </p:nvSpPr>
          <p:spPr>
            <a:xfrm>
              <a:off x="8153675" y="4048925"/>
              <a:ext cx="114300" cy="114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6" name="Google Shape;3999;p60"/>
            <p:cNvSpPr/>
            <p:nvPr/>
          </p:nvSpPr>
          <p:spPr>
            <a:xfrm>
              <a:off x="7823114" y="1035450"/>
              <a:ext cx="649561" cy="826997"/>
            </a:xfrm>
            <a:custGeom>
              <a:avLst/>
              <a:gdLst/>
              <a:ahLst/>
              <a:cxnLst/>
              <a:rect l="l" t="t" r="r" b="b"/>
              <a:pathLst>
                <a:path w="9174" h="11680" extrusionOk="0">
                  <a:moveTo>
                    <a:pt x="0" y="1"/>
                  </a:moveTo>
                  <a:lnTo>
                    <a:pt x="234" y="11646"/>
                  </a:lnTo>
                  <a:lnTo>
                    <a:pt x="9173" y="11680"/>
                  </a:lnTo>
                  <a:lnTo>
                    <a:pt x="9173" y="11680"/>
                  </a:lnTo>
                  <a:lnTo>
                    <a:pt x="8923" y="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7" name="Google Shape;4000;p60"/>
            <p:cNvSpPr/>
            <p:nvPr/>
          </p:nvSpPr>
          <p:spPr>
            <a:xfrm>
              <a:off x="7860995" y="1063842"/>
              <a:ext cx="569056" cy="754847"/>
            </a:xfrm>
            <a:custGeom>
              <a:avLst/>
              <a:gdLst/>
              <a:ahLst/>
              <a:cxnLst/>
              <a:rect l="l" t="t" r="r" b="b"/>
              <a:pathLst>
                <a:path w="8037" h="10661" extrusionOk="0">
                  <a:moveTo>
                    <a:pt x="0" y="1"/>
                  </a:moveTo>
                  <a:lnTo>
                    <a:pt x="217" y="10560"/>
                  </a:lnTo>
                  <a:lnTo>
                    <a:pt x="8037" y="10661"/>
                  </a:lnTo>
                  <a:lnTo>
                    <a:pt x="7820" y="2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8" name="Google Shape;4001;p60"/>
            <p:cNvSpPr/>
            <p:nvPr/>
          </p:nvSpPr>
          <p:spPr>
            <a:xfrm>
              <a:off x="7952049" y="1184493"/>
              <a:ext cx="378662" cy="523032"/>
            </a:xfrm>
            <a:custGeom>
              <a:avLst/>
              <a:gdLst/>
              <a:ahLst/>
              <a:cxnLst/>
              <a:rect l="l" t="t" r="r" b="b"/>
              <a:pathLst>
                <a:path w="5348" h="7387" extrusionOk="0">
                  <a:moveTo>
                    <a:pt x="1" y="1"/>
                  </a:moveTo>
                  <a:lnTo>
                    <a:pt x="168" y="7386"/>
                  </a:lnTo>
                  <a:lnTo>
                    <a:pt x="5347" y="7269"/>
                  </a:lnTo>
                  <a:lnTo>
                    <a:pt x="5197" y="8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9" name="Google Shape;4002;p60"/>
            <p:cNvSpPr/>
            <p:nvPr/>
          </p:nvSpPr>
          <p:spPr>
            <a:xfrm>
              <a:off x="7952049" y="1184493"/>
              <a:ext cx="372715" cy="523032"/>
            </a:xfrm>
            <a:custGeom>
              <a:avLst/>
              <a:gdLst/>
              <a:ahLst/>
              <a:cxnLst/>
              <a:rect l="l" t="t" r="r" b="b"/>
              <a:pathLst>
                <a:path w="5264" h="7387" extrusionOk="0">
                  <a:moveTo>
                    <a:pt x="1" y="1"/>
                  </a:moveTo>
                  <a:lnTo>
                    <a:pt x="168" y="7386"/>
                  </a:lnTo>
                  <a:lnTo>
                    <a:pt x="5264" y="347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0" name="Google Shape;4003;p60"/>
            <p:cNvSpPr/>
            <p:nvPr/>
          </p:nvSpPr>
          <p:spPr>
            <a:xfrm>
              <a:off x="7743883" y="4140936"/>
              <a:ext cx="159735" cy="366838"/>
            </a:xfrm>
            <a:custGeom>
              <a:avLst/>
              <a:gdLst/>
              <a:ahLst/>
              <a:cxnLst/>
              <a:rect l="l" t="t" r="r" b="b"/>
              <a:pathLst>
                <a:path w="2256" h="5181" extrusionOk="0">
                  <a:moveTo>
                    <a:pt x="33" y="0"/>
                  </a:moveTo>
                  <a:cubicBezTo>
                    <a:pt x="0" y="117"/>
                    <a:pt x="1337" y="5180"/>
                    <a:pt x="1337" y="5180"/>
                  </a:cubicBezTo>
                  <a:lnTo>
                    <a:pt x="2256" y="4996"/>
                  </a:lnTo>
                  <a:lnTo>
                    <a:pt x="986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1" name="Google Shape;4004;p60"/>
            <p:cNvSpPr/>
            <p:nvPr/>
          </p:nvSpPr>
          <p:spPr>
            <a:xfrm>
              <a:off x="8118865" y="4090027"/>
              <a:ext cx="198818" cy="417747"/>
            </a:xfrm>
            <a:custGeom>
              <a:avLst/>
              <a:gdLst/>
              <a:ahLst/>
              <a:cxnLst/>
              <a:rect l="l" t="t" r="r" b="b"/>
              <a:pathLst>
                <a:path w="2808" h="5900" extrusionOk="0">
                  <a:moveTo>
                    <a:pt x="1822" y="1"/>
                  </a:moveTo>
                  <a:lnTo>
                    <a:pt x="1" y="5899"/>
                  </a:lnTo>
                  <a:lnTo>
                    <a:pt x="1070" y="5899"/>
                  </a:lnTo>
                  <a:lnTo>
                    <a:pt x="2808" y="419"/>
                  </a:lnTo>
                  <a:lnTo>
                    <a:pt x="1822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2" name="Google Shape;4005;p60"/>
            <p:cNvSpPr/>
            <p:nvPr/>
          </p:nvSpPr>
          <p:spPr>
            <a:xfrm>
              <a:off x="8218274" y="4025029"/>
              <a:ext cx="218928" cy="482745"/>
            </a:xfrm>
            <a:custGeom>
              <a:avLst/>
              <a:gdLst/>
              <a:ahLst/>
              <a:cxnLst/>
              <a:rect l="l" t="t" r="r" b="b"/>
              <a:pathLst>
                <a:path w="3092" h="6818" extrusionOk="0">
                  <a:moveTo>
                    <a:pt x="2089" y="0"/>
                  </a:moveTo>
                  <a:lnTo>
                    <a:pt x="0" y="6817"/>
                  </a:lnTo>
                  <a:lnTo>
                    <a:pt x="1069" y="6817"/>
                  </a:lnTo>
                  <a:lnTo>
                    <a:pt x="3091" y="434"/>
                  </a:lnTo>
                  <a:lnTo>
                    <a:pt x="2089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3" name="Google Shape;4006;p60"/>
            <p:cNvSpPr/>
            <p:nvPr/>
          </p:nvSpPr>
          <p:spPr>
            <a:xfrm>
              <a:off x="7792384" y="4478107"/>
              <a:ext cx="525299" cy="261482"/>
            </a:xfrm>
            <a:custGeom>
              <a:avLst/>
              <a:gdLst/>
              <a:ahLst/>
              <a:cxnLst/>
              <a:rect l="l" t="t" r="r" b="b"/>
              <a:pathLst>
                <a:path w="7419" h="3693" extrusionOk="0">
                  <a:moveTo>
                    <a:pt x="0" y="0"/>
                  </a:moveTo>
                  <a:lnTo>
                    <a:pt x="1069" y="3693"/>
                  </a:lnTo>
                  <a:lnTo>
                    <a:pt x="6433" y="3693"/>
                  </a:lnTo>
                  <a:lnTo>
                    <a:pt x="74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4" name="Google Shape;4007;p60"/>
            <p:cNvSpPr/>
            <p:nvPr/>
          </p:nvSpPr>
          <p:spPr>
            <a:xfrm>
              <a:off x="7799464" y="3938647"/>
              <a:ext cx="189332" cy="539530"/>
            </a:xfrm>
            <a:custGeom>
              <a:avLst/>
              <a:gdLst/>
              <a:ahLst/>
              <a:cxnLst/>
              <a:rect l="l" t="t" r="r" b="b"/>
              <a:pathLst>
                <a:path w="2674" h="7620" extrusionOk="0">
                  <a:moveTo>
                    <a:pt x="0" y="0"/>
                  </a:moveTo>
                  <a:lnTo>
                    <a:pt x="17" y="50"/>
                  </a:lnTo>
                  <a:lnTo>
                    <a:pt x="1253" y="5431"/>
                  </a:lnTo>
                  <a:cubicBezTo>
                    <a:pt x="1404" y="6099"/>
                    <a:pt x="1538" y="6650"/>
                    <a:pt x="1621" y="7035"/>
                  </a:cubicBezTo>
                  <a:cubicBezTo>
                    <a:pt x="1671" y="7218"/>
                    <a:pt x="1705" y="7369"/>
                    <a:pt x="1721" y="7469"/>
                  </a:cubicBezTo>
                  <a:cubicBezTo>
                    <a:pt x="1738" y="7519"/>
                    <a:pt x="1755" y="7553"/>
                    <a:pt x="1755" y="7586"/>
                  </a:cubicBezTo>
                  <a:cubicBezTo>
                    <a:pt x="1755" y="7603"/>
                    <a:pt x="1771" y="7619"/>
                    <a:pt x="1771" y="7619"/>
                  </a:cubicBezTo>
                  <a:cubicBezTo>
                    <a:pt x="1771" y="7603"/>
                    <a:pt x="1771" y="7603"/>
                    <a:pt x="1771" y="7586"/>
                  </a:cubicBezTo>
                  <a:cubicBezTo>
                    <a:pt x="1755" y="7553"/>
                    <a:pt x="1755" y="7519"/>
                    <a:pt x="1738" y="7469"/>
                  </a:cubicBezTo>
                  <a:lnTo>
                    <a:pt x="1654" y="7035"/>
                  </a:lnTo>
                  <a:cubicBezTo>
                    <a:pt x="1554" y="6650"/>
                    <a:pt x="1437" y="6099"/>
                    <a:pt x="1287" y="5414"/>
                  </a:cubicBezTo>
                  <a:cubicBezTo>
                    <a:pt x="988" y="4051"/>
                    <a:pt x="556" y="2159"/>
                    <a:pt x="91" y="67"/>
                  </a:cubicBezTo>
                  <a:lnTo>
                    <a:pt x="956" y="67"/>
                  </a:lnTo>
                  <a:lnTo>
                    <a:pt x="2156" y="5431"/>
                  </a:lnTo>
                  <a:cubicBezTo>
                    <a:pt x="2306" y="6099"/>
                    <a:pt x="2440" y="6650"/>
                    <a:pt x="2523" y="7035"/>
                  </a:cubicBezTo>
                  <a:cubicBezTo>
                    <a:pt x="2573" y="7218"/>
                    <a:pt x="2607" y="7369"/>
                    <a:pt x="2624" y="7469"/>
                  </a:cubicBezTo>
                  <a:cubicBezTo>
                    <a:pt x="2640" y="7519"/>
                    <a:pt x="2657" y="7553"/>
                    <a:pt x="2657" y="7586"/>
                  </a:cubicBezTo>
                  <a:cubicBezTo>
                    <a:pt x="2657" y="7603"/>
                    <a:pt x="2657" y="7619"/>
                    <a:pt x="2674" y="7619"/>
                  </a:cubicBezTo>
                  <a:cubicBezTo>
                    <a:pt x="2674" y="7603"/>
                    <a:pt x="2674" y="7603"/>
                    <a:pt x="2674" y="7586"/>
                  </a:cubicBezTo>
                  <a:cubicBezTo>
                    <a:pt x="2657" y="7553"/>
                    <a:pt x="2657" y="7519"/>
                    <a:pt x="2640" y="7469"/>
                  </a:cubicBezTo>
                  <a:cubicBezTo>
                    <a:pt x="2624" y="7369"/>
                    <a:pt x="2590" y="7218"/>
                    <a:pt x="2557" y="7035"/>
                  </a:cubicBezTo>
                  <a:cubicBezTo>
                    <a:pt x="2473" y="6650"/>
                    <a:pt x="2356" y="6099"/>
                    <a:pt x="2206" y="5414"/>
                  </a:cubicBezTo>
                  <a:cubicBezTo>
                    <a:pt x="1905" y="4044"/>
                    <a:pt x="1487" y="2139"/>
                    <a:pt x="1020" y="34"/>
                  </a:cubicBezTo>
                  <a:lnTo>
                    <a:pt x="1020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6" name="Google Shape;9650;p71"/>
            <p:cNvSpPr>
              <a:spLocks noChangeAspect="1"/>
            </p:cNvSpPr>
            <p:nvPr/>
          </p:nvSpPr>
          <p:spPr>
            <a:xfrm rot="1368619">
              <a:off x="7475989" y="2711091"/>
              <a:ext cx="114881" cy="113734"/>
            </a:xfrm>
            <a:custGeom>
              <a:avLst/>
              <a:gdLst/>
              <a:ahLst/>
              <a:cxnLst/>
              <a:rect l="l" t="t" r="r" b="b"/>
              <a:pathLst>
                <a:path w="11113" h="11002" extrusionOk="0">
                  <a:moveTo>
                    <a:pt x="2619" y="0"/>
                  </a:moveTo>
                  <a:cubicBezTo>
                    <a:pt x="2492" y="0"/>
                    <a:pt x="2366" y="49"/>
                    <a:pt x="2268" y="146"/>
                  </a:cubicBezTo>
                  <a:lnTo>
                    <a:pt x="201" y="2213"/>
                  </a:lnTo>
                  <a:cubicBezTo>
                    <a:pt x="7" y="2407"/>
                    <a:pt x="7" y="2719"/>
                    <a:pt x="201" y="2914"/>
                  </a:cubicBezTo>
                  <a:lnTo>
                    <a:pt x="2782" y="5501"/>
                  </a:lnTo>
                  <a:lnTo>
                    <a:pt x="195" y="8081"/>
                  </a:lnTo>
                  <a:cubicBezTo>
                    <a:pt x="0" y="8275"/>
                    <a:pt x="0" y="8587"/>
                    <a:pt x="195" y="8782"/>
                  </a:cubicBezTo>
                  <a:lnTo>
                    <a:pt x="2268" y="10856"/>
                  </a:lnTo>
                  <a:cubicBezTo>
                    <a:pt x="2366" y="10953"/>
                    <a:pt x="2492" y="11001"/>
                    <a:pt x="2619" y="11001"/>
                  </a:cubicBezTo>
                  <a:cubicBezTo>
                    <a:pt x="2745" y="11001"/>
                    <a:pt x="2872" y="10953"/>
                    <a:pt x="2969" y="10856"/>
                  </a:cubicBezTo>
                  <a:lnTo>
                    <a:pt x="5556" y="8268"/>
                  </a:lnTo>
                  <a:lnTo>
                    <a:pt x="8143" y="10856"/>
                  </a:lnTo>
                  <a:cubicBezTo>
                    <a:pt x="8241" y="10953"/>
                    <a:pt x="8367" y="11001"/>
                    <a:pt x="8494" y="11001"/>
                  </a:cubicBezTo>
                  <a:cubicBezTo>
                    <a:pt x="8620" y="11001"/>
                    <a:pt x="8747" y="10953"/>
                    <a:pt x="8844" y="10856"/>
                  </a:cubicBezTo>
                  <a:lnTo>
                    <a:pt x="10911" y="8789"/>
                  </a:lnTo>
                  <a:cubicBezTo>
                    <a:pt x="11105" y="8594"/>
                    <a:pt x="11105" y="8275"/>
                    <a:pt x="10911" y="8081"/>
                  </a:cubicBezTo>
                  <a:lnTo>
                    <a:pt x="8331" y="5501"/>
                  </a:lnTo>
                  <a:lnTo>
                    <a:pt x="10918" y="2914"/>
                  </a:lnTo>
                  <a:cubicBezTo>
                    <a:pt x="11112" y="2719"/>
                    <a:pt x="11112" y="2407"/>
                    <a:pt x="10918" y="2213"/>
                  </a:cubicBezTo>
                  <a:lnTo>
                    <a:pt x="8844" y="146"/>
                  </a:lnTo>
                  <a:cubicBezTo>
                    <a:pt x="8747" y="49"/>
                    <a:pt x="8620" y="0"/>
                    <a:pt x="8494" y="0"/>
                  </a:cubicBezTo>
                  <a:cubicBezTo>
                    <a:pt x="8367" y="0"/>
                    <a:pt x="8241" y="49"/>
                    <a:pt x="8143" y="146"/>
                  </a:cubicBezTo>
                  <a:lnTo>
                    <a:pt x="5556" y="2726"/>
                  </a:lnTo>
                  <a:lnTo>
                    <a:pt x="2969" y="146"/>
                  </a:lnTo>
                  <a:cubicBezTo>
                    <a:pt x="2872" y="49"/>
                    <a:pt x="2745" y="0"/>
                    <a:pt x="2619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7" name="Google Shape;9650;p71"/>
            <p:cNvSpPr>
              <a:spLocks noChangeAspect="1"/>
            </p:cNvSpPr>
            <p:nvPr/>
          </p:nvSpPr>
          <p:spPr>
            <a:xfrm rot="1368619">
              <a:off x="6685134" y="4217123"/>
              <a:ext cx="114881" cy="113734"/>
            </a:xfrm>
            <a:custGeom>
              <a:avLst/>
              <a:gdLst/>
              <a:ahLst/>
              <a:cxnLst/>
              <a:rect l="l" t="t" r="r" b="b"/>
              <a:pathLst>
                <a:path w="11113" h="11002" extrusionOk="0">
                  <a:moveTo>
                    <a:pt x="2619" y="0"/>
                  </a:moveTo>
                  <a:cubicBezTo>
                    <a:pt x="2492" y="0"/>
                    <a:pt x="2366" y="49"/>
                    <a:pt x="2268" y="146"/>
                  </a:cubicBezTo>
                  <a:lnTo>
                    <a:pt x="201" y="2213"/>
                  </a:lnTo>
                  <a:cubicBezTo>
                    <a:pt x="7" y="2407"/>
                    <a:pt x="7" y="2719"/>
                    <a:pt x="201" y="2914"/>
                  </a:cubicBezTo>
                  <a:lnTo>
                    <a:pt x="2782" y="5501"/>
                  </a:lnTo>
                  <a:lnTo>
                    <a:pt x="195" y="8081"/>
                  </a:lnTo>
                  <a:cubicBezTo>
                    <a:pt x="0" y="8275"/>
                    <a:pt x="0" y="8587"/>
                    <a:pt x="195" y="8782"/>
                  </a:cubicBezTo>
                  <a:lnTo>
                    <a:pt x="2268" y="10856"/>
                  </a:lnTo>
                  <a:cubicBezTo>
                    <a:pt x="2366" y="10953"/>
                    <a:pt x="2492" y="11001"/>
                    <a:pt x="2619" y="11001"/>
                  </a:cubicBezTo>
                  <a:cubicBezTo>
                    <a:pt x="2745" y="11001"/>
                    <a:pt x="2872" y="10953"/>
                    <a:pt x="2969" y="10856"/>
                  </a:cubicBezTo>
                  <a:lnTo>
                    <a:pt x="5556" y="8268"/>
                  </a:lnTo>
                  <a:lnTo>
                    <a:pt x="8143" y="10856"/>
                  </a:lnTo>
                  <a:cubicBezTo>
                    <a:pt x="8241" y="10953"/>
                    <a:pt x="8367" y="11001"/>
                    <a:pt x="8494" y="11001"/>
                  </a:cubicBezTo>
                  <a:cubicBezTo>
                    <a:pt x="8620" y="11001"/>
                    <a:pt x="8747" y="10953"/>
                    <a:pt x="8844" y="10856"/>
                  </a:cubicBezTo>
                  <a:lnTo>
                    <a:pt x="10911" y="8789"/>
                  </a:lnTo>
                  <a:cubicBezTo>
                    <a:pt x="11105" y="8594"/>
                    <a:pt x="11105" y="8275"/>
                    <a:pt x="10911" y="8081"/>
                  </a:cubicBezTo>
                  <a:lnTo>
                    <a:pt x="8331" y="5501"/>
                  </a:lnTo>
                  <a:lnTo>
                    <a:pt x="10918" y="2914"/>
                  </a:lnTo>
                  <a:cubicBezTo>
                    <a:pt x="11112" y="2719"/>
                    <a:pt x="11112" y="2407"/>
                    <a:pt x="10918" y="2213"/>
                  </a:cubicBezTo>
                  <a:lnTo>
                    <a:pt x="8844" y="146"/>
                  </a:lnTo>
                  <a:cubicBezTo>
                    <a:pt x="8747" y="49"/>
                    <a:pt x="8620" y="0"/>
                    <a:pt x="8494" y="0"/>
                  </a:cubicBezTo>
                  <a:cubicBezTo>
                    <a:pt x="8367" y="0"/>
                    <a:pt x="8241" y="49"/>
                    <a:pt x="8143" y="146"/>
                  </a:cubicBezTo>
                  <a:lnTo>
                    <a:pt x="5556" y="2726"/>
                  </a:lnTo>
                  <a:lnTo>
                    <a:pt x="2969" y="146"/>
                  </a:lnTo>
                  <a:cubicBezTo>
                    <a:pt x="2872" y="49"/>
                    <a:pt x="2745" y="0"/>
                    <a:pt x="2619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8" name="Google Shape;9650;p71"/>
            <p:cNvSpPr>
              <a:spLocks noChangeAspect="1"/>
            </p:cNvSpPr>
            <p:nvPr/>
          </p:nvSpPr>
          <p:spPr>
            <a:xfrm rot="1368619">
              <a:off x="7316064" y="4012722"/>
              <a:ext cx="114881" cy="113734"/>
            </a:xfrm>
            <a:custGeom>
              <a:avLst/>
              <a:gdLst/>
              <a:ahLst/>
              <a:cxnLst/>
              <a:rect l="l" t="t" r="r" b="b"/>
              <a:pathLst>
                <a:path w="11113" h="11002" extrusionOk="0">
                  <a:moveTo>
                    <a:pt x="2619" y="0"/>
                  </a:moveTo>
                  <a:cubicBezTo>
                    <a:pt x="2492" y="0"/>
                    <a:pt x="2366" y="49"/>
                    <a:pt x="2268" y="146"/>
                  </a:cubicBezTo>
                  <a:lnTo>
                    <a:pt x="201" y="2213"/>
                  </a:lnTo>
                  <a:cubicBezTo>
                    <a:pt x="7" y="2407"/>
                    <a:pt x="7" y="2719"/>
                    <a:pt x="201" y="2914"/>
                  </a:cubicBezTo>
                  <a:lnTo>
                    <a:pt x="2782" y="5501"/>
                  </a:lnTo>
                  <a:lnTo>
                    <a:pt x="195" y="8081"/>
                  </a:lnTo>
                  <a:cubicBezTo>
                    <a:pt x="0" y="8275"/>
                    <a:pt x="0" y="8587"/>
                    <a:pt x="195" y="8782"/>
                  </a:cubicBezTo>
                  <a:lnTo>
                    <a:pt x="2268" y="10856"/>
                  </a:lnTo>
                  <a:cubicBezTo>
                    <a:pt x="2366" y="10953"/>
                    <a:pt x="2492" y="11001"/>
                    <a:pt x="2619" y="11001"/>
                  </a:cubicBezTo>
                  <a:cubicBezTo>
                    <a:pt x="2745" y="11001"/>
                    <a:pt x="2872" y="10953"/>
                    <a:pt x="2969" y="10856"/>
                  </a:cubicBezTo>
                  <a:lnTo>
                    <a:pt x="5556" y="8268"/>
                  </a:lnTo>
                  <a:lnTo>
                    <a:pt x="8143" y="10856"/>
                  </a:lnTo>
                  <a:cubicBezTo>
                    <a:pt x="8241" y="10953"/>
                    <a:pt x="8367" y="11001"/>
                    <a:pt x="8494" y="11001"/>
                  </a:cubicBezTo>
                  <a:cubicBezTo>
                    <a:pt x="8620" y="11001"/>
                    <a:pt x="8747" y="10953"/>
                    <a:pt x="8844" y="10856"/>
                  </a:cubicBezTo>
                  <a:lnTo>
                    <a:pt x="10911" y="8789"/>
                  </a:lnTo>
                  <a:cubicBezTo>
                    <a:pt x="11105" y="8594"/>
                    <a:pt x="11105" y="8275"/>
                    <a:pt x="10911" y="8081"/>
                  </a:cubicBezTo>
                  <a:lnTo>
                    <a:pt x="8331" y="5501"/>
                  </a:lnTo>
                  <a:lnTo>
                    <a:pt x="10918" y="2914"/>
                  </a:lnTo>
                  <a:cubicBezTo>
                    <a:pt x="11112" y="2719"/>
                    <a:pt x="11112" y="2407"/>
                    <a:pt x="10918" y="2213"/>
                  </a:cubicBezTo>
                  <a:lnTo>
                    <a:pt x="8844" y="146"/>
                  </a:lnTo>
                  <a:cubicBezTo>
                    <a:pt x="8747" y="49"/>
                    <a:pt x="8620" y="0"/>
                    <a:pt x="8494" y="0"/>
                  </a:cubicBezTo>
                  <a:cubicBezTo>
                    <a:pt x="8367" y="0"/>
                    <a:pt x="8241" y="49"/>
                    <a:pt x="8143" y="146"/>
                  </a:cubicBezTo>
                  <a:lnTo>
                    <a:pt x="5556" y="2726"/>
                  </a:lnTo>
                  <a:lnTo>
                    <a:pt x="2969" y="146"/>
                  </a:lnTo>
                  <a:cubicBezTo>
                    <a:pt x="2872" y="49"/>
                    <a:pt x="2745" y="0"/>
                    <a:pt x="2619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3" name="Google Shape;3961;p60"/>
            <p:cNvSpPr/>
            <p:nvPr/>
          </p:nvSpPr>
          <p:spPr>
            <a:xfrm rot="21063150">
              <a:off x="5501956" y="2570390"/>
              <a:ext cx="971830" cy="392885"/>
            </a:xfrm>
            <a:custGeom>
              <a:avLst/>
              <a:gdLst/>
              <a:ahLst/>
              <a:cxnLst/>
              <a:rect l="l" t="t" r="r" b="b"/>
              <a:pathLst>
                <a:path w="11479" h="5990" extrusionOk="0">
                  <a:moveTo>
                    <a:pt x="2273" y="0"/>
                  </a:moveTo>
                  <a:lnTo>
                    <a:pt x="234" y="686"/>
                  </a:lnTo>
                  <a:cubicBezTo>
                    <a:pt x="234" y="686"/>
                    <a:pt x="0" y="1371"/>
                    <a:pt x="1354" y="4612"/>
                  </a:cubicBezTo>
                  <a:cubicBezTo>
                    <a:pt x="1782" y="5641"/>
                    <a:pt x="2842" y="5989"/>
                    <a:pt x="4079" y="5989"/>
                  </a:cubicBezTo>
                  <a:cubicBezTo>
                    <a:pt x="6659" y="5989"/>
                    <a:pt x="10009" y="4478"/>
                    <a:pt x="10009" y="4478"/>
                  </a:cubicBezTo>
                  <a:lnTo>
                    <a:pt x="10460" y="4311"/>
                  </a:lnTo>
                  <a:cubicBezTo>
                    <a:pt x="11028" y="4044"/>
                    <a:pt x="11212" y="3125"/>
                    <a:pt x="11195" y="2991"/>
                  </a:cubicBezTo>
                  <a:cubicBezTo>
                    <a:pt x="11187" y="2937"/>
                    <a:pt x="11063" y="2922"/>
                    <a:pt x="10933" y="2922"/>
                  </a:cubicBezTo>
                  <a:cubicBezTo>
                    <a:pt x="10784" y="2922"/>
                    <a:pt x="10627" y="2941"/>
                    <a:pt x="10627" y="2941"/>
                  </a:cubicBezTo>
                  <a:cubicBezTo>
                    <a:pt x="10777" y="2891"/>
                    <a:pt x="10928" y="2824"/>
                    <a:pt x="11078" y="2757"/>
                  </a:cubicBezTo>
                  <a:cubicBezTo>
                    <a:pt x="11295" y="2657"/>
                    <a:pt x="11446" y="2457"/>
                    <a:pt x="11479" y="2223"/>
                  </a:cubicBezTo>
                  <a:lnTo>
                    <a:pt x="11479" y="2223"/>
                  </a:lnTo>
                  <a:cubicBezTo>
                    <a:pt x="11479" y="2223"/>
                    <a:pt x="10894" y="2440"/>
                    <a:pt x="10577" y="2523"/>
                  </a:cubicBezTo>
                  <a:cubicBezTo>
                    <a:pt x="10427" y="2568"/>
                    <a:pt x="10160" y="2654"/>
                    <a:pt x="9971" y="2654"/>
                  </a:cubicBezTo>
                  <a:cubicBezTo>
                    <a:pt x="9803" y="2654"/>
                    <a:pt x="9697" y="2585"/>
                    <a:pt x="9791" y="2356"/>
                  </a:cubicBezTo>
                  <a:cubicBezTo>
                    <a:pt x="9908" y="2089"/>
                    <a:pt x="10075" y="1855"/>
                    <a:pt x="10293" y="1655"/>
                  </a:cubicBezTo>
                  <a:cubicBezTo>
                    <a:pt x="10346" y="1570"/>
                    <a:pt x="10291" y="1471"/>
                    <a:pt x="10192" y="1471"/>
                  </a:cubicBezTo>
                  <a:cubicBezTo>
                    <a:pt x="10135" y="1471"/>
                    <a:pt x="10065" y="1503"/>
                    <a:pt x="9992" y="1588"/>
                  </a:cubicBezTo>
                  <a:cubicBezTo>
                    <a:pt x="9825" y="1688"/>
                    <a:pt x="9691" y="1822"/>
                    <a:pt x="9557" y="1955"/>
                  </a:cubicBezTo>
                  <a:cubicBezTo>
                    <a:pt x="9474" y="2072"/>
                    <a:pt x="9390" y="2223"/>
                    <a:pt x="9307" y="2340"/>
                  </a:cubicBezTo>
                  <a:cubicBezTo>
                    <a:pt x="9207" y="2473"/>
                    <a:pt x="9106" y="2574"/>
                    <a:pt x="9039" y="2657"/>
                  </a:cubicBezTo>
                  <a:cubicBezTo>
                    <a:pt x="8362" y="2893"/>
                    <a:pt x="6592" y="3441"/>
                    <a:pt x="4786" y="3441"/>
                  </a:cubicBezTo>
                  <a:cubicBezTo>
                    <a:pt x="4544" y="3441"/>
                    <a:pt x="4301" y="3431"/>
                    <a:pt x="4060" y="3409"/>
                  </a:cubicBezTo>
                  <a:cubicBezTo>
                    <a:pt x="3709" y="3376"/>
                    <a:pt x="2273" y="0"/>
                    <a:pt x="2273" y="0"/>
                  </a:cubicBezTo>
                  <a:close/>
                </a:path>
              </a:pathLst>
            </a:custGeom>
            <a:solidFill>
              <a:srgbClr val="73574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4" name="Google Shape;3068;p56"/>
            <p:cNvSpPr/>
            <p:nvPr/>
          </p:nvSpPr>
          <p:spPr>
            <a:xfrm>
              <a:off x="6696669" y="3344481"/>
              <a:ext cx="450765" cy="246804"/>
            </a:xfrm>
            <a:custGeom>
              <a:avLst/>
              <a:gdLst/>
              <a:ahLst/>
              <a:cxnLst/>
              <a:rect l="l" t="t" r="r" b="b"/>
              <a:pathLst>
                <a:path w="16692" h="15384" extrusionOk="0">
                  <a:moveTo>
                    <a:pt x="7253" y="1"/>
                  </a:moveTo>
                  <a:cubicBezTo>
                    <a:pt x="6697" y="1"/>
                    <a:pt x="6143" y="67"/>
                    <a:pt x="5597" y="213"/>
                  </a:cubicBezTo>
                  <a:cubicBezTo>
                    <a:pt x="4612" y="463"/>
                    <a:pt x="3676" y="914"/>
                    <a:pt x="2857" y="1549"/>
                  </a:cubicBezTo>
                  <a:cubicBezTo>
                    <a:pt x="1855" y="2318"/>
                    <a:pt x="1086" y="3354"/>
                    <a:pt x="635" y="4523"/>
                  </a:cubicBezTo>
                  <a:cubicBezTo>
                    <a:pt x="134" y="5877"/>
                    <a:pt x="0" y="7347"/>
                    <a:pt x="251" y="8784"/>
                  </a:cubicBezTo>
                  <a:cubicBezTo>
                    <a:pt x="518" y="10371"/>
                    <a:pt x="1287" y="11825"/>
                    <a:pt x="2439" y="12961"/>
                  </a:cubicBezTo>
                  <a:cubicBezTo>
                    <a:pt x="3676" y="14164"/>
                    <a:pt x="5247" y="14966"/>
                    <a:pt x="6951" y="15250"/>
                  </a:cubicBezTo>
                  <a:cubicBezTo>
                    <a:pt x="7450" y="15340"/>
                    <a:pt x="7950" y="15383"/>
                    <a:pt x="8445" y="15383"/>
                  </a:cubicBezTo>
                  <a:cubicBezTo>
                    <a:pt x="11279" y="15383"/>
                    <a:pt x="13958" y="13954"/>
                    <a:pt x="15522" y="11508"/>
                  </a:cubicBezTo>
                  <a:cubicBezTo>
                    <a:pt x="15923" y="10889"/>
                    <a:pt x="16224" y="10204"/>
                    <a:pt x="16425" y="9486"/>
                  </a:cubicBezTo>
                  <a:cubicBezTo>
                    <a:pt x="16608" y="8801"/>
                    <a:pt x="16692" y="8099"/>
                    <a:pt x="16675" y="7397"/>
                  </a:cubicBezTo>
                  <a:cubicBezTo>
                    <a:pt x="16675" y="6144"/>
                    <a:pt x="16341" y="4908"/>
                    <a:pt x="15723" y="3822"/>
                  </a:cubicBezTo>
                  <a:cubicBezTo>
                    <a:pt x="15188" y="2919"/>
                    <a:pt x="14470" y="2168"/>
                    <a:pt x="13601" y="1616"/>
                  </a:cubicBezTo>
                  <a:cubicBezTo>
                    <a:pt x="12966" y="1182"/>
                    <a:pt x="12247" y="881"/>
                    <a:pt x="11496" y="714"/>
                  </a:cubicBezTo>
                  <a:cubicBezTo>
                    <a:pt x="11086" y="612"/>
                    <a:pt x="10664" y="560"/>
                    <a:pt x="10240" y="560"/>
                  </a:cubicBezTo>
                  <a:cubicBezTo>
                    <a:pt x="10180" y="560"/>
                    <a:pt x="10119" y="561"/>
                    <a:pt x="10059" y="564"/>
                  </a:cubicBezTo>
                  <a:cubicBezTo>
                    <a:pt x="9741" y="580"/>
                    <a:pt x="9557" y="630"/>
                    <a:pt x="9574" y="647"/>
                  </a:cubicBezTo>
                  <a:cubicBezTo>
                    <a:pt x="9574" y="731"/>
                    <a:pt x="10259" y="664"/>
                    <a:pt x="11412" y="1031"/>
                  </a:cubicBezTo>
                  <a:cubicBezTo>
                    <a:pt x="12097" y="1249"/>
                    <a:pt x="12749" y="1583"/>
                    <a:pt x="13333" y="2000"/>
                  </a:cubicBezTo>
                  <a:cubicBezTo>
                    <a:pt x="14102" y="2552"/>
                    <a:pt x="14737" y="3287"/>
                    <a:pt x="15188" y="4106"/>
                  </a:cubicBezTo>
                  <a:cubicBezTo>
                    <a:pt x="15739" y="5125"/>
                    <a:pt x="16007" y="6261"/>
                    <a:pt x="15973" y="7397"/>
                  </a:cubicBezTo>
                  <a:cubicBezTo>
                    <a:pt x="15973" y="8032"/>
                    <a:pt x="15873" y="8667"/>
                    <a:pt x="15706" y="9269"/>
                  </a:cubicBezTo>
                  <a:cubicBezTo>
                    <a:pt x="15506" y="9920"/>
                    <a:pt x="15222" y="10522"/>
                    <a:pt x="14871" y="11090"/>
                  </a:cubicBezTo>
                  <a:cubicBezTo>
                    <a:pt x="13420" y="13265"/>
                    <a:pt x="11002" y="14533"/>
                    <a:pt x="8450" y="14533"/>
                  </a:cubicBezTo>
                  <a:cubicBezTo>
                    <a:pt x="8003" y="14533"/>
                    <a:pt x="7552" y="14495"/>
                    <a:pt x="7101" y="14415"/>
                  </a:cubicBezTo>
                  <a:cubicBezTo>
                    <a:pt x="5564" y="14148"/>
                    <a:pt x="4144" y="13446"/>
                    <a:pt x="3024" y="12376"/>
                  </a:cubicBezTo>
                  <a:cubicBezTo>
                    <a:pt x="1988" y="11357"/>
                    <a:pt x="1287" y="10054"/>
                    <a:pt x="1019" y="8634"/>
                  </a:cubicBezTo>
                  <a:cubicBezTo>
                    <a:pt x="769" y="7347"/>
                    <a:pt x="869" y="6010"/>
                    <a:pt x="1303" y="4774"/>
                  </a:cubicBezTo>
                  <a:cubicBezTo>
                    <a:pt x="1504" y="4223"/>
                    <a:pt x="1771" y="3688"/>
                    <a:pt x="2122" y="3203"/>
                  </a:cubicBezTo>
                  <a:cubicBezTo>
                    <a:pt x="2439" y="2769"/>
                    <a:pt x="2824" y="2368"/>
                    <a:pt x="3241" y="2017"/>
                  </a:cubicBezTo>
                  <a:cubicBezTo>
                    <a:pt x="3977" y="1399"/>
                    <a:pt x="4812" y="948"/>
                    <a:pt x="5731" y="664"/>
                  </a:cubicBezTo>
                  <a:cubicBezTo>
                    <a:pt x="6416" y="463"/>
                    <a:pt x="7151" y="346"/>
                    <a:pt x="7870" y="346"/>
                  </a:cubicBezTo>
                  <a:cubicBezTo>
                    <a:pt x="8911" y="361"/>
                    <a:pt x="9539" y="563"/>
                    <a:pt x="9700" y="563"/>
                  </a:cubicBezTo>
                  <a:cubicBezTo>
                    <a:pt x="9725" y="563"/>
                    <a:pt x="9739" y="558"/>
                    <a:pt x="9741" y="547"/>
                  </a:cubicBezTo>
                  <a:cubicBezTo>
                    <a:pt x="9758" y="530"/>
                    <a:pt x="9591" y="447"/>
                    <a:pt x="9290" y="313"/>
                  </a:cubicBezTo>
                  <a:cubicBezTo>
                    <a:pt x="9140" y="263"/>
                    <a:pt x="8939" y="213"/>
                    <a:pt x="8705" y="146"/>
                  </a:cubicBezTo>
                  <a:cubicBezTo>
                    <a:pt x="8588" y="112"/>
                    <a:pt x="8471" y="96"/>
                    <a:pt x="8321" y="79"/>
                  </a:cubicBezTo>
                  <a:cubicBezTo>
                    <a:pt x="8187" y="46"/>
                    <a:pt x="8037" y="29"/>
                    <a:pt x="7886" y="29"/>
                  </a:cubicBezTo>
                  <a:cubicBezTo>
                    <a:pt x="7675" y="10"/>
                    <a:pt x="7464" y="1"/>
                    <a:pt x="7253" y="1"/>
                  </a:cubicBezTo>
                  <a:close/>
                </a:path>
              </a:pathLst>
            </a:cu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5" name="Google Shape;3068;p56"/>
            <p:cNvSpPr/>
            <p:nvPr/>
          </p:nvSpPr>
          <p:spPr>
            <a:xfrm rot="1262513">
              <a:off x="6561611" y="4144998"/>
              <a:ext cx="343669" cy="246804"/>
            </a:xfrm>
            <a:custGeom>
              <a:avLst/>
              <a:gdLst/>
              <a:ahLst/>
              <a:cxnLst/>
              <a:rect l="l" t="t" r="r" b="b"/>
              <a:pathLst>
                <a:path w="16692" h="15384" extrusionOk="0">
                  <a:moveTo>
                    <a:pt x="7253" y="1"/>
                  </a:moveTo>
                  <a:cubicBezTo>
                    <a:pt x="6697" y="1"/>
                    <a:pt x="6143" y="67"/>
                    <a:pt x="5597" y="213"/>
                  </a:cubicBezTo>
                  <a:cubicBezTo>
                    <a:pt x="4612" y="463"/>
                    <a:pt x="3676" y="914"/>
                    <a:pt x="2857" y="1549"/>
                  </a:cubicBezTo>
                  <a:cubicBezTo>
                    <a:pt x="1855" y="2318"/>
                    <a:pt x="1086" y="3354"/>
                    <a:pt x="635" y="4523"/>
                  </a:cubicBezTo>
                  <a:cubicBezTo>
                    <a:pt x="134" y="5877"/>
                    <a:pt x="0" y="7347"/>
                    <a:pt x="251" y="8784"/>
                  </a:cubicBezTo>
                  <a:cubicBezTo>
                    <a:pt x="518" y="10371"/>
                    <a:pt x="1287" y="11825"/>
                    <a:pt x="2439" y="12961"/>
                  </a:cubicBezTo>
                  <a:cubicBezTo>
                    <a:pt x="3676" y="14164"/>
                    <a:pt x="5247" y="14966"/>
                    <a:pt x="6951" y="15250"/>
                  </a:cubicBezTo>
                  <a:cubicBezTo>
                    <a:pt x="7450" y="15340"/>
                    <a:pt x="7950" y="15383"/>
                    <a:pt x="8445" y="15383"/>
                  </a:cubicBezTo>
                  <a:cubicBezTo>
                    <a:pt x="11279" y="15383"/>
                    <a:pt x="13958" y="13954"/>
                    <a:pt x="15522" y="11508"/>
                  </a:cubicBezTo>
                  <a:cubicBezTo>
                    <a:pt x="15923" y="10889"/>
                    <a:pt x="16224" y="10204"/>
                    <a:pt x="16425" y="9486"/>
                  </a:cubicBezTo>
                  <a:cubicBezTo>
                    <a:pt x="16608" y="8801"/>
                    <a:pt x="16692" y="8099"/>
                    <a:pt x="16675" y="7397"/>
                  </a:cubicBezTo>
                  <a:cubicBezTo>
                    <a:pt x="16675" y="6144"/>
                    <a:pt x="16341" y="4908"/>
                    <a:pt x="15723" y="3822"/>
                  </a:cubicBezTo>
                  <a:cubicBezTo>
                    <a:pt x="15188" y="2919"/>
                    <a:pt x="14470" y="2168"/>
                    <a:pt x="13601" y="1616"/>
                  </a:cubicBezTo>
                  <a:cubicBezTo>
                    <a:pt x="12966" y="1182"/>
                    <a:pt x="12247" y="881"/>
                    <a:pt x="11496" y="714"/>
                  </a:cubicBezTo>
                  <a:cubicBezTo>
                    <a:pt x="11086" y="612"/>
                    <a:pt x="10664" y="560"/>
                    <a:pt x="10240" y="560"/>
                  </a:cubicBezTo>
                  <a:cubicBezTo>
                    <a:pt x="10180" y="560"/>
                    <a:pt x="10119" y="561"/>
                    <a:pt x="10059" y="564"/>
                  </a:cubicBezTo>
                  <a:cubicBezTo>
                    <a:pt x="9741" y="580"/>
                    <a:pt x="9557" y="630"/>
                    <a:pt x="9574" y="647"/>
                  </a:cubicBezTo>
                  <a:cubicBezTo>
                    <a:pt x="9574" y="731"/>
                    <a:pt x="10259" y="664"/>
                    <a:pt x="11412" y="1031"/>
                  </a:cubicBezTo>
                  <a:cubicBezTo>
                    <a:pt x="12097" y="1249"/>
                    <a:pt x="12749" y="1583"/>
                    <a:pt x="13333" y="2000"/>
                  </a:cubicBezTo>
                  <a:cubicBezTo>
                    <a:pt x="14102" y="2552"/>
                    <a:pt x="14737" y="3287"/>
                    <a:pt x="15188" y="4106"/>
                  </a:cubicBezTo>
                  <a:cubicBezTo>
                    <a:pt x="15739" y="5125"/>
                    <a:pt x="16007" y="6261"/>
                    <a:pt x="15973" y="7397"/>
                  </a:cubicBezTo>
                  <a:cubicBezTo>
                    <a:pt x="15973" y="8032"/>
                    <a:pt x="15873" y="8667"/>
                    <a:pt x="15706" y="9269"/>
                  </a:cubicBezTo>
                  <a:cubicBezTo>
                    <a:pt x="15506" y="9920"/>
                    <a:pt x="15222" y="10522"/>
                    <a:pt x="14871" y="11090"/>
                  </a:cubicBezTo>
                  <a:cubicBezTo>
                    <a:pt x="13420" y="13265"/>
                    <a:pt x="11002" y="14533"/>
                    <a:pt x="8450" y="14533"/>
                  </a:cubicBezTo>
                  <a:cubicBezTo>
                    <a:pt x="8003" y="14533"/>
                    <a:pt x="7552" y="14495"/>
                    <a:pt x="7101" y="14415"/>
                  </a:cubicBezTo>
                  <a:cubicBezTo>
                    <a:pt x="5564" y="14148"/>
                    <a:pt x="4144" y="13446"/>
                    <a:pt x="3024" y="12376"/>
                  </a:cubicBezTo>
                  <a:cubicBezTo>
                    <a:pt x="1988" y="11357"/>
                    <a:pt x="1287" y="10054"/>
                    <a:pt x="1019" y="8634"/>
                  </a:cubicBezTo>
                  <a:cubicBezTo>
                    <a:pt x="769" y="7347"/>
                    <a:pt x="869" y="6010"/>
                    <a:pt x="1303" y="4774"/>
                  </a:cubicBezTo>
                  <a:cubicBezTo>
                    <a:pt x="1504" y="4223"/>
                    <a:pt x="1771" y="3688"/>
                    <a:pt x="2122" y="3203"/>
                  </a:cubicBezTo>
                  <a:cubicBezTo>
                    <a:pt x="2439" y="2769"/>
                    <a:pt x="2824" y="2368"/>
                    <a:pt x="3241" y="2017"/>
                  </a:cubicBezTo>
                  <a:cubicBezTo>
                    <a:pt x="3977" y="1399"/>
                    <a:pt x="4812" y="948"/>
                    <a:pt x="5731" y="664"/>
                  </a:cubicBezTo>
                  <a:cubicBezTo>
                    <a:pt x="6416" y="463"/>
                    <a:pt x="7151" y="346"/>
                    <a:pt x="7870" y="346"/>
                  </a:cubicBezTo>
                  <a:cubicBezTo>
                    <a:pt x="8911" y="361"/>
                    <a:pt x="9539" y="563"/>
                    <a:pt x="9700" y="563"/>
                  </a:cubicBezTo>
                  <a:cubicBezTo>
                    <a:pt x="9725" y="563"/>
                    <a:pt x="9739" y="558"/>
                    <a:pt x="9741" y="547"/>
                  </a:cubicBezTo>
                  <a:cubicBezTo>
                    <a:pt x="9758" y="530"/>
                    <a:pt x="9591" y="447"/>
                    <a:pt x="9290" y="313"/>
                  </a:cubicBezTo>
                  <a:cubicBezTo>
                    <a:pt x="9140" y="263"/>
                    <a:pt x="8939" y="213"/>
                    <a:pt x="8705" y="146"/>
                  </a:cubicBezTo>
                  <a:cubicBezTo>
                    <a:pt x="8588" y="112"/>
                    <a:pt x="8471" y="96"/>
                    <a:pt x="8321" y="79"/>
                  </a:cubicBezTo>
                  <a:cubicBezTo>
                    <a:pt x="8187" y="46"/>
                    <a:pt x="8037" y="29"/>
                    <a:pt x="7886" y="29"/>
                  </a:cubicBezTo>
                  <a:cubicBezTo>
                    <a:pt x="7675" y="10"/>
                    <a:pt x="7464" y="1"/>
                    <a:pt x="7253" y="1"/>
                  </a:cubicBezTo>
                  <a:close/>
                </a:path>
              </a:pathLst>
            </a:cu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483429525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653</Words>
  <Application>Microsoft Office PowerPoint</Application>
  <PresentationFormat>Widescreen</PresentationFormat>
  <Paragraphs>94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Aptos</vt:lpstr>
      <vt:lpstr>Aptos Display</vt:lpstr>
      <vt:lpstr>Arial</vt:lpstr>
      <vt:lpstr>Courier New</vt:lpstr>
      <vt:lpstr>Josefin Sans</vt:lpstr>
      <vt:lpstr>Poppins</vt:lpstr>
      <vt:lpstr>Poppins Light</vt:lpstr>
      <vt:lpstr>Symbol</vt:lpstr>
      <vt:lpstr>Wingdings</vt:lpstr>
      <vt:lpstr>Office Theme</vt:lpstr>
      <vt:lpstr>SET A GOAL</vt:lpstr>
      <vt:lpstr>SELF-ASSESSMENT QUESTIONNAIRE  setting a goal  </vt:lpstr>
      <vt:lpstr>WHAT YOU NEED TO DO Set a SMART-PI goal: </vt:lpstr>
      <vt:lpstr>  SET A SMART-PI GOAL:   </vt:lpstr>
      <vt:lpstr>Habakkuk 2:2 </vt:lpstr>
      <vt:lpstr>EXERCISE: Rephrasing the Objectives</vt:lpstr>
      <vt:lpstr>EXERCISE :  Set a Goal for Your Business</vt:lpstr>
      <vt:lpstr>EXERCISE :  Set a Goal for Your Business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SET A GOAL</dc:title>
  <dc:creator>Shona Passfield</dc:creator>
  <cp:lastModifiedBy>Shona Passfield</cp:lastModifiedBy>
  <cp:revision>1</cp:revision>
  <dcterms:created xsi:type="dcterms:W3CDTF">2024-04-11T09:54:25Z</dcterms:created>
  <dcterms:modified xsi:type="dcterms:W3CDTF">2024-04-11T10:07:33Z</dcterms:modified>
</cp:coreProperties>
</file>