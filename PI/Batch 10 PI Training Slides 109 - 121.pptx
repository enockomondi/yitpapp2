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610" r:id="rId2"/>
    <p:sldId id="578" r:id="rId3"/>
    <p:sldId id="590" r:id="rId4"/>
    <p:sldId id="591" r:id="rId5"/>
    <p:sldId id="592" r:id="rId6"/>
    <p:sldId id="897" r:id="rId7"/>
    <p:sldId id="464" r:id="rId8"/>
    <p:sldId id="465" r:id="rId9"/>
    <p:sldId id="466" r:id="rId10"/>
    <p:sldId id="911" r:id="rId11"/>
    <p:sldId id="912" r:id="rId12"/>
    <p:sldId id="5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na Passfield" userId="8b3d8d318c456f76" providerId="LiveId" clId="{581D8396-C2BE-482C-B779-0F32D0BB19E4}"/>
    <pc:docChg chg="custSel modSld">
      <pc:chgData name="Shona Passfield" userId="8b3d8d318c456f76" providerId="LiveId" clId="{581D8396-C2BE-482C-B779-0F32D0BB19E4}" dt="2024-06-27T15:12:56.237" v="88" actId="20577"/>
      <pc:docMkLst>
        <pc:docMk/>
      </pc:docMkLst>
      <pc:sldChg chg="modSp mod">
        <pc:chgData name="Shona Passfield" userId="8b3d8d318c456f76" providerId="LiveId" clId="{581D8396-C2BE-482C-B779-0F32D0BB19E4}" dt="2024-06-27T15:11:01.953" v="77" actId="113"/>
        <pc:sldMkLst>
          <pc:docMk/>
          <pc:sldMk cId="2086966669" sldId="464"/>
        </pc:sldMkLst>
        <pc:spChg chg="mod">
          <ac:chgData name="Shona Passfield" userId="8b3d8d318c456f76" providerId="LiveId" clId="{581D8396-C2BE-482C-B779-0F32D0BB19E4}" dt="2024-06-27T15:11:01.953" v="77" actId="113"/>
          <ac:spMkLst>
            <pc:docMk/>
            <pc:sldMk cId="2086966669" sldId="464"/>
            <ac:spMk id="137220" creationId="{00000000-0000-0000-0000-000000000000}"/>
          </ac:spMkLst>
        </pc:spChg>
      </pc:sldChg>
      <pc:sldChg chg="modSp mod">
        <pc:chgData name="Shona Passfield" userId="8b3d8d318c456f76" providerId="LiveId" clId="{581D8396-C2BE-482C-B779-0F32D0BB19E4}" dt="2024-06-27T15:12:56.237" v="88" actId="20577"/>
        <pc:sldMkLst>
          <pc:docMk/>
          <pc:sldMk cId="1385462930" sldId="466"/>
        </pc:sldMkLst>
        <pc:spChg chg="mod">
          <ac:chgData name="Shona Passfield" userId="8b3d8d318c456f76" providerId="LiveId" clId="{581D8396-C2BE-482C-B779-0F32D0BB19E4}" dt="2024-06-27T15:12:56.237" v="88" actId="20577"/>
          <ac:spMkLst>
            <pc:docMk/>
            <pc:sldMk cId="1385462930" sldId="466"/>
            <ac:spMk id="2" creationId="{00000000-0000-0000-0000-000000000000}"/>
          </ac:spMkLst>
        </pc:spChg>
      </pc:sldChg>
      <pc:sldChg chg="modSp mod">
        <pc:chgData name="Shona Passfield" userId="8b3d8d318c456f76" providerId="LiveId" clId="{581D8396-C2BE-482C-B779-0F32D0BB19E4}" dt="2024-06-27T15:06:56.423" v="19" actId="20577"/>
        <pc:sldMkLst>
          <pc:docMk/>
          <pc:sldMk cId="3903098757" sldId="590"/>
        </pc:sldMkLst>
        <pc:spChg chg="mod">
          <ac:chgData name="Shona Passfield" userId="8b3d8d318c456f76" providerId="LiveId" clId="{581D8396-C2BE-482C-B779-0F32D0BB19E4}" dt="2024-06-27T15:06:56.423" v="19" actId="20577"/>
          <ac:spMkLst>
            <pc:docMk/>
            <pc:sldMk cId="3903098757" sldId="590"/>
            <ac:spMk id="42" creationId="{00000000-0000-0000-0000-000000000000}"/>
          </ac:spMkLst>
        </pc:spChg>
      </pc:sldChg>
      <pc:sldChg chg="modSp mod">
        <pc:chgData name="Shona Passfield" userId="8b3d8d318c456f76" providerId="LiveId" clId="{581D8396-C2BE-482C-B779-0F32D0BB19E4}" dt="2024-06-27T15:08:40.496" v="33" actId="313"/>
        <pc:sldMkLst>
          <pc:docMk/>
          <pc:sldMk cId="691213206" sldId="591"/>
        </pc:sldMkLst>
        <pc:spChg chg="mod">
          <ac:chgData name="Shona Passfield" userId="8b3d8d318c456f76" providerId="LiveId" clId="{581D8396-C2BE-482C-B779-0F32D0BB19E4}" dt="2024-06-27T15:07:33.115" v="22" actId="20577"/>
          <ac:spMkLst>
            <pc:docMk/>
            <pc:sldMk cId="691213206" sldId="591"/>
            <ac:spMk id="20" creationId="{00000000-0000-0000-0000-000000000000}"/>
          </ac:spMkLst>
        </pc:spChg>
        <pc:spChg chg="mod">
          <ac:chgData name="Shona Passfield" userId="8b3d8d318c456f76" providerId="LiveId" clId="{581D8396-C2BE-482C-B779-0F32D0BB19E4}" dt="2024-06-27T15:08:09.819" v="29" actId="20577"/>
          <ac:spMkLst>
            <pc:docMk/>
            <pc:sldMk cId="691213206" sldId="591"/>
            <ac:spMk id="25" creationId="{00000000-0000-0000-0000-000000000000}"/>
          </ac:spMkLst>
        </pc:spChg>
        <pc:spChg chg="mod">
          <ac:chgData name="Shona Passfield" userId="8b3d8d318c456f76" providerId="LiveId" clId="{581D8396-C2BE-482C-B779-0F32D0BB19E4}" dt="2024-06-27T15:08:40.496" v="33" actId="313"/>
          <ac:spMkLst>
            <pc:docMk/>
            <pc:sldMk cId="691213206" sldId="591"/>
            <ac:spMk id="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57D05-CB74-4D01-8521-963F99161E77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9DCAF-4EC5-4B2E-9F06-EE1F853151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61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201d02545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9201d02545_1_109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77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00b47a8e7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600b47a8e7_0_77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951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r>
              <a:rPr lang="de-DE" dirty="0"/>
              <a:t>Add in </a:t>
            </a:r>
            <a:r>
              <a:rPr lang="de-DE" dirty="0" err="1"/>
              <a:t>manual</a:t>
            </a:r>
            <a:r>
              <a:rPr lang="de-DE" dirty="0"/>
              <a:t>:</a:t>
            </a:r>
          </a:p>
          <a:p>
            <a:pPr marL="161163" indent="0"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tend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over-optimistic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own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.</a:t>
            </a:r>
          </a:p>
          <a:p>
            <a:pPr marL="161163" indent="0">
              <a:buNone/>
            </a:pPr>
            <a:r>
              <a:rPr lang="de-DE" dirty="0"/>
              <a:t>But </a:t>
            </a:r>
            <a:r>
              <a:rPr lang="de-DE" dirty="0" err="1"/>
              <a:t>tend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surprisingly</a:t>
            </a:r>
            <a:r>
              <a:rPr lang="de-DE" dirty="0"/>
              <a:t> </a:t>
            </a:r>
            <a:r>
              <a:rPr lang="de-DE" dirty="0" err="1"/>
              <a:t>accurate</a:t>
            </a:r>
            <a:r>
              <a:rPr lang="de-DE" baseline="0" dirty="0"/>
              <a:t> </a:t>
            </a:r>
            <a:r>
              <a:rPr lang="de-DE" baseline="0" dirty="0" err="1"/>
              <a:t>when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comes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others</a:t>
            </a:r>
            <a:r>
              <a:rPr lang="de-DE" baseline="0" dirty="0"/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378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347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70bd74dec0_0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g70bd74dec0_0_768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r>
              <a:rPr lang="de-DE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heading</a:t>
            </a:r>
            <a:r>
              <a:rPr lang="de-DE" baseline="0" dirty="0"/>
              <a:t>: </a:t>
            </a:r>
            <a:r>
              <a:rPr lang="de-DE" baseline="0" dirty="0" err="1"/>
              <a:t>create</a:t>
            </a:r>
            <a:r>
              <a:rPr lang="de-DE" baseline="0" dirty="0"/>
              <a:t> a plan from a </a:t>
            </a:r>
            <a:r>
              <a:rPr lang="de-DE" baseline="0" dirty="0" err="1"/>
              <a:t>goal</a:t>
            </a:r>
            <a:r>
              <a:rPr lang="de-DE" baseline="0" dirty="0"/>
              <a:t>.</a:t>
            </a:r>
          </a:p>
          <a:p>
            <a:pPr marL="0" indent="0">
              <a:buNone/>
            </a:pPr>
            <a:r>
              <a:rPr lang="de-DE" baseline="0" dirty="0"/>
              <a:t>Rest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information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less</a:t>
            </a:r>
            <a:r>
              <a:rPr lang="de-DE" baseline="0" dirty="0"/>
              <a:t> </a:t>
            </a:r>
            <a:r>
              <a:rPr lang="de-DE" baseline="0" dirty="0" err="1"/>
              <a:t>important</a:t>
            </a:r>
            <a:r>
              <a:rPr lang="de-DE" dirty="0"/>
              <a:t>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GENERAL DISCUSSION ON PLANNING &amp; TIME MANAGEMENT:</a:t>
            </a:r>
          </a:p>
          <a:p>
            <a:pPr marL="0" indent="0">
              <a:buNone/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weekly</a:t>
            </a:r>
            <a:r>
              <a:rPr lang="de-DE" dirty="0"/>
              <a:t> plan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effective</a:t>
            </a:r>
            <a:r>
              <a:rPr lang="de-DE" dirty="0"/>
              <a:t>?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cpmplex</a:t>
            </a:r>
            <a:r>
              <a:rPr lang="de-DE" dirty="0"/>
              <a:t>?</a:t>
            </a:r>
          </a:p>
          <a:p>
            <a:pPr marL="0" indent="0">
              <a:buNone/>
            </a:pP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introduce</a:t>
            </a:r>
            <a:r>
              <a:rPr lang="de-DE" dirty="0"/>
              <a:t> </a:t>
            </a:r>
            <a:r>
              <a:rPr lang="de-DE" dirty="0" err="1"/>
              <a:t>various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chose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individual </a:t>
            </a:r>
            <a:r>
              <a:rPr lang="de-DE" dirty="0" err="1"/>
              <a:t>preference</a:t>
            </a:r>
            <a:r>
              <a:rPr lang="de-DE" dirty="0"/>
              <a:t>/style.</a:t>
            </a:r>
          </a:p>
          <a:p>
            <a:pPr marL="174056" indent="-174056">
              <a:buFontTx/>
              <a:buChar char="-"/>
            </a:pPr>
            <a:r>
              <a:rPr lang="de-DE" dirty="0" err="1"/>
              <a:t>Weekly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(</a:t>
            </a:r>
            <a:r>
              <a:rPr lang="de-DE" dirty="0" err="1"/>
              <a:t>mon</a:t>
            </a:r>
            <a:r>
              <a:rPr lang="de-DE" baseline="0" dirty="0"/>
              <a:t> – Sun)</a:t>
            </a:r>
          </a:p>
          <a:p>
            <a:pPr marL="174056" indent="-174056">
              <a:buFontTx/>
              <a:buChar char="-"/>
            </a:pPr>
            <a:r>
              <a:rPr lang="de-DE" baseline="0" dirty="0" err="1"/>
              <a:t>To</a:t>
            </a:r>
            <a:r>
              <a:rPr lang="de-DE" baseline="0" dirty="0"/>
              <a:t> Do List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indication</a:t>
            </a:r>
            <a:r>
              <a:rPr lang="de-DE" baseline="0" dirty="0"/>
              <a:t> </a:t>
            </a:r>
            <a:r>
              <a:rPr lang="de-DE" baseline="0" dirty="0" err="1"/>
              <a:t>when</a:t>
            </a:r>
            <a:r>
              <a:rPr lang="de-DE" baseline="0" dirty="0"/>
              <a:t> I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check </a:t>
            </a:r>
            <a:r>
              <a:rPr lang="de-DE" baseline="0" dirty="0" err="1"/>
              <a:t>sth</a:t>
            </a:r>
            <a:r>
              <a:rPr lang="de-DE" baseline="0" dirty="0"/>
              <a:t> off</a:t>
            </a:r>
          </a:p>
          <a:p>
            <a:pPr marL="174056" indent="-174056">
              <a:buFontTx/>
              <a:buChar char="-"/>
            </a:pPr>
            <a:r>
              <a:rPr lang="de-DE" dirty="0" err="1"/>
              <a:t>Assign</a:t>
            </a:r>
            <a:r>
              <a:rPr lang="de-DE" dirty="0"/>
              <a:t> </a:t>
            </a:r>
            <a:r>
              <a:rPr lang="de-DE" dirty="0" err="1"/>
              <a:t>topics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days</a:t>
            </a:r>
            <a:r>
              <a:rPr lang="de-DE" dirty="0"/>
              <a:t> (</a:t>
            </a:r>
            <a:r>
              <a:rPr lang="de-DE" dirty="0" err="1"/>
              <a:t>overall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I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work</a:t>
            </a:r>
            <a:r>
              <a:rPr lang="de-DE" dirty="0"/>
              <a:t> on </a:t>
            </a:r>
            <a:r>
              <a:rPr lang="de-DE" dirty="0" err="1"/>
              <a:t>on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day</a:t>
            </a:r>
            <a:r>
              <a:rPr lang="de-DE" dirty="0"/>
              <a:t>)</a:t>
            </a:r>
          </a:p>
          <a:p>
            <a:pPr marL="174056" indent="-174056">
              <a:buFontTx/>
              <a:buChar char="-"/>
            </a:pPr>
            <a:r>
              <a:rPr lang="de-DE" dirty="0"/>
              <a:t>Flexible </a:t>
            </a:r>
            <a:r>
              <a:rPr lang="de-DE" dirty="0" err="1"/>
              <a:t>planning</a:t>
            </a:r>
            <a:r>
              <a:rPr lang="de-DE" baseline="0" dirty="0"/>
              <a:t> vs. </a:t>
            </a:r>
            <a:r>
              <a:rPr lang="de-DE" baseline="0" dirty="0" err="1"/>
              <a:t>Tight</a:t>
            </a:r>
            <a:r>
              <a:rPr lang="de-DE" baseline="0" dirty="0"/>
              <a:t> plan</a:t>
            </a:r>
          </a:p>
          <a:p>
            <a:pPr marL="174056" indent="-174056">
              <a:buFontTx/>
              <a:buChar char="-"/>
            </a:pPr>
            <a:r>
              <a:rPr lang="de-DE" baseline="0" dirty="0" err="1"/>
              <a:t>If</a:t>
            </a:r>
            <a:r>
              <a:rPr lang="de-DE" baseline="0" dirty="0"/>
              <a:t> A, </a:t>
            </a:r>
            <a:r>
              <a:rPr lang="de-DE" baseline="0" dirty="0" err="1"/>
              <a:t>then</a:t>
            </a:r>
            <a:r>
              <a:rPr lang="de-DE" baseline="0" dirty="0"/>
              <a:t> B </a:t>
            </a:r>
            <a:r>
              <a:rPr lang="de-DE" baseline="0" dirty="0" err="1"/>
              <a:t>planning</a:t>
            </a:r>
            <a:r>
              <a:rPr lang="de-DE" baseline="0" dirty="0"/>
              <a:t> (</a:t>
            </a:r>
            <a:r>
              <a:rPr lang="de-DE" baseline="0" dirty="0" err="1"/>
              <a:t>Gollwitz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857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r>
              <a:rPr lang="en-US" dirty="0"/>
              <a:t>Reformulate entire exercise for</a:t>
            </a:r>
            <a:r>
              <a:rPr lang="en-US" baseline="0" dirty="0"/>
              <a:t> their own businesses. Maybe simpler version (to avoid </a:t>
            </a:r>
            <a:r>
              <a:rPr lang="en-US" baseline="0" dirty="0" err="1"/>
              <a:t>duplicaitons</a:t>
            </a:r>
            <a:r>
              <a:rPr lang="en-US" baseline="0" dirty="0"/>
              <a:t> with the exercises in the personal project)</a:t>
            </a:r>
            <a:endParaRPr lang="en-US" dirty="0"/>
          </a:p>
          <a:p>
            <a:pPr marL="161163" indent="0">
              <a:buNone/>
            </a:pPr>
            <a:endParaRPr lang="en-US" dirty="0"/>
          </a:p>
          <a:p>
            <a:pPr marL="161163" indent="0">
              <a:buNone/>
            </a:pPr>
            <a:r>
              <a:rPr lang="en-US" dirty="0"/>
              <a:t>Other idea: Other case study: production of small dresses</a:t>
            </a:r>
            <a:r>
              <a:rPr lang="en-US" baseline="0" dirty="0"/>
              <a:t> as business cards from leftover fabric</a:t>
            </a:r>
          </a:p>
          <a:p>
            <a:pPr marL="161163" indent="0">
              <a:buNone/>
            </a:pPr>
            <a:endParaRPr lang="en-US" baseline="0" dirty="0"/>
          </a:p>
          <a:p>
            <a:pPr marL="161163" indent="0"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9758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5115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9492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5793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6510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00b47a8e7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600b47a8e7_0_77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94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FD12-1732-4C60-A9E6-1623DFAFF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FB188-F01C-F4AC-AFDF-CB89575F9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3ABC9-7DD3-D139-3895-91947CF4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6EE42-4DB2-C3A7-F4E6-D3518C80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6CC45-993C-8D48-12EC-33348D29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88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82BE-C180-CAA7-6F1F-F1A84EA2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50A2-414B-5A11-FD53-EAEB9F12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C820-ADA6-FFBB-248B-1EC625F5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67016-DB9E-4509-0FDC-822FE768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8B500-5AEC-5914-B519-E3622CF8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27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7EF2-62D1-E9D1-20F0-79F37630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25346-DFBE-77F2-2912-6673A5006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52A82-FB29-4725-ED3E-6E146DBE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1BE34-C6F3-6643-8701-50840BFB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294C2-1F97-25C8-9CC9-2962766F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26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918B-C2AA-ED49-D7B2-14A6F341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184A1-3437-9A5F-C007-BFA8A8AAA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ECC03-35A9-8D89-060E-4908D72CB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38CA8-250C-7551-2E75-6325C660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9FE11-726C-9C9D-67A7-A134383A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09A33-6C58-E5D1-516C-3A5320D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24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7840-F4F1-B3BD-E64E-8A83232F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8F79F-EC62-CB5D-4211-3682E7AEF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7AA16-8EA3-3317-E45C-7F523E854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975E-6612-84C3-345A-75DBFA0A5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60A75-746C-A371-EB88-6B226BF75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4B2B9-6C7C-B54E-823B-7270F217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F1906-F6EE-CDB1-4BF6-87F1DD2B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056405-8840-5DA8-40F2-B454F2E7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3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16D2-09DC-36C5-D2D5-DE12E435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318F3-C702-EFF9-E101-DEE869C8B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4BB4D-B0E7-6CB5-9901-D530E533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20B65-8079-78D6-2866-9CBC274F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57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35BF0-7629-B137-CA37-2A90E6DB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41958-FF60-E5DD-E3C4-58BC18CE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FDF3C-45AD-9877-34CC-69275806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92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1BD3-16DB-C4EF-4DE8-F908287A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90F94-C36B-2285-78AD-F998E28E4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BFF0F-95A3-9FED-6183-B4A815D39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F5A95-B5AD-A53F-0963-660D425F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37D8B-4F97-5645-98A5-787A1CAC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2EBF5-131E-570C-B2AF-5E73D02D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89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977C-5155-5321-BDC4-304D17166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DC4D3-B751-63A1-E133-8E6C4867E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9922D-1B47-5B20-D125-902A550A3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B608D-0B26-A9B9-FAED-69F1757D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B151B-6D32-6F42-C2CE-C7031970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F062E-49FE-375B-3A1D-380B01F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24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B1B5-6FCF-D47D-7309-A17905E6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E3260-9C3D-A9E6-210E-BA3B9820A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9634B-9B35-5E64-C3A9-C5B54455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975C8-DE6F-7501-DAA9-33F471B36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2BD3A-2635-9C3E-D255-3F130566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6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CC721-8744-6FAC-3F87-8FDEF52D1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5B0DB-1A4C-7EAA-CC84-8E0A14824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38EB2-3ECE-3173-A2DB-6BFC6F8E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EB2E8-00CC-E23A-95BA-D0DED1A1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857F-2A07-BA95-B610-E7E2B6CD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946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913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>
  <p:cSld name="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61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2">
  <p:cSld name="Four columns 2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25"/>
          <p:cNvGrpSpPr/>
          <p:nvPr/>
        </p:nvGrpSpPr>
        <p:grpSpPr>
          <a:xfrm>
            <a:off x="8680199" y="2621218"/>
            <a:ext cx="2896807" cy="3613017"/>
            <a:chOff x="6510149" y="1949738"/>
            <a:chExt cx="2172605" cy="2709763"/>
          </a:xfrm>
        </p:grpSpPr>
        <p:sp>
          <p:nvSpPr>
            <p:cNvPr id="686" name="Google Shape;686;p25"/>
            <p:cNvSpPr/>
            <p:nvPr/>
          </p:nvSpPr>
          <p:spPr>
            <a:xfrm>
              <a:off x="6510149" y="4267946"/>
              <a:ext cx="120540" cy="388831"/>
            </a:xfrm>
            <a:custGeom>
              <a:avLst/>
              <a:gdLst/>
              <a:ahLst/>
              <a:cxnLst/>
              <a:rect l="l" t="t" r="r" b="b"/>
              <a:pathLst>
                <a:path w="3761" h="12132" extrusionOk="0">
                  <a:moveTo>
                    <a:pt x="3760" y="1"/>
                  </a:moveTo>
                  <a:lnTo>
                    <a:pt x="1" y="135"/>
                  </a:lnTo>
                  <a:lnTo>
                    <a:pt x="1" y="12131"/>
                  </a:lnTo>
                  <a:lnTo>
                    <a:pt x="1605" y="12131"/>
                  </a:lnTo>
                  <a:lnTo>
                    <a:pt x="376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7592958" y="2586860"/>
              <a:ext cx="93201" cy="30960"/>
            </a:xfrm>
            <a:custGeom>
              <a:avLst/>
              <a:gdLst/>
              <a:ahLst/>
              <a:cxnLst/>
              <a:rect l="l" t="t" r="r" b="b"/>
              <a:pathLst>
                <a:path w="2908" h="966" extrusionOk="0">
                  <a:moveTo>
                    <a:pt x="2875" y="1"/>
                  </a:moveTo>
                  <a:cubicBezTo>
                    <a:pt x="2771" y="1"/>
                    <a:pt x="2159" y="176"/>
                    <a:pt x="1421" y="423"/>
                  </a:cubicBezTo>
                  <a:cubicBezTo>
                    <a:pt x="635" y="690"/>
                    <a:pt x="0" y="924"/>
                    <a:pt x="0" y="957"/>
                  </a:cubicBezTo>
                  <a:cubicBezTo>
                    <a:pt x="2" y="963"/>
                    <a:pt x="12" y="966"/>
                    <a:pt x="29" y="966"/>
                  </a:cubicBezTo>
                  <a:cubicBezTo>
                    <a:pt x="164" y="966"/>
                    <a:pt x="758" y="794"/>
                    <a:pt x="1471" y="556"/>
                  </a:cubicBezTo>
                  <a:cubicBezTo>
                    <a:pt x="2273" y="289"/>
                    <a:pt x="2908" y="38"/>
                    <a:pt x="2891" y="5"/>
                  </a:cubicBezTo>
                  <a:cubicBezTo>
                    <a:pt x="2890" y="2"/>
                    <a:pt x="2884" y="1"/>
                    <a:pt x="287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6977662" y="4267946"/>
              <a:ext cx="119963" cy="388831"/>
            </a:xfrm>
            <a:custGeom>
              <a:avLst/>
              <a:gdLst/>
              <a:ahLst/>
              <a:cxnLst/>
              <a:rect l="l" t="t" r="r" b="b"/>
              <a:pathLst>
                <a:path w="3743" h="12132" extrusionOk="0">
                  <a:moveTo>
                    <a:pt x="3743" y="1"/>
                  </a:moveTo>
                  <a:lnTo>
                    <a:pt x="0" y="135"/>
                  </a:lnTo>
                  <a:lnTo>
                    <a:pt x="0" y="12131"/>
                  </a:lnTo>
                  <a:lnTo>
                    <a:pt x="1604" y="12131"/>
                  </a:lnTo>
                  <a:lnTo>
                    <a:pt x="374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7441394" y="4267946"/>
              <a:ext cx="120540" cy="388831"/>
            </a:xfrm>
            <a:custGeom>
              <a:avLst/>
              <a:gdLst/>
              <a:ahLst/>
              <a:cxnLst/>
              <a:rect l="l" t="t" r="r" b="b"/>
              <a:pathLst>
                <a:path w="3761" h="12132" extrusionOk="0">
                  <a:moveTo>
                    <a:pt x="1" y="1"/>
                  </a:moveTo>
                  <a:lnTo>
                    <a:pt x="2156" y="12131"/>
                  </a:lnTo>
                  <a:lnTo>
                    <a:pt x="3760" y="12131"/>
                  </a:lnTo>
                  <a:lnTo>
                    <a:pt x="3760" y="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7769682" y="4267946"/>
              <a:ext cx="120508" cy="388831"/>
            </a:xfrm>
            <a:custGeom>
              <a:avLst/>
              <a:gdLst/>
              <a:ahLst/>
              <a:cxnLst/>
              <a:rect l="l" t="t" r="r" b="b"/>
              <a:pathLst>
                <a:path w="3760" h="12132" extrusionOk="0">
                  <a:moveTo>
                    <a:pt x="0" y="1"/>
                  </a:moveTo>
                  <a:lnTo>
                    <a:pt x="2156" y="12131"/>
                  </a:lnTo>
                  <a:lnTo>
                    <a:pt x="3760" y="12131"/>
                  </a:lnTo>
                  <a:lnTo>
                    <a:pt x="3760" y="1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6510149" y="3406827"/>
              <a:ext cx="375979" cy="873907"/>
            </a:xfrm>
            <a:custGeom>
              <a:avLst/>
              <a:gdLst/>
              <a:ahLst/>
              <a:cxnLst/>
              <a:rect l="l" t="t" r="r" b="b"/>
              <a:pathLst>
                <a:path w="11731" h="27267" extrusionOk="0">
                  <a:moveTo>
                    <a:pt x="5548" y="0"/>
                  </a:moveTo>
                  <a:cubicBezTo>
                    <a:pt x="4075" y="0"/>
                    <a:pt x="2636" y="293"/>
                    <a:pt x="1939" y="1271"/>
                  </a:cubicBezTo>
                  <a:cubicBezTo>
                    <a:pt x="184" y="3711"/>
                    <a:pt x="1" y="27170"/>
                    <a:pt x="1" y="27170"/>
                  </a:cubicBezTo>
                  <a:cubicBezTo>
                    <a:pt x="1" y="27170"/>
                    <a:pt x="5028" y="27266"/>
                    <a:pt x="8439" y="27266"/>
                  </a:cubicBezTo>
                  <a:cubicBezTo>
                    <a:pt x="10145" y="27266"/>
                    <a:pt x="11446" y="27242"/>
                    <a:pt x="11513" y="27170"/>
                  </a:cubicBezTo>
                  <a:cubicBezTo>
                    <a:pt x="11730" y="26969"/>
                    <a:pt x="10026" y="653"/>
                    <a:pt x="10026" y="653"/>
                  </a:cubicBezTo>
                  <a:cubicBezTo>
                    <a:pt x="10026" y="653"/>
                    <a:pt x="7748" y="0"/>
                    <a:pt x="55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804144" y="2531830"/>
              <a:ext cx="1086046" cy="1608718"/>
            </a:xfrm>
            <a:custGeom>
              <a:avLst/>
              <a:gdLst/>
              <a:ahLst/>
              <a:cxnLst/>
              <a:rect l="l" t="t" r="r" b="b"/>
              <a:pathLst>
                <a:path w="33886" h="50194" extrusionOk="0">
                  <a:moveTo>
                    <a:pt x="24423" y="1"/>
                  </a:moveTo>
                  <a:cubicBezTo>
                    <a:pt x="24403" y="1"/>
                    <a:pt x="24382" y="1"/>
                    <a:pt x="24362" y="1"/>
                  </a:cubicBezTo>
                  <a:lnTo>
                    <a:pt x="9424" y="1"/>
                  </a:lnTo>
                  <a:cubicBezTo>
                    <a:pt x="4195" y="1"/>
                    <a:pt x="1" y="4295"/>
                    <a:pt x="118" y="9525"/>
                  </a:cubicBezTo>
                  <a:lnTo>
                    <a:pt x="1070" y="50193"/>
                  </a:lnTo>
                  <a:lnTo>
                    <a:pt x="33568" y="50193"/>
                  </a:lnTo>
                  <a:lnTo>
                    <a:pt x="33836" y="9491"/>
                  </a:lnTo>
                  <a:cubicBezTo>
                    <a:pt x="33885" y="4265"/>
                    <a:pt x="29658" y="1"/>
                    <a:pt x="2442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572262" y="3855335"/>
              <a:ext cx="1307768" cy="420143"/>
            </a:xfrm>
            <a:custGeom>
              <a:avLst/>
              <a:gdLst/>
              <a:ahLst/>
              <a:cxnLst/>
              <a:rect l="l" t="t" r="r" b="b"/>
              <a:pathLst>
                <a:path w="40804" h="13109" extrusionOk="0">
                  <a:moveTo>
                    <a:pt x="19728" y="0"/>
                  </a:moveTo>
                  <a:cubicBezTo>
                    <a:pt x="13401" y="0"/>
                    <a:pt x="6918" y="126"/>
                    <a:pt x="6918" y="126"/>
                  </a:cubicBezTo>
                  <a:cubicBezTo>
                    <a:pt x="6918" y="126"/>
                    <a:pt x="452" y="377"/>
                    <a:pt x="1" y="8380"/>
                  </a:cubicBezTo>
                  <a:lnTo>
                    <a:pt x="1" y="13109"/>
                  </a:lnTo>
                  <a:lnTo>
                    <a:pt x="40803" y="13109"/>
                  </a:lnTo>
                  <a:lnTo>
                    <a:pt x="40803" y="8898"/>
                  </a:lnTo>
                  <a:cubicBezTo>
                    <a:pt x="40803" y="8898"/>
                    <a:pt x="35039" y="410"/>
                    <a:pt x="28272" y="126"/>
                  </a:cubicBezTo>
                  <a:cubicBezTo>
                    <a:pt x="26016" y="32"/>
                    <a:pt x="22892" y="0"/>
                    <a:pt x="1972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554057" y="3855014"/>
              <a:ext cx="907207" cy="413125"/>
            </a:xfrm>
            <a:custGeom>
              <a:avLst/>
              <a:gdLst/>
              <a:ahLst/>
              <a:cxnLst/>
              <a:rect l="l" t="t" r="r" b="b"/>
              <a:pathLst>
                <a:path w="28306" h="12890" extrusionOk="0">
                  <a:moveTo>
                    <a:pt x="9133" y="0"/>
                  </a:moveTo>
                  <a:cubicBezTo>
                    <a:pt x="7145" y="0"/>
                    <a:pt x="5217" y="133"/>
                    <a:pt x="3543" y="1423"/>
                  </a:cubicBezTo>
                  <a:cubicBezTo>
                    <a:pt x="385" y="3896"/>
                    <a:pt x="1" y="9059"/>
                    <a:pt x="335" y="12751"/>
                  </a:cubicBezTo>
                  <a:cubicBezTo>
                    <a:pt x="343" y="12843"/>
                    <a:pt x="414" y="12889"/>
                    <a:pt x="483" y="12889"/>
                  </a:cubicBezTo>
                  <a:cubicBezTo>
                    <a:pt x="552" y="12889"/>
                    <a:pt x="619" y="12843"/>
                    <a:pt x="619" y="12751"/>
                  </a:cubicBezTo>
                  <a:cubicBezTo>
                    <a:pt x="218" y="8357"/>
                    <a:pt x="953" y="1958"/>
                    <a:pt x="5932" y="554"/>
                  </a:cubicBezTo>
                  <a:cubicBezTo>
                    <a:pt x="6831" y="299"/>
                    <a:pt x="7809" y="238"/>
                    <a:pt x="8789" y="238"/>
                  </a:cubicBezTo>
                  <a:cubicBezTo>
                    <a:pt x="9668" y="238"/>
                    <a:pt x="10550" y="287"/>
                    <a:pt x="11379" y="287"/>
                  </a:cubicBezTo>
                  <a:lnTo>
                    <a:pt x="28121" y="387"/>
                  </a:lnTo>
                  <a:cubicBezTo>
                    <a:pt x="28305" y="370"/>
                    <a:pt x="28305" y="103"/>
                    <a:pt x="28121" y="103"/>
                  </a:cubicBezTo>
                  <a:cubicBezTo>
                    <a:pt x="21973" y="70"/>
                    <a:pt x="15807" y="36"/>
                    <a:pt x="9658" y="3"/>
                  </a:cubicBezTo>
                  <a:cubicBezTo>
                    <a:pt x="9483" y="1"/>
                    <a:pt x="9308" y="0"/>
                    <a:pt x="913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55708" y="2557534"/>
              <a:ext cx="706895" cy="844005"/>
            </a:xfrm>
            <a:custGeom>
              <a:avLst/>
              <a:gdLst/>
              <a:ahLst/>
              <a:cxnLst/>
              <a:rect l="l" t="t" r="r" b="b"/>
              <a:pathLst>
                <a:path w="22056" h="26334" extrusionOk="0">
                  <a:moveTo>
                    <a:pt x="6416" y="1"/>
                  </a:moveTo>
                  <a:cubicBezTo>
                    <a:pt x="4428" y="18"/>
                    <a:pt x="2807" y="68"/>
                    <a:pt x="1705" y="168"/>
                  </a:cubicBezTo>
                  <a:cubicBezTo>
                    <a:pt x="1420" y="201"/>
                    <a:pt x="1187" y="235"/>
                    <a:pt x="969" y="252"/>
                  </a:cubicBezTo>
                  <a:cubicBezTo>
                    <a:pt x="752" y="285"/>
                    <a:pt x="568" y="318"/>
                    <a:pt x="435" y="335"/>
                  </a:cubicBezTo>
                  <a:cubicBezTo>
                    <a:pt x="284" y="369"/>
                    <a:pt x="134" y="419"/>
                    <a:pt x="0" y="469"/>
                  </a:cubicBezTo>
                  <a:cubicBezTo>
                    <a:pt x="34" y="469"/>
                    <a:pt x="67" y="452"/>
                    <a:pt x="117" y="452"/>
                  </a:cubicBezTo>
                  <a:cubicBezTo>
                    <a:pt x="184" y="435"/>
                    <a:pt x="284" y="402"/>
                    <a:pt x="435" y="369"/>
                  </a:cubicBezTo>
                  <a:lnTo>
                    <a:pt x="969" y="302"/>
                  </a:lnTo>
                  <a:cubicBezTo>
                    <a:pt x="1187" y="285"/>
                    <a:pt x="1420" y="252"/>
                    <a:pt x="1705" y="235"/>
                  </a:cubicBezTo>
                  <a:cubicBezTo>
                    <a:pt x="2679" y="162"/>
                    <a:pt x="4022" y="115"/>
                    <a:pt x="5665" y="115"/>
                  </a:cubicBezTo>
                  <a:cubicBezTo>
                    <a:pt x="5909" y="115"/>
                    <a:pt x="6159" y="116"/>
                    <a:pt x="6416" y="118"/>
                  </a:cubicBezTo>
                  <a:cubicBezTo>
                    <a:pt x="7419" y="118"/>
                    <a:pt x="8505" y="118"/>
                    <a:pt x="9674" y="151"/>
                  </a:cubicBezTo>
                  <a:cubicBezTo>
                    <a:pt x="10844" y="185"/>
                    <a:pt x="12097" y="151"/>
                    <a:pt x="13401" y="335"/>
                  </a:cubicBezTo>
                  <a:cubicBezTo>
                    <a:pt x="14069" y="402"/>
                    <a:pt x="14737" y="536"/>
                    <a:pt x="15389" y="686"/>
                  </a:cubicBezTo>
                  <a:cubicBezTo>
                    <a:pt x="16074" y="853"/>
                    <a:pt x="16726" y="1087"/>
                    <a:pt x="17360" y="1388"/>
                  </a:cubicBezTo>
                  <a:cubicBezTo>
                    <a:pt x="17995" y="1739"/>
                    <a:pt x="18563" y="2173"/>
                    <a:pt x="19081" y="2691"/>
                  </a:cubicBezTo>
                  <a:cubicBezTo>
                    <a:pt x="19616" y="3209"/>
                    <a:pt x="20067" y="3810"/>
                    <a:pt x="20418" y="4462"/>
                  </a:cubicBezTo>
                  <a:cubicBezTo>
                    <a:pt x="20585" y="4796"/>
                    <a:pt x="20719" y="5147"/>
                    <a:pt x="20819" y="5498"/>
                  </a:cubicBezTo>
                  <a:cubicBezTo>
                    <a:pt x="20903" y="5866"/>
                    <a:pt x="20953" y="6233"/>
                    <a:pt x="20986" y="6601"/>
                  </a:cubicBezTo>
                  <a:cubicBezTo>
                    <a:pt x="21070" y="7336"/>
                    <a:pt x="21153" y="8054"/>
                    <a:pt x="21220" y="8773"/>
                  </a:cubicBezTo>
                  <a:cubicBezTo>
                    <a:pt x="21354" y="10193"/>
                    <a:pt x="21454" y="11580"/>
                    <a:pt x="21554" y="12883"/>
                  </a:cubicBezTo>
                  <a:cubicBezTo>
                    <a:pt x="21721" y="15523"/>
                    <a:pt x="21805" y="17896"/>
                    <a:pt x="21872" y="19884"/>
                  </a:cubicBezTo>
                  <a:cubicBezTo>
                    <a:pt x="21922" y="21872"/>
                    <a:pt x="21955" y="23476"/>
                    <a:pt x="21989" y="24596"/>
                  </a:cubicBezTo>
                  <a:cubicBezTo>
                    <a:pt x="22005" y="25147"/>
                    <a:pt x="22022" y="25582"/>
                    <a:pt x="22022" y="25882"/>
                  </a:cubicBezTo>
                  <a:cubicBezTo>
                    <a:pt x="22039" y="26016"/>
                    <a:pt x="22039" y="26133"/>
                    <a:pt x="22039" y="26217"/>
                  </a:cubicBezTo>
                  <a:cubicBezTo>
                    <a:pt x="22039" y="26250"/>
                    <a:pt x="22039" y="26283"/>
                    <a:pt x="22056" y="26334"/>
                  </a:cubicBezTo>
                  <a:cubicBezTo>
                    <a:pt x="22056" y="26283"/>
                    <a:pt x="22056" y="26250"/>
                    <a:pt x="22056" y="26217"/>
                  </a:cubicBezTo>
                  <a:cubicBezTo>
                    <a:pt x="22056" y="26133"/>
                    <a:pt x="22056" y="26016"/>
                    <a:pt x="22056" y="25882"/>
                  </a:cubicBezTo>
                  <a:cubicBezTo>
                    <a:pt x="22056" y="25582"/>
                    <a:pt x="22056" y="25147"/>
                    <a:pt x="22039" y="24596"/>
                  </a:cubicBezTo>
                  <a:cubicBezTo>
                    <a:pt x="22039" y="23476"/>
                    <a:pt x="22022" y="21872"/>
                    <a:pt x="21972" y="19867"/>
                  </a:cubicBezTo>
                  <a:cubicBezTo>
                    <a:pt x="21922" y="17879"/>
                    <a:pt x="21838" y="15506"/>
                    <a:pt x="21688" y="12883"/>
                  </a:cubicBezTo>
                  <a:cubicBezTo>
                    <a:pt x="21604" y="11563"/>
                    <a:pt x="21487" y="10176"/>
                    <a:pt x="21354" y="8756"/>
                  </a:cubicBezTo>
                  <a:cubicBezTo>
                    <a:pt x="21287" y="8038"/>
                    <a:pt x="21220" y="7319"/>
                    <a:pt x="21120" y="6584"/>
                  </a:cubicBezTo>
                  <a:cubicBezTo>
                    <a:pt x="21103" y="6200"/>
                    <a:pt x="21036" y="5832"/>
                    <a:pt x="20953" y="5465"/>
                  </a:cubicBezTo>
                  <a:cubicBezTo>
                    <a:pt x="20853" y="5097"/>
                    <a:pt x="20719" y="4729"/>
                    <a:pt x="20535" y="4395"/>
                  </a:cubicBezTo>
                  <a:cubicBezTo>
                    <a:pt x="20184" y="3727"/>
                    <a:pt x="19716" y="3109"/>
                    <a:pt x="19182" y="2591"/>
                  </a:cubicBezTo>
                  <a:cubicBezTo>
                    <a:pt x="18664" y="2056"/>
                    <a:pt x="18062" y="1622"/>
                    <a:pt x="17427" y="1271"/>
                  </a:cubicBezTo>
                  <a:cubicBezTo>
                    <a:pt x="16776" y="953"/>
                    <a:pt x="16107" y="719"/>
                    <a:pt x="15422" y="552"/>
                  </a:cubicBezTo>
                  <a:cubicBezTo>
                    <a:pt x="14771" y="402"/>
                    <a:pt x="14102" y="268"/>
                    <a:pt x="13417" y="201"/>
                  </a:cubicBezTo>
                  <a:cubicBezTo>
                    <a:pt x="12114" y="18"/>
                    <a:pt x="10844" y="51"/>
                    <a:pt x="9674" y="18"/>
                  </a:cubicBezTo>
                  <a:cubicBezTo>
                    <a:pt x="8505" y="1"/>
                    <a:pt x="7419" y="1"/>
                    <a:pt x="64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646514" y="2915500"/>
              <a:ext cx="74997" cy="26313"/>
            </a:xfrm>
            <a:custGeom>
              <a:avLst/>
              <a:gdLst/>
              <a:ahLst/>
              <a:cxnLst/>
              <a:rect l="l" t="t" r="r" b="b"/>
              <a:pathLst>
                <a:path w="2340" h="821" extrusionOk="0">
                  <a:moveTo>
                    <a:pt x="2311" y="1"/>
                  </a:moveTo>
                  <a:cubicBezTo>
                    <a:pt x="2192" y="1"/>
                    <a:pt x="1711" y="153"/>
                    <a:pt x="1153" y="344"/>
                  </a:cubicBezTo>
                  <a:cubicBezTo>
                    <a:pt x="502" y="561"/>
                    <a:pt x="0" y="779"/>
                    <a:pt x="17" y="812"/>
                  </a:cubicBezTo>
                  <a:cubicBezTo>
                    <a:pt x="19" y="818"/>
                    <a:pt x="28" y="821"/>
                    <a:pt x="44" y="821"/>
                  </a:cubicBezTo>
                  <a:cubicBezTo>
                    <a:pt x="161" y="821"/>
                    <a:pt x="631" y="669"/>
                    <a:pt x="1203" y="478"/>
                  </a:cubicBezTo>
                  <a:cubicBezTo>
                    <a:pt x="1838" y="261"/>
                    <a:pt x="2339" y="43"/>
                    <a:pt x="2339" y="10"/>
                  </a:cubicBezTo>
                  <a:cubicBezTo>
                    <a:pt x="2337" y="4"/>
                    <a:pt x="2328" y="1"/>
                    <a:pt x="231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7647059" y="2987356"/>
              <a:ext cx="33749" cy="4743"/>
            </a:xfrm>
            <a:custGeom>
              <a:avLst/>
              <a:gdLst/>
              <a:ahLst/>
              <a:cxnLst/>
              <a:rect l="l" t="t" r="r" b="b"/>
              <a:pathLst>
                <a:path w="1053" h="148" extrusionOk="0">
                  <a:moveTo>
                    <a:pt x="324" y="1"/>
                  </a:moveTo>
                  <a:cubicBezTo>
                    <a:pt x="132" y="1"/>
                    <a:pt x="0" y="19"/>
                    <a:pt x="0" y="57"/>
                  </a:cubicBezTo>
                  <a:cubicBezTo>
                    <a:pt x="0" y="90"/>
                    <a:pt x="234" y="141"/>
                    <a:pt x="518" y="141"/>
                  </a:cubicBezTo>
                  <a:cubicBezTo>
                    <a:pt x="599" y="145"/>
                    <a:pt x="674" y="147"/>
                    <a:pt x="742" y="147"/>
                  </a:cubicBezTo>
                  <a:cubicBezTo>
                    <a:pt x="927" y="147"/>
                    <a:pt x="1053" y="132"/>
                    <a:pt x="1053" y="107"/>
                  </a:cubicBezTo>
                  <a:cubicBezTo>
                    <a:pt x="1053" y="57"/>
                    <a:pt x="819" y="24"/>
                    <a:pt x="535" y="7"/>
                  </a:cubicBezTo>
                  <a:cubicBezTo>
                    <a:pt x="459" y="3"/>
                    <a:pt x="388" y="1"/>
                    <a:pt x="3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7353577" y="2960787"/>
              <a:ext cx="47690" cy="45575"/>
            </a:xfrm>
            <a:custGeom>
              <a:avLst/>
              <a:gdLst/>
              <a:ahLst/>
              <a:cxnLst/>
              <a:rect l="l" t="t" r="r" b="b"/>
              <a:pathLst>
                <a:path w="1488" h="1422" extrusionOk="0">
                  <a:moveTo>
                    <a:pt x="652" y="0"/>
                  </a:moveTo>
                  <a:lnTo>
                    <a:pt x="652" y="0"/>
                  </a:lnTo>
                  <a:cubicBezTo>
                    <a:pt x="652" y="0"/>
                    <a:pt x="585" y="0"/>
                    <a:pt x="485" y="34"/>
                  </a:cubicBezTo>
                  <a:cubicBezTo>
                    <a:pt x="352" y="84"/>
                    <a:pt x="218" y="201"/>
                    <a:pt x="151" y="318"/>
                  </a:cubicBezTo>
                  <a:cubicBezTo>
                    <a:pt x="17" y="518"/>
                    <a:pt x="1" y="769"/>
                    <a:pt x="101" y="986"/>
                  </a:cubicBezTo>
                  <a:cubicBezTo>
                    <a:pt x="213" y="1257"/>
                    <a:pt x="476" y="1422"/>
                    <a:pt x="747" y="1422"/>
                  </a:cubicBezTo>
                  <a:cubicBezTo>
                    <a:pt x="760" y="1422"/>
                    <a:pt x="773" y="1421"/>
                    <a:pt x="786" y="1421"/>
                  </a:cubicBezTo>
                  <a:cubicBezTo>
                    <a:pt x="1087" y="1387"/>
                    <a:pt x="1337" y="1187"/>
                    <a:pt x="1421" y="903"/>
                  </a:cubicBezTo>
                  <a:cubicBezTo>
                    <a:pt x="1488" y="669"/>
                    <a:pt x="1404" y="418"/>
                    <a:pt x="1204" y="251"/>
                  </a:cubicBezTo>
                  <a:cubicBezTo>
                    <a:pt x="1087" y="151"/>
                    <a:pt x="936" y="101"/>
                    <a:pt x="786" y="101"/>
                  </a:cubicBezTo>
                  <a:cubicBezTo>
                    <a:pt x="686" y="117"/>
                    <a:pt x="619" y="151"/>
                    <a:pt x="636" y="151"/>
                  </a:cubicBezTo>
                  <a:cubicBezTo>
                    <a:pt x="636" y="159"/>
                    <a:pt x="648" y="159"/>
                    <a:pt x="673" y="159"/>
                  </a:cubicBezTo>
                  <a:cubicBezTo>
                    <a:pt x="698" y="159"/>
                    <a:pt x="736" y="159"/>
                    <a:pt x="786" y="168"/>
                  </a:cubicBezTo>
                  <a:cubicBezTo>
                    <a:pt x="920" y="184"/>
                    <a:pt x="1053" y="234"/>
                    <a:pt x="1137" y="335"/>
                  </a:cubicBezTo>
                  <a:cubicBezTo>
                    <a:pt x="1287" y="468"/>
                    <a:pt x="1354" y="669"/>
                    <a:pt x="1287" y="853"/>
                  </a:cubicBezTo>
                  <a:cubicBezTo>
                    <a:pt x="1220" y="1087"/>
                    <a:pt x="1020" y="1254"/>
                    <a:pt x="786" y="1287"/>
                  </a:cubicBezTo>
                  <a:cubicBezTo>
                    <a:pt x="535" y="1287"/>
                    <a:pt x="318" y="1153"/>
                    <a:pt x="218" y="936"/>
                  </a:cubicBezTo>
                  <a:cubicBezTo>
                    <a:pt x="134" y="752"/>
                    <a:pt x="134" y="552"/>
                    <a:pt x="235" y="368"/>
                  </a:cubicBezTo>
                  <a:cubicBezTo>
                    <a:pt x="335" y="218"/>
                    <a:pt x="469" y="84"/>
                    <a:pt x="6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7345564" y="2844574"/>
              <a:ext cx="46056" cy="123745"/>
            </a:xfrm>
            <a:custGeom>
              <a:avLst/>
              <a:gdLst/>
              <a:ahLst/>
              <a:cxnLst/>
              <a:rect l="l" t="t" r="r" b="b"/>
              <a:pathLst>
                <a:path w="1437" h="3861" extrusionOk="0">
                  <a:moveTo>
                    <a:pt x="1420" y="1"/>
                  </a:moveTo>
                  <a:cubicBezTo>
                    <a:pt x="1421" y="3"/>
                    <a:pt x="1422" y="6"/>
                    <a:pt x="1421" y="9"/>
                  </a:cubicBezTo>
                  <a:lnTo>
                    <a:pt x="1421" y="9"/>
                  </a:lnTo>
                  <a:cubicBezTo>
                    <a:pt x="1426" y="6"/>
                    <a:pt x="1432" y="3"/>
                    <a:pt x="1437" y="1"/>
                  </a:cubicBezTo>
                  <a:close/>
                  <a:moveTo>
                    <a:pt x="1421" y="9"/>
                  </a:moveTo>
                  <a:cubicBezTo>
                    <a:pt x="1228" y="108"/>
                    <a:pt x="1066" y="239"/>
                    <a:pt x="936" y="402"/>
                  </a:cubicBezTo>
                  <a:cubicBezTo>
                    <a:pt x="201" y="1187"/>
                    <a:pt x="0" y="2323"/>
                    <a:pt x="401" y="3309"/>
                  </a:cubicBezTo>
                  <a:cubicBezTo>
                    <a:pt x="468" y="3509"/>
                    <a:pt x="568" y="3710"/>
                    <a:pt x="719" y="3860"/>
                  </a:cubicBezTo>
                  <a:cubicBezTo>
                    <a:pt x="752" y="3844"/>
                    <a:pt x="618" y="3643"/>
                    <a:pt x="485" y="3276"/>
                  </a:cubicBezTo>
                  <a:cubicBezTo>
                    <a:pt x="167" y="2323"/>
                    <a:pt x="351" y="1254"/>
                    <a:pt x="1003" y="469"/>
                  </a:cubicBezTo>
                  <a:cubicBezTo>
                    <a:pt x="1236" y="188"/>
                    <a:pt x="1412" y="53"/>
                    <a:pt x="1421" y="9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7348769" y="3002420"/>
              <a:ext cx="31633" cy="132431"/>
            </a:xfrm>
            <a:custGeom>
              <a:avLst/>
              <a:gdLst/>
              <a:ahLst/>
              <a:cxnLst/>
              <a:rect l="l" t="t" r="r" b="b"/>
              <a:pathLst>
                <a:path w="987" h="4132" extrusionOk="0">
                  <a:moveTo>
                    <a:pt x="919" y="1"/>
                  </a:moveTo>
                  <a:cubicBezTo>
                    <a:pt x="886" y="1"/>
                    <a:pt x="836" y="5"/>
                    <a:pt x="769" y="21"/>
                  </a:cubicBezTo>
                  <a:cubicBezTo>
                    <a:pt x="602" y="72"/>
                    <a:pt x="451" y="172"/>
                    <a:pt x="334" y="305"/>
                  </a:cubicBezTo>
                  <a:cubicBezTo>
                    <a:pt x="184" y="523"/>
                    <a:pt x="84" y="757"/>
                    <a:pt x="50" y="1024"/>
                  </a:cubicBezTo>
                  <a:cubicBezTo>
                    <a:pt x="17" y="1341"/>
                    <a:pt x="0" y="1642"/>
                    <a:pt x="34" y="1960"/>
                  </a:cubicBezTo>
                  <a:cubicBezTo>
                    <a:pt x="84" y="2528"/>
                    <a:pt x="268" y="3079"/>
                    <a:pt x="535" y="3564"/>
                  </a:cubicBezTo>
                  <a:cubicBezTo>
                    <a:pt x="652" y="3781"/>
                    <a:pt x="786" y="3965"/>
                    <a:pt x="953" y="4132"/>
                  </a:cubicBezTo>
                  <a:cubicBezTo>
                    <a:pt x="986" y="4115"/>
                    <a:pt x="819" y="3898"/>
                    <a:pt x="635" y="3530"/>
                  </a:cubicBezTo>
                  <a:cubicBezTo>
                    <a:pt x="385" y="3029"/>
                    <a:pt x="234" y="2494"/>
                    <a:pt x="184" y="1943"/>
                  </a:cubicBezTo>
                  <a:cubicBezTo>
                    <a:pt x="117" y="1308"/>
                    <a:pt x="167" y="706"/>
                    <a:pt x="418" y="372"/>
                  </a:cubicBezTo>
                  <a:cubicBezTo>
                    <a:pt x="552" y="189"/>
                    <a:pt x="752" y="55"/>
                    <a:pt x="969" y="5"/>
                  </a:cubicBezTo>
                  <a:cubicBezTo>
                    <a:pt x="969" y="5"/>
                    <a:pt x="953" y="1"/>
                    <a:pt x="9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7304316" y="2972581"/>
              <a:ext cx="47146" cy="9262"/>
            </a:xfrm>
            <a:custGeom>
              <a:avLst/>
              <a:gdLst/>
              <a:ahLst/>
              <a:cxnLst/>
              <a:rect l="l" t="t" r="r" b="b"/>
              <a:pathLst>
                <a:path w="1471" h="289" extrusionOk="0">
                  <a:moveTo>
                    <a:pt x="736" y="0"/>
                  </a:moveTo>
                  <a:cubicBezTo>
                    <a:pt x="285" y="0"/>
                    <a:pt x="1" y="251"/>
                    <a:pt x="34" y="284"/>
                  </a:cubicBezTo>
                  <a:cubicBezTo>
                    <a:pt x="35" y="287"/>
                    <a:pt x="39" y="288"/>
                    <a:pt x="44" y="288"/>
                  </a:cubicBezTo>
                  <a:cubicBezTo>
                    <a:pt x="99" y="288"/>
                    <a:pt x="368" y="134"/>
                    <a:pt x="736" y="134"/>
                  </a:cubicBezTo>
                  <a:cubicBezTo>
                    <a:pt x="1100" y="134"/>
                    <a:pt x="1368" y="272"/>
                    <a:pt x="1426" y="272"/>
                  </a:cubicBezTo>
                  <a:cubicBezTo>
                    <a:pt x="1432" y="272"/>
                    <a:pt x="1436" y="270"/>
                    <a:pt x="1437" y="267"/>
                  </a:cubicBezTo>
                  <a:cubicBezTo>
                    <a:pt x="1471" y="251"/>
                    <a:pt x="1187" y="0"/>
                    <a:pt x="73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048877" y="2960787"/>
              <a:ext cx="47690" cy="45575"/>
            </a:xfrm>
            <a:custGeom>
              <a:avLst/>
              <a:gdLst/>
              <a:ahLst/>
              <a:cxnLst/>
              <a:rect l="l" t="t" r="r" b="b"/>
              <a:pathLst>
                <a:path w="1488" h="1422" extrusionOk="0">
                  <a:moveTo>
                    <a:pt x="652" y="0"/>
                  </a:moveTo>
                  <a:cubicBezTo>
                    <a:pt x="652" y="0"/>
                    <a:pt x="585" y="0"/>
                    <a:pt x="485" y="34"/>
                  </a:cubicBezTo>
                  <a:cubicBezTo>
                    <a:pt x="351" y="84"/>
                    <a:pt x="234" y="201"/>
                    <a:pt x="151" y="318"/>
                  </a:cubicBezTo>
                  <a:cubicBezTo>
                    <a:pt x="17" y="518"/>
                    <a:pt x="1" y="769"/>
                    <a:pt x="101" y="986"/>
                  </a:cubicBezTo>
                  <a:cubicBezTo>
                    <a:pt x="212" y="1257"/>
                    <a:pt x="476" y="1422"/>
                    <a:pt x="761" y="1422"/>
                  </a:cubicBezTo>
                  <a:cubicBezTo>
                    <a:pt x="775" y="1422"/>
                    <a:pt x="789" y="1421"/>
                    <a:pt x="803" y="1421"/>
                  </a:cubicBezTo>
                  <a:cubicBezTo>
                    <a:pt x="1087" y="1387"/>
                    <a:pt x="1337" y="1187"/>
                    <a:pt x="1421" y="903"/>
                  </a:cubicBezTo>
                  <a:cubicBezTo>
                    <a:pt x="1488" y="652"/>
                    <a:pt x="1404" y="418"/>
                    <a:pt x="1220" y="251"/>
                  </a:cubicBezTo>
                  <a:cubicBezTo>
                    <a:pt x="1103" y="151"/>
                    <a:pt x="936" y="101"/>
                    <a:pt x="786" y="101"/>
                  </a:cubicBezTo>
                  <a:cubicBezTo>
                    <a:pt x="686" y="117"/>
                    <a:pt x="635" y="151"/>
                    <a:pt x="635" y="151"/>
                  </a:cubicBezTo>
                  <a:cubicBezTo>
                    <a:pt x="635" y="159"/>
                    <a:pt x="648" y="159"/>
                    <a:pt x="673" y="159"/>
                  </a:cubicBezTo>
                  <a:cubicBezTo>
                    <a:pt x="698" y="159"/>
                    <a:pt x="736" y="159"/>
                    <a:pt x="786" y="168"/>
                  </a:cubicBezTo>
                  <a:cubicBezTo>
                    <a:pt x="919" y="184"/>
                    <a:pt x="1053" y="234"/>
                    <a:pt x="1153" y="335"/>
                  </a:cubicBezTo>
                  <a:cubicBezTo>
                    <a:pt x="1287" y="468"/>
                    <a:pt x="1354" y="669"/>
                    <a:pt x="1287" y="853"/>
                  </a:cubicBezTo>
                  <a:cubicBezTo>
                    <a:pt x="1220" y="1087"/>
                    <a:pt x="1020" y="1254"/>
                    <a:pt x="786" y="1287"/>
                  </a:cubicBezTo>
                  <a:cubicBezTo>
                    <a:pt x="552" y="1287"/>
                    <a:pt x="318" y="1153"/>
                    <a:pt x="218" y="936"/>
                  </a:cubicBezTo>
                  <a:cubicBezTo>
                    <a:pt x="134" y="752"/>
                    <a:pt x="134" y="552"/>
                    <a:pt x="234" y="368"/>
                  </a:cubicBezTo>
                  <a:cubicBezTo>
                    <a:pt x="335" y="218"/>
                    <a:pt x="468" y="84"/>
                    <a:pt x="6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7040833" y="2844574"/>
              <a:ext cx="46088" cy="123745"/>
            </a:xfrm>
            <a:custGeom>
              <a:avLst/>
              <a:gdLst/>
              <a:ahLst/>
              <a:cxnLst/>
              <a:rect l="l" t="t" r="r" b="b"/>
              <a:pathLst>
                <a:path w="1438" h="3861" extrusionOk="0">
                  <a:moveTo>
                    <a:pt x="1438" y="1"/>
                  </a:moveTo>
                  <a:lnTo>
                    <a:pt x="1438" y="1"/>
                  </a:lnTo>
                  <a:cubicBezTo>
                    <a:pt x="1237" y="101"/>
                    <a:pt x="1070" y="235"/>
                    <a:pt x="937" y="402"/>
                  </a:cubicBezTo>
                  <a:cubicBezTo>
                    <a:pt x="201" y="1187"/>
                    <a:pt x="1" y="2323"/>
                    <a:pt x="402" y="3309"/>
                  </a:cubicBezTo>
                  <a:cubicBezTo>
                    <a:pt x="469" y="3509"/>
                    <a:pt x="569" y="3710"/>
                    <a:pt x="719" y="3860"/>
                  </a:cubicBezTo>
                  <a:cubicBezTo>
                    <a:pt x="753" y="3844"/>
                    <a:pt x="619" y="3643"/>
                    <a:pt x="485" y="3276"/>
                  </a:cubicBezTo>
                  <a:cubicBezTo>
                    <a:pt x="168" y="2323"/>
                    <a:pt x="352" y="1254"/>
                    <a:pt x="1003" y="469"/>
                  </a:cubicBezTo>
                  <a:cubicBezTo>
                    <a:pt x="1254" y="168"/>
                    <a:pt x="1438" y="34"/>
                    <a:pt x="1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7044070" y="3002420"/>
              <a:ext cx="31601" cy="132431"/>
            </a:xfrm>
            <a:custGeom>
              <a:avLst/>
              <a:gdLst/>
              <a:ahLst/>
              <a:cxnLst/>
              <a:rect l="l" t="t" r="r" b="b"/>
              <a:pathLst>
                <a:path w="986" h="4132" extrusionOk="0">
                  <a:moveTo>
                    <a:pt x="919" y="1"/>
                  </a:moveTo>
                  <a:cubicBezTo>
                    <a:pt x="886" y="1"/>
                    <a:pt x="836" y="5"/>
                    <a:pt x="769" y="21"/>
                  </a:cubicBezTo>
                  <a:cubicBezTo>
                    <a:pt x="602" y="72"/>
                    <a:pt x="451" y="172"/>
                    <a:pt x="351" y="305"/>
                  </a:cubicBezTo>
                  <a:cubicBezTo>
                    <a:pt x="184" y="523"/>
                    <a:pt x="84" y="757"/>
                    <a:pt x="50" y="1024"/>
                  </a:cubicBezTo>
                  <a:cubicBezTo>
                    <a:pt x="17" y="1341"/>
                    <a:pt x="0" y="1642"/>
                    <a:pt x="34" y="1960"/>
                  </a:cubicBezTo>
                  <a:cubicBezTo>
                    <a:pt x="84" y="2528"/>
                    <a:pt x="267" y="3079"/>
                    <a:pt x="552" y="3564"/>
                  </a:cubicBezTo>
                  <a:cubicBezTo>
                    <a:pt x="652" y="3781"/>
                    <a:pt x="785" y="3965"/>
                    <a:pt x="969" y="4132"/>
                  </a:cubicBezTo>
                  <a:cubicBezTo>
                    <a:pt x="986" y="4115"/>
                    <a:pt x="819" y="3898"/>
                    <a:pt x="635" y="3530"/>
                  </a:cubicBezTo>
                  <a:cubicBezTo>
                    <a:pt x="384" y="3029"/>
                    <a:pt x="234" y="2494"/>
                    <a:pt x="184" y="1943"/>
                  </a:cubicBezTo>
                  <a:cubicBezTo>
                    <a:pt x="117" y="1308"/>
                    <a:pt x="167" y="706"/>
                    <a:pt x="418" y="372"/>
                  </a:cubicBezTo>
                  <a:cubicBezTo>
                    <a:pt x="552" y="189"/>
                    <a:pt x="752" y="55"/>
                    <a:pt x="969" y="5"/>
                  </a:cubicBezTo>
                  <a:cubicBezTo>
                    <a:pt x="969" y="5"/>
                    <a:pt x="953" y="1"/>
                    <a:pt x="9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999616" y="2972581"/>
              <a:ext cx="47146" cy="9262"/>
            </a:xfrm>
            <a:custGeom>
              <a:avLst/>
              <a:gdLst/>
              <a:ahLst/>
              <a:cxnLst/>
              <a:rect l="l" t="t" r="r" b="b"/>
              <a:pathLst>
                <a:path w="1471" h="289" extrusionOk="0">
                  <a:moveTo>
                    <a:pt x="736" y="0"/>
                  </a:moveTo>
                  <a:cubicBezTo>
                    <a:pt x="284" y="0"/>
                    <a:pt x="0" y="251"/>
                    <a:pt x="34" y="284"/>
                  </a:cubicBezTo>
                  <a:cubicBezTo>
                    <a:pt x="35" y="287"/>
                    <a:pt x="39" y="288"/>
                    <a:pt x="44" y="288"/>
                  </a:cubicBezTo>
                  <a:cubicBezTo>
                    <a:pt x="101" y="288"/>
                    <a:pt x="383" y="134"/>
                    <a:pt x="736" y="134"/>
                  </a:cubicBezTo>
                  <a:cubicBezTo>
                    <a:pt x="1100" y="134"/>
                    <a:pt x="1368" y="272"/>
                    <a:pt x="1426" y="272"/>
                  </a:cubicBezTo>
                  <a:cubicBezTo>
                    <a:pt x="1432" y="272"/>
                    <a:pt x="1436" y="270"/>
                    <a:pt x="1437" y="267"/>
                  </a:cubicBezTo>
                  <a:cubicBezTo>
                    <a:pt x="1471" y="251"/>
                    <a:pt x="1187" y="0"/>
                    <a:pt x="73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7441394" y="3389904"/>
              <a:ext cx="450943" cy="895573"/>
            </a:xfrm>
            <a:custGeom>
              <a:avLst/>
              <a:gdLst/>
              <a:ahLst/>
              <a:cxnLst/>
              <a:rect l="l" t="t" r="r" b="b"/>
              <a:pathLst>
                <a:path w="14070" h="27943" extrusionOk="0">
                  <a:moveTo>
                    <a:pt x="6802" y="1"/>
                  </a:moveTo>
                  <a:cubicBezTo>
                    <a:pt x="4711" y="1"/>
                    <a:pt x="2768" y="395"/>
                    <a:pt x="2073" y="1699"/>
                  </a:cubicBezTo>
                  <a:cubicBezTo>
                    <a:pt x="318" y="5008"/>
                    <a:pt x="1" y="27731"/>
                    <a:pt x="1" y="27731"/>
                  </a:cubicBezTo>
                  <a:cubicBezTo>
                    <a:pt x="1" y="27731"/>
                    <a:pt x="5721" y="27943"/>
                    <a:pt x="9858" y="27943"/>
                  </a:cubicBezTo>
                  <a:cubicBezTo>
                    <a:pt x="12193" y="27943"/>
                    <a:pt x="14024" y="27875"/>
                    <a:pt x="14036" y="27664"/>
                  </a:cubicBezTo>
                  <a:cubicBezTo>
                    <a:pt x="14070" y="27063"/>
                    <a:pt x="13501" y="914"/>
                    <a:pt x="13501" y="914"/>
                  </a:cubicBezTo>
                  <a:lnTo>
                    <a:pt x="13518" y="914"/>
                  </a:lnTo>
                  <a:cubicBezTo>
                    <a:pt x="13518" y="914"/>
                    <a:pt x="9987" y="1"/>
                    <a:pt x="680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7559209" y="3398398"/>
              <a:ext cx="340627" cy="889259"/>
            </a:xfrm>
            <a:custGeom>
              <a:avLst/>
              <a:gdLst/>
              <a:ahLst/>
              <a:cxnLst/>
              <a:rect l="l" t="t" r="r" b="b"/>
              <a:pathLst>
                <a:path w="10628" h="27746" extrusionOk="0">
                  <a:moveTo>
                    <a:pt x="6106" y="1"/>
                  </a:moveTo>
                  <a:cubicBezTo>
                    <a:pt x="4532" y="1"/>
                    <a:pt x="2951" y="299"/>
                    <a:pt x="2206" y="1334"/>
                  </a:cubicBezTo>
                  <a:cubicBezTo>
                    <a:pt x="452" y="3773"/>
                    <a:pt x="1" y="27583"/>
                    <a:pt x="1" y="27583"/>
                  </a:cubicBezTo>
                  <a:cubicBezTo>
                    <a:pt x="1" y="27583"/>
                    <a:pt x="5511" y="27745"/>
                    <a:pt x="8521" y="27745"/>
                  </a:cubicBezTo>
                  <a:cubicBezTo>
                    <a:pt x="9608" y="27745"/>
                    <a:pt x="10369" y="27724"/>
                    <a:pt x="10427" y="27667"/>
                  </a:cubicBezTo>
                  <a:cubicBezTo>
                    <a:pt x="10627" y="27466"/>
                    <a:pt x="10360" y="549"/>
                    <a:pt x="10360" y="549"/>
                  </a:cubicBezTo>
                  <a:cubicBezTo>
                    <a:pt x="10360" y="549"/>
                    <a:pt x="8240" y="1"/>
                    <a:pt x="610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756285" y="3790818"/>
              <a:ext cx="31088" cy="40319"/>
            </a:xfrm>
            <a:custGeom>
              <a:avLst/>
              <a:gdLst/>
              <a:ahLst/>
              <a:cxnLst/>
              <a:rect l="l" t="t" r="r" b="b"/>
              <a:pathLst>
                <a:path w="970" h="1258" extrusionOk="0">
                  <a:moveTo>
                    <a:pt x="318" y="1"/>
                  </a:moveTo>
                  <a:cubicBezTo>
                    <a:pt x="304" y="14"/>
                    <a:pt x="346" y="39"/>
                    <a:pt x="415" y="65"/>
                  </a:cubicBezTo>
                  <a:lnTo>
                    <a:pt x="415" y="65"/>
                  </a:lnTo>
                  <a:cubicBezTo>
                    <a:pt x="256" y="164"/>
                    <a:pt x="126" y="304"/>
                    <a:pt x="51" y="485"/>
                  </a:cubicBezTo>
                  <a:cubicBezTo>
                    <a:pt x="1" y="619"/>
                    <a:pt x="1" y="769"/>
                    <a:pt x="51" y="920"/>
                  </a:cubicBezTo>
                  <a:cubicBezTo>
                    <a:pt x="101" y="1087"/>
                    <a:pt x="251" y="1220"/>
                    <a:pt x="435" y="1254"/>
                  </a:cubicBezTo>
                  <a:cubicBezTo>
                    <a:pt x="457" y="1257"/>
                    <a:pt x="480" y="1258"/>
                    <a:pt x="502" y="1258"/>
                  </a:cubicBezTo>
                  <a:cubicBezTo>
                    <a:pt x="612" y="1258"/>
                    <a:pt x="716" y="1223"/>
                    <a:pt x="786" y="1154"/>
                  </a:cubicBezTo>
                  <a:cubicBezTo>
                    <a:pt x="886" y="1070"/>
                    <a:pt x="936" y="953"/>
                    <a:pt x="953" y="836"/>
                  </a:cubicBezTo>
                  <a:cubicBezTo>
                    <a:pt x="970" y="652"/>
                    <a:pt x="953" y="468"/>
                    <a:pt x="886" y="301"/>
                  </a:cubicBezTo>
                  <a:cubicBezTo>
                    <a:pt x="836" y="168"/>
                    <a:pt x="719" y="101"/>
                    <a:pt x="585" y="101"/>
                  </a:cubicBezTo>
                  <a:cubicBezTo>
                    <a:pt x="485" y="101"/>
                    <a:pt x="452" y="151"/>
                    <a:pt x="452" y="168"/>
                  </a:cubicBezTo>
                  <a:lnTo>
                    <a:pt x="468" y="168"/>
                  </a:lnTo>
                  <a:cubicBezTo>
                    <a:pt x="468" y="168"/>
                    <a:pt x="502" y="151"/>
                    <a:pt x="585" y="151"/>
                  </a:cubicBezTo>
                  <a:cubicBezTo>
                    <a:pt x="686" y="168"/>
                    <a:pt x="769" y="235"/>
                    <a:pt x="803" y="335"/>
                  </a:cubicBezTo>
                  <a:cubicBezTo>
                    <a:pt x="836" y="502"/>
                    <a:pt x="853" y="652"/>
                    <a:pt x="819" y="819"/>
                  </a:cubicBezTo>
                  <a:cubicBezTo>
                    <a:pt x="804" y="984"/>
                    <a:pt x="669" y="1109"/>
                    <a:pt x="508" y="1109"/>
                  </a:cubicBezTo>
                  <a:cubicBezTo>
                    <a:pt x="490" y="1109"/>
                    <a:pt x="471" y="1107"/>
                    <a:pt x="452" y="1103"/>
                  </a:cubicBezTo>
                  <a:cubicBezTo>
                    <a:pt x="335" y="1087"/>
                    <a:pt x="218" y="986"/>
                    <a:pt x="184" y="869"/>
                  </a:cubicBezTo>
                  <a:cubicBezTo>
                    <a:pt x="134" y="753"/>
                    <a:pt x="134" y="636"/>
                    <a:pt x="168" y="519"/>
                  </a:cubicBezTo>
                  <a:cubicBezTo>
                    <a:pt x="234" y="352"/>
                    <a:pt x="351" y="201"/>
                    <a:pt x="502" y="84"/>
                  </a:cubicBezTo>
                  <a:lnTo>
                    <a:pt x="552" y="51"/>
                  </a:lnTo>
                  <a:lnTo>
                    <a:pt x="485" y="34"/>
                  </a:lnTo>
                  <a:cubicBezTo>
                    <a:pt x="385" y="1"/>
                    <a:pt x="318" y="1"/>
                    <a:pt x="3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7712376" y="3657490"/>
              <a:ext cx="61087" cy="140315"/>
            </a:xfrm>
            <a:custGeom>
              <a:avLst/>
              <a:gdLst/>
              <a:ahLst/>
              <a:cxnLst/>
              <a:rect l="l" t="t" r="r" b="b"/>
              <a:pathLst>
                <a:path w="1906" h="4378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217"/>
                    <a:pt x="201" y="435"/>
                    <a:pt x="318" y="635"/>
                  </a:cubicBezTo>
                  <a:cubicBezTo>
                    <a:pt x="518" y="1019"/>
                    <a:pt x="786" y="1554"/>
                    <a:pt x="1053" y="2156"/>
                  </a:cubicBezTo>
                  <a:cubicBezTo>
                    <a:pt x="1304" y="2757"/>
                    <a:pt x="1521" y="3325"/>
                    <a:pt x="1655" y="3726"/>
                  </a:cubicBezTo>
                  <a:cubicBezTo>
                    <a:pt x="1721" y="3960"/>
                    <a:pt x="1805" y="4177"/>
                    <a:pt x="1905" y="4378"/>
                  </a:cubicBezTo>
                  <a:cubicBezTo>
                    <a:pt x="1889" y="4144"/>
                    <a:pt x="1838" y="3910"/>
                    <a:pt x="1755" y="3693"/>
                  </a:cubicBezTo>
                  <a:cubicBezTo>
                    <a:pt x="1437" y="2607"/>
                    <a:pt x="986" y="1554"/>
                    <a:pt x="401" y="585"/>
                  </a:cubicBezTo>
                  <a:cubicBezTo>
                    <a:pt x="301" y="368"/>
                    <a:pt x="168" y="184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7779329" y="3670342"/>
              <a:ext cx="55703" cy="129610"/>
            </a:xfrm>
            <a:custGeom>
              <a:avLst/>
              <a:gdLst/>
              <a:ahLst/>
              <a:cxnLst/>
              <a:rect l="l" t="t" r="r" b="b"/>
              <a:pathLst>
                <a:path w="1738" h="4044" extrusionOk="0">
                  <a:moveTo>
                    <a:pt x="1738" y="0"/>
                  </a:moveTo>
                  <a:cubicBezTo>
                    <a:pt x="1604" y="167"/>
                    <a:pt x="1487" y="351"/>
                    <a:pt x="1404" y="552"/>
                  </a:cubicBezTo>
                  <a:cubicBezTo>
                    <a:pt x="1220" y="902"/>
                    <a:pt x="969" y="1404"/>
                    <a:pt x="718" y="1955"/>
                  </a:cubicBezTo>
                  <a:cubicBezTo>
                    <a:pt x="485" y="2523"/>
                    <a:pt x="284" y="3041"/>
                    <a:pt x="167" y="3425"/>
                  </a:cubicBezTo>
                  <a:cubicBezTo>
                    <a:pt x="84" y="3626"/>
                    <a:pt x="17" y="3826"/>
                    <a:pt x="0" y="4044"/>
                  </a:cubicBezTo>
                  <a:cubicBezTo>
                    <a:pt x="100" y="3860"/>
                    <a:pt x="184" y="3659"/>
                    <a:pt x="251" y="3459"/>
                  </a:cubicBezTo>
                  <a:cubicBezTo>
                    <a:pt x="401" y="3091"/>
                    <a:pt x="618" y="2573"/>
                    <a:pt x="852" y="2022"/>
                  </a:cubicBezTo>
                  <a:cubicBezTo>
                    <a:pt x="1103" y="1471"/>
                    <a:pt x="1320" y="969"/>
                    <a:pt x="1487" y="602"/>
                  </a:cubicBezTo>
                  <a:cubicBezTo>
                    <a:pt x="1587" y="418"/>
                    <a:pt x="1671" y="217"/>
                    <a:pt x="17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7713979" y="3826169"/>
              <a:ext cx="49293" cy="217972"/>
            </a:xfrm>
            <a:custGeom>
              <a:avLst/>
              <a:gdLst/>
              <a:ahLst/>
              <a:cxnLst/>
              <a:rect l="l" t="t" r="r" b="b"/>
              <a:pathLst>
                <a:path w="1538" h="6801" extrusionOk="0">
                  <a:moveTo>
                    <a:pt x="1538" y="0"/>
                  </a:moveTo>
                  <a:lnTo>
                    <a:pt x="1538" y="0"/>
                  </a:lnTo>
                  <a:cubicBezTo>
                    <a:pt x="1488" y="84"/>
                    <a:pt x="1454" y="168"/>
                    <a:pt x="1438" y="268"/>
                  </a:cubicBezTo>
                  <a:cubicBezTo>
                    <a:pt x="1371" y="435"/>
                    <a:pt x="1304" y="669"/>
                    <a:pt x="1204" y="970"/>
                  </a:cubicBezTo>
                  <a:cubicBezTo>
                    <a:pt x="1037" y="1588"/>
                    <a:pt x="803" y="2423"/>
                    <a:pt x="585" y="3376"/>
                  </a:cubicBezTo>
                  <a:cubicBezTo>
                    <a:pt x="385" y="4311"/>
                    <a:pt x="218" y="5163"/>
                    <a:pt x="118" y="5798"/>
                  </a:cubicBezTo>
                  <a:cubicBezTo>
                    <a:pt x="67" y="6099"/>
                    <a:pt x="34" y="6350"/>
                    <a:pt x="17" y="6533"/>
                  </a:cubicBezTo>
                  <a:cubicBezTo>
                    <a:pt x="1" y="6617"/>
                    <a:pt x="1" y="6717"/>
                    <a:pt x="1" y="6801"/>
                  </a:cubicBezTo>
                  <a:cubicBezTo>
                    <a:pt x="101" y="6483"/>
                    <a:pt x="168" y="6149"/>
                    <a:pt x="218" y="5815"/>
                  </a:cubicBezTo>
                  <a:cubicBezTo>
                    <a:pt x="351" y="5197"/>
                    <a:pt x="519" y="4345"/>
                    <a:pt x="736" y="3392"/>
                  </a:cubicBezTo>
                  <a:cubicBezTo>
                    <a:pt x="936" y="2457"/>
                    <a:pt x="1153" y="1621"/>
                    <a:pt x="1304" y="1003"/>
                  </a:cubicBezTo>
                  <a:cubicBezTo>
                    <a:pt x="1404" y="669"/>
                    <a:pt x="1488" y="351"/>
                    <a:pt x="15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7780387" y="3827227"/>
              <a:ext cx="54645" cy="133392"/>
            </a:xfrm>
            <a:custGeom>
              <a:avLst/>
              <a:gdLst/>
              <a:ahLst/>
              <a:cxnLst/>
              <a:rect l="l" t="t" r="r" b="b"/>
              <a:pathLst>
                <a:path w="1705" h="4162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201"/>
                    <a:pt x="168" y="402"/>
                    <a:pt x="268" y="602"/>
                  </a:cubicBezTo>
                  <a:cubicBezTo>
                    <a:pt x="452" y="970"/>
                    <a:pt x="685" y="1471"/>
                    <a:pt x="919" y="2056"/>
                  </a:cubicBezTo>
                  <a:cubicBezTo>
                    <a:pt x="1153" y="2624"/>
                    <a:pt x="1337" y="3159"/>
                    <a:pt x="1471" y="3543"/>
                  </a:cubicBezTo>
                  <a:cubicBezTo>
                    <a:pt x="1521" y="3760"/>
                    <a:pt x="1604" y="3961"/>
                    <a:pt x="1705" y="4161"/>
                  </a:cubicBezTo>
                  <a:cubicBezTo>
                    <a:pt x="1688" y="3944"/>
                    <a:pt x="1638" y="3727"/>
                    <a:pt x="1571" y="3510"/>
                  </a:cubicBezTo>
                  <a:cubicBezTo>
                    <a:pt x="1287" y="2490"/>
                    <a:pt x="869" y="1488"/>
                    <a:pt x="351" y="552"/>
                  </a:cubicBezTo>
                  <a:cubicBezTo>
                    <a:pt x="268" y="352"/>
                    <a:pt x="134" y="168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7800193" y="2062201"/>
              <a:ext cx="842402" cy="398446"/>
            </a:xfrm>
            <a:custGeom>
              <a:avLst/>
              <a:gdLst/>
              <a:ahLst/>
              <a:cxnLst/>
              <a:rect l="l" t="t" r="r" b="b"/>
              <a:pathLst>
                <a:path w="26284" h="12432" extrusionOk="0">
                  <a:moveTo>
                    <a:pt x="235" y="1"/>
                  </a:moveTo>
                  <a:lnTo>
                    <a:pt x="1" y="502"/>
                  </a:lnTo>
                  <a:lnTo>
                    <a:pt x="26049" y="12432"/>
                  </a:lnTo>
                  <a:lnTo>
                    <a:pt x="26283" y="1194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8429431" y="2361003"/>
              <a:ext cx="17692" cy="2295774"/>
            </a:xfrm>
            <a:custGeom>
              <a:avLst/>
              <a:gdLst/>
              <a:ahLst/>
              <a:cxnLst/>
              <a:rect l="l" t="t" r="r" b="b"/>
              <a:pathLst>
                <a:path w="552" h="71631" extrusionOk="0">
                  <a:moveTo>
                    <a:pt x="0" y="1"/>
                  </a:moveTo>
                  <a:lnTo>
                    <a:pt x="0" y="71630"/>
                  </a:lnTo>
                  <a:lnTo>
                    <a:pt x="552" y="7163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8417092" y="2967742"/>
              <a:ext cx="45575" cy="308481"/>
            </a:xfrm>
            <a:custGeom>
              <a:avLst/>
              <a:gdLst/>
              <a:ahLst/>
              <a:cxnLst/>
              <a:rect l="l" t="t" r="r" b="b"/>
              <a:pathLst>
                <a:path w="1422" h="9625" extrusionOk="0">
                  <a:moveTo>
                    <a:pt x="636" y="1"/>
                  </a:moveTo>
                  <a:cubicBezTo>
                    <a:pt x="285" y="1"/>
                    <a:pt x="1" y="285"/>
                    <a:pt x="1" y="636"/>
                  </a:cubicBezTo>
                  <a:lnTo>
                    <a:pt x="1" y="8990"/>
                  </a:lnTo>
                  <a:cubicBezTo>
                    <a:pt x="1" y="9341"/>
                    <a:pt x="285" y="9625"/>
                    <a:pt x="636" y="9625"/>
                  </a:cubicBezTo>
                  <a:lnTo>
                    <a:pt x="786" y="9625"/>
                  </a:lnTo>
                  <a:cubicBezTo>
                    <a:pt x="1137" y="9625"/>
                    <a:pt x="1421" y="9341"/>
                    <a:pt x="1421" y="8990"/>
                  </a:cubicBezTo>
                  <a:lnTo>
                    <a:pt x="1421" y="636"/>
                  </a:lnTo>
                  <a:cubicBezTo>
                    <a:pt x="1421" y="285"/>
                    <a:pt x="1137" y="1"/>
                    <a:pt x="78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25"/>
            <p:cNvSpPr/>
            <p:nvPr/>
          </p:nvSpPr>
          <p:spPr>
            <a:xfrm>
              <a:off x="7696832" y="1980730"/>
              <a:ext cx="143039" cy="128617"/>
            </a:xfrm>
            <a:custGeom>
              <a:avLst/>
              <a:gdLst/>
              <a:ahLst/>
              <a:cxnLst/>
              <a:rect l="l" t="t" r="r" b="b"/>
              <a:pathLst>
                <a:path w="4463" h="4013" extrusionOk="0">
                  <a:moveTo>
                    <a:pt x="2365" y="1"/>
                  </a:moveTo>
                  <a:cubicBezTo>
                    <a:pt x="1759" y="1"/>
                    <a:pt x="1166" y="297"/>
                    <a:pt x="820" y="838"/>
                  </a:cubicBezTo>
                  <a:lnTo>
                    <a:pt x="1" y="2125"/>
                  </a:lnTo>
                  <a:lnTo>
                    <a:pt x="3242" y="4013"/>
                  </a:lnTo>
                  <a:lnTo>
                    <a:pt x="3961" y="2760"/>
                  </a:lnTo>
                  <a:cubicBezTo>
                    <a:pt x="4462" y="1891"/>
                    <a:pt x="4178" y="788"/>
                    <a:pt x="3326" y="270"/>
                  </a:cubicBezTo>
                  <a:cubicBezTo>
                    <a:pt x="3026" y="88"/>
                    <a:pt x="2693" y="1"/>
                    <a:pt x="236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25"/>
            <p:cNvSpPr/>
            <p:nvPr/>
          </p:nvSpPr>
          <p:spPr>
            <a:xfrm>
              <a:off x="7433894" y="2048804"/>
              <a:ext cx="428989" cy="324570"/>
            </a:xfrm>
            <a:custGeom>
              <a:avLst/>
              <a:gdLst/>
              <a:ahLst/>
              <a:cxnLst/>
              <a:rect l="l" t="t" r="r" b="b"/>
              <a:pathLst>
                <a:path w="13385" h="10127" extrusionOk="0">
                  <a:moveTo>
                    <a:pt x="8205" y="1"/>
                  </a:moveTo>
                  <a:lnTo>
                    <a:pt x="1" y="2541"/>
                  </a:lnTo>
                  <a:lnTo>
                    <a:pt x="13385" y="10126"/>
                  </a:lnTo>
                  <a:lnTo>
                    <a:pt x="11547" y="1388"/>
                  </a:lnTo>
                  <a:lnTo>
                    <a:pt x="820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7392133" y="2122423"/>
              <a:ext cx="494307" cy="283354"/>
            </a:xfrm>
            <a:custGeom>
              <a:avLst/>
              <a:gdLst/>
              <a:ahLst/>
              <a:cxnLst/>
              <a:rect l="l" t="t" r="r" b="b"/>
              <a:pathLst>
                <a:path w="15423" h="8841" extrusionOk="0">
                  <a:moveTo>
                    <a:pt x="2252" y="1"/>
                  </a:moveTo>
                  <a:cubicBezTo>
                    <a:pt x="1456" y="1"/>
                    <a:pt x="893" y="198"/>
                    <a:pt x="669" y="611"/>
                  </a:cubicBezTo>
                  <a:cubicBezTo>
                    <a:pt x="1" y="1848"/>
                    <a:pt x="2607" y="4554"/>
                    <a:pt x="6500" y="6660"/>
                  </a:cubicBezTo>
                  <a:cubicBezTo>
                    <a:pt x="9092" y="8061"/>
                    <a:pt x="11594" y="8840"/>
                    <a:pt x="13175" y="8840"/>
                  </a:cubicBezTo>
                  <a:cubicBezTo>
                    <a:pt x="13969" y="8840"/>
                    <a:pt x="14531" y="8644"/>
                    <a:pt x="14754" y="8230"/>
                  </a:cubicBezTo>
                  <a:cubicBezTo>
                    <a:pt x="15423" y="6994"/>
                    <a:pt x="12816" y="4287"/>
                    <a:pt x="8923" y="2182"/>
                  </a:cubicBezTo>
                  <a:cubicBezTo>
                    <a:pt x="6343" y="780"/>
                    <a:pt x="3837" y="1"/>
                    <a:pt x="225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8186845" y="4588222"/>
              <a:ext cx="495910" cy="68555"/>
            </a:xfrm>
            <a:custGeom>
              <a:avLst/>
              <a:gdLst/>
              <a:ahLst/>
              <a:cxnLst/>
              <a:rect l="l" t="t" r="r" b="b"/>
              <a:pathLst>
                <a:path w="15473" h="2139" extrusionOk="0">
                  <a:moveTo>
                    <a:pt x="7073" y="0"/>
                  </a:moveTo>
                  <a:cubicBezTo>
                    <a:pt x="2093" y="0"/>
                    <a:pt x="0" y="2138"/>
                    <a:pt x="0" y="2138"/>
                  </a:cubicBezTo>
                  <a:lnTo>
                    <a:pt x="15472" y="2138"/>
                  </a:lnTo>
                  <a:cubicBezTo>
                    <a:pt x="15472" y="2138"/>
                    <a:pt x="13384" y="234"/>
                    <a:pt x="7837" y="16"/>
                  </a:cubicBezTo>
                  <a:cubicBezTo>
                    <a:pt x="7575" y="5"/>
                    <a:pt x="7321" y="0"/>
                    <a:pt x="70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8404240" y="2327799"/>
              <a:ext cx="78779" cy="67049"/>
            </a:xfrm>
            <a:custGeom>
              <a:avLst/>
              <a:gdLst/>
              <a:ahLst/>
              <a:cxnLst/>
              <a:rect l="l" t="t" r="r" b="b"/>
              <a:pathLst>
                <a:path w="2458" h="2092" extrusionOk="0">
                  <a:moveTo>
                    <a:pt x="1054" y="1"/>
                  </a:moveTo>
                  <a:cubicBezTo>
                    <a:pt x="469" y="1"/>
                    <a:pt x="1" y="469"/>
                    <a:pt x="1" y="1037"/>
                  </a:cubicBezTo>
                  <a:cubicBezTo>
                    <a:pt x="1" y="1672"/>
                    <a:pt x="525" y="2092"/>
                    <a:pt x="1070" y="2092"/>
                  </a:cubicBezTo>
                  <a:cubicBezTo>
                    <a:pt x="1328" y="2092"/>
                    <a:pt x="1591" y="1998"/>
                    <a:pt x="1805" y="1789"/>
                  </a:cubicBezTo>
                  <a:cubicBezTo>
                    <a:pt x="2457" y="1120"/>
                    <a:pt x="1989" y="1"/>
                    <a:pt x="105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7788944" y="1949738"/>
              <a:ext cx="39133" cy="47178"/>
            </a:xfrm>
            <a:custGeom>
              <a:avLst/>
              <a:gdLst/>
              <a:ahLst/>
              <a:cxnLst/>
              <a:rect l="l" t="t" r="r" b="b"/>
              <a:pathLst>
                <a:path w="1221" h="1472" extrusionOk="0">
                  <a:moveTo>
                    <a:pt x="586" y="1"/>
                  </a:moveTo>
                  <a:lnTo>
                    <a:pt x="1" y="1304"/>
                  </a:lnTo>
                  <a:lnTo>
                    <a:pt x="485" y="1471"/>
                  </a:lnTo>
                  <a:lnTo>
                    <a:pt x="1220" y="235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7696319" y="2045054"/>
              <a:ext cx="113008" cy="53620"/>
            </a:xfrm>
            <a:custGeom>
              <a:avLst/>
              <a:gdLst/>
              <a:ahLst/>
              <a:cxnLst/>
              <a:rect l="l" t="t" r="r" b="b"/>
              <a:pathLst>
                <a:path w="3526" h="1673" extrusionOk="0">
                  <a:moveTo>
                    <a:pt x="389" y="0"/>
                  </a:moveTo>
                  <a:cubicBezTo>
                    <a:pt x="261" y="0"/>
                    <a:pt x="136" y="19"/>
                    <a:pt x="17" y="51"/>
                  </a:cubicBezTo>
                  <a:cubicBezTo>
                    <a:pt x="0" y="101"/>
                    <a:pt x="936" y="34"/>
                    <a:pt x="1938" y="502"/>
                  </a:cubicBezTo>
                  <a:cubicBezTo>
                    <a:pt x="2919" y="960"/>
                    <a:pt x="3468" y="1673"/>
                    <a:pt x="3523" y="1673"/>
                  </a:cubicBezTo>
                  <a:cubicBezTo>
                    <a:pt x="3524" y="1673"/>
                    <a:pt x="3525" y="1672"/>
                    <a:pt x="3526" y="1672"/>
                  </a:cubicBezTo>
                  <a:cubicBezTo>
                    <a:pt x="3442" y="1488"/>
                    <a:pt x="3308" y="1338"/>
                    <a:pt x="3158" y="1204"/>
                  </a:cubicBezTo>
                  <a:cubicBezTo>
                    <a:pt x="2473" y="519"/>
                    <a:pt x="1571" y="84"/>
                    <a:pt x="602" y="18"/>
                  </a:cubicBezTo>
                  <a:cubicBezTo>
                    <a:pt x="531" y="6"/>
                    <a:pt x="460" y="0"/>
                    <a:pt x="38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7569401" y="2185914"/>
              <a:ext cx="140315" cy="146757"/>
            </a:xfrm>
            <a:custGeom>
              <a:avLst/>
              <a:gdLst/>
              <a:ahLst/>
              <a:cxnLst/>
              <a:rect l="l" t="t" r="r" b="b"/>
              <a:pathLst>
                <a:path w="4378" h="4579" extrusionOk="0">
                  <a:moveTo>
                    <a:pt x="3025" y="0"/>
                  </a:moveTo>
                  <a:lnTo>
                    <a:pt x="936" y="1220"/>
                  </a:lnTo>
                  <a:cubicBezTo>
                    <a:pt x="719" y="1354"/>
                    <a:pt x="552" y="1537"/>
                    <a:pt x="435" y="1755"/>
                  </a:cubicBezTo>
                  <a:cubicBezTo>
                    <a:pt x="167" y="2289"/>
                    <a:pt x="0" y="3258"/>
                    <a:pt x="1654" y="4127"/>
                  </a:cubicBezTo>
                  <a:cubicBezTo>
                    <a:pt x="2285" y="4457"/>
                    <a:pt x="2770" y="4579"/>
                    <a:pt x="3144" y="4579"/>
                  </a:cubicBezTo>
                  <a:cubicBezTo>
                    <a:pt x="3603" y="4579"/>
                    <a:pt x="3893" y="4397"/>
                    <a:pt x="4077" y="4194"/>
                  </a:cubicBezTo>
                  <a:cubicBezTo>
                    <a:pt x="4278" y="3960"/>
                    <a:pt x="4378" y="3659"/>
                    <a:pt x="4361" y="3359"/>
                  </a:cubicBezTo>
                  <a:lnTo>
                    <a:pt x="4361" y="752"/>
                  </a:lnTo>
                  <a:lnTo>
                    <a:pt x="3025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7624015" y="2195016"/>
              <a:ext cx="73939" cy="89996"/>
            </a:xfrm>
            <a:custGeom>
              <a:avLst/>
              <a:gdLst/>
              <a:ahLst/>
              <a:cxnLst/>
              <a:rect l="l" t="t" r="r" b="b"/>
              <a:pathLst>
                <a:path w="2307" h="2808" extrusionOk="0">
                  <a:moveTo>
                    <a:pt x="351" y="1471"/>
                  </a:moveTo>
                  <a:cubicBezTo>
                    <a:pt x="485" y="1471"/>
                    <a:pt x="602" y="1504"/>
                    <a:pt x="719" y="1554"/>
                  </a:cubicBezTo>
                  <a:cubicBezTo>
                    <a:pt x="758" y="1574"/>
                    <a:pt x="797" y="1593"/>
                    <a:pt x="836" y="1613"/>
                  </a:cubicBezTo>
                  <a:lnTo>
                    <a:pt x="836" y="1613"/>
                  </a:lnTo>
                  <a:cubicBezTo>
                    <a:pt x="830" y="1621"/>
                    <a:pt x="825" y="1629"/>
                    <a:pt x="819" y="1638"/>
                  </a:cubicBezTo>
                  <a:cubicBezTo>
                    <a:pt x="752" y="1721"/>
                    <a:pt x="686" y="1805"/>
                    <a:pt x="585" y="1872"/>
                  </a:cubicBezTo>
                  <a:cubicBezTo>
                    <a:pt x="540" y="1929"/>
                    <a:pt x="471" y="1955"/>
                    <a:pt x="399" y="1955"/>
                  </a:cubicBezTo>
                  <a:cubicBezTo>
                    <a:pt x="366" y="1955"/>
                    <a:pt x="333" y="1949"/>
                    <a:pt x="301" y="1938"/>
                  </a:cubicBezTo>
                  <a:cubicBezTo>
                    <a:pt x="67" y="1855"/>
                    <a:pt x="101" y="1504"/>
                    <a:pt x="351" y="1471"/>
                  </a:cubicBezTo>
                  <a:close/>
                  <a:moveTo>
                    <a:pt x="1410" y="1962"/>
                  </a:moveTo>
                  <a:cubicBezTo>
                    <a:pt x="1430" y="1976"/>
                    <a:pt x="1451" y="1991"/>
                    <a:pt x="1471" y="2005"/>
                  </a:cubicBezTo>
                  <a:cubicBezTo>
                    <a:pt x="1588" y="2089"/>
                    <a:pt x="1688" y="2172"/>
                    <a:pt x="1671" y="2289"/>
                  </a:cubicBezTo>
                  <a:cubicBezTo>
                    <a:pt x="1655" y="2406"/>
                    <a:pt x="1605" y="2523"/>
                    <a:pt x="1521" y="2624"/>
                  </a:cubicBezTo>
                  <a:cubicBezTo>
                    <a:pt x="1494" y="2657"/>
                    <a:pt x="1462" y="2672"/>
                    <a:pt x="1428" y="2672"/>
                  </a:cubicBezTo>
                  <a:cubicBezTo>
                    <a:pt x="1379" y="2672"/>
                    <a:pt x="1327" y="2640"/>
                    <a:pt x="1287" y="2590"/>
                  </a:cubicBezTo>
                  <a:cubicBezTo>
                    <a:pt x="1220" y="2507"/>
                    <a:pt x="1204" y="2390"/>
                    <a:pt x="1254" y="2289"/>
                  </a:cubicBezTo>
                  <a:cubicBezTo>
                    <a:pt x="1287" y="2172"/>
                    <a:pt x="1354" y="2072"/>
                    <a:pt x="1404" y="1972"/>
                  </a:cubicBezTo>
                  <a:cubicBezTo>
                    <a:pt x="1406" y="1969"/>
                    <a:pt x="1408" y="1965"/>
                    <a:pt x="1410" y="1962"/>
                  </a:cubicBezTo>
                  <a:close/>
                  <a:moveTo>
                    <a:pt x="1788" y="0"/>
                  </a:moveTo>
                  <a:cubicBezTo>
                    <a:pt x="1722" y="84"/>
                    <a:pt x="1671" y="184"/>
                    <a:pt x="1638" y="301"/>
                  </a:cubicBezTo>
                  <a:cubicBezTo>
                    <a:pt x="1504" y="568"/>
                    <a:pt x="1337" y="836"/>
                    <a:pt x="1187" y="1103"/>
                  </a:cubicBezTo>
                  <a:cubicBezTo>
                    <a:pt x="1099" y="1229"/>
                    <a:pt x="1011" y="1355"/>
                    <a:pt x="916" y="1495"/>
                  </a:cubicBezTo>
                  <a:lnTo>
                    <a:pt x="916" y="1495"/>
                  </a:lnTo>
                  <a:cubicBezTo>
                    <a:pt x="872" y="1473"/>
                    <a:pt x="829" y="1453"/>
                    <a:pt x="786" y="1437"/>
                  </a:cubicBezTo>
                  <a:cubicBezTo>
                    <a:pt x="661" y="1368"/>
                    <a:pt x="535" y="1333"/>
                    <a:pt x="400" y="1333"/>
                  </a:cubicBezTo>
                  <a:cubicBezTo>
                    <a:pt x="373" y="1333"/>
                    <a:pt x="346" y="1334"/>
                    <a:pt x="318" y="1337"/>
                  </a:cubicBezTo>
                  <a:cubicBezTo>
                    <a:pt x="151" y="1370"/>
                    <a:pt x="17" y="1504"/>
                    <a:pt x="1" y="1688"/>
                  </a:cubicBezTo>
                  <a:cubicBezTo>
                    <a:pt x="1" y="1855"/>
                    <a:pt x="101" y="2005"/>
                    <a:pt x="251" y="2072"/>
                  </a:cubicBezTo>
                  <a:cubicBezTo>
                    <a:pt x="290" y="2081"/>
                    <a:pt x="329" y="2085"/>
                    <a:pt x="367" y="2085"/>
                  </a:cubicBezTo>
                  <a:cubicBezTo>
                    <a:pt x="477" y="2085"/>
                    <a:pt x="582" y="2051"/>
                    <a:pt x="669" y="1989"/>
                  </a:cubicBezTo>
                  <a:cubicBezTo>
                    <a:pt x="769" y="1905"/>
                    <a:pt x="853" y="1805"/>
                    <a:pt x="920" y="1705"/>
                  </a:cubicBezTo>
                  <a:cubicBezTo>
                    <a:pt x="927" y="1693"/>
                    <a:pt x="935" y="1682"/>
                    <a:pt x="942" y="1670"/>
                  </a:cubicBezTo>
                  <a:lnTo>
                    <a:pt x="942" y="1670"/>
                  </a:lnTo>
                  <a:cubicBezTo>
                    <a:pt x="998" y="1702"/>
                    <a:pt x="1052" y="1735"/>
                    <a:pt x="1103" y="1771"/>
                  </a:cubicBezTo>
                  <a:cubicBezTo>
                    <a:pt x="1179" y="1809"/>
                    <a:pt x="1249" y="1852"/>
                    <a:pt x="1317" y="1898"/>
                  </a:cubicBezTo>
                  <a:lnTo>
                    <a:pt x="1317" y="1898"/>
                  </a:lnTo>
                  <a:lnTo>
                    <a:pt x="1304" y="1922"/>
                  </a:lnTo>
                  <a:cubicBezTo>
                    <a:pt x="1237" y="2022"/>
                    <a:pt x="1187" y="2139"/>
                    <a:pt x="1137" y="2239"/>
                  </a:cubicBezTo>
                  <a:cubicBezTo>
                    <a:pt x="1103" y="2306"/>
                    <a:pt x="1103" y="2390"/>
                    <a:pt x="1103" y="2456"/>
                  </a:cubicBezTo>
                  <a:cubicBezTo>
                    <a:pt x="1103" y="2540"/>
                    <a:pt x="1137" y="2607"/>
                    <a:pt x="1170" y="2674"/>
                  </a:cubicBezTo>
                  <a:cubicBezTo>
                    <a:pt x="1220" y="2740"/>
                    <a:pt x="1304" y="2791"/>
                    <a:pt x="1387" y="2807"/>
                  </a:cubicBezTo>
                  <a:cubicBezTo>
                    <a:pt x="1471" y="2807"/>
                    <a:pt x="1554" y="2774"/>
                    <a:pt x="1621" y="2707"/>
                  </a:cubicBezTo>
                  <a:cubicBezTo>
                    <a:pt x="1671" y="2657"/>
                    <a:pt x="1722" y="2590"/>
                    <a:pt x="1738" y="2523"/>
                  </a:cubicBezTo>
                  <a:cubicBezTo>
                    <a:pt x="1772" y="2456"/>
                    <a:pt x="1805" y="2373"/>
                    <a:pt x="1805" y="2289"/>
                  </a:cubicBezTo>
                  <a:cubicBezTo>
                    <a:pt x="1822" y="2206"/>
                    <a:pt x="1788" y="2122"/>
                    <a:pt x="1738" y="2055"/>
                  </a:cubicBezTo>
                  <a:cubicBezTo>
                    <a:pt x="1671" y="1989"/>
                    <a:pt x="1621" y="1938"/>
                    <a:pt x="1554" y="1888"/>
                  </a:cubicBezTo>
                  <a:cubicBezTo>
                    <a:pt x="1531" y="1871"/>
                    <a:pt x="1506" y="1854"/>
                    <a:pt x="1482" y="1838"/>
                  </a:cubicBezTo>
                  <a:lnTo>
                    <a:pt x="1482" y="1838"/>
                  </a:lnTo>
                  <a:cubicBezTo>
                    <a:pt x="1567" y="1689"/>
                    <a:pt x="1644" y="1550"/>
                    <a:pt x="1722" y="1420"/>
                  </a:cubicBezTo>
                  <a:lnTo>
                    <a:pt x="2156" y="602"/>
                  </a:lnTo>
                  <a:cubicBezTo>
                    <a:pt x="2223" y="502"/>
                    <a:pt x="2273" y="401"/>
                    <a:pt x="2306" y="284"/>
                  </a:cubicBezTo>
                  <a:lnTo>
                    <a:pt x="2306" y="284"/>
                  </a:lnTo>
                  <a:cubicBezTo>
                    <a:pt x="2223" y="368"/>
                    <a:pt x="2156" y="468"/>
                    <a:pt x="2106" y="568"/>
                  </a:cubicBezTo>
                  <a:cubicBezTo>
                    <a:pt x="1972" y="786"/>
                    <a:pt x="1822" y="1053"/>
                    <a:pt x="1621" y="1370"/>
                  </a:cubicBezTo>
                  <a:lnTo>
                    <a:pt x="1388" y="1775"/>
                  </a:lnTo>
                  <a:lnTo>
                    <a:pt x="1388" y="1775"/>
                  </a:lnTo>
                  <a:cubicBezTo>
                    <a:pt x="1320" y="1729"/>
                    <a:pt x="1251" y="1683"/>
                    <a:pt x="1187" y="1638"/>
                  </a:cubicBezTo>
                  <a:cubicBezTo>
                    <a:pt x="1132" y="1610"/>
                    <a:pt x="1077" y="1580"/>
                    <a:pt x="1021" y="1550"/>
                  </a:cubicBezTo>
                  <a:lnTo>
                    <a:pt x="1021" y="1550"/>
                  </a:lnTo>
                  <a:cubicBezTo>
                    <a:pt x="1113" y="1409"/>
                    <a:pt x="1196" y="1276"/>
                    <a:pt x="1270" y="1153"/>
                  </a:cubicBezTo>
                  <a:cubicBezTo>
                    <a:pt x="1421" y="886"/>
                    <a:pt x="1571" y="602"/>
                    <a:pt x="1688" y="318"/>
                  </a:cubicBezTo>
                  <a:cubicBezTo>
                    <a:pt x="1738" y="217"/>
                    <a:pt x="1772" y="101"/>
                    <a:pt x="178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6516591" y="4613894"/>
              <a:ext cx="63747" cy="45607"/>
            </a:xfrm>
            <a:custGeom>
              <a:avLst/>
              <a:gdLst/>
              <a:ahLst/>
              <a:cxnLst/>
              <a:rect l="l" t="t" r="r" b="b"/>
              <a:pathLst>
                <a:path w="1989" h="1423" extrusionOk="0">
                  <a:moveTo>
                    <a:pt x="418" y="1"/>
                  </a:moveTo>
                  <a:cubicBezTo>
                    <a:pt x="318" y="1"/>
                    <a:pt x="217" y="1"/>
                    <a:pt x="117" y="17"/>
                  </a:cubicBezTo>
                  <a:cubicBezTo>
                    <a:pt x="84" y="17"/>
                    <a:pt x="34" y="34"/>
                    <a:pt x="0" y="51"/>
                  </a:cubicBezTo>
                  <a:cubicBezTo>
                    <a:pt x="11" y="51"/>
                    <a:pt x="82" y="43"/>
                    <a:pt x="202" y="43"/>
                  </a:cubicBezTo>
                  <a:cubicBezTo>
                    <a:pt x="262" y="43"/>
                    <a:pt x="334" y="45"/>
                    <a:pt x="418" y="51"/>
                  </a:cubicBezTo>
                  <a:cubicBezTo>
                    <a:pt x="735" y="67"/>
                    <a:pt x="1036" y="184"/>
                    <a:pt x="1303" y="368"/>
                  </a:cubicBezTo>
                  <a:cubicBezTo>
                    <a:pt x="1554" y="535"/>
                    <a:pt x="1755" y="786"/>
                    <a:pt x="1872" y="1070"/>
                  </a:cubicBezTo>
                  <a:cubicBezTo>
                    <a:pt x="1951" y="1276"/>
                    <a:pt x="1970" y="1422"/>
                    <a:pt x="1986" y="1422"/>
                  </a:cubicBezTo>
                  <a:cubicBezTo>
                    <a:pt x="1987" y="1422"/>
                    <a:pt x="1988" y="1422"/>
                    <a:pt x="1989" y="1421"/>
                  </a:cubicBezTo>
                  <a:cubicBezTo>
                    <a:pt x="1989" y="1387"/>
                    <a:pt x="1989" y="1354"/>
                    <a:pt x="1989" y="1321"/>
                  </a:cubicBezTo>
                  <a:cubicBezTo>
                    <a:pt x="1972" y="1237"/>
                    <a:pt x="1938" y="1137"/>
                    <a:pt x="1922" y="1053"/>
                  </a:cubicBezTo>
                  <a:cubicBezTo>
                    <a:pt x="1805" y="753"/>
                    <a:pt x="1604" y="502"/>
                    <a:pt x="1337" y="318"/>
                  </a:cubicBezTo>
                  <a:cubicBezTo>
                    <a:pt x="1070" y="134"/>
                    <a:pt x="752" y="17"/>
                    <a:pt x="4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6" name="Google Shape;726;p25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25"/>
          <p:cNvSpPr txBox="1">
            <a:spLocks noGrp="1"/>
          </p:cNvSpPr>
          <p:nvPr>
            <p:ph type="subTitle" idx="1"/>
          </p:nvPr>
        </p:nvSpPr>
        <p:spPr>
          <a:xfrm>
            <a:off x="1543567" y="3188368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28" name="Google Shape;728;p25"/>
          <p:cNvSpPr txBox="1">
            <a:spLocks noGrp="1"/>
          </p:cNvSpPr>
          <p:nvPr>
            <p:ph type="subTitle" idx="2"/>
          </p:nvPr>
        </p:nvSpPr>
        <p:spPr>
          <a:xfrm>
            <a:off x="1543567" y="3557169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25"/>
          <p:cNvSpPr txBox="1">
            <a:spLocks noGrp="1"/>
          </p:cNvSpPr>
          <p:nvPr>
            <p:ph type="subTitle" idx="3"/>
          </p:nvPr>
        </p:nvSpPr>
        <p:spPr>
          <a:xfrm>
            <a:off x="4461967" y="3188368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0" name="Google Shape;730;p25"/>
          <p:cNvSpPr txBox="1">
            <a:spLocks noGrp="1"/>
          </p:cNvSpPr>
          <p:nvPr>
            <p:ph type="subTitle" idx="4"/>
          </p:nvPr>
        </p:nvSpPr>
        <p:spPr>
          <a:xfrm>
            <a:off x="4461967" y="3557169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25"/>
          <p:cNvSpPr txBox="1">
            <a:spLocks noGrp="1"/>
          </p:cNvSpPr>
          <p:nvPr>
            <p:ph type="subTitle" idx="5"/>
          </p:nvPr>
        </p:nvSpPr>
        <p:spPr>
          <a:xfrm>
            <a:off x="1543567" y="4480800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2" name="Google Shape;732;p25"/>
          <p:cNvSpPr txBox="1">
            <a:spLocks noGrp="1"/>
          </p:cNvSpPr>
          <p:nvPr>
            <p:ph type="subTitle" idx="6"/>
          </p:nvPr>
        </p:nvSpPr>
        <p:spPr>
          <a:xfrm>
            <a:off x="1543567" y="4849601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25"/>
          <p:cNvSpPr txBox="1">
            <a:spLocks noGrp="1"/>
          </p:cNvSpPr>
          <p:nvPr>
            <p:ph type="subTitle" idx="7"/>
          </p:nvPr>
        </p:nvSpPr>
        <p:spPr>
          <a:xfrm>
            <a:off x="4461967" y="4480800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4" name="Google Shape;734;p25"/>
          <p:cNvSpPr txBox="1">
            <a:spLocks noGrp="1"/>
          </p:cNvSpPr>
          <p:nvPr>
            <p:ph type="subTitle" idx="8"/>
          </p:nvPr>
        </p:nvSpPr>
        <p:spPr>
          <a:xfrm>
            <a:off x="4461967" y="4849601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76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DD31E-0BE7-50F4-5DC3-98AA86C1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4210D-BD8D-60F1-A629-E5B1735E4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6B5D-1FCE-4EA9-72A2-84895E224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A18F9-9CF9-4D86-8017-E8D993A01EA8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8411A-EF6E-7626-9F48-A7B1A73C1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A4697-4918-ED77-053A-8C98C57DC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BCF96-F2FD-4F9E-8582-E5C4A1ADE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13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720127" y="690605"/>
            <a:ext cx="10702156" cy="2777200"/>
            <a:chOff x="979525" y="1411100"/>
            <a:chExt cx="7082500" cy="3315656"/>
          </a:xfrm>
        </p:grpSpPr>
        <p:sp>
          <p:nvSpPr>
            <p:cNvPr id="337" name="Google Shape;337;p37"/>
            <p:cNvSpPr/>
            <p:nvPr/>
          </p:nvSpPr>
          <p:spPr>
            <a:xfrm>
              <a:off x="2730500" y="3550156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6285725" y="3533822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4523100" y="1411100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979525" y="1411100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2" name="Google Shape;342;p37"/>
            <p:cNvSpPr txBox="1"/>
            <p:nvPr/>
          </p:nvSpPr>
          <p:spPr>
            <a:xfrm>
              <a:off x="2893100" y="3771648"/>
              <a:ext cx="1451100" cy="633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de-DE" sz="2400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Setting </a:t>
              </a: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 goal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1783503" y="294120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59" h="5928" fill="none" extrusionOk="0">
                  <a:moveTo>
                    <a:pt x="5958" y="2979"/>
                  </a:moveTo>
                  <a:cubicBezTo>
                    <a:pt x="5958" y="4620"/>
                    <a:pt x="4621" y="5927"/>
                    <a:pt x="2980" y="5927"/>
                  </a:cubicBezTo>
                  <a:cubicBezTo>
                    <a:pt x="1338" y="5927"/>
                    <a:pt x="1" y="4620"/>
                    <a:pt x="1" y="2979"/>
                  </a:cubicBezTo>
                  <a:cubicBezTo>
                    <a:pt x="1" y="1338"/>
                    <a:pt x="1338" y="0"/>
                    <a:pt x="2980" y="0"/>
                  </a:cubicBezTo>
                  <a:cubicBezTo>
                    <a:pt x="4621" y="0"/>
                    <a:pt x="5958" y="1338"/>
                    <a:pt x="595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345;p37"/>
            <p:cNvSpPr/>
            <p:nvPr/>
          </p:nvSpPr>
          <p:spPr>
            <a:xfrm rot="10800000" flipH="1">
              <a:off x="1938436" y="3122315"/>
              <a:ext cx="1590433" cy="5100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3534103" y="296061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28" h="5928" fill="none" extrusionOk="0">
                  <a:moveTo>
                    <a:pt x="5928" y="2979"/>
                  </a:moveTo>
                  <a:cubicBezTo>
                    <a:pt x="5928" y="4620"/>
                    <a:pt x="4591" y="5927"/>
                    <a:pt x="2949" y="5927"/>
                  </a:cubicBezTo>
                  <a:cubicBezTo>
                    <a:pt x="1338" y="5927"/>
                    <a:pt x="1" y="4620"/>
                    <a:pt x="1" y="2979"/>
                  </a:cubicBezTo>
                  <a:cubicBezTo>
                    <a:pt x="1" y="1338"/>
                    <a:pt x="1338" y="0"/>
                    <a:pt x="2949" y="0"/>
                  </a:cubicBezTo>
                  <a:cubicBezTo>
                    <a:pt x="4591" y="0"/>
                    <a:pt x="5928" y="1338"/>
                    <a:pt x="592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5317899" y="296061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58" h="5928" fill="none" extrusionOk="0">
                  <a:moveTo>
                    <a:pt x="5958" y="2979"/>
                  </a:moveTo>
                  <a:cubicBezTo>
                    <a:pt x="5958" y="4620"/>
                    <a:pt x="4621" y="5927"/>
                    <a:pt x="2979" y="5927"/>
                  </a:cubicBezTo>
                  <a:cubicBezTo>
                    <a:pt x="1338" y="5927"/>
                    <a:pt x="0" y="4620"/>
                    <a:pt x="0" y="2979"/>
                  </a:cubicBezTo>
                  <a:cubicBezTo>
                    <a:pt x="0" y="1338"/>
                    <a:pt x="1338" y="0"/>
                    <a:pt x="2979" y="0"/>
                  </a:cubicBezTo>
                  <a:cubicBezTo>
                    <a:pt x="4621" y="0"/>
                    <a:pt x="5958" y="1338"/>
                    <a:pt x="595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7086541" y="2941203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28" h="5928" fill="none" extrusionOk="0">
                  <a:moveTo>
                    <a:pt x="5928" y="2979"/>
                  </a:moveTo>
                  <a:cubicBezTo>
                    <a:pt x="5928" y="4620"/>
                    <a:pt x="4590" y="5927"/>
                    <a:pt x="2949" y="5927"/>
                  </a:cubicBezTo>
                  <a:cubicBezTo>
                    <a:pt x="1338" y="5927"/>
                    <a:pt x="0" y="4620"/>
                    <a:pt x="0" y="2979"/>
                  </a:cubicBezTo>
                  <a:cubicBezTo>
                    <a:pt x="0" y="1338"/>
                    <a:pt x="1338" y="0"/>
                    <a:pt x="2949" y="0"/>
                  </a:cubicBezTo>
                  <a:cubicBezTo>
                    <a:pt x="4590" y="0"/>
                    <a:pt x="5928" y="1338"/>
                    <a:pt x="592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1850217" y="2941204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1850225" y="2587226"/>
              <a:ext cx="30" cy="353988"/>
            </a:xfrm>
            <a:custGeom>
              <a:avLst/>
              <a:gdLst/>
              <a:ahLst/>
              <a:cxnLst/>
              <a:rect l="l" t="t" r="r" b="b"/>
              <a:pathLst>
                <a:path w="1" h="12950" fill="none" extrusionOk="0">
                  <a:moveTo>
                    <a:pt x="1" y="12949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1850217" y="2469451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5395371" y="2941204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5395370" y="2587226"/>
              <a:ext cx="30" cy="353988"/>
            </a:xfrm>
            <a:custGeom>
              <a:avLst/>
              <a:gdLst/>
              <a:ahLst/>
              <a:cxnLst/>
              <a:rect l="l" t="t" r="r" b="b"/>
              <a:pathLst>
                <a:path w="1" h="12950" fill="none" extrusionOk="0">
                  <a:moveTo>
                    <a:pt x="0" y="12949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5395371" y="2469451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225799" y="3518492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610675" y="3253530"/>
              <a:ext cx="30" cy="274681"/>
            </a:xfrm>
            <a:custGeom>
              <a:avLst/>
              <a:gdLst/>
              <a:ahLst/>
              <a:cxnLst/>
              <a:rect l="l" t="t" r="r" b="b"/>
              <a:pathLst>
                <a:path w="1" h="12949" fill="none" extrusionOk="0">
                  <a:moveTo>
                    <a:pt x="0" y="1294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3225799" y="3117637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7132485" y="3518492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7173845" y="3234122"/>
              <a:ext cx="30" cy="274681"/>
            </a:xfrm>
            <a:custGeom>
              <a:avLst/>
              <a:gdLst/>
              <a:ahLst/>
              <a:cxnLst/>
              <a:rect l="l" t="t" r="r" b="b"/>
              <a:pathLst>
                <a:path w="1" h="12949" fill="none" extrusionOk="0">
                  <a:moveTo>
                    <a:pt x="1" y="12949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7132485" y="3117637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7"/>
            <p:cNvSpPr txBox="1"/>
            <p:nvPr/>
          </p:nvSpPr>
          <p:spPr>
            <a:xfrm>
              <a:off x="1099167" y="1554261"/>
              <a:ext cx="1502100" cy="873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de-DE" sz="2400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Identifying </a:t>
              </a: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opportunities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2" name="Google Shape;362;p37"/>
            <p:cNvSpPr txBox="1"/>
            <p:nvPr/>
          </p:nvSpPr>
          <p:spPr>
            <a:xfrm>
              <a:off x="4460119" y="1716414"/>
              <a:ext cx="18705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Planning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3" name="Google Shape;363;p37"/>
            <p:cNvSpPr/>
            <p:nvPr/>
          </p:nvSpPr>
          <p:spPr>
            <a:xfrm rot="10800000" flipH="1">
              <a:off x="3697052" y="3093454"/>
              <a:ext cx="1628131" cy="72778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7"/>
            <p:cNvSpPr/>
            <p:nvPr/>
          </p:nvSpPr>
          <p:spPr>
            <a:xfrm rot="10800000" flipH="1">
              <a:off x="5492511" y="3122315"/>
              <a:ext cx="1590433" cy="5100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" name="Textfeld 4"/>
          <p:cNvSpPr txBox="1"/>
          <p:nvPr/>
        </p:nvSpPr>
        <p:spPr>
          <a:xfrm>
            <a:off x="5515399" y="-75539"/>
            <a:ext cx="3550972" cy="2144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333" dirty="0">
                <a:solidFill>
                  <a:schemeClr val="accent3"/>
                </a:solidFill>
              </a:rPr>
              <a:t>[      ]</a:t>
            </a:r>
          </a:p>
        </p:txBody>
      </p:sp>
      <p:sp>
        <p:nvSpPr>
          <p:cNvPr id="46" name="Google Shape;341;p37"/>
          <p:cNvSpPr txBox="1"/>
          <p:nvPr/>
        </p:nvSpPr>
        <p:spPr>
          <a:xfrm>
            <a:off x="8945291" y="2256292"/>
            <a:ext cx="2269779" cy="53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Seeking feedback</a:t>
            </a:r>
            <a:endParaRPr sz="2400" dirty="0">
              <a:solidFill>
                <a:srgbClr val="2F2F2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434523" y="4436191"/>
            <a:ext cx="9358092" cy="7747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 sz="3733" dirty="0"/>
              <a:t>PLANNING</a:t>
            </a:r>
            <a:endParaRPr lang="fr-FR" dirty="0"/>
          </a:p>
        </p:txBody>
      </p:sp>
      <p:pic>
        <p:nvPicPr>
          <p:cNvPr id="34" name="Grafik 3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328264" y="134431"/>
            <a:ext cx="796937" cy="699708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5641411" y="4096839"/>
            <a:ext cx="2443188" cy="2145109"/>
          </a:xfrm>
          <a:prstGeom prst="rect">
            <a:avLst/>
          </a:prstGeom>
        </p:spPr>
      </p:pic>
      <p:sp>
        <p:nvSpPr>
          <p:cNvPr id="38" name="Textfeld 37"/>
          <p:cNvSpPr txBox="1"/>
          <p:nvPr/>
        </p:nvSpPr>
        <p:spPr>
          <a:xfrm>
            <a:off x="1308189" y="5169394"/>
            <a:ext cx="981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Josefin Sans" panose="020B0604020202020204" charset="0"/>
                <a:cs typeface="Poppins" panose="020B0604020202020204" charset="0"/>
              </a:rPr>
              <a:t>Finance &amp; Operations</a:t>
            </a:r>
          </a:p>
        </p:txBody>
      </p:sp>
    </p:spTree>
    <p:extLst>
      <p:ext uri="{BB962C8B-B14F-4D97-AF65-F5344CB8AC3E}">
        <p14:creationId xmlns:p14="http://schemas.microsoft.com/office/powerpoint/2010/main" val="305850981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9"/>
          <p:cNvSpPr txBox="1">
            <a:spLocks noGrp="1"/>
          </p:cNvSpPr>
          <p:nvPr>
            <p:ph type="ctrTitle" idx="4"/>
          </p:nvPr>
        </p:nvSpPr>
        <p:spPr>
          <a:xfrm>
            <a:off x="971568" y="856624"/>
            <a:ext cx="5286400" cy="36314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fr-BE" sz="3200" dirty="0"/>
              <a:t>SELF-ASSESSMENT QUESTIONNAIRE Planning of activities</a:t>
            </a:r>
            <a:br>
              <a:rPr lang="fr-BE" sz="3200" dirty="0"/>
            </a:br>
            <a:br>
              <a:rPr lang="fr-BE" sz="3200" dirty="0"/>
            </a:br>
            <a:endParaRPr lang="fr-BE" sz="3200" dirty="0"/>
          </a:p>
        </p:txBody>
      </p:sp>
      <p:sp>
        <p:nvSpPr>
          <p:cNvPr id="686" name="Google Shape;686;p29"/>
          <p:cNvSpPr/>
          <p:nvPr/>
        </p:nvSpPr>
        <p:spPr>
          <a:xfrm>
            <a:off x="11569834" y="1041400"/>
            <a:ext cx="208157" cy="5402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87" name="Google Shape;687;p29"/>
          <p:cNvSpPr/>
          <p:nvPr/>
        </p:nvSpPr>
        <p:spPr>
          <a:xfrm>
            <a:off x="10871567" y="5398567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Textfeld 1"/>
          <p:cNvSpPr txBox="1"/>
          <p:nvPr/>
        </p:nvSpPr>
        <p:spPr>
          <a:xfrm>
            <a:off x="955667" y="3451297"/>
            <a:ext cx="5047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Take the questionnaire "Planning of activities" and see how well the statements suit you.</a:t>
            </a:r>
          </a:p>
        </p:txBody>
      </p:sp>
      <p:pic>
        <p:nvPicPr>
          <p:cNvPr id="177" name="Grafik 17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328264" y="134431"/>
            <a:ext cx="796937" cy="699708"/>
          </a:xfrm>
          <a:prstGeom prst="rect">
            <a:avLst/>
          </a:prstGeom>
        </p:spPr>
      </p:pic>
      <p:grpSp>
        <p:nvGrpSpPr>
          <p:cNvPr id="175" name="Gruppieren 174"/>
          <p:cNvGrpSpPr/>
          <p:nvPr/>
        </p:nvGrpSpPr>
        <p:grpSpPr>
          <a:xfrm>
            <a:off x="130117" y="162553"/>
            <a:ext cx="1117007" cy="904428"/>
            <a:chOff x="97587" y="121915"/>
            <a:chExt cx="837755" cy="678321"/>
          </a:xfrm>
        </p:grpSpPr>
        <p:grpSp>
          <p:nvGrpSpPr>
            <p:cNvPr id="178" name="Gruppieren 177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82" name="Grafik 181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83" name="Rechteck 182"/>
              <p:cNvSpPr/>
              <p:nvPr userDrawn="1"/>
            </p:nvSpPr>
            <p:spPr>
              <a:xfrm>
                <a:off x="3263729" y="657940"/>
                <a:ext cx="777978" cy="303812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79" name="Rechteck 178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  <p:sp>
          <p:nvSpPr>
            <p:cNvPr id="180" name="Rechteck 179"/>
            <p:cNvSpPr/>
            <p:nvPr/>
          </p:nvSpPr>
          <p:spPr>
            <a:xfrm>
              <a:off x="384628" y="314934"/>
              <a:ext cx="273005" cy="327533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81" name="Textfeld 180"/>
            <p:cNvSpPr txBox="1"/>
            <p:nvPr/>
          </p:nvSpPr>
          <p:spPr>
            <a:xfrm>
              <a:off x="245952" y="176988"/>
              <a:ext cx="6893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 dirty="0">
                  <a:latin typeface="Poppins" panose="020B0604020202020204" charset="0"/>
                  <a:cs typeface="Poppins" panose="020B0604020202020204" charset="0"/>
                </a:rPr>
                <a:t>WS 30 </a:t>
              </a:r>
              <a:endParaRPr lang="en-GB" sz="24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  <p:pic>
        <p:nvPicPr>
          <p:cNvPr id="174" name="Grafik 17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9603" y="126505"/>
            <a:ext cx="782367" cy="682999"/>
          </a:xfrm>
          <a:prstGeom prst="rect">
            <a:avLst/>
          </a:prstGeom>
        </p:spPr>
      </p:pic>
      <p:grpSp>
        <p:nvGrpSpPr>
          <p:cNvPr id="189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90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6" name="Gruppieren 175"/>
          <p:cNvGrpSpPr/>
          <p:nvPr/>
        </p:nvGrpSpPr>
        <p:grpSpPr>
          <a:xfrm>
            <a:off x="5973156" y="1380601"/>
            <a:ext cx="5323745" cy="4983127"/>
            <a:chOff x="4479866" y="1035450"/>
            <a:chExt cx="3992809" cy="3737345"/>
          </a:xfrm>
        </p:grpSpPr>
        <p:sp>
          <p:nvSpPr>
            <p:cNvPr id="184" name="Google Shape;687;p29"/>
            <p:cNvSpPr/>
            <p:nvPr/>
          </p:nvSpPr>
          <p:spPr>
            <a:xfrm>
              <a:off x="8153675" y="404892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3979;p60"/>
            <p:cNvSpPr/>
            <p:nvPr/>
          </p:nvSpPr>
          <p:spPr>
            <a:xfrm>
              <a:off x="4516543" y="4523066"/>
              <a:ext cx="115978" cy="229548"/>
            </a:xfrm>
            <a:custGeom>
              <a:avLst/>
              <a:gdLst/>
              <a:ahLst/>
              <a:cxnLst/>
              <a:rect l="l" t="t" r="r" b="b"/>
              <a:pathLst>
                <a:path w="1638" h="3242" extrusionOk="0">
                  <a:moveTo>
                    <a:pt x="0" y="0"/>
                  </a:moveTo>
                  <a:lnTo>
                    <a:pt x="0" y="3242"/>
                  </a:lnTo>
                  <a:lnTo>
                    <a:pt x="752" y="3242"/>
                  </a:lnTo>
                  <a:cubicBezTo>
                    <a:pt x="702" y="2908"/>
                    <a:pt x="702" y="2557"/>
                    <a:pt x="752" y="2206"/>
                  </a:cubicBezTo>
                  <a:cubicBezTo>
                    <a:pt x="819" y="1822"/>
                    <a:pt x="1637" y="836"/>
                    <a:pt x="160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3980;p60"/>
            <p:cNvSpPr/>
            <p:nvPr/>
          </p:nvSpPr>
          <p:spPr>
            <a:xfrm>
              <a:off x="4941229" y="4523066"/>
              <a:ext cx="114845" cy="229548"/>
            </a:xfrm>
            <a:custGeom>
              <a:avLst/>
              <a:gdLst/>
              <a:ahLst/>
              <a:cxnLst/>
              <a:rect l="l" t="t" r="r" b="b"/>
              <a:pathLst>
                <a:path w="1622" h="3242" extrusionOk="0">
                  <a:moveTo>
                    <a:pt x="0" y="0"/>
                  </a:moveTo>
                  <a:lnTo>
                    <a:pt x="0" y="3242"/>
                  </a:lnTo>
                  <a:lnTo>
                    <a:pt x="736" y="3242"/>
                  </a:lnTo>
                  <a:cubicBezTo>
                    <a:pt x="702" y="2908"/>
                    <a:pt x="702" y="2557"/>
                    <a:pt x="736" y="2206"/>
                  </a:cubicBezTo>
                  <a:cubicBezTo>
                    <a:pt x="819" y="1822"/>
                    <a:pt x="1621" y="836"/>
                    <a:pt x="16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3981;p60"/>
            <p:cNvSpPr/>
            <p:nvPr/>
          </p:nvSpPr>
          <p:spPr>
            <a:xfrm>
              <a:off x="5240519" y="4523066"/>
              <a:ext cx="116049" cy="229548"/>
            </a:xfrm>
            <a:custGeom>
              <a:avLst/>
              <a:gdLst/>
              <a:ahLst/>
              <a:cxnLst/>
              <a:rect l="l" t="t" r="r" b="b"/>
              <a:pathLst>
                <a:path w="1639" h="3242" extrusionOk="0">
                  <a:moveTo>
                    <a:pt x="17" y="0"/>
                  </a:moveTo>
                  <a:cubicBezTo>
                    <a:pt x="1" y="836"/>
                    <a:pt x="819" y="1822"/>
                    <a:pt x="886" y="2206"/>
                  </a:cubicBezTo>
                  <a:cubicBezTo>
                    <a:pt x="920" y="2557"/>
                    <a:pt x="920" y="2908"/>
                    <a:pt x="886" y="3242"/>
                  </a:cubicBezTo>
                  <a:lnTo>
                    <a:pt x="1638" y="3242"/>
                  </a:lnTo>
                  <a:lnTo>
                    <a:pt x="163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3982;p60"/>
            <p:cNvSpPr/>
            <p:nvPr/>
          </p:nvSpPr>
          <p:spPr>
            <a:xfrm>
              <a:off x="5608490" y="4523066"/>
              <a:ext cx="115978" cy="229548"/>
            </a:xfrm>
            <a:custGeom>
              <a:avLst/>
              <a:gdLst/>
              <a:ahLst/>
              <a:cxnLst/>
              <a:rect l="l" t="t" r="r" b="b"/>
              <a:pathLst>
                <a:path w="1638" h="3242" extrusionOk="0">
                  <a:moveTo>
                    <a:pt x="17" y="0"/>
                  </a:moveTo>
                  <a:cubicBezTo>
                    <a:pt x="0" y="836"/>
                    <a:pt x="802" y="1822"/>
                    <a:pt x="886" y="2206"/>
                  </a:cubicBezTo>
                  <a:cubicBezTo>
                    <a:pt x="919" y="2557"/>
                    <a:pt x="919" y="2908"/>
                    <a:pt x="886" y="3242"/>
                  </a:cubicBezTo>
                  <a:lnTo>
                    <a:pt x="1637" y="3242"/>
                  </a:lnTo>
                  <a:lnTo>
                    <a:pt x="163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3983;p60"/>
            <p:cNvSpPr/>
            <p:nvPr/>
          </p:nvSpPr>
          <p:spPr>
            <a:xfrm>
              <a:off x="4479866" y="3388495"/>
              <a:ext cx="1271790" cy="1141722"/>
            </a:xfrm>
            <a:custGeom>
              <a:avLst/>
              <a:gdLst/>
              <a:ahLst/>
              <a:cxnLst/>
              <a:rect l="l" t="t" r="r" b="b"/>
              <a:pathLst>
                <a:path w="17962" h="16125" extrusionOk="0">
                  <a:moveTo>
                    <a:pt x="0" y="1"/>
                  </a:moveTo>
                  <a:lnTo>
                    <a:pt x="0" y="16125"/>
                  </a:lnTo>
                  <a:lnTo>
                    <a:pt x="17962" y="16125"/>
                  </a:lnTo>
                  <a:lnTo>
                    <a:pt x="1796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3984;p60"/>
            <p:cNvSpPr/>
            <p:nvPr/>
          </p:nvSpPr>
          <p:spPr>
            <a:xfrm>
              <a:off x="5409672" y="3388495"/>
              <a:ext cx="341985" cy="1141722"/>
            </a:xfrm>
            <a:custGeom>
              <a:avLst/>
              <a:gdLst/>
              <a:ahLst/>
              <a:cxnLst/>
              <a:rect l="l" t="t" r="r" b="b"/>
              <a:pathLst>
                <a:path w="4830" h="16125" extrusionOk="0">
                  <a:moveTo>
                    <a:pt x="1" y="1"/>
                  </a:moveTo>
                  <a:lnTo>
                    <a:pt x="135" y="16125"/>
                  </a:lnTo>
                  <a:lnTo>
                    <a:pt x="4830" y="16125"/>
                  </a:lnTo>
                  <a:lnTo>
                    <a:pt x="483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3985;p60"/>
            <p:cNvSpPr/>
            <p:nvPr/>
          </p:nvSpPr>
          <p:spPr>
            <a:xfrm>
              <a:off x="4537784" y="3472541"/>
              <a:ext cx="816377" cy="289874"/>
            </a:xfrm>
            <a:custGeom>
              <a:avLst/>
              <a:gdLst/>
              <a:ahLst/>
              <a:cxnLst/>
              <a:rect l="l" t="t" r="r" b="b"/>
              <a:pathLst>
                <a:path w="11530" h="4094" extrusionOk="0">
                  <a:moveTo>
                    <a:pt x="1" y="0"/>
                  </a:moveTo>
                  <a:lnTo>
                    <a:pt x="1" y="4094"/>
                  </a:lnTo>
                  <a:lnTo>
                    <a:pt x="11530" y="4094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3986;p60"/>
            <p:cNvSpPr/>
            <p:nvPr/>
          </p:nvSpPr>
          <p:spPr>
            <a:xfrm>
              <a:off x="4537784" y="3820332"/>
              <a:ext cx="816377" cy="291078"/>
            </a:xfrm>
            <a:custGeom>
              <a:avLst/>
              <a:gdLst/>
              <a:ahLst/>
              <a:cxnLst/>
              <a:rect l="l" t="t" r="r" b="b"/>
              <a:pathLst>
                <a:path w="11530" h="4111" extrusionOk="0">
                  <a:moveTo>
                    <a:pt x="1" y="0"/>
                  </a:moveTo>
                  <a:lnTo>
                    <a:pt x="1" y="4111"/>
                  </a:lnTo>
                  <a:lnTo>
                    <a:pt x="11530" y="4111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3987;p60"/>
            <p:cNvSpPr/>
            <p:nvPr/>
          </p:nvSpPr>
          <p:spPr>
            <a:xfrm>
              <a:off x="4537784" y="4169328"/>
              <a:ext cx="816377" cy="291078"/>
            </a:xfrm>
            <a:custGeom>
              <a:avLst/>
              <a:gdLst/>
              <a:ahLst/>
              <a:cxnLst/>
              <a:rect l="l" t="t" r="r" b="b"/>
              <a:pathLst>
                <a:path w="11530" h="4111" extrusionOk="0">
                  <a:moveTo>
                    <a:pt x="1" y="0"/>
                  </a:moveTo>
                  <a:lnTo>
                    <a:pt x="1" y="4111"/>
                  </a:lnTo>
                  <a:lnTo>
                    <a:pt x="11530" y="4111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3988;p60"/>
            <p:cNvSpPr/>
            <p:nvPr/>
          </p:nvSpPr>
          <p:spPr>
            <a:xfrm>
              <a:off x="4814631" y="3059609"/>
              <a:ext cx="488693" cy="327826"/>
            </a:xfrm>
            <a:custGeom>
              <a:avLst/>
              <a:gdLst/>
              <a:ahLst/>
              <a:cxnLst/>
              <a:rect l="l" t="t" r="r" b="b"/>
              <a:pathLst>
                <a:path w="6902" h="4630" extrusionOk="0">
                  <a:moveTo>
                    <a:pt x="502" y="1"/>
                  </a:moveTo>
                  <a:lnTo>
                    <a:pt x="1" y="4629"/>
                  </a:lnTo>
                  <a:lnTo>
                    <a:pt x="6383" y="4629"/>
                  </a:lnTo>
                  <a:lnTo>
                    <a:pt x="69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3989;p60"/>
            <p:cNvSpPr/>
            <p:nvPr/>
          </p:nvSpPr>
          <p:spPr>
            <a:xfrm>
              <a:off x="4834739" y="3083329"/>
              <a:ext cx="440192" cy="286333"/>
            </a:xfrm>
            <a:custGeom>
              <a:avLst/>
              <a:gdLst/>
              <a:ahLst/>
              <a:cxnLst/>
              <a:rect l="l" t="t" r="r" b="b"/>
              <a:pathLst>
                <a:path w="6217" h="4044" extrusionOk="0">
                  <a:moveTo>
                    <a:pt x="485" y="0"/>
                  </a:moveTo>
                  <a:lnTo>
                    <a:pt x="1" y="4043"/>
                  </a:lnTo>
                  <a:lnTo>
                    <a:pt x="5748" y="4043"/>
                  </a:lnTo>
                  <a:lnTo>
                    <a:pt x="6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3990;p60"/>
            <p:cNvSpPr/>
            <p:nvPr/>
          </p:nvSpPr>
          <p:spPr>
            <a:xfrm>
              <a:off x="4916375" y="3131829"/>
              <a:ext cx="269837" cy="189332"/>
            </a:xfrm>
            <a:custGeom>
              <a:avLst/>
              <a:gdLst/>
              <a:ahLst/>
              <a:cxnLst/>
              <a:rect l="l" t="t" r="r" b="b"/>
              <a:pathLst>
                <a:path w="3811" h="2674" extrusionOk="0">
                  <a:moveTo>
                    <a:pt x="301" y="0"/>
                  </a:moveTo>
                  <a:lnTo>
                    <a:pt x="1" y="2673"/>
                  </a:lnTo>
                  <a:lnTo>
                    <a:pt x="3626" y="2673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3991;p60"/>
            <p:cNvSpPr/>
            <p:nvPr/>
          </p:nvSpPr>
          <p:spPr>
            <a:xfrm>
              <a:off x="5266576" y="3200438"/>
              <a:ext cx="114774" cy="188128"/>
            </a:xfrm>
            <a:custGeom>
              <a:avLst/>
              <a:gdLst/>
              <a:ahLst/>
              <a:cxnLst/>
              <a:rect l="l" t="t" r="r" b="b"/>
              <a:pathLst>
                <a:path w="1621" h="2657" extrusionOk="0">
                  <a:moveTo>
                    <a:pt x="301" y="0"/>
                  </a:moveTo>
                  <a:lnTo>
                    <a:pt x="0" y="2640"/>
                  </a:lnTo>
                  <a:lnTo>
                    <a:pt x="1621" y="2657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" name="Google Shape;3992;p60"/>
            <p:cNvSpPr/>
            <p:nvPr/>
          </p:nvSpPr>
          <p:spPr>
            <a:xfrm>
              <a:off x="4905756" y="3602678"/>
              <a:ext cx="69813" cy="59829"/>
            </a:xfrm>
            <a:custGeom>
              <a:avLst/>
              <a:gdLst/>
              <a:ahLst/>
              <a:cxnLst/>
              <a:rect l="l" t="t" r="r" b="b"/>
              <a:pathLst>
                <a:path w="986" h="845" extrusionOk="0">
                  <a:moveTo>
                    <a:pt x="568" y="0"/>
                  </a:moveTo>
                  <a:cubicBezTo>
                    <a:pt x="184" y="0"/>
                    <a:pt x="0" y="451"/>
                    <a:pt x="267" y="719"/>
                  </a:cubicBezTo>
                  <a:cubicBezTo>
                    <a:pt x="355" y="806"/>
                    <a:pt x="461" y="845"/>
                    <a:pt x="565" y="845"/>
                  </a:cubicBezTo>
                  <a:cubicBezTo>
                    <a:pt x="781" y="845"/>
                    <a:pt x="986" y="677"/>
                    <a:pt x="986" y="418"/>
                  </a:cubicBezTo>
                  <a:cubicBezTo>
                    <a:pt x="986" y="184"/>
                    <a:pt x="802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3993;p60"/>
            <p:cNvSpPr/>
            <p:nvPr/>
          </p:nvSpPr>
          <p:spPr>
            <a:xfrm>
              <a:off x="4905756" y="3955214"/>
              <a:ext cx="69813" cy="59617"/>
            </a:xfrm>
            <a:custGeom>
              <a:avLst/>
              <a:gdLst/>
              <a:ahLst/>
              <a:cxnLst/>
              <a:rect l="l" t="t" r="r" b="b"/>
              <a:pathLst>
                <a:path w="986" h="842" extrusionOk="0">
                  <a:moveTo>
                    <a:pt x="568" y="0"/>
                  </a:moveTo>
                  <a:cubicBezTo>
                    <a:pt x="184" y="0"/>
                    <a:pt x="0" y="451"/>
                    <a:pt x="267" y="719"/>
                  </a:cubicBezTo>
                  <a:cubicBezTo>
                    <a:pt x="353" y="804"/>
                    <a:pt x="456" y="841"/>
                    <a:pt x="558" y="841"/>
                  </a:cubicBezTo>
                  <a:cubicBezTo>
                    <a:pt x="776" y="841"/>
                    <a:pt x="986" y="669"/>
                    <a:pt x="986" y="418"/>
                  </a:cubicBezTo>
                  <a:cubicBezTo>
                    <a:pt x="986" y="184"/>
                    <a:pt x="802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3994;p60"/>
            <p:cNvSpPr/>
            <p:nvPr/>
          </p:nvSpPr>
          <p:spPr>
            <a:xfrm>
              <a:off x="4905756" y="4306548"/>
              <a:ext cx="69813" cy="59900"/>
            </a:xfrm>
            <a:custGeom>
              <a:avLst/>
              <a:gdLst/>
              <a:ahLst/>
              <a:cxnLst/>
              <a:rect l="l" t="t" r="r" b="b"/>
              <a:pathLst>
                <a:path w="986" h="846" extrusionOk="0">
                  <a:moveTo>
                    <a:pt x="568" y="1"/>
                  </a:moveTo>
                  <a:cubicBezTo>
                    <a:pt x="184" y="1"/>
                    <a:pt x="0" y="452"/>
                    <a:pt x="267" y="719"/>
                  </a:cubicBezTo>
                  <a:cubicBezTo>
                    <a:pt x="355" y="806"/>
                    <a:pt x="461" y="845"/>
                    <a:pt x="565" y="845"/>
                  </a:cubicBezTo>
                  <a:cubicBezTo>
                    <a:pt x="781" y="845"/>
                    <a:pt x="986" y="677"/>
                    <a:pt x="986" y="418"/>
                  </a:cubicBezTo>
                  <a:cubicBezTo>
                    <a:pt x="986" y="184"/>
                    <a:pt x="802" y="1"/>
                    <a:pt x="5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3995;p60"/>
            <p:cNvSpPr/>
            <p:nvPr/>
          </p:nvSpPr>
          <p:spPr>
            <a:xfrm>
              <a:off x="4631246" y="1525203"/>
              <a:ext cx="741890" cy="941771"/>
            </a:xfrm>
            <a:custGeom>
              <a:avLst/>
              <a:gdLst/>
              <a:ahLst/>
              <a:cxnLst/>
              <a:rect l="l" t="t" r="r" b="b"/>
              <a:pathLst>
                <a:path w="10478" h="13301" extrusionOk="0">
                  <a:moveTo>
                    <a:pt x="1" y="1"/>
                  </a:moveTo>
                  <a:lnTo>
                    <a:pt x="285" y="13267"/>
                  </a:lnTo>
                  <a:lnTo>
                    <a:pt x="10477" y="13301"/>
                  </a:lnTo>
                  <a:lnTo>
                    <a:pt x="1019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3996;p60"/>
            <p:cNvSpPr/>
            <p:nvPr/>
          </p:nvSpPr>
          <p:spPr>
            <a:xfrm>
              <a:off x="4675004" y="1557207"/>
              <a:ext cx="649561" cy="860132"/>
            </a:xfrm>
            <a:custGeom>
              <a:avLst/>
              <a:gdLst/>
              <a:ahLst/>
              <a:cxnLst/>
              <a:rect l="l" t="t" r="r" b="b"/>
              <a:pathLst>
                <a:path w="9174" h="12148" extrusionOk="0">
                  <a:moveTo>
                    <a:pt x="1" y="0"/>
                  </a:moveTo>
                  <a:lnTo>
                    <a:pt x="252" y="12030"/>
                  </a:lnTo>
                  <a:lnTo>
                    <a:pt x="9174" y="12147"/>
                  </a:lnTo>
                  <a:lnTo>
                    <a:pt x="8907" y="2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3997;p60"/>
            <p:cNvSpPr/>
            <p:nvPr/>
          </p:nvSpPr>
          <p:spPr>
            <a:xfrm>
              <a:off x="4779158" y="1694427"/>
              <a:ext cx="431837" cy="595111"/>
            </a:xfrm>
            <a:custGeom>
              <a:avLst/>
              <a:gdLst/>
              <a:ahLst/>
              <a:cxnLst/>
              <a:rect l="l" t="t" r="r" b="b"/>
              <a:pathLst>
                <a:path w="6099" h="8405" extrusionOk="0">
                  <a:moveTo>
                    <a:pt x="0" y="0"/>
                  </a:moveTo>
                  <a:lnTo>
                    <a:pt x="184" y="8405"/>
                  </a:lnTo>
                  <a:lnTo>
                    <a:pt x="6099" y="8288"/>
                  </a:lnTo>
                  <a:lnTo>
                    <a:pt x="5915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3998;p60"/>
            <p:cNvSpPr/>
            <p:nvPr/>
          </p:nvSpPr>
          <p:spPr>
            <a:xfrm>
              <a:off x="4779158" y="1694427"/>
              <a:ext cx="424756" cy="595111"/>
            </a:xfrm>
            <a:custGeom>
              <a:avLst/>
              <a:gdLst/>
              <a:ahLst/>
              <a:cxnLst/>
              <a:rect l="l" t="t" r="r" b="b"/>
              <a:pathLst>
                <a:path w="5999" h="8405" extrusionOk="0">
                  <a:moveTo>
                    <a:pt x="0" y="0"/>
                  </a:moveTo>
                  <a:lnTo>
                    <a:pt x="184" y="8405"/>
                  </a:lnTo>
                  <a:lnTo>
                    <a:pt x="5999" y="3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3999;p60"/>
            <p:cNvSpPr/>
            <p:nvPr/>
          </p:nvSpPr>
          <p:spPr>
            <a:xfrm>
              <a:off x="7823114" y="1035450"/>
              <a:ext cx="649561" cy="826997"/>
            </a:xfrm>
            <a:custGeom>
              <a:avLst/>
              <a:gdLst/>
              <a:ahLst/>
              <a:cxnLst/>
              <a:rect l="l" t="t" r="r" b="b"/>
              <a:pathLst>
                <a:path w="9174" h="11680" extrusionOk="0">
                  <a:moveTo>
                    <a:pt x="0" y="1"/>
                  </a:moveTo>
                  <a:lnTo>
                    <a:pt x="234" y="11646"/>
                  </a:lnTo>
                  <a:lnTo>
                    <a:pt x="9173" y="11680"/>
                  </a:lnTo>
                  <a:lnTo>
                    <a:pt x="9173" y="11680"/>
                  </a:lnTo>
                  <a:lnTo>
                    <a:pt x="8923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4000;p60"/>
            <p:cNvSpPr/>
            <p:nvPr/>
          </p:nvSpPr>
          <p:spPr>
            <a:xfrm>
              <a:off x="7860995" y="1063842"/>
              <a:ext cx="569056" cy="754847"/>
            </a:xfrm>
            <a:custGeom>
              <a:avLst/>
              <a:gdLst/>
              <a:ahLst/>
              <a:cxnLst/>
              <a:rect l="l" t="t" r="r" b="b"/>
              <a:pathLst>
                <a:path w="8037" h="10661" extrusionOk="0">
                  <a:moveTo>
                    <a:pt x="0" y="1"/>
                  </a:moveTo>
                  <a:lnTo>
                    <a:pt x="217" y="10560"/>
                  </a:lnTo>
                  <a:lnTo>
                    <a:pt x="8037" y="10661"/>
                  </a:lnTo>
                  <a:lnTo>
                    <a:pt x="7820" y="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4001;p60"/>
            <p:cNvSpPr/>
            <p:nvPr/>
          </p:nvSpPr>
          <p:spPr>
            <a:xfrm>
              <a:off x="7952049" y="1184493"/>
              <a:ext cx="378662" cy="523032"/>
            </a:xfrm>
            <a:custGeom>
              <a:avLst/>
              <a:gdLst/>
              <a:ahLst/>
              <a:cxnLst/>
              <a:rect l="l" t="t" r="r" b="b"/>
              <a:pathLst>
                <a:path w="5348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347" y="7269"/>
                  </a:lnTo>
                  <a:lnTo>
                    <a:pt x="5197" y="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4002;p60"/>
            <p:cNvSpPr/>
            <p:nvPr/>
          </p:nvSpPr>
          <p:spPr>
            <a:xfrm>
              <a:off x="7952049" y="1184493"/>
              <a:ext cx="372715" cy="523032"/>
            </a:xfrm>
            <a:custGeom>
              <a:avLst/>
              <a:gdLst/>
              <a:ahLst/>
              <a:cxnLst/>
              <a:rect l="l" t="t" r="r" b="b"/>
              <a:pathLst>
                <a:path w="5264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264" y="34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4003;p60"/>
            <p:cNvSpPr/>
            <p:nvPr/>
          </p:nvSpPr>
          <p:spPr>
            <a:xfrm>
              <a:off x="7743883" y="4140936"/>
              <a:ext cx="159735" cy="366838"/>
            </a:xfrm>
            <a:custGeom>
              <a:avLst/>
              <a:gdLst/>
              <a:ahLst/>
              <a:cxnLst/>
              <a:rect l="l" t="t" r="r" b="b"/>
              <a:pathLst>
                <a:path w="2256" h="5181" extrusionOk="0">
                  <a:moveTo>
                    <a:pt x="33" y="0"/>
                  </a:moveTo>
                  <a:cubicBezTo>
                    <a:pt x="0" y="117"/>
                    <a:pt x="1337" y="5180"/>
                    <a:pt x="1337" y="5180"/>
                  </a:cubicBezTo>
                  <a:lnTo>
                    <a:pt x="2256" y="4996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" name="Google Shape;4004;p60"/>
            <p:cNvSpPr/>
            <p:nvPr/>
          </p:nvSpPr>
          <p:spPr>
            <a:xfrm>
              <a:off x="8118865" y="4090027"/>
              <a:ext cx="198818" cy="417747"/>
            </a:xfrm>
            <a:custGeom>
              <a:avLst/>
              <a:gdLst/>
              <a:ahLst/>
              <a:cxnLst/>
              <a:rect l="l" t="t" r="r" b="b"/>
              <a:pathLst>
                <a:path w="2808" h="5900" extrusionOk="0">
                  <a:moveTo>
                    <a:pt x="1822" y="1"/>
                  </a:moveTo>
                  <a:lnTo>
                    <a:pt x="1" y="5899"/>
                  </a:lnTo>
                  <a:lnTo>
                    <a:pt x="1070" y="5899"/>
                  </a:lnTo>
                  <a:lnTo>
                    <a:pt x="2808" y="419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4005;p60"/>
            <p:cNvSpPr/>
            <p:nvPr/>
          </p:nvSpPr>
          <p:spPr>
            <a:xfrm>
              <a:off x="8218274" y="4025029"/>
              <a:ext cx="218928" cy="482745"/>
            </a:xfrm>
            <a:custGeom>
              <a:avLst/>
              <a:gdLst/>
              <a:ahLst/>
              <a:cxnLst/>
              <a:rect l="l" t="t" r="r" b="b"/>
              <a:pathLst>
                <a:path w="3092" h="6818" extrusionOk="0">
                  <a:moveTo>
                    <a:pt x="2089" y="0"/>
                  </a:moveTo>
                  <a:lnTo>
                    <a:pt x="0" y="6817"/>
                  </a:lnTo>
                  <a:lnTo>
                    <a:pt x="1069" y="6817"/>
                  </a:lnTo>
                  <a:lnTo>
                    <a:pt x="3091" y="434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4006;p60"/>
            <p:cNvSpPr/>
            <p:nvPr/>
          </p:nvSpPr>
          <p:spPr>
            <a:xfrm>
              <a:off x="7792384" y="4478107"/>
              <a:ext cx="525299" cy="261482"/>
            </a:xfrm>
            <a:custGeom>
              <a:avLst/>
              <a:gdLst/>
              <a:ahLst/>
              <a:cxnLst/>
              <a:rect l="l" t="t" r="r" b="b"/>
              <a:pathLst>
                <a:path w="7419" h="3693" extrusionOk="0">
                  <a:moveTo>
                    <a:pt x="0" y="0"/>
                  </a:moveTo>
                  <a:lnTo>
                    <a:pt x="1069" y="3693"/>
                  </a:lnTo>
                  <a:lnTo>
                    <a:pt x="6433" y="3693"/>
                  </a:lnTo>
                  <a:lnTo>
                    <a:pt x="74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4007;p60"/>
            <p:cNvSpPr/>
            <p:nvPr/>
          </p:nvSpPr>
          <p:spPr>
            <a:xfrm>
              <a:off x="7799464" y="3938647"/>
              <a:ext cx="189332" cy="539530"/>
            </a:xfrm>
            <a:custGeom>
              <a:avLst/>
              <a:gdLst/>
              <a:ahLst/>
              <a:cxnLst/>
              <a:rect l="l" t="t" r="r" b="b"/>
              <a:pathLst>
                <a:path w="2674" h="7620" extrusionOk="0">
                  <a:moveTo>
                    <a:pt x="0" y="0"/>
                  </a:moveTo>
                  <a:lnTo>
                    <a:pt x="17" y="50"/>
                  </a:lnTo>
                  <a:lnTo>
                    <a:pt x="1253" y="5431"/>
                  </a:lnTo>
                  <a:cubicBezTo>
                    <a:pt x="1404" y="6099"/>
                    <a:pt x="1538" y="6650"/>
                    <a:pt x="1621" y="7035"/>
                  </a:cubicBezTo>
                  <a:cubicBezTo>
                    <a:pt x="1671" y="7218"/>
                    <a:pt x="1705" y="7369"/>
                    <a:pt x="1721" y="7469"/>
                  </a:cubicBezTo>
                  <a:cubicBezTo>
                    <a:pt x="1738" y="7519"/>
                    <a:pt x="1755" y="7553"/>
                    <a:pt x="1755" y="7586"/>
                  </a:cubicBezTo>
                  <a:cubicBezTo>
                    <a:pt x="1755" y="7603"/>
                    <a:pt x="1771" y="7619"/>
                    <a:pt x="1771" y="7619"/>
                  </a:cubicBezTo>
                  <a:cubicBezTo>
                    <a:pt x="1771" y="7603"/>
                    <a:pt x="1771" y="7603"/>
                    <a:pt x="1771" y="7586"/>
                  </a:cubicBezTo>
                  <a:cubicBezTo>
                    <a:pt x="1755" y="7553"/>
                    <a:pt x="1755" y="7519"/>
                    <a:pt x="1738" y="7469"/>
                  </a:cubicBezTo>
                  <a:lnTo>
                    <a:pt x="1654" y="7035"/>
                  </a:lnTo>
                  <a:cubicBezTo>
                    <a:pt x="1554" y="6650"/>
                    <a:pt x="1437" y="6099"/>
                    <a:pt x="1287" y="5414"/>
                  </a:cubicBezTo>
                  <a:cubicBezTo>
                    <a:pt x="988" y="4051"/>
                    <a:pt x="556" y="2159"/>
                    <a:pt x="91" y="67"/>
                  </a:cubicBezTo>
                  <a:lnTo>
                    <a:pt x="956" y="67"/>
                  </a:lnTo>
                  <a:lnTo>
                    <a:pt x="2156" y="5431"/>
                  </a:lnTo>
                  <a:cubicBezTo>
                    <a:pt x="2306" y="6099"/>
                    <a:pt x="2440" y="6650"/>
                    <a:pt x="2523" y="7035"/>
                  </a:cubicBezTo>
                  <a:cubicBezTo>
                    <a:pt x="2573" y="7218"/>
                    <a:pt x="2607" y="7369"/>
                    <a:pt x="2624" y="7469"/>
                  </a:cubicBezTo>
                  <a:cubicBezTo>
                    <a:pt x="2640" y="7519"/>
                    <a:pt x="2657" y="7553"/>
                    <a:pt x="2657" y="7586"/>
                  </a:cubicBezTo>
                  <a:cubicBezTo>
                    <a:pt x="2657" y="7603"/>
                    <a:pt x="2657" y="7619"/>
                    <a:pt x="2674" y="7619"/>
                  </a:cubicBezTo>
                  <a:cubicBezTo>
                    <a:pt x="2674" y="7603"/>
                    <a:pt x="2674" y="7603"/>
                    <a:pt x="2674" y="7586"/>
                  </a:cubicBezTo>
                  <a:cubicBezTo>
                    <a:pt x="2657" y="7553"/>
                    <a:pt x="2657" y="7519"/>
                    <a:pt x="2640" y="7469"/>
                  </a:cubicBezTo>
                  <a:cubicBezTo>
                    <a:pt x="2624" y="7369"/>
                    <a:pt x="2590" y="7218"/>
                    <a:pt x="2557" y="7035"/>
                  </a:cubicBezTo>
                  <a:cubicBezTo>
                    <a:pt x="2473" y="6650"/>
                    <a:pt x="2356" y="6099"/>
                    <a:pt x="2206" y="5414"/>
                  </a:cubicBezTo>
                  <a:cubicBezTo>
                    <a:pt x="1905" y="4044"/>
                    <a:pt x="1487" y="2139"/>
                    <a:pt x="1020" y="34"/>
                  </a:cubicBezTo>
                  <a:lnTo>
                    <a:pt x="102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4008;p60"/>
            <p:cNvSpPr/>
            <p:nvPr/>
          </p:nvSpPr>
          <p:spPr>
            <a:xfrm>
              <a:off x="5454633" y="1326455"/>
              <a:ext cx="2223050" cy="3046434"/>
            </a:xfrm>
            <a:custGeom>
              <a:avLst/>
              <a:gdLst/>
              <a:ahLst/>
              <a:cxnLst/>
              <a:rect l="l" t="t" r="r" b="b"/>
              <a:pathLst>
                <a:path w="31397" h="43026" extrusionOk="0">
                  <a:moveTo>
                    <a:pt x="1" y="1"/>
                  </a:moveTo>
                  <a:lnTo>
                    <a:pt x="1" y="43025"/>
                  </a:lnTo>
                  <a:lnTo>
                    <a:pt x="31396" y="43025"/>
                  </a:lnTo>
                  <a:lnTo>
                    <a:pt x="3139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4009;p60"/>
            <p:cNvSpPr/>
            <p:nvPr/>
          </p:nvSpPr>
          <p:spPr>
            <a:xfrm>
              <a:off x="5640424" y="1449514"/>
              <a:ext cx="1949674" cy="2742331"/>
            </a:xfrm>
            <a:custGeom>
              <a:avLst/>
              <a:gdLst/>
              <a:ahLst/>
              <a:cxnLst/>
              <a:rect l="l" t="t" r="r" b="b"/>
              <a:pathLst>
                <a:path w="27536" h="38731" extrusionOk="0">
                  <a:moveTo>
                    <a:pt x="0" y="1"/>
                  </a:moveTo>
                  <a:lnTo>
                    <a:pt x="0" y="38731"/>
                  </a:lnTo>
                  <a:lnTo>
                    <a:pt x="27536" y="38731"/>
                  </a:lnTo>
                  <a:lnTo>
                    <a:pt x="27536" y="33902"/>
                  </a:lnTo>
                  <a:lnTo>
                    <a:pt x="275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4010;p60"/>
            <p:cNvSpPr/>
            <p:nvPr/>
          </p:nvSpPr>
          <p:spPr>
            <a:xfrm>
              <a:off x="5626192" y="1412837"/>
              <a:ext cx="1933175" cy="2728170"/>
            </a:xfrm>
            <a:custGeom>
              <a:avLst/>
              <a:gdLst/>
              <a:ahLst/>
              <a:cxnLst/>
              <a:rect l="l" t="t" r="r" b="b"/>
              <a:pathLst>
                <a:path w="27303" h="38531" extrusionOk="0">
                  <a:moveTo>
                    <a:pt x="1" y="1"/>
                  </a:moveTo>
                  <a:lnTo>
                    <a:pt x="1" y="38530"/>
                  </a:lnTo>
                  <a:lnTo>
                    <a:pt x="27302" y="38530"/>
                  </a:lnTo>
                  <a:lnTo>
                    <a:pt x="27302" y="33735"/>
                  </a:lnTo>
                  <a:lnTo>
                    <a:pt x="273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4011;p60"/>
            <p:cNvSpPr/>
            <p:nvPr/>
          </p:nvSpPr>
          <p:spPr>
            <a:xfrm>
              <a:off x="5590719" y="1419917"/>
              <a:ext cx="1949744" cy="2689155"/>
            </a:xfrm>
            <a:custGeom>
              <a:avLst/>
              <a:gdLst/>
              <a:ahLst/>
              <a:cxnLst/>
              <a:rect l="l" t="t" r="r" b="b"/>
              <a:pathLst>
                <a:path w="27537" h="37980" extrusionOk="0">
                  <a:moveTo>
                    <a:pt x="0" y="1"/>
                  </a:moveTo>
                  <a:lnTo>
                    <a:pt x="0" y="37979"/>
                  </a:lnTo>
                  <a:lnTo>
                    <a:pt x="21722" y="37979"/>
                  </a:lnTo>
                  <a:lnTo>
                    <a:pt x="24879" y="35423"/>
                  </a:lnTo>
                  <a:lnTo>
                    <a:pt x="27536" y="33251"/>
                  </a:lnTo>
                  <a:lnTo>
                    <a:pt x="27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4012;p60"/>
            <p:cNvSpPr/>
            <p:nvPr/>
          </p:nvSpPr>
          <p:spPr>
            <a:xfrm>
              <a:off x="5588311" y="1417580"/>
              <a:ext cx="1954487" cy="2693828"/>
            </a:xfrm>
            <a:custGeom>
              <a:avLst/>
              <a:gdLst/>
              <a:ahLst/>
              <a:cxnLst/>
              <a:rect l="l" t="t" r="r" b="b"/>
              <a:pathLst>
                <a:path w="27604" h="38046" extrusionOk="0">
                  <a:moveTo>
                    <a:pt x="25080" y="35322"/>
                  </a:moveTo>
                  <a:lnTo>
                    <a:pt x="25080" y="35322"/>
                  </a:lnTo>
                  <a:cubicBezTo>
                    <a:pt x="24963" y="35406"/>
                    <a:pt x="24897" y="35456"/>
                    <a:pt x="24897" y="35456"/>
                  </a:cubicBezTo>
                  <a:lnTo>
                    <a:pt x="24913" y="35456"/>
                  </a:lnTo>
                  <a:cubicBezTo>
                    <a:pt x="24913" y="35456"/>
                    <a:pt x="24964" y="35406"/>
                    <a:pt x="25080" y="35322"/>
                  </a:cubicBezTo>
                  <a:close/>
                  <a:moveTo>
                    <a:pt x="24897" y="35456"/>
                  </a:moveTo>
                  <a:lnTo>
                    <a:pt x="24897" y="35456"/>
                  </a:lnTo>
                  <a:cubicBezTo>
                    <a:pt x="24897" y="35456"/>
                    <a:pt x="24830" y="35506"/>
                    <a:pt x="24713" y="35623"/>
                  </a:cubicBezTo>
                  <a:cubicBezTo>
                    <a:pt x="24847" y="35506"/>
                    <a:pt x="24897" y="35456"/>
                    <a:pt x="24897" y="35456"/>
                  </a:cubicBezTo>
                  <a:close/>
                  <a:moveTo>
                    <a:pt x="1" y="0"/>
                  </a:moveTo>
                  <a:lnTo>
                    <a:pt x="1" y="34"/>
                  </a:lnTo>
                  <a:cubicBezTo>
                    <a:pt x="1" y="14320"/>
                    <a:pt x="1" y="27486"/>
                    <a:pt x="1" y="38012"/>
                  </a:cubicBezTo>
                  <a:lnTo>
                    <a:pt x="1" y="38046"/>
                  </a:lnTo>
                  <a:lnTo>
                    <a:pt x="34" y="38046"/>
                  </a:lnTo>
                  <a:lnTo>
                    <a:pt x="21756" y="38029"/>
                  </a:lnTo>
                  <a:lnTo>
                    <a:pt x="21772" y="38029"/>
                  </a:lnTo>
                  <a:lnTo>
                    <a:pt x="24128" y="36108"/>
                  </a:lnTo>
                  <a:lnTo>
                    <a:pt x="24713" y="35623"/>
                  </a:lnTo>
                  <a:lnTo>
                    <a:pt x="24713" y="35623"/>
                  </a:lnTo>
                  <a:lnTo>
                    <a:pt x="24111" y="36091"/>
                  </a:lnTo>
                  <a:lnTo>
                    <a:pt x="21756" y="38012"/>
                  </a:lnTo>
                  <a:lnTo>
                    <a:pt x="68" y="37996"/>
                  </a:lnTo>
                  <a:lnTo>
                    <a:pt x="68" y="37996"/>
                  </a:lnTo>
                  <a:cubicBezTo>
                    <a:pt x="68" y="27480"/>
                    <a:pt x="68" y="14333"/>
                    <a:pt x="68" y="67"/>
                  </a:cubicBezTo>
                  <a:lnTo>
                    <a:pt x="27553" y="67"/>
                  </a:lnTo>
                  <a:cubicBezTo>
                    <a:pt x="27553" y="15707"/>
                    <a:pt x="27570" y="27841"/>
                    <a:pt x="27570" y="33284"/>
                  </a:cubicBezTo>
                  <a:lnTo>
                    <a:pt x="25582" y="34905"/>
                  </a:lnTo>
                  <a:lnTo>
                    <a:pt x="25081" y="35322"/>
                  </a:lnTo>
                  <a:lnTo>
                    <a:pt x="25582" y="34921"/>
                  </a:lnTo>
                  <a:lnTo>
                    <a:pt x="27587" y="33301"/>
                  </a:lnTo>
                  <a:cubicBezTo>
                    <a:pt x="27587" y="27837"/>
                    <a:pt x="27604" y="15690"/>
                    <a:pt x="27604" y="34"/>
                  </a:cubicBezTo>
                  <a:lnTo>
                    <a:pt x="2760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4013;p60"/>
            <p:cNvSpPr/>
            <p:nvPr/>
          </p:nvSpPr>
          <p:spPr>
            <a:xfrm>
              <a:off x="6166854" y="1231860"/>
              <a:ext cx="798604" cy="273305"/>
            </a:xfrm>
            <a:custGeom>
              <a:avLst/>
              <a:gdLst/>
              <a:ahLst/>
              <a:cxnLst/>
              <a:rect l="l" t="t" r="r" b="b"/>
              <a:pathLst>
                <a:path w="11279" h="3860" extrusionOk="0">
                  <a:moveTo>
                    <a:pt x="1922" y="0"/>
                  </a:moveTo>
                  <a:cubicBezTo>
                    <a:pt x="869" y="0"/>
                    <a:pt x="0" y="852"/>
                    <a:pt x="0" y="1905"/>
                  </a:cubicBezTo>
                  <a:lnTo>
                    <a:pt x="0" y="3860"/>
                  </a:lnTo>
                  <a:lnTo>
                    <a:pt x="11279" y="3860"/>
                  </a:lnTo>
                  <a:lnTo>
                    <a:pt x="11279" y="1838"/>
                  </a:lnTo>
                  <a:cubicBezTo>
                    <a:pt x="11279" y="819"/>
                    <a:pt x="10460" y="0"/>
                    <a:pt x="9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4014;p60"/>
            <p:cNvSpPr/>
            <p:nvPr/>
          </p:nvSpPr>
          <p:spPr>
            <a:xfrm>
              <a:off x="6333670" y="1083951"/>
              <a:ext cx="459096" cy="147983"/>
            </a:xfrm>
            <a:custGeom>
              <a:avLst/>
              <a:gdLst/>
              <a:ahLst/>
              <a:cxnLst/>
              <a:rect l="l" t="t" r="r" b="b"/>
              <a:pathLst>
                <a:path w="6484" h="2090" extrusionOk="0">
                  <a:moveTo>
                    <a:pt x="0" y="1"/>
                  </a:moveTo>
                  <a:lnTo>
                    <a:pt x="418" y="2089"/>
                  </a:lnTo>
                  <a:lnTo>
                    <a:pt x="6132" y="2089"/>
                  </a:lnTo>
                  <a:lnTo>
                    <a:pt x="64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4" name="Gruppieren 223"/>
            <p:cNvGrpSpPr/>
            <p:nvPr/>
          </p:nvGrpSpPr>
          <p:grpSpPr>
            <a:xfrm>
              <a:off x="5732827" y="1740028"/>
              <a:ext cx="694000" cy="209438"/>
              <a:chOff x="6262653" y="1925108"/>
              <a:chExt cx="1021072" cy="209438"/>
            </a:xfrm>
          </p:grpSpPr>
          <p:sp>
            <p:nvSpPr>
              <p:cNvPr id="343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4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5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6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5" name="Google Shape;4038;p60"/>
            <p:cNvSpPr/>
            <p:nvPr/>
          </p:nvSpPr>
          <p:spPr>
            <a:xfrm>
              <a:off x="6976080" y="3664138"/>
              <a:ext cx="214183" cy="442529"/>
            </a:xfrm>
            <a:custGeom>
              <a:avLst/>
              <a:gdLst/>
              <a:ahLst/>
              <a:cxnLst/>
              <a:rect l="l" t="t" r="r" b="b"/>
              <a:pathLst>
                <a:path w="3025" h="6250" extrusionOk="0">
                  <a:moveTo>
                    <a:pt x="3024" y="1"/>
                  </a:moveTo>
                  <a:lnTo>
                    <a:pt x="0" y="6250"/>
                  </a:lnTo>
                  <a:lnTo>
                    <a:pt x="2156" y="6250"/>
                  </a:lnTo>
                  <a:lnTo>
                    <a:pt x="30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6" name="Gruppieren 225"/>
            <p:cNvGrpSpPr/>
            <p:nvPr/>
          </p:nvGrpSpPr>
          <p:grpSpPr>
            <a:xfrm>
              <a:off x="6500110" y="3806192"/>
              <a:ext cx="853377" cy="108000"/>
              <a:chOff x="6500110" y="1780140"/>
              <a:chExt cx="853377" cy="108000"/>
            </a:xfrm>
          </p:grpSpPr>
          <p:sp>
            <p:nvSpPr>
              <p:cNvPr id="338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9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0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1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2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7" name="Google Shape;4040;p60"/>
            <p:cNvSpPr/>
            <p:nvPr/>
          </p:nvSpPr>
          <p:spPr>
            <a:xfrm>
              <a:off x="7128664" y="3664138"/>
              <a:ext cx="417676" cy="444935"/>
            </a:xfrm>
            <a:custGeom>
              <a:avLst/>
              <a:gdLst/>
              <a:ahLst/>
              <a:cxnLst/>
              <a:rect l="l" t="t" r="r" b="b"/>
              <a:pathLst>
                <a:path w="5899" h="6284" extrusionOk="0">
                  <a:moveTo>
                    <a:pt x="17" y="6201"/>
                  </a:moveTo>
                  <a:cubicBezTo>
                    <a:pt x="14" y="6220"/>
                    <a:pt x="11" y="6237"/>
                    <a:pt x="8" y="6251"/>
                  </a:cubicBezTo>
                  <a:lnTo>
                    <a:pt x="8" y="6251"/>
                  </a:lnTo>
                  <a:cubicBezTo>
                    <a:pt x="14" y="6235"/>
                    <a:pt x="16" y="6221"/>
                    <a:pt x="17" y="6201"/>
                  </a:cubicBezTo>
                  <a:close/>
                  <a:moveTo>
                    <a:pt x="8" y="6251"/>
                  </a:moveTo>
                  <a:cubicBezTo>
                    <a:pt x="6" y="6256"/>
                    <a:pt x="3" y="6261"/>
                    <a:pt x="1" y="6267"/>
                  </a:cubicBezTo>
                  <a:cubicBezTo>
                    <a:pt x="1" y="6267"/>
                    <a:pt x="1" y="6283"/>
                    <a:pt x="1" y="6283"/>
                  </a:cubicBezTo>
                  <a:cubicBezTo>
                    <a:pt x="3" y="6274"/>
                    <a:pt x="5" y="6263"/>
                    <a:pt x="8" y="6251"/>
                  </a:cubicBezTo>
                  <a:close/>
                  <a:moveTo>
                    <a:pt x="836" y="1"/>
                  </a:moveTo>
                  <a:lnTo>
                    <a:pt x="836" y="34"/>
                  </a:lnTo>
                  <a:cubicBezTo>
                    <a:pt x="585" y="1856"/>
                    <a:pt x="385" y="3426"/>
                    <a:pt x="234" y="4546"/>
                  </a:cubicBezTo>
                  <a:cubicBezTo>
                    <a:pt x="168" y="5097"/>
                    <a:pt x="101" y="5531"/>
                    <a:pt x="67" y="5832"/>
                  </a:cubicBezTo>
                  <a:cubicBezTo>
                    <a:pt x="51" y="5983"/>
                    <a:pt x="34" y="6100"/>
                    <a:pt x="17" y="6166"/>
                  </a:cubicBezTo>
                  <a:cubicBezTo>
                    <a:pt x="17" y="6180"/>
                    <a:pt x="17" y="6192"/>
                    <a:pt x="17" y="6201"/>
                  </a:cubicBezTo>
                  <a:lnTo>
                    <a:pt x="17" y="6201"/>
                  </a:lnTo>
                  <a:cubicBezTo>
                    <a:pt x="55" y="5983"/>
                    <a:pt x="124" y="5445"/>
                    <a:pt x="268" y="4512"/>
                  </a:cubicBezTo>
                  <a:cubicBezTo>
                    <a:pt x="417" y="3419"/>
                    <a:pt x="632" y="1882"/>
                    <a:pt x="896" y="81"/>
                  </a:cubicBezTo>
                  <a:lnTo>
                    <a:pt x="896" y="81"/>
                  </a:lnTo>
                  <a:lnTo>
                    <a:pt x="3894" y="1003"/>
                  </a:lnTo>
                  <a:lnTo>
                    <a:pt x="5758" y="1571"/>
                  </a:lnTo>
                  <a:lnTo>
                    <a:pt x="5758" y="1571"/>
                  </a:lnTo>
                  <a:lnTo>
                    <a:pt x="1671" y="4913"/>
                  </a:lnTo>
                  <a:lnTo>
                    <a:pt x="1" y="6283"/>
                  </a:lnTo>
                  <a:cubicBezTo>
                    <a:pt x="1" y="6283"/>
                    <a:pt x="17" y="6283"/>
                    <a:pt x="34" y="6267"/>
                  </a:cubicBezTo>
                  <a:lnTo>
                    <a:pt x="118" y="6200"/>
                  </a:lnTo>
                  <a:lnTo>
                    <a:pt x="435" y="5949"/>
                  </a:lnTo>
                  <a:lnTo>
                    <a:pt x="1655" y="4963"/>
                  </a:lnTo>
                  <a:lnTo>
                    <a:pt x="5849" y="1588"/>
                  </a:lnTo>
                  <a:lnTo>
                    <a:pt x="5899" y="1555"/>
                  </a:lnTo>
                  <a:lnTo>
                    <a:pt x="5832" y="1538"/>
                  </a:lnTo>
                  <a:lnTo>
                    <a:pt x="3927" y="937"/>
                  </a:lnTo>
                  <a:lnTo>
                    <a:pt x="8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4041;p60"/>
            <p:cNvSpPr/>
            <p:nvPr/>
          </p:nvSpPr>
          <p:spPr>
            <a:xfrm>
              <a:off x="6735910" y="1083951"/>
              <a:ext cx="56856" cy="147983"/>
            </a:xfrm>
            <a:custGeom>
              <a:avLst/>
              <a:gdLst/>
              <a:ahLst/>
              <a:cxnLst/>
              <a:rect l="l" t="t" r="r" b="b"/>
              <a:pathLst>
                <a:path w="803" h="2090" extrusionOk="0">
                  <a:moveTo>
                    <a:pt x="368" y="1"/>
                  </a:moveTo>
                  <a:lnTo>
                    <a:pt x="0" y="2089"/>
                  </a:lnTo>
                  <a:lnTo>
                    <a:pt x="451" y="208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4042;p60"/>
            <p:cNvSpPr/>
            <p:nvPr/>
          </p:nvSpPr>
          <p:spPr>
            <a:xfrm>
              <a:off x="5345806" y="2149984"/>
              <a:ext cx="239036" cy="491171"/>
            </a:xfrm>
            <a:custGeom>
              <a:avLst/>
              <a:gdLst/>
              <a:ahLst/>
              <a:cxnLst/>
              <a:rect l="l" t="t" r="r" b="b"/>
              <a:pathLst>
                <a:path w="3376" h="6937" extrusionOk="0">
                  <a:moveTo>
                    <a:pt x="1863" y="0"/>
                  </a:moveTo>
                  <a:cubicBezTo>
                    <a:pt x="1213" y="0"/>
                    <a:pt x="565" y="191"/>
                    <a:pt x="1" y="567"/>
                  </a:cubicBezTo>
                  <a:lnTo>
                    <a:pt x="68" y="3926"/>
                  </a:lnTo>
                  <a:lnTo>
                    <a:pt x="68" y="5713"/>
                  </a:lnTo>
                  <a:cubicBezTo>
                    <a:pt x="68" y="6315"/>
                    <a:pt x="385" y="6883"/>
                    <a:pt x="987" y="6933"/>
                  </a:cubicBezTo>
                  <a:cubicBezTo>
                    <a:pt x="1017" y="6935"/>
                    <a:pt x="1047" y="6937"/>
                    <a:pt x="1076" y="6937"/>
                  </a:cubicBezTo>
                  <a:cubicBezTo>
                    <a:pt x="1690" y="6937"/>
                    <a:pt x="2208" y="6451"/>
                    <a:pt x="2240" y="5814"/>
                  </a:cubicBezTo>
                  <a:cubicBezTo>
                    <a:pt x="2256" y="5179"/>
                    <a:pt x="2290" y="4544"/>
                    <a:pt x="2290" y="4544"/>
                  </a:cubicBezTo>
                  <a:cubicBezTo>
                    <a:pt x="2290" y="4544"/>
                    <a:pt x="3242" y="4460"/>
                    <a:pt x="3309" y="3508"/>
                  </a:cubicBezTo>
                  <a:cubicBezTo>
                    <a:pt x="3376" y="2555"/>
                    <a:pt x="3342" y="350"/>
                    <a:pt x="3342" y="350"/>
                  </a:cubicBezTo>
                  <a:cubicBezTo>
                    <a:pt x="2874" y="116"/>
                    <a:pt x="2368" y="0"/>
                    <a:pt x="1863" y="0"/>
                  </a:cubicBez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4043;p60"/>
            <p:cNvSpPr/>
            <p:nvPr/>
          </p:nvSpPr>
          <p:spPr>
            <a:xfrm>
              <a:off x="5310333" y="2094188"/>
              <a:ext cx="330161" cy="398133"/>
            </a:xfrm>
            <a:custGeom>
              <a:avLst/>
              <a:gdLst/>
              <a:ahLst/>
              <a:cxnLst/>
              <a:rect l="l" t="t" r="r" b="b"/>
              <a:pathLst>
                <a:path w="4663" h="5623" extrusionOk="0">
                  <a:moveTo>
                    <a:pt x="2874" y="3126"/>
                  </a:moveTo>
                  <a:lnTo>
                    <a:pt x="2874" y="3126"/>
                  </a:lnTo>
                  <a:cubicBezTo>
                    <a:pt x="2869" y="3126"/>
                    <a:pt x="2863" y="3126"/>
                    <a:pt x="2858" y="3126"/>
                  </a:cubicBezTo>
                  <a:lnTo>
                    <a:pt x="2874" y="3126"/>
                  </a:lnTo>
                  <a:cubicBezTo>
                    <a:pt x="2874" y="3126"/>
                    <a:pt x="2874" y="3126"/>
                    <a:pt x="2874" y="3126"/>
                  </a:cubicBezTo>
                  <a:close/>
                  <a:moveTo>
                    <a:pt x="2759" y="0"/>
                  </a:moveTo>
                  <a:cubicBezTo>
                    <a:pt x="2548" y="0"/>
                    <a:pt x="2340" y="56"/>
                    <a:pt x="2156" y="169"/>
                  </a:cubicBezTo>
                  <a:cubicBezTo>
                    <a:pt x="1872" y="353"/>
                    <a:pt x="1571" y="520"/>
                    <a:pt x="1254" y="653"/>
                  </a:cubicBezTo>
                  <a:cubicBezTo>
                    <a:pt x="986" y="737"/>
                    <a:pt x="686" y="754"/>
                    <a:pt x="452" y="904"/>
                  </a:cubicBezTo>
                  <a:cubicBezTo>
                    <a:pt x="251" y="1054"/>
                    <a:pt x="117" y="1272"/>
                    <a:pt x="67" y="1522"/>
                  </a:cubicBezTo>
                  <a:cubicBezTo>
                    <a:pt x="17" y="1773"/>
                    <a:pt x="0" y="2023"/>
                    <a:pt x="17" y="2274"/>
                  </a:cubicBezTo>
                  <a:cubicBezTo>
                    <a:pt x="34" y="2976"/>
                    <a:pt x="34" y="3678"/>
                    <a:pt x="51" y="4379"/>
                  </a:cubicBezTo>
                  <a:cubicBezTo>
                    <a:pt x="34" y="4680"/>
                    <a:pt x="101" y="4981"/>
                    <a:pt x="251" y="5231"/>
                  </a:cubicBezTo>
                  <a:cubicBezTo>
                    <a:pt x="454" y="5521"/>
                    <a:pt x="833" y="5623"/>
                    <a:pt x="1191" y="5623"/>
                  </a:cubicBezTo>
                  <a:cubicBezTo>
                    <a:pt x="1246" y="5623"/>
                    <a:pt x="1301" y="5620"/>
                    <a:pt x="1354" y="5616"/>
                  </a:cubicBezTo>
                  <a:cubicBezTo>
                    <a:pt x="1772" y="5566"/>
                    <a:pt x="2156" y="5382"/>
                    <a:pt x="2457" y="5081"/>
                  </a:cubicBezTo>
                  <a:cubicBezTo>
                    <a:pt x="2624" y="4914"/>
                    <a:pt x="2741" y="4680"/>
                    <a:pt x="2791" y="4429"/>
                  </a:cubicBezTo>
                  <a:cubicBezTo>
                    <a:pt x="2808" y="4246"/>
                    <a:pt x="2674" y="4079"/>
                    <a:pt x="2507" y="4028"/>
                  </a:cubicBezTo>
                  <a:cubicBezTo>
                    <a:pt x="2306" y="3978"/>
                    <a:pt x="2139" y="3861"/>
                    <a:pt x="2039" y="3678"/>
                  </a:cubicBezTo>
                  <a:cubicBezTo>
                    <a:pt x="1922" y="3427"/>
                    <a:pt x="1989" y="3143"/>
                    <a:pt x="2223" y="2993"/>
                  </a:cubicBezTo>
                  <a:cubicBezTo>
                    <a:pt x="2300" y="2945"/>
                    <a:pt x="2385" y="2923"/>
                    <a:pt x="2470" y="2923"/>
                  </a:cubicBezTo>
                  <a:cubicBezTo>
                    <a:pt x="2624" y="2923"/>
                    <a:pt x="2777" y="2997"/>
                    <a:pt x="2874" y="3126"/>
                  </a:cubicBezTo>
                  <a:lnTo>
                    <a:pt x="2874" y="3126"/>
                  </a:lnTo>
                  <a:cubicBezTo>
                    <a:pt x="3026" y="3115"/>
                    <a:pt x="3043" y="2956"/>
                    <a:pt x="3075" y="2859"/>
                  </a:cubicBezTo>
                  <a:cubicBezTo>
                    <a:pt x="3142" y="2642"/>
                    <a:pt x="3142" y="2408"/>
                    <a:pt x="3092" y="2191"/>
                  </a:cubicBezTo>
                  <a:lnTo>
                    <a:pt x="3092" y="2191"/>
                  </a:lnTo>
                  <a:cubicBezTo>
                    <a:pt x="3251" y="2268"/>
                    <a:pt x="3419" y="2304"/>
                    <a:pt x="3583" y="2304"/>
                  </a:cubicBezTo>
                  <a:cubicBezTo>
                    <a:pt x="4024" y="2304"/>
                    <a:pt x="4442" y="2044"/>
                    <a:pt x="4612" y="1606"/>
                  </a:cubicBezTo>
                  <a:cubicBezTo>
                    <a:pt x="4662" y="1439"/>
                    <a:pt x="4662" y="1272"/>
                    <a:pt x="4612" y="1121"/>
                  </a:cubicBezTo>
                  <a:cubicBezTo>
                    <a:pt x="4478" y="670"/>
                    <a:pt x="4044" y="703"/>
                    <a:pt x="3743" y="520"/>
                  </a:cubicBezTo>
                  <a:cubicBezTo>
                    <a:pt x="3526" y="403"/>
                    <a:pt x="3376" y="186"/>
                    <a:pt x="3158" y="69"/>
                  </a:cubicBezTo>
                  <a:cubicBezTo>
                    <a:pt x="3028" y="23"/>
                    <a:pt x="2893" y="0"/>
                    <a:pt x="27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4039;p60"/>
            <p:cNvSpPr/>
            <p:nvPr/>
          </p:nvSpPr>
          <p:spPr>
            <a:xfrm>
              <a:off x="7128664" y="3666546"/>
              <a:ext cx="411799" cy="442529"/>
            </a:xfrm>
            <a:custGeom>
              <a:avLst/>
              <a:gdLst/>
              <a:ahLst/>
              <a:cxnLst/>
              <a:rect l="l" t="t" r="r" b="b"/>
              <a:pathLst>
                <a:path w="5816" h="6250" extrusionOk="0">
                  <a:moveTo>
                    <a:pt x="869" y="0"/>
                  </a:moveTo>
                  <a:lnTo>
                    <a:pt x="1" y="6249"/>
                  </a:lnTo>
                  <a:lnTo>
                    <a:pt x="1" y="6249"/>
                  </a:lnTo>
                  <a:lnTo>
                    <a:pt x="5815" y="1538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4045;p60"/>
            <p:cNvSpPr/>
            <p:nvPr/>
          </p:nvSpPr>
          <p:spPr>
            <a:xfrm>
              <a:off x="5307996" y="2152248"/>
              <a:ext cx="33136" cy="32005"/>
            </a:xfrm>
            <a:custGeom>
              <a:avLst/>
              <a:gdLst/>
              <a:ahLst/>
              <a:cxnLst/>
              <a:rect l="l" t="t" r="r" b="b"/>
              <a:pathLst>
                <a:path w="468" h="452" extrusionOk="0">
                  <a:moveTo>
                    <a:pt x="468" y="0"/>
                  </a:moveTo>
                  <a:cubicBezTo>
                    <a:pt x="434" y="0"/>
                    <a:pt x="401" y="134"/>
                    <a:pt x="267" y="268"/>
                  </a:cubicBezTo>
                  <a:cubicBezTo>
                    <a:pt x="150" y="385"/>
                    <a:pt x="0" y="418"/>
                    <a:pt x="17" y="452"/>
                  </a:cubicBezTo>
                  <a:cubicBezTo>
                    <a:pt x="251" y="435"/>
                    <a:pt x="451" y="251"/>
                    <a:pt x="468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4048;p60"/>
            <p:cNvSpPr/>
            <p:nvPr/>
          </p:nvSpPr>
          <p:spPr>
            <a:xfrm>
              <a:off x="5136437" y="2811227"/>
              <a:ext cx="179843" cy="305522"/>
            </a:xfrm>
            <a:custGeom>
              <a:avLst/>
              <a:gdLst/>
              <a:ahLst/>
              <a:cxnLst/>
              <a:rect l="l" t="t" r="r" b="b"/>
              <a:pathLst>
                <a:path w="2540" h="4315" extrusionOk="0">
                  <a:moveTo>
                    <a:pt x="485" y="0"/>
                  </a:moveTo>
                  <a:cubicBezTo>
                    <a:pt x="485" y="0"/>
                    <a:pt x="0" y="3542"/>
                    <a:pt x="485" y="3993"/>
                  </a:cubicBezTo>
                  <a:cubicBezTo>
                    <a:pt x="685" y="4207"/>
                    <a:pt x="950" y="4314"/>
                    <a:pt x="1228" y="4314"/>
                  </a:cubicBezTo>
                  <a:cubicBezTo>
                    <a:pt x="1297" y="4314"/>
                    <a:pt x="1367" y="4308"/>
                    <a:pt x="1437" y="4294"/>
                  </a:cubicBezTo>
                  <a:lnTo>
                    <a:pt x="2356" y="3526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34" name="Gruppieren 233"/>
            <p:cNvGrpSpPr/>
            <p:nvPr/>
          </p:nvGrpSpPr>
          <p:grpSpPr>
            <a:xfrm>
              <a:off x="5727282" y="2241895"/>
              <a:ext cx="694000" cy="209438"/>
              <a:chOff x="6262653" y="1925108"/>
              <a:chExt cx="1021072" cy="209438"/>
            </a:xfrm>
          </p:grpSpPr>
          <p:sp>
            <p:nvSpPr>
              <p:cNvPr id="334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5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6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7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35" name="Google Shape;9650;p71"/>
            <p:cNvSpPr/>
            <p:nvPr/>
          </p:nvSpPr>
          <p:spPr>
            <a:xfrm rot="575160">
              <a:off x="5954079" y="1904077"/>
              <a:ext cx="291966" cy="289050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4050;p60"/>
            <p:cNvSpPr/>
            <p:nvPr/>
          </p:nvSpPr>
          <p:spPr>
            <a:xfrm>
              <a:off x="5713778" y="2117909"/>
              <a:ext cx="386875" cy="556099"/>
            </a:xfrm>
            <a:custGeom>
              <a:avLst/>
              <a:gdLst/>
              <a:ahLst/>
              <a:cxnLst/>
              <a:rect l="l" t="t" r="r" b="b"/>
              <a:pathLst>
                <a:path w="5464" h="7854" extrusionOk="0">
                  <a:moveTo>
                    <a:pt x="4086" y="0"/>
                  </a:moveTo>
                  <a:cubicBezTo>
                    <a:pt x="4070" y="0"/>
                    <a:pt x="4060" y="16"/>
                    <a:pt x="4060" y="51"/>
                  </a:cubicBezTo>
                  <a:cubicBezTo>
                    <a:pt x="4077" y="218"/>
                    <a:pt x="4077" y="1137"/>
                    <a:pt x="4077" y="1137"/>
                  </a:cubicBezTo>
                  <a:lnTo>
                    <a:pt x="2473" y="4495"/>
                  </a:lnTo>
                  <a:cubicBezTo>
                    <a:pt x="2306" y="4947"/>
                    <a:pt x="1938" y="5281"/>
                    <a:pt x="1487" y="5448"/>
                  </a:cubicBezTo>
                  <a:lnTo>
                    <a:pt x="0" y="5882"/>
                  </a:lnTo>
                  <a:lnTo>
                    <a:pt x="585" y="7854"/>
                  </a:lnTo>
                  <a:lnTo>
                    <a:pt x="2657" y="7169"/>
                  </a:lnTo>
                  <a:cubicBezTo>
                    <a:pt x="3191" y="6985"/>
                    <a:pt x="3609" y="6567"/>
                    <a:pt x="3793" y="6033"/>
                  </a:cubicBezTo>
                  <a:lnTo>
                    <a:pt x="5213" y="1688"/>
                  </a:lnTo>
                  <a:cubicBezTo>
                    <a:pt x="5313" y="1404"/>
                    <a:pt x="5380" y="1120"/>
                    <a:pt x="5447" y="836"/>
                  </a:cubicBezTo>
                  <a:cubicBezTo>
                    <a:pt x="5464" y="536"/>
                    <a:pt x="5397" y="252"/>
                    <a:pt x="5263" y="1"/>
                  </a:cubicBezTo>
                  <a:lnTo>
                    <a:pt x="4361" y="569"/>
                  </a:lnTo>
                  <a:cubicBezTo>
                    <a:pt x="4334" y="285"/>
                    <a:pt x="4153" y="0"/>
                    <a:pt x="4086" y="0"/>
                  </a:cubicBez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4051;p60"/>
            <p:cNvSpPr/>
            <p:nvPr/>
          </p:nvSpPr>
          <p:spPr>
            <a:xfrm>
              <a:off x="5434523" y="4643719"/>
              <a:ext cx="246188" cy="107128"/>
            </a:xfrm>
            <a:custGeom>
              <a:avLst/>
              <a:gdLst/>
              <a:ahLst/>
              <a:cxnLst/>
              <a:rect l="l" t="t" r="r" b="b"/>
              <a:pathLst>
                <a:path w="3477" h="1513" extrusionOk="0">
                  <a:moveTo>
                    <a:pt x="1856" y="1"/>
                  </a:moveTo>
                  <a:lnTo>
                    <a:pt x="1" y="17"/>
                  </a:lnTo>
                  <a:lnTo>
                    <a:pt x="18" y="1488"/>
                  </a:lnTo>
                  <a:lnTo>
                    <a:pt x="135" y="1488"/>
                  </a:lnTo>
                  <a:cubicBezTo>
                    <a:pt x="394" y="1496"/>
                    <a:pt x="1045" y="1513"/>
                    <a:pt x="1676" y="1513"/>
                  </a:cubicBezTo>
                  <a:cubicBezTo>
                    <a:pt x="2307" y="1513"/>
                    <a:pt x="2917" y="1496"/>
                    <a:pt x="3092" y="1438"/>
                  </a:cubicBezTo>
                  <a:cubicBezTo>
                    <a:pt x="3476" y="1321"/>
                    <a:pt x="1889" y="986"/>
                    <a:pt x="1889" y="986"/>
                  </a:cubicBezTo>
                  <a:lnTo>
                    <a:pt x="1856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4052;p60"/>
            <p:cNvSpPr/>
            <p:nvPr/>
          </p:nvSpPr>
          <p:spPr>
            <a:xfrm>
              <a:off x="5434523" y="4709778"/>
              <a:ext cx="48571" cy="36960"/>
            </a:xfrm>
            <a:custGeom>
              <a:avLst/>
              <a:gdLst/>
              <a:ahLst/>
              <a:cxnLst/>
              <a:rect l="l" t="t" r="r" b="b"/>
              <a:pathLst>
                <a:path w="686" h="522" extrusionOk="0">
                  <a:moveTo>
                    <a:pt x="65" y="0"/>
                  </a:moveTo>
                  <a:cubicBezTo>
                    <a:pt x="44" y="0"/>
                    <a:pt x="22" y="1"/>
                    <a:pt x="1" y="3"/>
                  </a:cubicBezTo>
                  <a:lnTo>
                    <a:pt x="18" y="521"/>
                  </a:lnTo>
                  <a:lnTo>
                    <a:pt x="686" y="521"/>
                  </a:lnTo>
                  <a:cubicBezTo>
                    <a:pt x="653" y="371"/>
                    <a:pt x="569" y="220"/>
                    <a:pt x="452" y="120"/>
                  </a:cubicBezTo>
                  <a:cubicBezTo>
                    <a:pt x="336" y="47"/>
                    <a:pt x="207" y="0"/>
                    <a:pt x="65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4053;p60"/>
            <p:cNvSpPr/>
            <p:nvPr/>
          </p:nvSpPr>
          <p:spPr>
            <a:xfrm>
              <a:off x="5435727" y="4727692"/>
              <a:ext cx="226009" cy="23861"/>
            </a:xfrm>
            <a:custGeom>
              <a:avLst/>
              <a:gdLst/>
              <a:ahLst/>
              <a:cxnLst/>
              <a:rect l="l" t="t" r="r" b="b"/>
              <a:pathLst>
                <a:path w="3192" h="337" extrusionOk="0">
                  <a:moveTo>
                    <a:pt x="2641" y="1"/>
                  </a:moveTo>
                  <a:cubicBezTo>
                    <a:pt x="2540" y="1"/>
                    <a:pt x="2473" y="235"/>
                    <a:pt x="2473" y="235"/>
                  </a:cubicBezTo>
                  <a:lnTo>
                    <a:pt x="1" y="252"/>
                  </a:lnTo>
                  <a:lnTo>
                    <a:pt x="1" y="302"/>
                  </a:lnTo>
                  <a:cubicBezTo>
                    <a:pt x="332" y="325"/>
                    <a:pt x="812" y="336"/>
                    <a:pt x="1297" y="336"/>
                  </a:cubicBezTo>
                  <a:cubicBezTo>
                    <a:pt x="2182" y="336"/>
                    <a:pt x="3082" y="300"/>
                    <a:pt x="3125" y="235"/>
                  </a:cubicBezTo>
                  <a:cubicBezTo>
                    <a:pt x="3192" y="151"/>
                    <a:pt x="2641" y="1"/>
                    <a:pt x="2641" y="1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0" name="Google Shape;4054;p60"/>
            <p:cNvSpPr/>
            <p:nvPr/>
          </p:nvSpPr>
          <p:spPr>
            <a:xfrm>
              <a:off x="5442807" y="4741924"/>
              <a:ext cx="211848" cy="5311"/>
            </a:xfrm>
            <a:custGeom>
              <a:avLst/>
              <a:gdLst/>
              <a:ahLst/>
              <a:cxnLst/>
              <a:rect l="l" t="t" r="r" b="b"/>
              <a:pathLst>
                <a:path w="2992" h="75" extrusionOk="0">
                  <a:moveTo>
                    <a:pt x="2908" y="0"/>
                  </a:moveTo>
                  <a:lnTo>
                    <a:pt x="2574" y="17"/>
                  </a:lnTo>
                  <a:cubicBezTo>
                    <a:pt x="2290" y="34"/>
                    <a:pt x="1889" y="34"/>
                    <a:pt x="1454" y="51"/>
                  </a:cubicBezTo>
                  <a:lnTo>
                    <a:pt x="1" y="51"/>
                  </a:lnTo>
                  <a:lnTo>
                    <a:pt x="335" y="67"/>
                  </a:lnTo>
                  <a:cubicBezTo>
                    <a:pt x="524" y="67"/>
                    <a:pt x="766" y="75"/>
                    <a:pt x="1034" y="75"/>
                  </a:cubicBezTo>
                  <a:cubicBezTo>
                    <a:pt x="1169" y="75"/>
                    <a:pt x="1310" y="73"/>
                    <a:pt x="1454" y="67"/>
                  </a:cubicBezTo>
                  <a:cubicBezTo>
                    <a:pt x="1889" y="67"/>
                    <a:pt x="2290" y="51"/>
                    <a:pt x="2574" y="34"/>
                  </a:cubicBezTo>
                  <a:lnTo>
                    <a:pt x="2908" y="17"/>
                  </a:lnTo>
                  <a:lnTo>
                    <a:pt x="29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4055;p60"/>
            <p:cNvSpPr/>
            <p:nvPr/>
          </p:nvSpPr>
          <p:spPr>
            <a:xfrm>
              <a:off x="5610827" y="4725355"/>
              <a:ext cx="13098" cy="21383"/>
            </a:xfrm>
            <a:custGeom>
              <a:avLst/>
              <a:gdLst/>
              <a:ahLst/>
              <a:cxnLst/>
              <a:rect l="l" t="t" r="r" b="b"/>
              <a:pathLst>
                <a:path w="185" h="302" extrusionOk="0">
                  <a:moveTo>
                    <a:pt x="184" y="0"/>
                  </a:moveTo>
                  <a:lnTo>
                    <a:pt x="184" y="0"/>
                  </a:lnTo>
                  <a:cubicBezTo>
                    <a:pt x="67" y="51"/>
                    <a:pt x="0" y="168"/>
                    <a:pt x="0" y="301"/>
                  </a:cubicBezTo>
                  <a:cubicBezTo>
                    <a:pt x="17" y="234"/>
                    <a:pt x="34" y="184"/>
                    <a:pt x="67" y="134"/>
                  </a:cubicBezTo>
                  <a:cubicBezTo>
                    <a:pt x="101" y="84"/>
                    <a:pt x="134" y="51"/>
                    <a:pt x="1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4056;p60"/>
            <p:cNvSpPr/>
            <p:nvPr/>
          </p:nvSpPr>
          <p:spPr>
            <a:xfrm>
              <a:off x="5571813" y="4715869"/>
              <a:ext cx="7151" cy="11894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100" y="1"/>
                  </a:moveTo>
                  <a:cubicBezTo>
                    <a:pt x="100" y="1"/>
                    <a:pt x="67" y="34"/>
                    <a:pt x="50" y="84"/>
                  </a:cubicBezTo>
                  <a:cubicBezTo>
                    <a:pt x="17" y="118"/>
                    <a:pt x="0" y="151"/>
                    <a:pt x="0" y="168"/>
                  </a:cubicBezTo>
                  <a:cubicBezTo>
                    <a:pt x="17" y="168"/>
                    <a:pt x="33" y="134"/>
                    <a:pt x="67" y="84"/>
                  </a:cubicBezTo>
                  <a:cubicBezTo>
                    <a:pt x="84" y="51"/>
                    <a:pt x="100" y="1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4057;p60"/>
            <p:cNvSpPr/>
            <p:nvPr/>
          </p:nvSpPr>
          <p:spPr>
            <a:xfrm>
              <a:off x="5561123" y="4714382"/>
              <a:ext cx="8355" cy="7505"/>
            </a:xfrm>
            <a:custGeom>
              <a:avLst/>
              <a:gdLst/>
              <a:ahLst/>
              <a:cxnLst/>
              <a:rect l="l" t="t" r="r" b="b"/>
              <a:pathLst>
                <a:path w="118" h="106" extrusionOk="0">
                  <a:moveTo>
                    <a:pt x="114" y="1"/>
                  </a:moveTo>
                  <a:cubicBezTo>
                    <a:pt x="105" y="1"/>
                    <a:pt x="78" y="25"/>
                    <a:pt x="51" y="39"/>
                  </a:cubicBezTo>
                  <a:cubicBezTo>
                    <a:pt x="17" y="72"/>
                    <a:pt x="1" y="105"/>
                    <a:pt x="1" y="105"/>
                  </a:cubicBezTo>
                  <a:cubicBezTo>
                    <a:pt x="1" y="105"/>
                    <a:pt x="34" y="89"/>
                    <a:pt x="68" y="55"/>
                  </a:cubicBezTo>
                  <a:cubicBezTo>
                    <a:pt x="101" y="22"/>
                    <a:pt x="118" y="5"/>
                    <a:pt x="118" y="5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4058;p60"/>
            <p:cNvSpPr/>
            <p:nvPr/>
          </p:nvSpPr>
          <p:spPr>
            <a:xfrm>
              <a:off x="5554042" y="4708788"/>
              <a:ext cx="14232" cy="1275"/>
            </a:xfrm>
            <a:custGeom>
              <a:avLst/>
              <a:gdLst/>
              <a:ahLst/>
              <a:cxnLst/>
              <a:rect l="l" t="t" r="r" b="b"/>
              <a:pathLst>
                <a:path w="201" h="18" extrusionOk="0">
                  <a:moveTo>
                    <a:pt x="0" y="1"/>
                  </a:moveTo>
                  <a:lnTo>
                    <a:pt x="0" y="17"/>
                  </a:lnTo>
                  <a:lnTo>
                    <a:pt x="101" y="17"/>
                  </a:lnTo>
                  <a:cubicBezTo>
                    <a:pt x="134" y="17"/>
                    <a:pt x="168" y="17"/>
                    <a:pt x="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4059;p60"/>
            <p:cNvSpPr/>
            <p:nvPr/>
          </p:nvSpPr>
          <p:spPr>
            <a:xfrm>
              <a:off x="5551705" y="4700504"/>
              <a:ext cx="15436" cy="2549"/>
            </a:xfrm>
            <a:custGeom>
              <a:avLst/>
              <a:gdLst/>
              <a:ahLst/>
              <a:cxnLst/>
              <a:rect l="l" t="t" r="r" b="b"/>
              <a:pathLst>
                <a:path w="218" h="36" extrusionOk="0">
                  <a:moveTo>
                    <a:pt x="0" y="1"/>
                  </a:moveTo>
                  <a:cubicBezTo>
                    <a:pt x="41" y="21"/>
                    <a:pt x="89" y="36"/>
                    <a:pt x="135" y="36"/>
                  </a:cubicBezTo>
                  <a:cubicBezTo>
                    <a:pt x="164" y="36"/>
                    <a:pt x="192" y="30"/>
                    <a:pt x="217" y="17"/>
                  </a:cubicBezTo>
                  <a:cubicBezTo>
                    <a:pt x="195" y="17"/>
                    <a:pt x="173" y="10"/>
                    <a:pt x="150" y="10"/>
                  </a:cubicBezTo>
                  <a:cubicBezTo>
                    <a:pt x="139" y="10"/>
                    <a:pt x="128" y="12"/>
                    <a:pt x="117" y="17"/>
                  </a:cubicBezTo>
                  <a:cubicBezTo>
                    <a:pt x="84" y="1"/>
                    <a:pt x="33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4060;p60"/>
            <p:cNvSpPr/>
            <p:nvPr/>
          </p:nvSpPr>
          <p:spPr>
            <a:xfrm>
              <a:off x="5576488" y="4703548"/>
              <a:ext cx="24924" cy="14797"/>
            </a:xfrm>
            <a:custGeom>
              <a:avLst/>
              <a:gdLst/>
              <a:ahLst/>
              <a:cxnLst/>
              <a:rect l="l" t="t" r="r" b="b"/>
              <a:pathLst>
                <a:path w="352" h="209" extrusionOk="0">
                  <a:moveTo>
                    <a:pt x="212" y="17"/>
                  </a:moveTo>
                  <a:cubicBezTo>
                    <a:pt x="247" y="17"/>
                    <a:pt x="283" y="29"/>
                    <a:pt x="318" y="41"/>
                  </a:cubicBezTo>
                  <a:cubicBezTo>
                    <a:pt x="335" y="58"/>
                    <a:pt x="318" y="75"/>
                    <a:pt x="302" y="91"/>
                  </a:cubicBezTo>
                  <a:cubicBezTo>
                    <a:pt x="285" y="108"/>
                    <a:pt x="268" y="108"/>
                    <a:pt x="235" y="125"/>
                  </a:cubicBezTo>
                  <a:cubicBezTo>
                    <a:pt x="201" y="141"/>
                    <a:pt x="151" y="141"/>
                    <a:pt x="118" y="158"/>
                  </a:cubicBezTo>
                  <a:cubicBezTo>
                    <a:pt x="82" y="167"/>
                    <a:pt x="51" y="171"/>
                    <a:pt x="30" y="173"/>
                  </a:cubicBezTo>
                  <a:lnTo>
                    <a:pt x="30" y="173"/>
                  </a:lnTo>
                  <a:cubicBezTo>
                    <a:pt x="43" y="142"/>
                    <a:pt x="55" y="120"/>
                    <a:pt x="68" y="108"/>
                  </a:cubicBezTo>
                  <a:cubicBezTo>
                    <a:pt x="101" y="75"/>
                    <a:pt x="135" y="41"/>
                    <a:pt x="168" y="24"/>
                  </a:cubicBezTo>
                  <a:cubicBezTo>
                    <a:pt x="183" y="20"/>
                    <a:pt x="197" y="17"/>
                    <a:pt x="212" y="17"/>
                  </a:cubicBezTo>
                  <a:close/>
                  <a:moveTo>
                    <a:pt x="236" y="1"/>
                  </a:moveTo>
                  <a:cubicBezTo>
                    <a:pt x="165" y="1"/>
                    <a:pt x="96" y="34"/>
                    <a:pt x="51" y="91"/>
                  </a:cubicBezTo>
                  <a:cubicBezTo>
                    <a:pt x="34" y="108"/>
                    <a:pt x="34" y="141"/>
                    <a:pt x="18" y="174"/>
                  </a:cubicBezTo>
                  <a:lnTo>
                    <a:pt x="18" y="174"/>
                  </a:lnTo>
                  <a:cubicBezTo>
                    <a:pt x="7" y="175"/>
                    <a:pt x="1" y="175"/>
                    <a:pt x="1" y="175"/>
                  </a:cubicBezTo>
                  <a:lnTo>
                    <a:pt x="18" y="175"/>
                  </a:lnTo>
                  <a:cubicBezTo>
                    <a:pt x="18" y="192"/>
                    <a:pt x="18" y="208"/>
                    <a:pt x="18" y="208"/>
                  </a:cubicBezTo>
                  <a:cubicBezTo>
                    <a:pt x="22" y="196"/>
                    <a:pt x="26" y="185"/>
                    <a:pt x="30" y="175"/>
                  </a:cubicBezTo>
                  <a:lnTo>
                    <a:pt x="118" y="175"/>
                  </a:lnTo>
                  <a:cubicBezTo>
                    <a:pt x="168" y="158"/>
                    <a:pt x="201" y="158"/>
                    <a:pt x="252" y="141"/>
                  </a:cubicBezTo>
                  <a:cubicBezTo>
                    <a:pt x="268" y="125"/>
                    <a:pt x="302" y="125"/>
                    <a:pt x="318" y="108"/>
                  </a:cubicBezTo>
                  <a:cubicBezTo>
                    <a:pt x="335" y="91"/>
                    <a:pt x="335" y="91"/>
                    <a:pt x="352" y="75"/>
                  </a:cubicBezTo>
                  <a:cubicBezTo>
                    <a:pt x="352" y="58"/>
                    <a:pt x="335" y="41"/>
                    <a:pt x="335" y="24"/>
                  </a:cubicBezTo>
                  <a:cubicBezTo>
                    <a:pt x="303" y="8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4061;p60"/>
            <p:cNvSpPr/>
            <p:nvPr/>
          </p:nvSpPr>
          <p:spPr>
            <a:xfrm>
              <a:off x="5567070" y="4699300"/>
              <a:ext cx="13098" cy="16640"/>
            </a:xfrm>
            <a:custGeom>
              <a:avLst/>
              <a:gdLst/>
              <a:ahLst/>
              <a:cxnLst/>
              <a:rect l="l" t="t" r="r" b="b"/>
              <a:pathLst>
                <a:path w="185" h="235" extrusionOk="0">
                  <a:moveTo>
                    <a:pt x="34" y="1"/>
                  </a:moveTo>
                  <a:cubicBezTo>
                    <a:pt x="17" y="18"/>
                    <a:pt x="0" y="34"/>
                    <a:pt x="0" y="68"/>
                  </a:cubicBezTo>
                  <a:cubicBezTo>
                    <a:pt x="0" y="84"/>
                    <a:pt x="17" y="101"/>
                    <a:pt x="34" y="118"/>
                  </a:cubicBezTo>
                  <a:cubicBezTo>
                    <a:pt x="50" y="135"/>
                    <a:pt x="67" y="168"/>
                    <a:pt x="84" y="185"/>
                  </a:cubicBezTo>
                  <a:cubicBezTo>
                    <a:pt x="100" y="201"/>
                    <a:pt x="134" y="218"/>
                    <a:pt x="151" y="235"/>
                  </a:cubicBezTo>
                  <a:cubicBezTo>
                    <a:pt x="151" y="235"/>
                    <a:pt x="134" y="218"/>
                    <a:pt x="100" y="168"/>
                  </a:cubicBezTo>
                  <a:cubicBezTo>
                    <a:pt x="84" y="151"/>
                    <a:pt x="50" y="135"/>
                    <a:pt x="50" y="101"/>
                  </a:cubicBezTo>
                  <a:cubicBezTo>
                    <a:pt x="34" y="84"/>
                    <a:pt x="17" y="34"/>
                    <a:pt x="50" y="34"/>
                  </a:cubicBezTo>
                  <a:cubicBezTo>
                    <a:pt x="53" y="31"/>
                    <a:pt x="57" y="30"/>
                    <a:pt x="61" y="30"/>
                  </a:cubicBezTo>
                  <a:cubicBezTo>
                    <a:pt x="79" y="30"/>
                    <a:pt x="104" y="57"/>
                    <a:pt x="117" y="84"/>
                  </a:cubicBezTo>
                  <a:cubicBezTo>
                    <a:pt x="134" y="101"/>
                    <a:pt x="151" y="135"/>
                    <a:pt x="167" y="151"/>
                  </a:cubicBezTo>
                  <a:cubicBezTo>
                    <a:pt x="167" y="118"/>
                    <a:pt x="167" y="84"/>
                    <a:pt x="134" y="68"/>
                  </a:cubicBezTo>
                  <a:cubicBezTo>
                    <a:pt x="117" y="34"/>
                    <a:pt x="84" y="1"/>
                    <a:pt x="34" y="1"/>
                  </a:cubicBezTo>
                  <a:close/>
                  <a:moveTo>
                    <a:pt x="167" y="151"/>
                  </a:moveTo>
                  <a:cubicBezTo>
                    <a:pt x="167" y="185"/>
                    <a:pt x="167" y="201"/>
                    <a:pt x="167" y="235"/>
                  </a:cubicBezTo>
                  <a:cubicBezTo>
                    <a:pt x="184" y="218"/>
                    <a:pt x="184" y="185"/>
                    <a:pt x="167" y="15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4062;p60"/>
            <p:cNvSpPr/>
            <p:nvPr/>
          </p:nvSpPr>
          <p:spPr>
            <a:xfrm>
              <a:off x="5435727" y="4708788"/>
              <a:ext cx="47367" cy="36748"/>
            </a:xfrm>
            <a:custGeom>
              <a:avLst/>
              <a:gdLst/>
              <a:ahLst/>
              <a:cxnLst/>
              <a:rect l="l" t="t" r="r" b="b"/>
              <a:pathLst>
                <a:path w="669" h="519" extrusionOk="0">
                  <a:moveTo>
                    <a:pt x="1" y="1"/>
                  </a:moveTo>
                  <a:cubicBezTo>
                    <a:pt x="1" y="9"/>
                    <a:pt x="13" y="9"/>
                    <a:pt x="36" y="9"/>
                  </a:cubicBezTo>
                  <a:cubicBezTo>
                    <a:pt x="59" y="9"/>
                    <a:pt x="92" y="9"/>
                    <a:pt x="134" y="17"/>
                  </a:cubicBezTo>
                  <a:cubicBezTo>
                    <a:pt x="368" y="34"/>
                    <a:pt x="552" y="184"/>
                    <a:pt x="636" y="385"/>
                  </a:cubicBezTo>
                  <a:cubicBezTo>
                    <a:pt x="669" y="468"/>
                    <a:pt x="669" y="519"/>
                    <a:pt x="669" y="519"/>
                  </a:cubicBezTo>
                  <a:cubicBezTo>
                    <a:pt x="669" y="519"/>
                    <a:pt x="669" y="502"/>
                    <a:pt x="669" y="485"/>
                  </a:cubicBezTo>
                  <a:cubicBezTo>
                    <a:pt x="669" y="452"/>
                    <a:pt x="652" y="418"/>
                    <a:pt x="652" y="385"/>
                  </a:cubicBezTo>
                  <a:cubicBezTo>
                    <a:pt x="569" y="168"/>
                    <a:pt x="368" y="1"/>
                    <a:pt x="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4063;p60"/>
            <p:cNvSpPr/>
            <p:nvPr/>
          </p:nvSpPr>
          <p:spPr>
            <a:xfrm>
              <a:off x="5447553" y="4654338"/>
              <a:ext cx="2479" cy="54521"/>
            </a:xfrm>
            <a:custGeom>
              <a:avLst/>
              <a:gdLst/>
              <a:ahLst/>
              <a:cxnLst/>
              <a:rect l="l" t="t" r="r" b="b"/>
              <a:pathLst>
                <a:path w="35" h="770" extrusionOk="0">
                  <a:moveTo>
                    <a:pt x="17" y="1"/>
                  </a:moveTo>
                  <a:cubicBezTo>
                    <a:pt x="1" y="252"/>
                    <a:pt x="1" y="502"/>
                    <a:pt x="17" y="770"/>
                  </a:cubicBezTo>
                  <a:cubicBezTo>
                    <a:pt x="34" y="502"/>
                    <a:pt x="34" y="252"/>
                    <a:pt x="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4064;p60"/>
            <p:cNvSpPr/>
            <p:nvPr/>
          </p:nvSpPr>
          <p:spPr>
            <a:xfrm>
              <a:off x="5499592" y="4733074"/>
              <a:ext cx="39156" cy="2337"/>
            </a:xfrm>
            <a:custGeom>
              <a:avLst/>
              <a:gdLst/>
              <a:ahLst/>
              <a:cxnLst/>
              <a:rect l="l" t="t" r="r" b="b"/>
              <a:pathLst>
                <a:path w="553" h="33" extrusionOk="0">
                  <a:moveTo>
                    <a:pt x="512" y="1"/>
                  </a:moveTo>
                  <a:cubicBezTo>
                    <a:pt x="461" y="1"/>
                    <a:pt x="368" y="8"/>
                    <a:pt x="268" y="8"/>
                  </a:cubicBezTo>
                  <a:lnTo>
                    <a:pt x="1" y="8"/>
                  </a:lnTo>
                  <a:cubicBezTo>
                    <a:pt x="60" y="20"/>
                    <a:pt x="127" y="32"/>
                    <a:pt x="191" y="32"/>
                  </a:cubicBezTo>
                  <a:cubicBezTo>
                    <a:pt x="218" y="32"/>
                    <a:pt x="244" y="30"/>
                    <a:pt x="268" y="25"/>
                  </a:cubicBezTo>
                  <a:cubicBezTo>
                    <a:pt x="368" y="25"/>
                    <a:pt x="452" y="25"/>
                    <a:pt x="552" y="8"/>
                  </a:cubicBezTo>
                  <a:cubicBezTo>
                    <a:pt x="552" y="3"/>
                    <a:pt x="537" y="1"/>
                    <a:pt x="5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4065;p60"/>
            <p:cNvSpPr/>
            <p:nvPr/>
          </p:nvSpPr>
          <p:spPr>
            <a:xfrm>
              <a:off x="5473608" y="4733639"/>
              <a:ext cx="4814" cy="8355"/>
            </a:xfrm>
            <a:custGeom>
              <a:avLst/>
              <a:gdLst/>
              <a:ahLst/>
              <a:cxnLst/>
              <a:rect l="l" t="t" r="r" b="b"/>
              <a:pathLst>
                <a:path w="68" h="118" extrusionOk="0">
                  <a:moveTo>
                    <a:pt x="0" y="0"/>
                  </a:moveTo>
                  <a:cubicBezTo>
                    <a:pt x="0" y="17"/>
                    <a:pt x="17" y="34"/>
                    <a:pt x="34" y="51"/>
                  </a:cubicBezTo>
                  <a:cubicBezTo>
                    <a:pt x="34" y="84"/>
                    <a:pt x="50" y="117"/>
                    <a:pt x="50" y="117"/>
                  </a:cubicBezTo>
                  <a:cubicBezTo>
                    <a:pt x="67" y="101"/>
                    <a:pt x="67" y="84"/>
                    <a:pt x="50" y="51"/>
                  </a:cubicBezTo>
                  <a:cubicBezTo>
                    <a:pt x="34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4066;p60"/>
            <p:cNvSpPr/>
            <p:nvPr/>
          </p:nvSpPr>
          <p:spPr>
            <a:xfrm>
              <a:off x="5464119" y="4721816"/>
              <a:ext cx="4814" cy="5311"/>
            </a:xfrm>
            <a:custGeom>
              <a:avLst/>
              <a:gdLst/>
              <a:ahLst/>
              <a:cxnLst/>
              <a:rect l="l" t="t" r="r" b="b"/>
              <a:pathLst>
                <a:path w="68" h="75" extrusionOk="0">
                  <a:moveTo>
                    <a:pt x="1" y="0"/>
                  </a:moveTo>
                  <a:cubicBezTo>
                    <a:pt x="1" y="0"/>
                    <a:pt x="1" y="34"/>
                    <a:pt x="17" y="50"/>
                  </a:cubicBezTo>
                  <a:cubicBezTo>
                    <a:pt x="41" y="62"/>
                    <a:pt x="56" y="74"/>
                    <a:pt x="63" y="74"/>
                  </a:cubicBezTo>
                  <a:cubicBezTo>
                    <a:pt x="66" y="74"/>
                    <a:pt x="67" y="72"/>
                    <a:pt x="67" y="67"/>
                  </a:cubicBezTo>
                  <a:cubicBezTo>
                    <a:pt x="67" y="67"/>
                    <a:pt x="67" y="50"/>
                    <a:pt x="34" y="34"/>
                  </a:cubicBezTo>
                  <a:cubicBezTo>
                    <a:pt x="17" y="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4067;p60"/>
            <p:cNvSpPr/>
            <p:nvPr/>
          </p:nvSpPr>
          <p:spPr>
            <a:xfrm>
              <a:off x="5449959" y="4715869"/>
              <a:ext cx="8355" cy="3612"/>
            </a:xfrm>
            <a:custGeom>
              <a:avLst/>
              <a:gdLst/>
              <a:ahLst/>
              <a:cxnLst/>
              <a:rect l="l" t="t" r="r" b="b"/>
              <a:pathLst>
                <a:path w="118" h="51" extrusionOk="0">
                  <a:moveTo>
                    <a:pt x="67" y="1"/>
                  </a:moveTo>
                  <a:cubicBezTo>
                    <a:pt x="33" y="1"/>
                    <a:pt x="0" y="1"/>
                    <a:pt x="0" y="18"/>
                  </a:cubicBezTo>
                  <a:cubicBezTo>
                    <a:pt x="0" y="18"/>
                    <a:pt x="33" y="18"/>
                    <a:pt x="50" y="34"/>
                  </a:cubicBezTo>
                  <a:cubicBezTo>
                    <a:pt x="84" y="34"/>
                    <a:pt x="100" y="51"/>
                    <a:pt x="100" y="51"/>
                  </a:cubicBezTo>
                  <a:cubicBezTo>
                    <a:pt x="117" y="34"/>
                    <a:pt x="100" y="18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4068;p60"/>
            <p:cNvSpPr/>
            <p:nvPr/>
          </p:nvSpPr>
          <p:spPr>
            <a:xfrm>
              <a:off x="5439268" y="4713814"/>
              <a:ext cx="4814" cy="2123"/>
            </a:xfrm>
            <a:custGeom>
              <a:avLst/>
              <a:gdLst/>
              <a:ahLst/>
              <a:cxnLst/>
              <a:rect l="l" t="t" r="r" b="b"/>
              <a:pathLst>
                <a:path w="68" h="30" extrusionOk="0">
                  <a:moveTo>
                    <a:pt x="26" y="1"/>
                  </a:moveTo>
                  <a:cubicBezTo>
                    <a:pt x="22" y="1"/>
                    <a:pt x="17" y="5"/>
                    <a:pt x="17" y="13"/>
                  </a:cubicBezTo>
                  <a:cubicBezTo>
                    <a:pt x="1" y="13"/>
                    <a:pt x="17" y="13"/>
                    <a:pt x="34" y="30"/>
                  </a:cubicBezTo>
                  <a:lnTo>
                    <a:pt x="68" y="30"/>
                  </a:lnTo>
                  <a:cubicBezTo>
                    <a:pt x="68" y="13"/>
                    <a:pt x="51" y="13"/>
                    <a:pt x="34" y="13"/>
                  </a:cubicBezTo>
                  <a:cubicBezTo>
                    <a:pt x="34" y="5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4069;p60"/>
            <p:cNvSpPr/>
            <p:nvPr/>
          </p:nvSpPr>
          <p:spPr>
            <a:xfrm>
              <a:off x="4979110" y="4552663"/>
              <a:ext cx="185366" cy="219777"/>
            </a:xfrm>
            <a:custGeom>
              <a:avLst/>
              <a:gdLst/>
              <a:ahLst/>
              <a:cxnLst/>
              <a:rect l="l" t="t" r="r" b="b"/>
              <a:pathLst>
                <a:path w="2618" h="3104" extrusionOk="0">
                  <a:moveTo>
                    <a:pt x="936" y="0"/>
                  </a:moveTo>
                  <a:lnTo>
                    <a:pt x="0" y="1119"/>
                  </a:lnTo>
                  <a:lnTo>
                    <a:pt x="84" y="1186"/>
                  </a:lnTo>
                  <a:cubicBezTo>
                    <a:pt x="468" y="1537"/>
                    <a:pt x="2022" y="2941"/>
                    <a:pt x="2356" y="3091"/>
                  </a:cubicBezTo>
                  <a:cubicBezTo>
                    <a:pt x="2376" y="3099"/>
                    <a:pt x="2392" y="3103"/>
                    <a:pt x="2405" y="3103"/>
                  </a:cubicBezTo>
                  <a:cubicBezTo>
                    <a:pt x="2618" y="3103"/>
                    <a:pt x="1738" y="1955"/>
                    <a:pt x="1738" y="1955"/>
                  </a:cubicBezTo>
                  <a:lnTo>
                    <a:pt x="2373" y="118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4070;p60"/>
            <p:cNvSpPr/>
            <p:nvPr/>
          </p:nvSpPr>
          <p:spPr>
            <a:xfrm>
              <a:off x="4980243" y="4601165"/>
              <a:ext cx="43828" cy="60397"/>
            </a:xfrm>
            <a:custGeom>
              <a:avLst/>
              <a:gdLst/>
              <a:ahLst/>
              <a:cxnLst/>
              <a:rect l="l" t="t" r="r" b="b"/>
              <a:pathLst>
                <a:path w="619" h="853" extrusionOk="0">
                  <a:moveTo>
                    <a:pt x="335" y="0"/>
                  </a:moveTo>
                  <a:lnTo>
                    <a:pt x="1" y="401"/>
                  </a:lnTo>
                  <a:lnTo>
                    <a:pt x="519" y="852"/>
                  </a:lnTo>
                  <a:cubicBezTo>
                    <a:pt x="602" y="702"/>
                    <a:pt x="619" y="551"/>
                    <a:pt x="586" y="384"/>
                  </a:cubicBezTo>
                  <a:cubicBezTo>
                    <a:pt x="552" y="234"/>
                    <a:pt x="469" y="100"/>
                    <a:pt x="335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4071;p60"/>
            <p:cNvSpPr/>
            <p:nvPr/>
          </p:nvSpPr>
          <p:spPr>
            <a:xfrm>
              <a:off x="4979110" y="4629558"/>
              <a:ext cx="178710" cy="143237"/>
            </a:xfrm>
            <a:custGeom>
              <a:avLst/>
              <a:gdLst/>
              <a:ahLst/>
              <a:cxnLst/>
              <a:rect l="l" t="t" r="r" b="b"/>
              <a:pathLst>
                <a:path w="2524" h="2023" extrusionOk="0">
                  <a:moveTo>
                    <a:pt x="33" y="0"/>
                  </a:moveTo>
                  <a:lnTo>
                    <a:pt x="0" y="17"/>
                  </a:lnTo>
                  <a:cubicBezTo>
                    <a:pt x="660" y="677"/>
                    <a:pt x="2267" y="2022"/>
                    <a:pt x="2418" y="2022"/>
                  </a:cubicBezTo>
                  <a:cubicBezTo>
                    <a:pt x="2420" y="2022"/>
                    <a:pt x="2421" y="2022"/>
                    <a:pt x="2423" y="2022"/>
                  </a:cubicBezTo>
                  <a:cubicBezTo>
                    <a:pt x="2523" y="2005"/>
                    <a:pt x="2206" y="1521"/>
                    <a:pt x="2206" y="1521"/>
                  </a:cubicBezTo>
                  <a:cubicBezTo>
                    <a:pt x="2190" y="1508"/>
                    <a:pt x="2171" y="1503"/>
                    <a:pt x="2150" y="1503"/>
                  </a:cubicBezTo>
                  <a:cubicBezTo>
                    <a:pt x="2056" y="1503"/>
                    <a:pt x="1922" y="1604"/>
                    <a:pt x="1922" y="160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4072;p60"/>
            <p:cNvSpPr/>
            <p:nvPr/>
          </p:nvSpPr>
          <p:spPr>
            <a:xfrm>
              <a:off x="4980243" y="4627150"/>
              <a:ext cx="170923" cy="143449"/>
            </a:xfrm>
            <a:custGeom>
              <a:avLst/>
              <a:gdLst/>
              <a:ahLst/>
              <a:cxnLst/>
              <a:rect l="l" t="t" r="r" b="b"/>
              <a:pathLst>
                <a:path w="2414" h="2026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17"/>
                    <a:pt x="17" y="17"/>
                    <a:pt x="17" y="34"/>
                  </a:cubicBezTo>
                  <a:cubicBezTo>
                    <a:pt x="17" y="17"/>
                    <a:pt x="1" y="17"/>
                    <a:pt x="1" y="1"/>
                  </a:cubicBezTo>
                  <a:close/>
                  <a:moveTo>
                    <a:pt x="17" y="34"/>
                  </a:moveTo>
                  <a:lnTo>
                    <a:pt x="84" y="101"/>
                  </a:lnTo>
                  <a:lnTo>
                    <a:pt x="335" y="318"/>
                  </a:lnTo>
                  <a:cubicBezTo>
                    <a:pt x="552" y="519"/>
                    <a:pt x="853" y="769"/>
                    <a:pt x="1187" y="1053"/>
                  </a:cubicBezTo>
                  <a:cubicBezTo>
                    <a:pt x="1521" y="1337"/>
                    <a:pt x="1822" y="1588"/>
                    <a:pt x="2056" y="1755"/>
                  </a:cubicBezTo>
                  <a:lnTo>
                    <a:pt x="2323" y="1956"/>
                  </a:lnTo>
                  <a:lnTo>
                    <a:pt x="2056" y="1738"/>
                  </a:lnTo>
                  <a:cubicBezTo>
                    <a:pt x="1839" y="1571"/>
                    <a:pt x="1538" y="1321"/>
                    <a:pt x="1204" y="1037"/>
                  </a:cubicBezTo>
                  <a:cubicBezTo>
                    <a:pt x="870" y="753"/>
                    <a:pt x="569" y="502"/>
                    <a:pt x="352" y="318"/>
                  </a:cubicBezTo>
                  <a:lnTo>
                    <a:pt x="101" y="84"/>
                  </a:lnTo>
                  <a:lnTo>
                    <a:pt x="17" y="34"/>
                  </a:lnTo>
                  <a:close/>
                  <a:moveTo>
                    <a:pt x="2323" y="1956"/>
                  </a:moveTo>
                  <a:lnTo>
                    <a:pt x="2390" y="2022"/>
                  </a:lnTo>
                  <a:cubicBezTo>
                    <a:pt x="2390" y="2025"/>
                    <a:pt x="2391" y="2026"/>
                    <a:pt x="2392" y="2026"/>
                  </a:cubicBezTo>
                  <a:cubicBezTo>
                    <a:pt x="2398" y="2026"/>
                    <a:pt x="2414" y="2002"/>
                    <a:pt x="2411" y="2002"/>
                  </a:cubicBezTo>
                  <a:lnTo>
                    <a:pt x="2411" y="2002"/>
                  </a:lnTo>
                  <a:cubicBezTo>
                    <a:pt x="2411" y="2002"/>
                    <a:pt x="2409" y="2003"/>
                    <a:pt x="2407" y="2006"/>
                  </a:cubicBezTo>
                  <a:lnTo>
                    <a:pt x="2323" y="1956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4073;p60"/>
            <p:cNvSpPr/>
            <p:nvPr/>
          </p:nvSpPr>
          <p:spPr>
            <a:xfrm>
              <a:off x="5113921" y="4735765"/>
              <a:ext cx="23791" cy="8567"/>
            </a:xfrm>
            <a:custGeom>
              <a:avLst/>
              <a:gdLst/>
              <a:ahLst/>
              <a:cxnLst/>
              <a:rect l="l" t="t" r="r" b="b"/>
              <a:pathLst>
                <a:path w="336" h="121" extrusionOk="0">
                  <a:moveTo>
                    <a:pt x="231" y="1"/>
                  </a:moveTo>
                  <a:cubicBezTo>
                    <a:pt x="141" y="1"/>
                    <a:pt x="62" y="47"/>
                    <a:pt x="1" y="121"/>
                  </a:cubicBezTo>
                  <a:cubicBezTo>
                    <a:pt x="88" y="63"/>
                    <a:pt x="188" y="17"/>
                    <a:pt x="289" y="17"/>
                  </a:cubicBezTo>
                  <a:cubicBezTo>
                    <a:pt x="304" y="17"/>
                    <a:pt x="320" y="18"/>
                    <a:pt x="335" y="21"/>
                  </a:cubicBezTo>
                  <a:cubicBezTo>
                    <a:pt x="299" y="7"/>
                    <a:pt x="265" y="1"/>
                    <a:pt x="2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4074;p60"/>
            <p:cNvSpPr/>
            <p:nvPr/>
          </p:nvSpPr>
          <p:spPr>
            <a:xfrm>
              <a:off x="5096219" y="4700504"/>
              <a:ext cx="13028" cy="3612"/>
            </a:xfrm>
            <a:custGeom>
              <a:avLst/>
              <a:gdLst/>
              <a:ahLst/>
              <a:cxnLst/>
              <a:rect l="l" t="t" r="r" b="b"/>
              <a:pathLst>
                <a:path w="184" h="51" extrusionOk="0">
                  <a:moveTo>
                    <a:pt x="184" y="1"/>
                  </a:moveTo>
                  <a:cubicBezTo>
                    <a:pt x="151" y="1"/>
                    <a:pt x="117" y="1"/>
                    <a:pt x="100" y="17"/>
                  </a:cubicBezTo>
                  <a:cubicBezTo>
                    <a:pt x="50" y="34"/>
                    <a:pt x="0" y="51"/>
                    <a:pt x="17" y="51"/>
                  </a:cubicBezTo>
                  <a:cubicBezTo>
                    <a:pt x="34" y="51"/>
                    <a:pt x="67" y="51"/>
                    <a:pt x="100" y="34"/>
                  </a:cubicBezTo>
                  <a:cubicBezTo>
                    <a:pt x="151" y="17"/>
                    <a:pt x="184" y="1"/>
                    <a:pt x="1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4075;p60"/>
            <p:cNvSpPr/>
            <p:nvPr/>
          </p:nvSpPr>
          <p:spPr>
            <a:xfrm>
              <a:off x="5092680" y="4692219"/>
              <a:ext cx="10692" cy="1275"/>
            </a:xfrm>
            <a:custGeom>
              <a:avLst/>
              <a:gdLst/>
              <a:ahLst/>
              <a:cxnLst/>
              <a:rect l="l" t="t" r="r" b="b"/>
              <a:pathLst>
                <a:path w="151" h="18" extrusionOk="0">
                  <a:moveTo>
                    <a:pt x="67" y="1"/>
                  </a:moveTo>
                  <a:cubicBezTo>
                    <a:pt x="34" y="1"/>
                    <a:pt x="0" y="1"/>
                    <a:pt x="0" y="17"/>
                  </a:cubicBezTo>
                  <a:lnTo>
                    <a:pt x="67" y="17"/>
                  </a:lnTo>
                  <a:cubicBezTo>
                    <a:pt x="117" y="17"/>
                    <a:pt x="150" y="17"/>
                    <a:pt x="1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4076;p60"/>
            <p:cNvSpPr/>
            <p:nvPr/>
          </p:nvSpPr>
          <p:spPr>
            <a:xfrm>
              <a:off x="5095017" y="4679192"/>
              <a:ext cx="10692" cy="9559"/>
            </a:xfrm>
            <a:custGeom>
              <a:avLst/>
              <a:gdLst/>
              <a:ahLst/>
              <a:cxnLst/>
              <a:rect l="l" t="t" r="r" b="b"/>
              <a:pathLst>
                <a:path w="151" h="13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34" y="34"/>
                    <a:pt x="67" y="68"/>
                  </a:cubicBezTo>
                  <a:cubicBezTo>
                    <a:pt x="117" y="101"/>
                    <a:pt x="151" y="134"/>
                    <a:pt x="151" y="134"/>
                  </a:cubicBezTo>
                  <a:cubicBezTo>
                    <a:pt x="151" y="118"/>
                    <a:pt x="117" y="84"/>
                    <a:pt x="84" y="51"/>
                  </a:cubicBezTo>
                  <a:cubicBezTo>
                    <a:pt x="51" y="1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4077;p60"/>
            <p:cNvSpPr/>
            <p:nvPr/>
          </p:nvSpPr>
          <p:spPr>
            <a:xfrm>
              <a:off x="5098556" y="4670907"/>
              <a:ext cx="11894" cy="10763"/>
            </a:xfrm>
            <a:custGeom>
              <a:avLst/>
              <a:gdLst/>
              <a:ahLst/>
              <a:cxnLst/>
              <a:rect l="l" t="t" r="r" b="b"/>
              <a:pathLst>
                <a:path w="168" h="152" extrusionOk="0">
                  <a:moveTo>
                    <a:pt x="1" y="1"/>
                  </a:moveTo>
                  <a:cubicBezTo>
                    <a:pt x="34" y="68"/>
                    <a:pt x="101" y="135"/>
                    <a:pt x="168" y="151"/>
                  </a:cubicBezTo>
                  <a:cubicBezTo>
                    <a:pt x="168" y="151"/>
                    <a:pt x="134" y="118"/>
                    <a:pt x="84" y="84"/>
                  </a:cubicBezTo>
                  <a:cubicBezTo>
                    <a:pt x="34" y="34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4078;p60"/>
            <p:cNvSpPr/>
            <p:nvPr/>
          </p:nvSpPr>
          <p:spPr>
            <a:xfrm>
              <a:off x="5106841" y="4696255"/>
              <a:ext cx="26126" cy="13807"/>
            </a:xfrm>
            <a:custGeom>
              <a:avLst/>
              <a:gdLst/>
              <a:ahLst/>
              <a:cxnLst/>
              <a:rect l="l" t="t" r="r" b="b"/>
              <a:pathLst>
                <a:path w="369" h="195" extrusionOk="0">
                  <a:moveTo>
                    <a:pt x="150" y="20"/>
                  </a:moveTo>
                  <a:cubicBezTo>
                    <a:pt x="179" y="20"/>
                    <a:pt x="211" y="32"/>
                    <a:pt x="235" y="44"/>
                  </a:cubicBezTo>
                  <a:cubicBezTo>
                    <a:pt x="285" y="61"/>
                    <a:pt x="318" y="94"/>
                    <a:pt x="335" y="127"/>
                  </a:cubicBezTo>
                  <a:cubicBezTo>
                    <a:pt x="335" y="152"/>
                    <a:pt x="326" y="167"/>
                    <a:pt x="314" y="167"/>
                  </a:cubicBezTo>
                  <a:cubicBezTo>
                    <a:pt x="310" y="167"/>
                    <a:pt x="306" y="165"/>
                    <a:pt x="301" y="161"/>
                  </a:cubicBezTo>
                  <a:cubicBezTo>
                    <a:pt x="268" y="161"/>
                    <a:pt x="251" y="161"/>
                    <a:pt x="235" y="144"/>
                  </a:cubicBezTo>
                  <a:cubicBezTo>
                    <a:pt x="184" y="127"/>
                    <a:pt x="151" y="111"/>
                    <a:pt x="118" y="94"/>
                  </a:cubicBezTo>
                  <a:cubicBezTo>
                    <a:pt x="80" y="75"/>
                    <a:pt x="53" y="57"/>
                    <a:pt x="37" y="44"/>
                  </a:cubicBezTo>
                  <a:lnTo>
                    <a:pt x="37" y="44"/>
                  </a:lnTo>
                  <a:cubicBezTo>
                    <a:pt x="60" y="34"/>
                    <a:pt x="85" y="27"/>
                    <a:pt x="118" y="27"/>
                  </a:cubicBezTo>
                  <a:cubicBezTo>
                    <a:pt x="127" y="22"/>
                    <a:pt x="139" y="20"/>
                    <a:pt x="150" y="20"/>
                  </a:cubicBezTo>
                  <a:close/>
                  <a:moveTo>
                    <a:pt x="171" y="0"/>
                  </a:moveTo>
                  <a:cubicBezTo>
                    <a:pt x="149" y="0"/>
                    <a:pt x="125" y="3"/>
                    <a:pt x="101" y="10"/>
                  </a:cubicBezTo>
                  <a:cubicBezTo>
                    <a:pt x="85" y="10"/>
                    <a:pt x="52" y="26"/>
                    <a:pt x="35" y="43"/>
                  </a:cubicBezTo>
                  <a:lnTo>
                    <a:pt x="35" y="43"/>
                  </a:lnTo>
                  <a:cubicBezTo>
                    <a:pt x="23" y="33"/>
                    <a:pt x="17" y="27"/>
                    <a:pt x="17" y="27"/>
                  </a:cubicBezTo>
                  <a:lnTo>
                    <a:pt x="17" y="27"/>
                  </a:lnTo>
                  <a:cubicBezTo>
                    <a:pt x="21" y="34"/>
                    <a:pt x="25" y="40"/>
                    <a:pt x="29" y="47"/>
                  </a:cubicBezTo>
                  <a:lnTo>
                    <a:pt x="29" y="47"/>
                  </a:lnTo>
                  <a:cubicBezTo>
                    <a:pt x="30" y="46"/>
                    <a:pt x="31" y="46"/>
                    <a:pt x="32" y="45"/>
                  </a:cubicBezTo>
                  <a:lnTo>
                    <a:pt x="32" y="45"/>
                  </a:lnTo>
                  <a:cubicBezTo>
                    <a:pt x="31" y="46"/>
                    <a:pt x="31" y="47"/>
                    <a:pt x="30" y="48"/>
                  </a:cubicBezTo>
                  <a:lnTo>
                    <a:pt x="30" y="48"/>
                  </a:lnTo>
                  <a:cubicBezTo>
                    <a:pt x="29" y="48"/>
                    <a:pt x="29" y="47"/>
                    <a:pt x="29" y="47"/>
                  </a:cubicBezTo>
                  <a:lnTo>
                    <a:pt x="29" y="47"/>
                  </a:lnTo>
                  <a:cubicBezTo>
                    <a:pt x="19" y="51"/>
                    <a:pt x="10" y="56"/>
                    <a:pt x="1" y="61"/>
                  </a:cubicBezTo>
                  <a:cubicBezTo>
                    <a:pt x="1" y="61"/>
                    <a:pt x="15" y="61"/>
                    <a:pt x="30" y="48"/>
                  </a:cubicBezTo>
                  <a:lnTo>
                    <a:pt x="30" y="48"/>
                  </a:lnTo>
                  <a:cubicBezTo>
                    <a:pt x="48" y="74"/>
                    <a:pt x="74" y="97"/>
                    <a:pt x="101" y="111"/>
                  </a:cubicBezTo>
                  <a:cubicBezTo>
                    <a:pt x="134" y="127"/>
                    <a:pt x="184" y="144"/>
                    <a:pt x="218" y="161"/>
                  </a:cubicBezTo>
                  <a:cubicBezTo>
                    <a:pt x="251" y="178"/>
                    <a:pt x="268" y="178"/>
                    <a:pt x="301" y="194"/>
                  </a:cubicBezTo>
                  <a:cubicBezTo>
                    <a:pt x="318" y="194"/>
                    <a:pt x="335" y="194"/>
                    <a:pt x="351" y="178"/>
                  </a:cubicBezTo>
                  <a:cubicBezTo>
                    <a:pt x="351" y="161"/>
                    <a:pt x="368" y="144"/>
                    <a:pt x="351" y="127"/>
                  </a:cubicBezTo>
                  <a:cubicBezTo>
                    <a:pt x="325" y="48"/>
                    <a:pt x="257" y="0"/>
                    <a:pt x="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4079;p60"/>
            <p:cNvSpPr/>
            <p:nvPr/>
          </p:nvSpPr>
          <p:spPr>
            <a:xfrm>
              <a:off x="5106841" y="4681597"/>
              <a:ext cx="9559" cy="18975"/>
            </a:xfrm>
            <a:custGeom>
              <a:avLst/>
              <a:gdLst/>
              <a:ahLst/>
              <a:cxnLst/>
              <a:rect l="l" t="t" r="r" b="b"/>
              <a:pathLst>
                <a:path w="135" h="268" extrusionOk="0">
                  <a:moveTo>
                    <a:pt x="84" y="0"/>
                  </a:moveTo>
                  <a:cubicBezTo>
                    <a:pt x="67" y="0"/>
                    <a:pt x="34" y="0"/>
                    <a:pt x="34" y="34"/>
                  </a:cubicBezTo>
                  <a:cubicBezTo>
                    <a:pt x="17" y="50"/>
                    <a:pt x="17" y="67"/>
                    <a:pt x="1" y="84"/>
                  </a:cubicBezTo>
                  <a:cubicBezTo>
                    <a:pt x="1" y="117"/>
                    <a:pt x="1" y="134"/>
                    <a:pt x="1" y="167"/>
                  </a:cubicBezTo>
                  <a:cubicBezTo>
                    <a:pt x="1" y="201"/>
                    <a:pt x="17" y="234"/>
                    <a:pt x="34" y="251"/>
                  </a:cubicBezTo>
                  <a:cubicBezTo>
                    <a:pt x="34" y="251"/>
                    <a:pt x="17" y="217"/>
                    <a:pt x="17" y="167"/>
                  </a:cubicBezTo>
                  <a:cubicBezTo>
                    <a:pt x="17" y="134"/>
                    <a:pt x="17" y="117"/>
                    <a:pt x="34" y="84"/>
                  </a:cubicBezTo>
                  <a:cubicBezTo>
                    <a:pt x="34" y="57"/>
                    <a:pt x="45" y="29"/>
                    <a:pt x="67" y="29"/>
                  </a:cubicBezTo>
                  <a:cubicBezTo>
                    <a:pt x="72" y="29"/>
                    <a:pt x="78" y="31"/>
                    <a:pt x="84" y="34"/>
                  </a:cubicBezTo>
                  <a:cubicBezTo>
                    <a:pt x="101" y="50"/>
                    <a:pt x="118" y="84"/>
                    <a:pt x="101" y="117"/>
                  </a:cubicBezTo>
                  <a:cubicBezTo>
                    <a:pt x="101" y="151"/>
                    <a:pt x="101" y="167"/>
                    <a:pt x="84" y="201"/>
                  </a:cubicBezTo>
                  <a:cubicBezTo>
                    <a:pt x="67" y="217"/>
                    <a:pt x="51" y="234"/>
                    <a:pt x="34" y="268"/>
                  </a:cubicBezTo>
                  <a:cubicBezTo>
                    <a:pt x="34" y="268"/>
                    <a:pt x="67" y="251"/>
                    <a:pt x="101" y="201"/>
                  </a:cubicBezTo>
                  <a:cubicBezTo>
                    <a:pt x="118" y="184"/>
                    <a:pt x="118" y="151"/>
                    <a:pt x="134" y="117"/>
                  </a:cubicBezTo>
                  <a:cubicBezTo>
                    <a:pt x="134" y="84"/>
                    <a:pt x="118" y="34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4080;p60"/>
            <p:cNvSpPr/>
            <p:nvPr/>
          </p:nvSpPr>
          <p:spPr>
            <a:xfrm>
              <a:off x="5005094" y="4602296"/>
              <a:ext cx="23720" cy="58060"/>
            </a:xfrm>
            <a:custGeom>
              <a:avLst/>
              <a:gdLst/>
              <a:ahLst/>
              <a:cxnLst/>
              <a:rect l="l" t="t" r="r" b="b"/>
              <a:pathLst>
                <a:path w="335" h="820" extrusionOk="0">
                  <a:moveTo>
                    <a:pt x="1" y="1"/>
                  </a:moveTo>
                  <a:cubicBezTo>
                    <a:pt x="1" y="1"/>
                    <a:pt x="51" y="17"/>
                    <a:pt x="101" y="84"/>
                  </a:cubicBezTo>
                  <a:cubicBezTo>
                    <a:pt x="268" y="251"/>
                    <a:pt x="301" y="485"/>
                    <a:pt x="235" y="703"/>
                  </a:cubicBezTo>
                  <a:cubicBezTo>
                    <a:pt x="201" y="769"/>
                    <a:pt x="168" y="819"/>
                    <a:pt x="168" y="819"/>
                  </a:cubicBezTo>
                  <a:cubicBezTo>
                    <a:pt x="184" y="819"/>
                    <a:pt x="184" y="803"/>
                    <a:pt x="201" y="786"/>
                  </a:cubicBezTo>
                  <a:cubicBezTo>
                    <a:pt x="218" y="769"/>
                    <a:pt x="235" y="736"/>
                    <a:pt x="251" y="703"/>
                  </a:cubicBezTo>
                  <a:cubicBezTo>
                    <a:pt x="335" y="485"/>
                    <a:pt x="285" y="235"/>
                    <a:pt x="118" y="68"/>
                  </a:cubicBezTo>
                  <a:cubicBezTo>
                    <a:pt x="84" y="51"/>
                    <a:pt x="67" y="34"/>
                    <a:pt x="34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4081;p60"/>
            <p:cNvSpPr/>
            <p:nvPr/>
          </p:nvSpPr>
          <p:spPr>
            <a:xfrm>
              <a:off x="5015787" y="4568027"/>
              <a:ext cx="35544" cy="41491"/>
            </a:xfrm>
            <a:custGeom>
              <a:avLst/>
              <a:gdLst/>
              <a:ahLst/>
              <a:cxnLst/>
              <a:rect l="l" t="t" r="r" b="b"/>
              <a:pathLst>
                <a:path w="502" h="586" extrusionOk="0">
                  <a:moveTo>
                    <a:pt x="501" y="0"/>
                  </a:moveTo>
                  <a:cubicBezTo>
                    <a:pt x="401" y="100"/>
                    <a:pt x="317" y="184"/>
                    <a:pt x="234" y="284"/>
                  </a:cubicBezTo>
                  <a:cubicBezTo>
                    <a:pt x="150" y="385"/>
                    <a:pt x="67" y="485"/>
                    <a:pt x="0" y="585"/>
                  </a:cubicBezTo>
                  <a:cubicBezTo>
                    <a:pt x="167" y="401"/>
                    <a:pt x="334" y="217"/>
                    <a:pt x="5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4082;p60"/>
            <p:cNvSpPr/>
            <p:nvPr/>
          </p:nvSpPr>
          <p:spPr>
            <a:xfrm>
              <a:off x="5038230" y="4661489"/>
              <a:ext cx="29667" cy="24924"/>
            </a:xfrm>
            <a:custGeom>
              <a:avLst/>
              <a:gdLst/>
              <a:ahLst/>
              <a:cxnLst/>
              <a:rect l="l" t="t" r="r" b="b"/>
              <a:pathLst>
                <a:path w="419" h="352" extrusionOk="0">
                  <a:moveTo>
                    <a:pt x="0" y="0"/>
                  </a:moveTo>
                  <a:lnTo>
                    <a:pt x="0" y="0"/>
                  </a:lnTo>
                  <a:cubicBezTo>
                    <a:pt x="117" y="151"/>
                    <a:pt x="251" y="268"/>
                    <a:pt x="418" y="351"/>
                  </a:cubicBezTo>
                  <a:cubicBezTo>
                    <a:pt x="418" y="351"/>
                    <a:pt x="318" y="284"/>
                    <a:pt x="201" y="184"/>
                  </a:cubicBezTo>
                  <a:cubicBezTo>
                    <a:pt x="84" y="84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4083;p60"/>
            <p:cNvSpPr/>
            <p:nvPr/>
          </p:nvSpPr>
          <p:spPr>
            <a:xfrm>
              <a:off x="5015787" y="4644921"/>
              <a:ext cx="3612" cy="8355"/>
            </a:xfrm>
            <a:custGeom>
              <a:avLst/>
              <a:gdLst/>
              <a:ahLst/>
              <a:cxnLst/>
              <a:rect l="l" t="t" r="r" b="b"/>
              <a:pathLst>
                <a:path w="51" h="118" extrusionOk="0">
                  <a:moveTo>
                    <a:pt x="33" y="0"/>
                  </a:moveTo>
                  <a:cubicBezTo>
                    <a:pt x="33" y="0"/>
                    <a:pt x="17" y="34"/>
                    <a:pt x="17" y="67"/>
                  </a:cubicBezTo>
                  <a:cubicBezTo>
                    <a:pt x="0" y="84"/>
                    <a:pt x="0" y="117"/>
                    <a:pt x="0" y="117"/>
                  </a:cubicBezTo>
                  <a:cubicBezTo>
                    <a:pt x="0" y="117"/>
                    <a:pt x="33" y="101"/>
                    <a:pt x="33" y="67"/>
                  </a:cubicBezTo>
                  <a:cubicBezTo>
                    <a:pt x="50" y="34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4084;p60"/>
            <p:cNvSpPr/>
            <p:nvPr/>
          </p:nvSpPr>
          <p:spPr>
            <a:xfrm>
              <a:off x="5018122" y="4629558"/>
              <a:ext cx="1275" cy="7151"/>
            </a:xfrm>
            <a:custGeom>
              <a:avLst/>
              <a:gdLst/>
              <a:ahLst/>
              <a:cxnLst/>
              <a:rect l="l" t="t" r="r" b="b"/>
              <a:pathLst>
                <a:path w="18" h="101" extrusionOk="0">
                  <a:moveTo>
                    <a:pt x="0" y="0"/>
                  </a:moveTo>
                  <a:cubicBezTo>
                    <a:pt x="0" y="0"/>
                    <a:pt x="0" y="33"/>
                    <a:pt x="0" y="50"/>
                  </a:cubicBezTo>
                  <a:cubicBezTo>
                    <a:pt x="0" y="84"/>
                    <a:pt x="0" y="100"/>
                    <a:pt x="17" y="100"/>
                  </a:cubicBezTo>
                  <a:cubicBezTo>
                    <a:pt x="17" y="100"/>
                    <a:pt x="17" y="84"/>
                    <a:pt x="17" y="50"/>
                  </a:cubicBezTo>
                  <a:cubicBezTo>
                    <a:pt x="17" y="17"/>
                    <a:pt x="17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4085;p60"/>
            <p:cNvSpPr/>
            <p:nvPr/>
          </p:nvSpPr>
          <p:spPr>
            <a:xfrm>
              <a:off x="5011041" y="4616528"/>
              <a:ext cx="4814" cy="7151"/>
            </a:xfrm>
            <a:custGeom>
              <a:avLst/>
              <a:gdLst/>
              <a:ahLst/>
              <a:cxnLst/>
              <a:rect l="l" t="t" r="r" b="b"/>
              <a:pathLst>
                <a:path w="68" h="101" extrusionOk="0">
                  <a:moveTo>
                    <a:pt x="0" y="0"/>
                  </a:moveTo>
                  <a:cubicBezTo>
                    <a:pt x="0" y="0"/>
                    <a:pt x="17" y="17"/>
                    <a:pt x="34" y="50"/>
                  </a:cubicBezTo>
                  <a:cubicBezTo>
                    <a:pt x="50" y="67"/>
                    <a:pt x="50" y="101"/>
                    <a:pt x="67" y="101"/>
                  </a:cubicBezTo>
                  <a:cubicBezTo>
                    <a:pt x="67" y="101"/>
                    <a:pt x="67" y="67"/>
                    <a:pt x="50" y="34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4086;p60"/>
            <p:cNvSpPr/>
            <p:nvPr/>
          </p:nvSpPr>
          <p:spPr>
            <a:xfrm>
              <a:off x="5005094" y="4608246"/>
              <a:ext cx="2479" cy="3612"/>
            </a:xfrm>
            <a:custGeom>
              <a:avLst/>
              <a:gdLst/>
              <a:ahLst/>
              <a:cxnLst/>
              <a:rect l="l" t="t" r="r" b="b"/>
              <a:pathLst>
                <a:path w="35" h="51" extrusionOk="0">
                  <a:moveTo>
                    <a:pt x="1" y="0"/>
                  </a:moveTo>
                  <a:cubicBezTo>
                    <a:pt x="1" y="0"/>
                    <a:pt x="1" y="17"/>
                    <a:pt x="1" y="34"/>
                  </a:cubicBezTo>
                  <a:cubicBezTo>
                    <a:pt x="17" y="50"/>
                    <a:pt x="34" y="50"/>
                    <a:pt x="34" y="50"/>
                  </a:cubicBezTo>
                  <a:cubicBezTo>
                    <a:pt x="34" y="50"/>
                    <a:pt x="34" y="34"/>
                    <a:pt x="34" y="17"/>
                  </a:cubicBezTo>
                  <a:cubicBezTo>
                    <a:pt x="17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4087;p60"/>
            <p:cNvSpPr/>
            <p:nvPr/>
          </p:nvSpPr>
          <p:spPr>
            <a:xfrm>
              <a:off x="4990933" y="3209856"/>
              <a:ext cx="729993" cy="1482434"/>
            </a:xfrm>
            <a:custGeom>
              <a:avLst/>
              <a:gdLst/>
              <a:ahLst/>
              <a:cxnLst/>
              <a:rect l="l" t="t" r="r" b="b"/>
              <a:pathLst>
                <a:path w="10310" h="20937" extrusionOk="0">
                  <a:moveTo>
                    <a:pt x="9340" y="1"/>
                  </a:moveTo>
                  <a:lnTo>
                    <a:pt x="5447" y="118"/>
                  </a:lnTo>
                  <a:cubicBezTo>
                    <a:pt x="5447" y="118"/>
                    <a:pt x="4829" y="2741"/>
                    <a:pt x="5013" y="3259"/>
                  </a:cubicBezTo>
                  <a:cubicBezTo>
                    <a:pt x="5180" y="3777"/>
                    <a:pt x="6316" y="4078"/>
                    <a:pt x="6316" y="4078"/>
                  </a:cubicBezTo>
                  <a:lnTo>
                    <a:pt x="6283" y="11262"/>
                  </a:lnTo>
                  <a:lnTo>
                    <a:pt x="0" y="19032"/>
                  </a:lnTo>
                  <a:lnTo>
                    <a:pt x="2323" y="20937"/>
                  </a:lnTo>
                  <a:cubicBezTo>
                    <a:pt x="2323" y="20937"/>
                    <a:pt x="9123" y="13150"/>
                    <a:pt x="9725" y="11747"/>
                  </a:cubicBezTo>
                  <a:cubicBezTo>
                    <a:pt x="10309" y="10327"/>
                    <a:pt x="9340" y="1"/>
                    <a:pt x="9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4088;p60"/>
            <p:cNvSpPr/>
            <p:nvPr/>
          </p:nvSpPr>
          <p:spPr>
            <a:xfrm>
              <a:off x="5228695" y="3142449"/>
              <a:ext cx="397568" cy="1546300"/>
            </a:xfrm>
            <a:custGeom>
              <a:avLst/>
              <a:gdLst/>
              <a:ahLst/>
              <a:cxnLst/>
              <a:rect l="l" t="t" r="r" b="b"/>
              <a:pathLst>
                <a:path w="5615" h="21839" extrusionOk="0">
                  <a:moveTo>
                    <a:pt x="5297" y="0"/>
                  </a:moveTo>
                  <a:lnTo>
                    <a:pt x="134" y="518"/>
                  </a:lnTo>
                  <a:lnTo>
                    <a:pt x="67" y="1955"/>
                  </a:lnTo>
                  <a:cubicBezTo>
                    <a:pt x="1" y="3192"/>
                    <a:pt x="468" y="3743"/>
                    <a:pt x="803" y="4061"/>
                  </a:cubicBezTo>
                  <a:lnTo>
                    <a:pt x="2407" y="21838"/>
                  </a:lnTo>
                  <a:lnTo>
                    <a:pt x="5615" y="21822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4089;p60"/>
            <p:cNvSpPr/>
            <p:nvPr/>
          </p:nvSpPr>
          <p:spPr>
            <a:xfrm>
              <a:off x="5364781" y="3454768"/>
              <a:ext cx="87586" cy="638939"/>
            </a:xfrm>
            <a:custGeom>
              <a:avLst/>
              <a:gdLst/>
              <a:ahLst/>
              <a:cxnLst/>
              <a:rect l="l" t="t" r="r" b="b"/>
              <a:pathLst>
                <a:path w="1237" h="9024" extrusionOk="0">
                  <a:moveTo>
                    <a:pt x="618" y="1"/>
                  </a:moveTo>
                  <a:cubicBezTo>
                    <a:pt x="602" y="34"/>
                    <a:pt x="602" y="67"/>
                    <a:pt x="618" y="101"/>
                  </a:cubicBezTo>
                  <a:cubicBezTo>
                    <a:pt x="618" y="67"/>
                    <a:pt x="618" y="34"/>
                    <a:pt x="618" y="1"/>
                  </a:cubicBezTo>
                  <a:close/>
                  <a:moveTo>
                    <a:pt x="618" y="101"/>
                  </a:moveTo>
                  <a:cubicBezTo>
                    <a:pt x="618" y="168"/>
                    <a:pt x="618" y="268"/>
                    <a:pt x="618" y="385"/>
                  </a:cubicBezTo>
                  <a:cubicBezTo>
                    <a:pt x="635" y="619"/>
                    <a:pt x="652" y="953"/>
                    <a:pt x="685" y="1387"/>
                  </a:cubicBezTo>
                  <a:cubicBezTo>
                    <a:pt x="735" y="2239"/>
                    <a:pt x="819" y="3409"/>
                    <a:pt x="936" y="4712"/>
                  </a:cubicBezTo>
                  <a:cubicBezTo>
                    <a:pt x="1035" y="5692"/>
                    <a:pt x="1118" y="6605"/>
                    <a:pt x="1185" y="7371"/>
                  </a:cubicBezTo>
                  <a:lnTo>
                    <a:pt x="1185" y="7371"/>
                  </a:lnTo>
                  <a:lnTo>
                    <a:pt x="334" y="8555"/>
                  </a:lnTo>
                  <a:lnTo>
                    <a:pt x="84" y="8906"/>
                  </a:lnTo>
                  <a:lnTo>
                    <a:pt x="33" y="8990"/>
                  </a:lnTo>
                  <a:lnTo>
                    <a:pt x="33" y="8990"/>
                  </a:lnTo>
                  <a:lnTo>
                    <a:pt x="100" y="8906"/>
                  </a:lnTo>
                  <a:lnTo>
                    <a:pt x="351" y="8589"/>
                  </a:lnTo>
                  <a:cubicBezTo>
                    <a:pt x="568" y="8288"/>
                    <a:pt x="869" y="7887"/>
                    <a:pt x="1236" y="7402"/>
                  </a:cubicBezTo>
                  <a:lnTo>
                    <a:pt x="1236" y="7386"/>
                  </a:lnTo>
                  <a:cubicBezTo>
                    <a:pt x="1186" y="6617"/>
                    <a:pt x="1103" y="5698"/>
                    <a:pt x="1003" y="4712"/>
                  </a:cubicBezTo>
                  <a:cubicBezTo>
                    <a:pt x="902" y="3409"/>
                    <a:pt x="785" y="2239"/>
                    <a:pt x="719" y="1387"/>
                  </a:cubicBezTo>
                  <a:cubicBezTo>
                    <a:pt x="685" y="970"/>
                    <a:pt x="668" y="619"/>
                    <a:pt x="652" y="368"/>
                  </a:cubicBezTo>
                  <a:cubicBezTo>
                    <a:pt x="635" y="268"/>
                    <a:pt x="635" y="168"/>
                    <a:pt x="618" y="101"/>
                  </a:cubicBezTo>
                  <a:close/>
                  <a:moveTo>
                    <a:pt x="33" y="8990"/>
                  </a:moveTo>
                  <a:cubicBezTo>
                    <a:pt x="20" y="8990"/>
                    <a:pt x="18" y="9000"/>
                    <a:pt x="17" y="9012"/>
                  </a:cubicBezTo>
                  <a:lnTo>
                    <a:pt x="17" y="9012"/>
                  </a:lnTo>
                  <a:cubicBezTo>
                    <a:pt x="21" y="9006"/>
                    <a:pt x="25" y="8998"/>
                    <a:pt x="33" y="8990"/>
                  </a:cubicBezTo>
                  <a:close/>
                  <a:moveTo>
                    <a:pt x="17" y="9012"/>
                  </a:moveTo>
                  <a:cubicBezTo>
                    <a:pt x="13" y="9019"/>
                    <a:pt x="9" y="9023"/>
                    <a:pt x="0" y="9023"/>
                  </a:cubicBezTo>
                  <a:lnTo>
                    <a:pt x="17" y="9023"/>
                  </a:lnTo>
                  <a:cubicBezTo>
                    <a:pt x="17" y="9019"/>
                    <a:pt x="17" y="9016"/>
                    <a:pt x="17" y="901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4090;p60"/>
            <p:cNvSpPr/>
            <p:nvPr/>
          </p:nvSpPr>
          <p:spPr>
            <a:xfrm>
              <a:off x="5316280" y="3429915"/>
              <a:ext cx="118315" cy="24924"/>
            </a:xfrm>
            <a:custGeom>
              <a:avLst/>
              <a:gdLst/>
              <a:ahLst/>
              <a:cxnLst/>
              <a:rect l="l" t="t" r="r" b="b"/>
              <a:pathLst>
                <a:path w="1671" h="352" extrusionOk="0">
                  <a:moveTo>
                    <a:pt x="0" y="1"/>
                  </a:moveTo>
                  <a:cubicBezTo>
                    <a:pt x="551" y="184"/>
                    <a:pt x="1103" y="301"/>
                    <a:pt x="1671" y="352"/>
                  </a:cubicBezTo>
                  <a:cubicBezTo>
                    <a:pt x="1119" y="218"/>
                    <a:pt x="568" y="101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4091;p60"/>
            <p:cNvSpPr/>
            <p:nvPr/>
          </p:nvSpPr>
          <p:spPr>
            <a:xfrm>
              <a:off x="5466457" y="3961305"/>
              <a:ext cx="123129" cy="21171"/>
            </a:xfrm>
            <a:custGeom>
              <a:avLst/>
              <a:gdLst/>
              <a:ahLst/>
              <a:cxnLst/>
              <a:rect l="l" t="t" r="r" b="b"/>
              <a:pathLst>
                <a:path w="1739" h="299" extrusionOk="0">
                  <a:moveTo>
                    <a:pt x="721" y="1"/>
                  </a:moveTo>
                  <a:cubicBezTo>
                    <a:pt x="559" y="1"/>
                    <a:pt x="396" y="21"/>
                    <a:pt x="235" y="65"/>
                  </a:cubicBezTo>
                  <a:cubicBezTo>
                    <a:pt x="151" y="81"/>
                    <a:pt x="68" y="115"/>
                    <a:pt x="1" y="165"/>
                  </a:cubicBezTo>
                  <a:cubicBezTo>
                    <a:pt x="223" y="100"/>
                    <a:pt x="452" y="67"/>
                    <a:pt x="682" y="67"/>
                  </a:cubicBezTo>
                  <a:cubicBezTo>
                    <a:pt x="1042" y="67"/>
                    <a:pt x="1403" y="146"/>
                    <a:pt x="1739" y="299"/>
                  </a:cubicBezTo>
                  <a:cubicBezTo>
                    <a:pt x="1672" y="248"/>
                    <a:pt x="1605" y="198"/>
                    <a:pt x="1521" y="165"/>
                  </a:cubicBezTo>
                  <a:cubicBezTo>
                    <a:pt x="1269" y="60"/>
                    <a:pt x="997" y="1"/>
                    <a:pt x="7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4092;p60"/>
            <p:cNvSpPr/>
            <p:nvPr/>
          </p:nvSpPr>
          <p:spPr>
            <a:xfrm>
              <a:off x="5380146" y="4054554"/>
              <a:ext cx="291078" cy="378662"/>
            </a:xfrm>
            <a:custGeom>
              <a:avLst/>
              <a:gdLst/>
              <a:ahLst/>
              <a:cxnLst/>
              <a:rect l="l" t="t" r="r" b="b"/>
              <a:pathLst>
                <a:path w="4111" h="5348" extrusionOk="0">
                  <a:moveTo>
                    <a:pt x="4093" y="1"/>
                  </a:moveTo>
                  <a:cubicBezTo>
                    <a:pt x="4064" y="1"/>
                    <a:pt x="3150" y="1181"/>
                    <a:pt x="2022" y="2657"/>
                  </a:cubicBezTo>
                  <a:cubicBezTo>
                    <a:pt x="903" y="4128"/>
                    <a:pt x="0" y="5331"/>
                    <a:pt x="17" y="5347"/>
                  </a:cubicBezTo>
                  <a:cubicBezTo>
                    <a:pt x="34" y="5347"/>
                    <a:pt x="953" y="4161"/>
                    <a:pt x="2089" y="2691"/>
                  </a:cubicBezTo>
                  <a:cubicBezTo>
                    <a:pt x="3208" y="1220"/>
                    <a:pt x="4111" y="1"/>
                    <a:pt x="4094" y="1"/>
                  </a:cubicBezTo>
                  <a:cubicBezTo>
                    <a:pt x="4094" y="1"/>
                    <a:pt x="4094" y="1"/>
                    <a:pt x="409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4093;p60"/>
            <p:cNvSpPr/>
            <p:nvPr/>
          </p:nvSpPr>
          <p:spPr>
            <a:xfrm>
              <a:off x="5525650" y="3245399"/>
              <a:ext cx="113641" cy="44464"/>
            </a:xfrm>
            <a:custGeom>
              <a:avLst/>
              <a:gdLst/>
              <a:ahLst/>
              <a:cxnLst/>
              <a:rect l="l" t="t" r="r" b="b"/>
              <a:pathLst>
                <a:path w="1605" h="628" extrusionOk="0">
                  <a:moveTo>
                    <a:pt x="0" y="0"/>
                  </a:moveTo>
                  <a:lnTo>
                    <a:pt x="0" y="0"/>
                  </a:lnTo>
                  <a:cubicBezTo>
                    <a:pt x="17" y="100"/>
                    <a:pt x="51" y="184"/>
                    <a:pt x="117" y="267"/>
                  </a:cubicBezTo>
                  <a:cubicBezTo>
                    <a:pt x="297" y="503"/>
                    <a:pt x="567" y="627"/>
                    <a:pt x="837" y="627"/>
                  </a:cubicBezTo>
                  <a:cubicBezTo>
                    <a:pt x="1045" y="627"/>
                    <a:pt x="1253" y="554"/>
                    <a:pt x="1421" y="401"/>
                  </a:cubicBezTo>
                  <a:cubicBezTo>
                    <a:pt x="1504" y="351"/>
                    <a:pt x="1571" y="267"/>
                    <a:pt x="1604" y="167"/>
                  </a:cubicBezTo>
                  <a:lnTo>
                    <a:pt x="1604" y="167"/>
                  </a:lnTo>
                  <a:cubicBezTo>
                    <a:pt x="1538" y="234"/>
                    <a:pt x="1471" y="301"/>
                    <a:pt x="1387" y="368"/>
                  </a:cubicBezTo>
                  <a:cubicBezTo>
                    <a:pt x="1231" y="496"/>
                    <a:pt x="1041" y="557"/>
                    <a:pt x="850" y="557"/>
                  </a:cubicBezTo>
                  <a:cubicBezTo>
                    <a:pt x="593" y="557"/>
                    <a:pt x="333" y="445"/>
                    <a:pt x="151" y="234"/>
                  </a:cubicBezTo>
                  <a:cubicBezTo>
                    <a:pt x="101" y="167"/>
                    <a:pt x="51" y="84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4094;p60"/>
            <p:cNvSpPr/>
            <p:nvPr/>
          </p:nvSpPr>
          <p:spPr>
            <a:xfrm>
              <a:off x="5247599" y="2186517"/>
              <a:ext cx="82913" cy="275784"/>
            </a:xfrm>
            <a:custGeom>
              <a:avLst/>
              <a:gdLst/>
              <a:ahLst/>
              <a:cxnLst/>
              <a:rect l="l" t="t" r="r" b="b"/>
              <a:pathLst>
                <a:path w="1171" h="3895" extrusionOk="0">
                  <a:moveTo>
                    <a:pt x="1003" y="1"/>
                  </a:moveTo>
                  <a:lnTo>
                    <a:pt x="1003" y="1"/>
                  </a:lnTo>
                  <a:cubicBezTo>
                    <a:pt x="1" y="1137"/>
                    <a:pt x="68" y="2858"/>
                    <a:pt x="1171" y="3894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4095;p60"/>
            <p:cNvSpPr/>
            <p:nvPr/>
          </p:nvSpPr>
          <p:spPr>
            <a:xfrm>
              <a:off x="5143517" y="2606530"/>
              <a:ext cx="145575" cy="287961"/>
            </a:xfrm>
            <a:custGeom>
              <a:avLst/>
              <a:gdLst/>
              <a:ahLst/>
              <a:cxnLst/>
              <a:rect l="l" t="t" r="r" b="b"/>
              <a:pathLst>
                <a:path w="2056" h="4067" extrusionOk="0">
                  <a:moveTo>
                    <a:pt x="836" y="1"/>
                  </a:moveTo>
                  <a:cubicBezTo>
                    <a:pt x="836" y="1"/>
                    <a:pt x="134" y="786"/>
                    <a:pt x="1" y="3777"/>
                  </a:cubicBezTo>
                  <a:cubicBezTo>
                    <a:pt x="1" y="3777"/>
                    <a:pt x="1486" y="4066"/>
                    <a:pt x="1900" y="4066"/>
                  </a:cubicBezTo>
                  <a:cubicBezTo>
                    <a:pt x="1963" y="4066"/>
                    <a:pt x="2001" y="4059"/>
                    <a:pt x="2006" y="4044"/>
                  </a:cubicBezTo>
                  <a:cubicBezTo>
                    <a:pt x="2056" y="3944"/>
                    <a:pt x="836" y="1"/>
                    <a:pt x="8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4096;p60"/>
            <p:cNvSpPr/>
            <p:nvPr/>
          </p:nvSpPr>
          <p:spPr>
            <a:xfrm>
              <a:off x="5178990" y="2502449"/>
              <a:ext cx="641277" cy="722915"/>
            </a:xfrm>
            <a:custGeom>
              <a:avLst/>
              <a:gdLst/>
              <a:ahLst/>
              <a:cxnLst/>
              <a:rect l="l" t="t" r="r" b="b"/>
              <a:pathLst>
                <a:path w="9057" h="10210" extrusionOk="0">
                  <a:moveTo>
                    <a:pt x="8322" y="0"/>
                  </a:moveTo>
                  <a:cubicBezTo>
                    <a:pt x="6968" y="217"/>
                    <a:pt x="4930" y="485"/>
                    <a:pt x="4930" y="485"/>
                  </a:cubicBezTo>
                  <a:lnTo>
                    <a:pt x="4629" y="501"/>
                  </a:lnTo>
                  <a:cubicBezTo>
                    <a:pt x="4629" y="501"/>
                    <a:pt x="2524" y="618"/>
                    <a:pt x="2474" y="618"/>
                  </a:cubicBezTo>
                  <a:cubicBezTo>
                    <a:pt x="1605" y="719"/>
                    <a:pt x="569" y="785"/>
                    <a:pt x="201" y="1738"/>
                  </a:cubicBezTo>
                  <a:cubicBezTo>
                    <a:pt x="1" y="2239"/>
                    <a:pt x="185" y="2991"/>
                    <a:pt x="519" y="3776"/>
                  </a:cubicBezTo>
                  <a:lnTo>
                    <a:pt x="1304" y="6166"/>
                  </a:lnTo>
                  <a:cubicBezTo>
                    <a:pt x="1605" y="7486"/>
                    <a:pt x="1104" y="7419"/>
                    <a:pt x="836" y="8739"/>
                  </a:cubicBezTo>
                  <a:cubicBezTo>
                    <a:pt x="803" y="8939"/>
                    <a:pt x="652" y="10025"/>
                    <a:pt x="652" y="10209"/>
                  </a:cubicBezTo>
                  <a:lnTo>
                    <a:pt x="6734" y="10209"/>
                  </a:lnTo>
                  <a:lnTo>
                    <a:pt x="6634" y="9257"/>
                  </a:lnTo>
                  <a:cubicBezTo>
                    <a:pt x="6634" y="9257"/>
                    <a:pt x="5932" y="5648"/>
                    <a:pt x="5932" y="5598"/>
                  </a:cubicBezTo>
                  <a:lnTo>
                    <a:pt x="6049" y="5380"/>
                  </a:lnTo>
                  <a:cubicBezTo>
                    <a:pt x="6333" y="4779"/>
                    <a:pt x="6350" y="4077"/>
                    <a:pt x="6083" y="3459"/>
                  </a:cubicBezTo>
                  <a:lnTo>
                    <a:pt x="9057" y="2456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4097;p60"/>
            <p:cNvSpPr/>
            <p:nvPr/>
          </p:nvSpPr>
          <p:spPr>
            <a:xfrm>
              <a:off x="5574009" y="2678680"/>
              <a:ext cx="243921" cy="88292"/>
            </a:xfrm>
            <a:custGeom>
              <a:avLst/>
              <a:gdLst/>
              <a:ahLst/>
              <a:cxnLst/>
              <a:rect l="l" t="t" r="r" b="b"/>
              <a:pathLst>
                <a:path w="3445" h="1247" extrusionOk="0">
                  <a:moveTo>
                    <a:pt x="3444" y="1"/>
                  </a:moveTo>
                  <a:cubicBezTo>
                    <a:pt x="3394" y="1"/>
                    <a:pt x="3344" y="17"/>
                    <a:pt x="3294" y="34"/>
                  </a:cubicBezTo>
                  <a:cubicBezTo>
                    <a:pt x="3211" y="51"/>
                    <a:pt x="3094" y="84"/>
                    <a:pt x="2926" y="134"/>
                  </a:cubicBezTo>
                  <a:cubicBezTo>
                    <a:pt x="2609" y="235"/>
                    <a:pt x="2175" y="368"/>
                    <a:pt x="1707" y="519"/>
                  </a:cubicBezTo>
                  <a:cubicBezTo>
                    <a:pt x="1289" y="636"/>
                    <a:pt x="888" y="786"/>
                    <a:pt x="504" y="970"/>
                  </a:cubicBezTo>
                  <a:cubicBezTo>
                    <a:pt x="353" y="1037"/>
                    <a:pt x="236" y="1087"/>
                    <a:pt x="153" y="1137"/>
                  </a:cubicBezTo>
                  <a:cubicBezTo>
                    <a:pt x="138" y="1117"/>
                    <a:pt x="118" y="1109"/>
                    <a:pt x="97" y="1109"/>
                  </a:cubicBezTo>
                  <a:cubicBezTo>
                    <a:pt x="49" y="1109"/>
                    <a:pt x="0" y="1156"/>
                    <a:pt x="36" y="1204"/>
                  </a:cubicBezTo>
                  <a:cubicBezTo>
                    <a:pt x="48" y="1234"/>
                    <a:pt x="71" y="1247"/>
                    <a:pt x="95" y="1247"/>
                  </a:cubicBezTo>
                  <a:cubicBezTo>
                    <a:pt x="136" y="1247"/>
                    <a:pt x="180" y="1207"/>
                    <a:pt x="170" y="1154"/>
                  </a:cubicBezTo>
                  <a:cubicBezTo>
                    <a:pt x="253" y="1120"/>
                    <a:pt x="370" y="1070"/>
                    <a:pt x="520" y="1003"/>
                  </a:cubicBezTo>
                  <a:cubicBezTo>
                    <a:pt x="821" y="886"/>
                    <a:pt x="1256" y="736"/>
                    <a:pt x="1723" y="586"/>
                  </a:cubicBezTo>
                  <a:cubicBezTo>
                    <a:pt x="2208" y="418"/>
                    <a:pt x="2626" y="285"/>
                    <a:pt x="2943" y="185"/>
                  </a:cubicBezTo>
                  <a:cubicBezTo>
                    <a:pt x="3094" y="134"/>
                    <a:pt x="3227" y="84"/>
                    <a:pt x="3311" y="51"/>
                  </a:cubicBezTo>
                  <a:cubicBezTo>
                    <a:pt x="3361" y="34"/>
                    <a:pt x="3394" y="17"/>
                    <a:pt x="34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4098;p60"/>
            <p:cNvSpPr/>
            <p:nvPr/>
          </p:nvSpPr>
          <p:spPr>
            <a:xfrm>
              <a:off x="5225154" y="2584085"/>
              <a:ext cx="567923" cy="4743"/>
            </a:xfrm>
            <a:custGeom>
              <a:avLst/>
              <a:gdLst/>
              <a:ahLst/>
              <a:cxnLst/>
              <a:rect l="l" t="t" r="r" b="b"/>
              <a:pathLst>
                <a:path w="8021" h="67" extrusionOk="0">
                  <a:moveTo>
                    <a:pt x="4011" y="0"/>
                  </a:moveTo>
                  <a:cubicBezTo>
                    <a:pt x="1788" y="0"/>
                    <a:pt x="0" y="17"/>
                    <a:pt x="0" y="33"/>
                  </a:cubicBezTo>
                  <a:cubicBezTo>
                    <a:pt x="0" y="50"/>
                    <a:pt x="1788" y="67"/>
                    <a:pt x="4011" y="67"/>
                  </a:cubicBezTo>
                  <a:cubicBezTo>
                    <a:pt x="6216" y="67"/>
                    <a:pt x="8021" y="50"/>
                    <a:pt x="8021" y="33"/>
                  </a:cubicBezTo>
                  <a:cubicBezTo>
                    <a:pt x="8021" y="17"/>
                    <a:pt x="6216" y="0"/>
                    <a:pt x="4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4099;p60"/>
            <p:cNvSpPr/>
            <p:nvPr/>
          </p:nvSpPr>
          <p:spPr>
            <a:xfrm>
              <a:off x="5174247" y="2668058"/>
              <a:ext cx="631859" cy="4814"/>
            </a:xfrm>
            <a:custGeom>
              <a:avLst/>
              <a:gdLst/>
              <a:ahLst/>
              <a:cxnLst/>
              <a:rect l="l" t="t" r="r" b="b"/>
              <a:pathLst>
                <a:path w="8924" h="68" extrusionOk="0">
                  <a:moveTo>
                    <a:pt x="4462" y="0"/>
                  </a:moveTo>
                  <a:cubicBezTo>
                    <a:pt x="1989" y="0"/>
                    <a:pt x="1" y="17"/>
                    <a:pt x="1" y="34"/>
                  </a:cubicBezTo>
                  <a:cubicBezTo>
                    <a:pt x="1" y="50"/>
                    <a:pt x="1989" y="67"/>
                    <a:pt x="4462" y="67"/>
                  </a:cubicBezTo>
                  <a:cubicBezTo>
                    <a:pt x="6918" y="67"/>
                    <a:pt x="8923" y="50"/>
                    <a:pt x="8923" y="34"/>
                  </a:cubicBezTo>
                  <a:cubicBezTo>
                    <a:pt x="8923" y="17"/>
                    <a:pt x="6918" y="0"/>
                    <a:pt x="4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4100;p60"/>
            <p:cNvSpPr/>
            <p:nvPr/>
          </p:nvSpPr>
          <p:spPr>
            <a:xfrm>
              <a:off x="5156545" y="2764496"/>
              <a:ext cx="53317" cy="4460"/>
            </a:xfrm>
            <a:custGeom>
              <a:avLst/>
              <a:gdLst/>
              <a:ahLst/>
              <a:cxnLst/>
              <a:rect l="l" t="t" r="r" b="b"/>
              <a:pathLst>
                <a:path w="753" h="63" extrusionOk="0">
                  <a:moveTo>
                    <a:pt x="376" y="0"/>
                  </a:moveTo>
                  <a:cubicBezTo>
                    <a:pt x="251" y="0"/>
                    <a:pt x="126" y="8"/>
                    <a:pt x="0" y="25"/>
                  </a:cubicBezTo>
                  <a:cubicBezTo>
                    <a:pt x="126" y="50"/>
                    <a:pt x="251" y="63"/>
                    <a:pt x="376" y="63"/>
                  </a:cubicBezTo>
                  <a:cubicBezTo>
                    <a:pt x="502" y="63"/>
                    <a:pt x="627" y="50"/>
                    <a:pt x="752" y="25"/>
                  </a:cubicBezTo>
                  <a:cubicBezTo>
                    <a:pt x="627" y="8"/>
                    <a:pt x="502" y="0"/>
                    <a:pt x="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4101;p60"/>
            <p:cNvSpPr/>
            <p:nvPr/>
          </p:nvSpPr>
          <p:spPr>
            <a:xfrm>
              <a:off x="5209791" y="2767399"/>
              <a:ext cx="412933" cy="4814"/>
            </a:xfrm>
            <a:custGeom>
              <a:avLst/>
              <a:gdLst/>
              <a:ahLst/>
              <a:cxnLst/>
              <a:rect l="l" t="t" r="r" b="b"/>
              <a:pathLst>
                <a:path w="5832" h="68" extrusionOk="0">
                  <a:moveTo>
                    <a:pt x="2908" y="1"/>
                  </a:moveTo>
                  <a:cubicBezTo>
                    <a:pt x="1304" y="1"/>
                    <a:pt x="0" y="18"/>
                    <a:pt x="0" y="34"/>
                  </a:cubicBezTo>
                  <a:cubicBezTo>
                    <a:pt x="0" y="51"/>
                    <a:pt x="1304" y="68"/>
                    <a:pt x="2908" y="68"/>
                  </a:cubicBezTo>
                  <a:cubicBezTo>
                    <a:pt x="4528" y="68"/>
                    <a:pt x="5832" y="51"/>
                    <a:pt x="5832" y="34"/>
                  </a:cubicBezTo>
                  <a:cubicBezTo>
                    <a:pt x="5832" y="18"/>
                    <a:pt x="4528" y="1"/>
                    <a:pt x="2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4102;p60"/>
            <p:cNvSpPr/>
            <p:nvPr/>
          </p:nvSpPr>
          <p:spPr>
            <a:xfrm>
              <a:off x="5242927" y="2865604"/>
              <a:ext cx="370307" cy="4814"/>
            </a:xfrm>
            <a:custGeom>
              <a:avLst/>
              <a:gdLst/>
              <a:ahLst/>
              <a:cxnLst/>
              <a:rect l="l" t="t" r="r" b="b"/>
              <a:pathLst>
                <a:path w="5230" h="68" extrusionOk="0">
                  <a:moveTo>
                    <a:pt x="2607" y="1"/>
                  </a:moveTo>
                  <a:cubicBezTo>
                    <a:pt x="1170" y="1"/>
                    <a:pt x="0" y="17"/>
                    <a:pt x="0" y="34"/>
                  </a:cubicBezTo>
                  <a:cubicBezTo>
                    <a:pt x="0" y="51"/>
                    <a:pt x="1170" y="68"/>
                    <a:pt x="2607" y="68"/>
                  </a:cubicBezTo>
                  <a:cubicBezTo>
                    <a:pt x="4060" y="68"/>
                    <a:pt x="5230" y="51"/>
                    <a:pt x="5230" y="34"/>
                  </a:cubicBezTo>
                  <a:cubicBezTo>
                    <a:pt x="5230" y="17"/>
                    <a:pt x="4060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4103;p60"/>
            <p:cNvSpPr/>
            <p:nvPr/>
          </p:nvSpPr>
          <p:spPr>
            <a:xfrm>
              <a:off x="5274860" y="2957862"/>
              <a:ext cx="336038" cy="4814"/>
            </a:xfrm>
            <a:custGeom>
              <a:avLst/>
              <a:gdLst/>
              <a:ahLst/>
              <a:cxnLst/>
              <a:rect l="l" t="t" r="r" b="b"/>
              <a:pathLst>
                <a:path w="4746" h="68" extrusionOk="0">
                  <a:moveTo>
                    <a:pt x="2373" y="1"/>
                  </a:moveTo>
                  <a:cubicBezTo>
                    <a:pt x="1053" y="1"/>
                    <a:pt x="0" y="18"/>
                    <a:pt x="0" y="34"/>
                  </a:cubicBezTo>
                  <a:cubicBezTo>
                    <a:pt x="0" y="51"/>
                    <a:pt x="1053" y="68"/>
                    <a:pt x="2373" y="68"/>
                  </a:cubicBezTo>
                  <a:cubicBezTo>
                    <a:pt x="3676" y="68"/>
                    <a:pt x="4745" y="51"/>
                    <a:pt x="4745" y="34"/>
                  </a:cubicBezTo>
                  <a:cubicBezTo>
                    <a:pt x="4745" y="18"/>
                    <a:pt x="3676" y="1"/>
                    <a:pt x="2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4104;p60"/>
            <p:cNvSpPr/>
            <p:nvPr/>
          </p:nvSpPr>
          <p:spPr>
            <a:xfrm>
              <a:off x="5265372" y="3032420"/>
              <a:ext cx="359687" cy="4814"/>
            </a:xfrm>
            <a:custGeom>
              <a:avLst/>
              <a:gdLst/>
              <a:ahLst/>
              <a:cxnLst/>
              <a:rect l="l" t="t" r="r" b="b"/>
              <a:pathLst>
                <a:path w="5080" h="68" extrusionOk="0">
                  <a:moveTo>
                    <a:pt x="2540" y="1"/>
                  </a:moveTo>
                  <a:cubicBezTo>
                    <a:pt x="1137" y="1"/>
                    <a:pt x="1" y="1"/>
                    <a:pt x="1" y="34"/>
                  </a:cubicBezTo>
                  <a:cubicBezTo>
                    <a:pt x="1" y="51"/>
                    <a:pt x="1137" y="67"/>
                    <a:pt x="2540" y="67"/>
                  </a:cubicBezTo>
                  <a:cubicBezTo>
                    <a:pt x="3944" y="67"/>
                    <a:pt x="5080" y="51"/>
                    <a:pt x="5080" y="34"/>
                  </a:cubicBezTo>
                  <a:cubicBezTo>
                    <a:pt x="5080" y="17"/>
                    <a:pt x="3944" y="1"/>
                    <a:pt x="25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4105;p60"/>
            <p:cNvSpPr/>
            <p:nvPr/>
          </p:nvSpPr>
          <p:spPr>
            <a:xfrm>
              <a:off x="5239315" y="3127086"/>
              <a:ext cx="409462" cy="4814"/>
            </a:xfrm>
            <a:custGeom>
              <a:avLst/>
              <a:gdLst/>
              <a:ahLst/>
              <a:cxnLst/>
              <a:rect l="l" t="t" r="r" b="b"/>
              <a:pathLst>
                <a:path w="5783" h="68" extrusionOk="0">
                  <a:moveTo>
                    <a:pt x="2892" y="0"/>
                  </a:moveTo>
                  <a:cubicBezTo>
                    <a:pt x="1304" y="0"/>
                    <a:pt x="1" y="0"/>
                    <a:pt x="1" y="34"/>
                  </a:cubicBezTo>
                  <a:cubicBezTo>
                    <a:pt x="1" y="50"/>
                    <a:pt x="1304" y="67"/>
                    <a:pt x="2892" y="67"/>
                  </a:cubicBezTo>
                  <a:cubicBezTo>
                    <a:pt x="4496" y="67"/>
                    <a:pt x="5782" y="50"/>
                    <a:pt x="5782" y="34"/>
                  </a:cubicBezTo>
                  <a:cubicBezTo>
                    <a:pt x="5782" y="0"/>
                    <a:pt x="4496" y="0"/>
                    <a:pt x="2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4106;p60"/>
            <p:cNvSpPr/>
            <p:nvPr/>
          </p:nvSpPr>
          <p:spPr>
            <a:xfrm>
              <a:off x="5192018" y="2709481"/>
              <a:ext cx="75760" cy="221264"/>
            </a:xfrm>
            <a:custGeom>
              <a:avLst/>
              <a:gdLst/>
              <a:ahLst/>
              <a:cxnLst/>
              <a:rect l="l" t="t" r="r" b="b"/>
              <a:pathLst>
                <a:path w="1070" h="3125" extrusionOk="0">
                  <a:moveTo>
                    <a:pt x="1" y="0"/>
                  </a:moveTo>
                  <a:cubicBezTo>
                    <a:pt x="1" y="34"/>
                    <a:pt x="17" y="84"/>
                    <a:pt x="17" y="134"/>
                  </a:cubicBezTo>
                  <a:cubicBezTo>
                    <a:pt x="34" y="201"/>
                    <a:pt x="67" y="318"/>
                    <a:pt x="118" y="468"/>
                  </a:cubicBezTo>
                  <a:cubicBezTo>
                    <a:pt x="201" y="752"/>
                    <a:pt x="318" y="1153"/>
                    <a:pt x="485" y="1587"/>
                  </a:cubicBezTo>
                  <a:cubicBezTo>
                    <a:pt x="636" y="2022"/>
                    <a:pt x="786" y="2406"/>
                    <a:pt x="886" y="2674"/>
                  </a:cubicBezTo>
                  <a:cubicBezTo>
                    <a:pt x="936" y="2807"/>
                    <a:pt x="986" y="2924"/>
                    <a:pt x="1020" y="3008"/>
                  </a:cubicBezTo>
                  <a:cubicBezTo>
                    <a:pt x="1037" y="3058"/>
                    <a:pt x="1053" y="3091"/>
                    <a:pt x="1070" y="3125"/>
                  </a:cubicBezTo>
                  <a:cubicBezTo>
                    <a:pt x="1070" y="3091"/>
                    <a:pt x="1053" y="3041"/>
                    <a:pt x="1053" y="3008"/>
                  </a:cubicBezTo>
                  <a:cubicBezTo>
                    <a:pt x="1020" y="2924"/>
                    <a:pt x="986" y="2807"/>
                    <a:pt x="936" y="2657"/>
                  </a:cubicBezTo>
                  <a:cubicBezTo>
                    <a:pt x="836" y="2373"/>
                    <a:pt x="702" y="1988"/>
                    <a:pt x="552" y="1554"/>
                  </a:cubicBezTo>
                  <a:cubicBezTo>
                    <a:pt x="385" y="1136"/>
                    <a:pt x="251" y="735"/>
                    <a:pt x="151" y="451"/>
                  </a:cubicBezTo>
                  <a:cubicBezTo>
                    <a:pt x="118" y="301"/>
                    <a:pt x="67" y="15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93" name="Gruppieren 292"/>
            <p:cNvGrpSpPr/>
            <p:nvPr/>
          </p:nvGrpSpPr>
          <p:grpSpPr>
            <a:xfrm>
              <a:off x="5735882" y="2778194"/>
              <a:ext cx="694000" cy="209438"/>
              <a:chOff x="6262653" y="1925108"/>
              <a:chExt cx="1021072" cy="209438"/>
            </a:xfrm>
          </p:grpSpPr>
          <p:sp>
            <p:nvSpPr>
              <p:cNvPr id="330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1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2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3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4" name="Gruppieren 293"/>
            <p:cNvGrpSpPr/>
            <p:nvPr/>
          </p:nvGrpSpPr>
          <p:grpSpPr>
            <a:xfrm>
              <a:off x="5740964" y="3279011"/>
              <a:ext cx="694000" cy="209438"/>
              <a:chOff x="6262653" y="1925108"/>
              <a:chExt cx="1021072" cy="209438"/>
            </a:xfrm>
          </p:grpSpPr>
          <p:sp>
            <p:nvSpPr>
              <p:cNvPr id="326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7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8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9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5" name="Gruppieren 294"/>
            <p:cNvGrpSpPr/>
            <p:nvPr/>
          </p:nvGrpSpPr>
          <p:grpSpPr>
            <a:xfrm>
              <a:off x="5727282" y="3744414"/>
              <a:ext cx="694000" cy="209438"/>
              <a:chOff x="6262653" y="1925108"/>
              <a:chExt cx="1021072" cy="209438"/>
            </a:xfrm>
          </p:grpSpPr>
          <p:sp>
            <p:nvSpPr>
              <p:cNvPr id="322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3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4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5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6" name="Gruppieren 295"/>
            <p:cNvGrpSpPr/>
            <p:nvPr/>
          </p:nvGrpSpPr>
          <p:grpSpPr>
            <a:xfrm>
              <a:off x="6500110" y="1780140"/>
              <a:ext cx="853377" cy="108000"/>
              <a:chOff x="6500110" y="1780140"/>
              <a:chExt cx="853377" cy="108000"/>
            </a:xfrm>
          </p:grpSpPr>
          <p:sp>
            <p:nvSpPr>
              <p:cNvPr id="317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8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9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0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1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7" name="Gruppieren 296"/>
            <p:cNvGrpSpPr/>
            <p:nvPr/>
          </p:nvGrpSpPr>
          <p:grpSpPr>
            <a:xfrm>
              <a:off x="6500110" y="2288400"/>
              <a:ext cx="853377" cy="108000"/>
              <a:chOff x="6500110" y="1780140"/>
              <a:chExt cx="853377" cy="108000"/>
            </a:xfrm>
          </p:grpSpPr>
          <p:sp>
            <p:nvSpPr>
              <p:cNvPr id="312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3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4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5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6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8" name="Gruppieren 297"/>
            <p:cNvGrpSpPr/>
            <p:nvPr/>
          </p:nvGrpSpPr>
          <p:grpSpPr>
            <a:xfrm>
              <a:off x="6495391" y="2822745"/>
              <a:ext cx="853377" cy="108000"/>
              <a:chOff x="6500110" y="1780140"/>
              <a:chExt cx="853377" cy="108000"/>
            </a:xfrm>
          </p:grpSpPr>
          <p:sp>
            <p:nvSpPr>
              <p:cNvPr id="307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8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9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0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1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9" name="Gruppieren 298"/>
            <p:cNvGrpSpPr/>
            <p:nvPr/>
          </p:nvGrpSpPr>
          <p:grpSpPr>
            <a:xfrm>
              <a:off x="6495391" y="3327595"/>
              <a:ext cx="853377" cy="108000"/>
              <a:chOff x="6500110" y="1780140"/>
              <a:chExt cx="853377" cy="108000"/>
            </a:xfrm>
          </p:grpSpPr>
          <p:sp>
            <p:nvSpPr>
              <p:cNvPr id="302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3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4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5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6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300" name="Google Shape;9650;p71"/>
            <p:cNvSpPr>
              <a:spLocks noChangeAspect="1"/>
            </p:cNvSpPr>
            <p:nvPr/>
          </p:nvSpPr>
          <p:spPr>
            <a:xfrm>
              <a:off x="6655337" y="2829961"/>
              <a:ext cx="138848" cy="137461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9650;p71"/>
            <p:cNvSpPr>
              <a:spLocks noChangeAspect="1"/>
            </p:cNvSpPr>
            <p:nvPr/>
          </p:nvSpPr>
          <p:spPr>
            <a:xfrm>
              <a:off x="7068515" y="2302135"/>
              <a:ext cx="138848" cy="137461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066503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/>
        </p:nvSpPr>
        <p:spPr>
          <a:xfrm>
            <a:off x="663832" y="2264227"/>
            <a:ext cx="10764225" cy="279380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800"/>
              </a:spcAft>
              <a:buClr>
                <a:schemeClr val="accent3"/>
              </a:buClr>
              <a:buFont typeface="Symbol" panose="05050102010706020507" pitchFamily="18" charset="2"/>
              <a:buChar char="-"/>
            </a:pPr>
            <a:endParaRPr lang="fr-FR" sz="2400" dirty="0"/>
          </a:p>
        </p:txBody>
      </p:sp>
      <p:sp>
        <p:nvSpPr>
          <p:cNvPr id="15" name="Google Shape;480;p42"/>
          <p:cNvSpPr/>
          <p:nvPr/>
        </p:nvSpPr>
        <p:spPr>
          <a:xfrm>
            <a:off x="2331029" y="2550434"/>
            <a:ext cx="232724" cy="15858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Google Shape;496;p42"/>
          <p:cNvSpPr txBox="1">
            <a:spLocks/>
          </p:cNvSpPr>
          <p:nvPr/>
        </p:nvSpPr>
        <p:spPr>
          <a:xfrm>
            <a:off x="864631" y="2504536"/>
            <a:ext cx="10454731" cy="34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1000"/>
              </a:spcAft>
              <a:buClr>
                <a:schemeClr val="accent3"/>
              </a:buClr>
            </a:pPr>
            <a:r>
              <a:rPr lang="fr-FR" sz="1867" dirty="0"/>
              <a:t>Self-</a:t>
            </a:r>
            <a:r>
              <a:rPr lang="fr-FR" sz="1867" dirty="0" err="1"/>
              <a:t>Starting</a:t>
            </a:r>
            <a:endParaRPr lang="fr-FR" sz="1867" b="0" dirty="0"/>
          </a:p>
        </p:txBody>
      </p:sp>
      <p:sp>
        <p:nvSpPr>
          <p:cNvPr id="17" name="Google Shape;497;p42"/>
          <p:cNvSpPr txBox="1">
            <a:spLocks/>
          </p:cNvSpPr>
          <p:nvPr/>
        </p:nvSpPr>
        <p:spPr>
          <a:xfrm>
            <a:off x="1589664" y="2777161"/>
            <a:ext cx="9832125" cy="65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Develop a plan you can execute without waiting for things to happen.</a:t>
            </a:r>
          </a:p>
        </p:txBody>
      </p:sp>
      <p:cxnSp>
        <p:nvCxnSpPr>
          <p:cNvPr id="20" name="Google Shape;472;p42"/>
          <p:cNvCxnSpPr/>
          <p:nvPr/>
        </p:nvCxnSpPr>
        <p:spPr>
          <a:xfrm>
            <a:off x="887213" y="2745991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Grafik 2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8131" y="2822856"/>
            <a:ext cx="534875" cy="463848"/>
          </a:xfrm>
          <a:prstGeom prst="rect">
            <a:avLst/>
          </a:prstGeom>
        </p:spPr>
      </p:pic>
      <p:cxnSp>
        <p:nvCxnSpPr>
          <p:cNvPr id="34" name="Google Shape;472;p42"/>
          <p:cNvCxnSpPr/>
          <p:nvPr/>
        </p:nvCxnSpPr>
        <p:spPr>
          <a:xfrm>
            <a:off x="887213" y="3343033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" name="Grafik 3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8131" y="3394363"/>
            <a:ext cx="534875" cy="463848"/>
          </a:xfrm>
          <a:prstGeom prst="rect">
            <a:avLst/>
          </a:prstGeom>
        </p:spPr>
      </p:pic>
      <p:cxnSp>
        <p:nvCxnSpPr>
          <p:cNvPr id="37" name="Google Shape;472;p42"/>
          <p:cNvCxnSpPr/>
          <p:nvPr/>
        </p:nvCxnSpPr>
        <p:spPr>
          <a:xfrm>
            <a:off x="935509" y="3902212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497;p42"/>
          <p:cNvSpPr txBox="1">
            <a:spLocks/>
          </p:cNvSpPr>
          <p:nvPr/>
        </p:nvSpPr>
        <p:spPr>
          <a:xfrm>
            <a:off x="1589663" y="3476718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Be open to change and adapt your plan from time to time.</a:t>
            </a:r>
          </a:p>
        </p:txBody>
      </p:sp>
      <p:pic>
        <p:nvPicPr>
          <p:cNvPr id="39" name="Grafik 3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956" y="3972324"/>
            <a:ext cx="534875" cy="463848"/>
          </a:xfrm>
          <a:prstGeom prst="rect">
            <a:avLst/>
          </a:prstGeom>
        </p:spPr>
      </p:pic>
      <p:pic>
        <p:nvPicPr>
          <p:cNvPr id="40" name="Grafik 3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0868" y="183379"/>
            <a:ext cx="928561" cy="775624"/>
          </a:xfrm>
          <a:prstGeom prst="rect">
            <a:avLst/>
          </a:prstGeom>
        </p:spPr>
      </p:pic>
      <p:sp>
        <p:nvSpPr>
          <p:cNvPr id="42" name="Google Shape;497;p42"/>
          <p:cNvSpPr txBox="1">
            <a:spLocks/>
          </p:cNvSpPr>
          <p:nvPr/>
        </p:nvSpPr>
        <p:spPr>
          <a:xfrm>
            <a:off x="1589663" y="4351291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2000"/>
              </a:spcAft>
              <a:buClr>
                <a:schemeClr val="accent3"/>
              </a:buClr>
            </a:pPr>
            <a:r>
              <a:rPr lang="fr-FR" sz="1867" b="0" dirty="0"/>
              <a:t>L</a:t>
            </a:r>
            <a:r>
              <a:rPr lang="fr-FR" sz="1867" b="0" dirty="0">
                <a:solidFill>
                  <a:schemeClr val="tx1"/>
                </a:solidFill>
              </a:rPr>
              <a:t>ook at how long it takes other people to complete similar tasks as an indicator of how long your own plan might take.</a:t>
            </a:r>
            <a:endParaRPr lang="fr-FR" sz="1867" b="0" strike="sngStrike" dirty="0">
              <a:solidFill>
                <a:schemeClr val="tx1"/>
              </a:solidFill>
            </a:endParaRPr>
          </a:p>
        </p:txBody>
      </p:sp>
      <p:sp>
        <p:nvSpPr>
          <p:cNvPr id="22" name="Titel 1"/>
          <p:cNvSpPr txBox="1">
            <a:spLocks/>
          </p:cNvSpPr>
          <p:nvPr/>
        </p:nvSpPr>
        <p:spPr>
          <a:xfrm>
            <a:off x="415600" y="593367"/>
            <a:ext cx="10517349" cy="130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fr-FR" sz="3467" b="0" dirty="0">
                <a:solidFill>
                  <a:schemeClr val="accent3"/>
                </a:solidFill>
              </a:rPr>
              <a:t>WHAT YOU NEED TO DO</a:t>
            </a:r>
          </a:p>
          <a:p>
            <a:r>
              <a:rPr lang="fr-FR" sz="3467" b="0" dirty="0">
                <a:solidFill>
                  <a:schemeClr val="tx1"/>
                </a:solidFill>
              </a:rPr>
              <a:t>Plan </a:t>
            </a:r>
            <a:r>
              <a:rPr lang="fr-FR" sz="3467" b="0" dirty="0" err="1">
                <a:solidFill>
                  <a:schemeClr val="tx1"/>
                </a:solidFill>
              </a:rPr>
              <a:t>Your</a:t>
            </a:r>
            <a:r>
              <a:rPr lang="fr-FR" sz="3467" b="0" dirty="0">
                <a:solidFill>
                  <a:schemeClr val="tx1"/>
                </a:solidFill>
              </a:rPr>
              <a:t> </a:t>
            </a:r>
            <a:r>
              <a:rPr lang="fr-FR" sz="3467" b="0" dirty="0" err="1">
                <a:solidFill>
                  <a:schemeClr val="tx1"/>
                </a:solidFill>
              </a:rPr>
              <a:t>Activities</a:t>
            </a:r>
            <a:endParaRPr lang="en-GB" sz="3467"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987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/>
          <p:cNvSpPr/>
          <p:nvPr/>
        </p:nvSpPr>
        <p:spPr>
          <a:xfrm>
            <a:off x="663832" y="1897437"/>
            <a:ext cx="10764225" cy="419853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800"/>
              </a:spcAft>
              <a:buClr>
                <a:schemeClr val="accent3"/>
              </a:buClr>
              <a:buFont typeface="Symbol" panose="05050102010706020507" pitchFamily="18" charset="2"/>
              <a:buChar char="-"/>
            </a:pPr>
            <a:endParaRPr lang="fr-FR" sz="24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1304069"/>
          </a:xfrm>
        </p:spPr>
        <p:txBody>
          <a:bodyPr/>
          <a:lstStyle/>
          <a:p>
            <a:r>
              <a:rPr lang="fr-FR" b="0" dirty="0">
                <a:solidFill>
                  <a:schemeClr val="accent3"/>
                </a:solidFill>
              </a:rPr>
              <a:t>WHAT YOU NEED TO DO</a:t>
            </a:r>
            <a:br>
              <a:rPr lang="fr-FR" b="0" dirty="0">
                <a:solidFill>
                  <a:schemeClr val="accent3"/>
                </a:solidFill>
              </a:rPr>
            </a:br>
            <a:r>
              <a:rPr lang="fr-FR" b="0" dirty="0">
                <a:solidFill>
                  <a:schemeClr val="tx1"/>
                </a:solidFill>
              </a:rPr>
              <a:t>Plan </a:t>
            </a:r>
            <a:r>
              <a:rPr lang="fr-FR" b="0" dirty="0" err="1">
                <a:solidFill>
                  <a:schemeClr val="tx1"/>
                </a:solidFill>
              </a:rPr>
              <a:t>Your</a:t>
            </a:r>
            <a:r>
              <a:rPr lang="fr-FR" b="0" dirty="0">
                <a:solidFill>
                  <a:schemeClr val="tx1"/>
                </a:solidFill>
              </a:rPr>
              <a:t> </a:t>
            </a:r>
            <a:r>
              <a:rPr lang="fr-FR" b="0" dirty="0" err="1">
                <a:solidFill>
                  <a:schemeClr val="tx1"/>
                </a:solidFill>
              </a:rPr>
              <a:t>Activities</a:t>
            </a:r>
            <a:endParaRPr lang="en-GB" dirty="0"/>
          </a:p>
        </p:txBody>
      </p:sp>
      <p:sp>
        <p:nvSpPr>
          <p:cNvPr id="5" name="Google Shape;500;p42"/>
          <p:cNvSpPr txBox="1">
            <a:spLocks/>
          </p:cNvSpPr>
          <p:nvPr/>
        </p:nvSpPr>
        <p:spPr>
          <a:xfrm>
            <a:off x="973325" y="2012854"/>
            <a:ext cx="10454731" cy="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fr-FR" sz="1867" dirty="0"/>
              <a:t>Future-oriented</a:t>
            </a:r>
          </a:p>
        </p:txBody>
      </p:sp>
      <p:sp>
        <p:nvSpPr>
          <p:cNvPr id="6" name="Google Shape;501;p42"/>
          <p:cNvSpPr txBox="1">
            <a:spLocks/>
          </p:cNvSpPr>
          <p:nvPr/>
        </p:nvSpPr>
        <p:spPr>
          <a:xfrm>
            <a:off x="1652098" y="2452521"/>
            <a:ext cx="9551959" cy="42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Set milestones - it is better to have rough plans than no plans.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924" y="2396291"/>
            <a:ext cx="534875" cy="463848"/>
          </a:xfrm>
          <a:prstGeom prst="rect">
            <a:avLst/>
          </a:prstGeom>
        </p:spPr>
      </p:pic>
      <p:cxnSp>
        <p:nvCxnSpPr>
          <p:cNvPr id="9" name="Google Shape;472;p42"/>
          <p:cNvCxnSpPr/>
          <p:nvPr/>
        </p:nvCxnSpPr>
        <p:spPr>
          <a:xfrm>
            <a:off x="1009466" y="2315891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472;p42"/>
          <p:cNvCxnSpPr/>
          <p:nvPr/>
        </p:nvCxnSpPr>
        <p:spPr>
          <a:xfrm>
            <a:off x="973326" y="3642055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472;p42"/>
          <p:cNvCxnSpPr/>
          <p:nvPr/>
        </p:nvCxnSpPr>
        <p:spPr>
          <a:xfrm>
            <a:off x="973678" y="2927433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Grafik 1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924" y="3049975"/>
            <a:ext cx="534875" cy="463848"/>
          </a:xfrm>
          <a:prstGeom prst="rect">
            <a:avLst/>
          </a:prstGeom>
        </p:spPr>
      </p:pic>
      <p:sp>
        <p:nvSpPr>
          <p:cNvPr id="20" name="Google Shape;501;p42"/>
          <p:cNvSpPr txBox="1">
            <a:spLocks/>
          </p:cNvSpPr>
          <p:nvPr/>
        </p:nvSpPr>
        <p:spPr>
          <a:xfrm>
            <a:off x="1638907" y="3193384"/>
            <a:ext cx="9551959" cy="42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2000"/>
              </a:spcAft>
              <a:buClr>
                <a:schemeClr val="accent3"/>
              </a:buClr>
            </a:pPr>
            <a:r>
              <a:rPr lang="fr-FR" sz="1867" b="0" dirty="0"/>
              <a:t>Look at your plan from an outsider's perspective: Is there anything that could go wrong in the future?  Prepare now! </a:t>
            </a:r>
          </a:p>
        </p:txBody>
      </p:sp>
      <p:pic>
        <p:nvPicPr>
          <p:cNvPr id="22" name="Grafik 2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0868" y="183379"/>
            <a:ext cx="928561" cy="77562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6037" y="3768169"/>
            <a:ext cx="534875" cy="463848"/>
          </a:xfrm>
          <a:prstGeom prst="rect">
            <a:avLst/>
          </a:prstGeom>
        </p:spPr>
      </p:pic>
      <p:sp>
        <p:nvSpPr>
          <p:cNvPr id="25" name="Google Shape;501;p42"/>
          <p:cNvSpPr txBox="1">
            <a:spLocks/>
          </p:cNvSpPr>
          <p:nvPr/>
        </p:nvSpPr>
        <p:spPr>
          <a:xfrm>
            <a:off x="1610912" y="3903243"/>
            <a:ext cx="9875152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>
                <a:solidFill>
                  <a:schemeClr val="tx1"/>
                </a:solidFill>
              </a:rPr>
              <a:t>What opportunities might come your way in achieving your goal?  Plan now!</a:t>
            </a:r>
          </a:p>
        </p:txBody>
      </p:sp>
      <p:sp>
        <p:nvSpPr>
          <p:cNvPr id="26" name="Google Shape;500;p42"/>
          <p:cNvSpPr txBox="1">
            <a:spLocks/>
          </p:cNvSpPr>
          <p:nvPr/>
        </p:nvSpPr>
        <p:spPr>
          <a:xfrm>
            <a:off x="1009465" y="4489327"/>
            <a:ext cx="10454731" cy="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fr-FR" sz="1867" dirty="0"/>
              <a:t>Overcoming obstacles :</a:t>
            </a:r>
          </a:p>
        </p:txBody>
      </p:sp>
      <p:sp>
        <p:nvSpPr>
          <p:cNvPr id="27" name="Google Shape;501;p42"/>
          <p:cNvSpPr txBox="1">
            <a:spLocks/>
          </p:cNvSpPr>
          <p:nvPr/>
        </p:nvSpPr>
        <p:spPr>
          <a:xfrm>
            <a:off x="1652098" y="4880287"/>
            <a:ext cx="9551959" cy="42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Make </a:t>
            </a:r>
            <a:r>
              <a:rPr lang="fr-FR" sz="1867" dirty="0"/>
              <a:t>at least</a:t>
            </a:r>
            <a:r>
              <a:rPr lang="fr-FR" sz="1867" b="0" dirty="0"/>
              <a:t> one plan B per obstacle in case your plan A does not work.</a:t>
            </a:r>
          </a:p>
        </p:txBody>
      </p:sp>
      <p:pic>
        <p:nvPicPr>
          <p:cNvPr id="28" name="Grafik 2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4551" y="4841487"/>
            <a:ext cx="534875" cy="463848"/>
          </a:xfrm>
          <a:prstGeom prst="rect">
            <a:avLst/>
          </a:prstGeom>
        </p:spPr>
      </p:pic>
      <p:cxnSp>
        <p:nvCxnSpPr>
          <p:cNvPr id="29" name="Google Shape;472;p42"/>
          <p:cNvCxnSpPr/>
          <p:nvPr/>
        </p:nvCxnSpPr>
        <p:spPr>
          <a:xfrm>
            <a:off x="1045606" y="4792364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472;p42"/>
          <p:cNvCxnSpPr/>
          <p:nvPr/>
        </p:nvCxnSpPr>
        <p:spPr>
          <a:xfrm>
            <a:off x="1009465" y="5400964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Grafik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9735" y="5511071"/>
            <a:ext cx="534875" cy="463848"/>
          </a:xfrm>
          <a:prstGeom prst="rect">
            <a:avLst/>
          </a:prstGeom>
        </p:spPr>
      </p:pic>
      <p:sp>
        <p:nvSpPr>
          <p:cNvPr id="32" name="Google Shape;501;p42"/>
          <p:cNvSpPr txBox="1">
            <a:spLocks/>
          </p:cNvSpPr>
          <p:nvPr/>
        </p:nvSpPr>
        <p:spPr>
          <a:xfrm>
            <a:off x="1638907" y="5669899"/>
            <a:ext cx="9551959" cy="42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2000"/>
              </a:spcAft>
              <a:buClr>
                <a:schemeClr val="accent3"/>
              </a:buClr>
            </a:pPr>
            <a:r>
              <a:rPr lang="fr-FR" sz="1867" b="0" dirty="0"/>
              <a:t>Plans often don't work out.  </a:t>
            </a:r>
            <a:r>
              <a:rPr lang="fr-FR" sz="1867" b="0" dirty="0">
                <a:solidFill>
                  <a:schemeClr val="tx1"/>
                </a:solidFill>
              </a:rPr>
              <a:t>It’s better to adapt your plan rather than abandon your goal.</a:t>
            </a:r>
            <a:endParaRPr lang="fr-FR" sz="1867" b="0" strike="sngStrike" dirty="0">
              <a:solidFill>
                <a:schemeClr val="tx1"/>
              </a:solidFill>
            </a:endParaRPr>
          </a:p>
        </p:txBody>
      </p:sp>
      <p:cxnSp>
        <p:nvCxnSpPr>
          <p:cNvPr id="33" name="Google Shape;472;p42"/>
          <p:cNvCxnSpPr/>
          <p:nvPr/>
        </p:nvCxnSpPr>
        <p:spPr>
          <a:xfrm>
            <a:off x="1009466" y="4413740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" name="Grafik 3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132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1" name="Google Shape;2591;p53"/>
          <p:cNvGrpSpPr/>
          <p:nvPr/>
        </p:nvGrpSpPr>
        <p:grpSpPr>
          <a:xfrm>
            <a:off x="1265815" y="2707164"/>
            <a:ext cx="6681763" cy="323016"/>
            <a:chOff x="1013157" y="1512921"/>
            <a:chExt cx="4759256" cy="242262"/>
          </a:xfrm>
        </p:grpSpPr>
        <p:sp>
          <p:nvSpPr>
            <p:cNvPr id="2593" name="Google Shape;2593;p53"/>
            <p:cNvSpPr/>
            <p:nvPr/>
          </p:nvSpPr>
          <p:spPr>
            <a:xfrm>
              <a:off x="4186194" y="1513109"/>
              <a:ext cx="1586219" cy="242074"/>
            </a:xfrm>
            <a:custGeom>
              <a:avLst/>
              <a:gdLst/>
              <a:ahLst/>
              <a:cxnLst/>
              <a:rect l="l" t="t" r="r" b="b"/>
              <a:pathLst>
                <a:path w="49492" h="7553" extrusionOk="0">
                  <a:moveTo>
                    <a:pt x="1" y="0"/>
                  </a:moveTo>
                  <a:lnTo>
                    <a:pt x="1" y="7552"/>
                  </a:lnTo>
                  <a:lnTo>
                    <a:pt x="43861" y="7552"/>
                  </a:lnTo>
                  <a:cubicBezTo>
                    <a:pt x="46969" y="7552"/>
                    <a:pt x="49492" y="5932"/>
                    <a:pt x="49492" y="3927"/>
                  </a:cubicBezTo>
                  <a:lnTo>
                    <a:pt x="49492" y="3626"/>
                  </a:lnTo>
                  <a:cubicBezTo>
                    <a:pt x="49492" y="1621"/>
                    <a:pt x="46969" y="0"/>
                    <a:pt x="43861" y="0"/>
                  </a:cubicBezTo>
                  <a:close/>
                </a:path>
              </a:pathLst>
            </a:custGeom>
            <a:solidFill>
              <a:schemeClr val="tx1">
                <a:alpha val="71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4" name="Google Shape;2594;p53"/>
            <p:cNvSpPr/>
            <p:nvPr/>
          </p:nvSpPr>
          <p:spPr>
            <a:xfrm>
              <a:off x="1013157" y="1512921"/>
              <a:ext cx="1588879" cy="242074"/>
            </a:xfrm>
            <a:custGeom>
              <a:avLst/>
              <a:gdLst/>
              <a:ahLst/>
              <a:cxnLst/>
              <a:rect l="l" t="t" r="r" b="b"/>
              <a:pathLst>
                <a:path w="49575" h="7553" extrusionOk="0">
                  <a:moveTo>
                    <a:pt x="5631" y="0"/>
                  </a:moveTo>
                  <a:cubicBezTo>
                    <a:pt x="2523" y="0"/>
                    <a:pt x="0" y="1621"/>
                    <a:pt x="0" y="3626"/>
                  </a:cubicBezTo>
                  <a:lnTo>
                    <a:pt x="0" y="3927"/>
                  </a:lnTo>
                  <a:cubicBezTo>
                    <a:pt x="0" y="5932"/>
                    <a:pt x="2523" y="7552"/>
                    <a:pt x="5631" y="7552"/>
                  </a:cubicBezTo>
                  <a:lnTo>
                    <a:pt x="49575" y="7552"/>
                  </a:lnTo>
                  <a:lnTo>
                    <a:pt x="49575" y="0"/>
                  </a:lnTo>
                  <a:close/>
                </a:path>
              </a:pathLst>
            </a:custGeom>
            <a:solidFill>
              <a:schemeClr val="accent6">
                <a:alpha val="5625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5" name="Google Shape;2595;p53"/>
            <p:cNvSpPr/>
            <p:nvPr/>
          </p:nvSpPr>
          <p:spPr>
            <a:xfrm>
              <a:off x="2602004" y="1512921"/>
              <a:ext cx="1588879" cy="242074"/>
            </a:xfrm>
            <a:custGeom>
              <a:avLst/>
              <a:gdLst/>
              <a:ahLst/>
              <a:cxnLst/>
              <a:rect l="l" t="t" r="r" b="b"/>
              <a:pathLst>
                <a:path w="49575" h="7553" extrusionOk="0">
                  <a:moveTo>
                    <a:pt x="1" y="0"/>
                  </a:moveTo>
                  <a:lnTo>
                    <a:pt x="1" y="7552"/>
                  </a:lnTo>
                  <a:lnTo>
                    <a:pt x="49575" y="7552"/>
                  </a:lnTo>
                  <a:lnTo>
                    <a:pt x="49575" y="0"/>
                  </a:lnTo>
                  <a:close/>
                </a:path>
              </a:pathLst>
            </a:custGeom>
            <a:solidFill>
              <a:schemeClr val="accent3">
                <a:alpha val="77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97" name="Google Shape;2597;p53"/>
          <p:cNvGrpSpPr/>
          <p:nvPr/>
        </p:nvGrpSpPr>
        <p:grpSpPr>
          <a:xfrm>
            <a:off x="7467837" y="2636431"/>
            <a:ext cx="1526211" cy="3905047"/>
            <a:chOff x="5507689" y="1443155"/>
            <a:chExt cx="1333440" cy="3222403"/>
          </a:xfrm>
        </p:grpSpPr>
        <p:sp>
          <p:nvSpPr>
            <p:cNvPr id="2598" name="Google Shape;2598;p53"/>
            <p:cNvSpPr/>
            <p:nvPr/>
          </p:nvSpPr>
          <p:spPr>
            <a:xfrm>
              <a:off x="5560155" y="1443155"/>
              <a:ext cx="413445" cy="353415"/>
            </a:xfrm>
            <a:custGeom>
              <a:avLst/>
              <a:gdLst/>
              <a:ahLst/>
              <a:cxnLst/>
              <a:rect l="l" t="t" r="r" b="b"/>
              <a:pathLst>
                <a:path w="12900" h="11027" extrusionOk="0">
                  <a:moveTo>
                    <a:pt x="7400" y="0"/>
                  </a:moveTo>
                  <a:cubicBezTo>
                    <a:pt x="7390" y="0"/>
                    <a:pt x="7379" y="0"/>
                    <a:pt x="7369" y="1"/>
                  </a:cubicBezTo>
                  <a:cubicBezTo>
                    <a:pt x="2457" y="1"/>
                    <a:pt x="1" y="5932"/>
                    <a:pt x="3476" y="9407"/>
                  </a:cubicBezTo>
                  <a:cubicBezTo>
                    <a:pt x="4530" y="10461"/>
                    <a:pt x="5945" y="11026"/>
                    <a:pt x="7389" y="11026"/>
                  </a:cubicBezTo>
                  <a:cubicBezTo>
                    <a:pt x="8096" y="11026"/>
                    <a:pt x="8810" y="10891"/>
                    <a:pt x="9491" y="10610"/>
                  </a:cubicBezTo>
                  <a:cubicBezTo>
                    <a:pt x="11546" y="9742"/>
                    <a:pt x="12883" y="7737"/>
                    <a:pt x="12900" y="5514"/>
                  </a:cubicBezTo>
                  <a:cubicBezTo>
                    <a:pt x="12900" y="2467"/>
                    <a:pt x="10443" y="0"/>
                    <a:pt x="74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9" name="Google Shape;2599;p53"/>
            <p:cNvSpPr/>
            <p:nvPr/>
          </p:nvSpPr>
          <p:spPr>
            <a:xfrm>
              <a:off x="5605153" y="1443155"/>
              <a:ext cx="413445" cy="353415"/>
            </a:xfrm>
            <a:custGeom>
              <a:avLst/>
              <a:gdLst/>
              <a:ahLst/>
              <a:cxnLst/>
              <a:rect l="l" t="t" r="r" b="b"/>
              <a:pathLst>
                <a:path w="12900" h="11027" extrusionOk="0">
                  <a:moveTo>
                    <a:pt x="7369" y="1"/>
                  </a:moveTo>
                  <a:cubicBezTo>
                    <a:pt x="2456" y="1"/>
                    <a:pt x="0" y="5932"/>
                    <a:pt x="3476" y="9407"/>
                  </a:cubicBezTo>
                  <a:cubicBezTo>
                    <a:pt x="4530" y="10461"/>
                    <a:pt x="5945" y="11026"/>
                    <a:pt x="7388" y="11026"/>
                  </a:cubicBezTo>
                  <a:cubicBezTo>
                    <a:pt x="8095" y="11026"/>
                    <a:pt x="8809" y="10891"/>
                    <a:pt x="9491" y="10610"/>
                  </a:cubicBezTo>
                  <a:cubicBezTo>
                    <a:pt x="11546" y="9742"/>
                    <a:pt x="12899" y="7737"/>
                    <a:pt x="12899" y="5514"/>
                  </a:cubicBezTo>
                  <a:cubicBezTo>
                    <a:pt x="12899" y="2457"/>
                    <a:pt x="10426" y="1"/>
                    <a:pt x="73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0" name="Google Shape;2600;p53"/>
            <p:cNvSpPr/>
            <p:nvPr/>
          </p:nvSpPr>
          <p:spPr>
            <a:xfrm>
              <a:off x="5674766" y="1463699"/>
              <a:ext cx="321333" cy="311879"/>
            </a:xfrm>
            <a:custGeom>
              <a:avLst/>
              <a:gdLst/>
              <a:ahLst/>
              <a:cxnLst/>
              <a:rect l="l" t="t" r="r" b="b"/>
              <a:pathLst>
                <a:path w="10026" h="9731" extrusionOk="0">
                  <a:moveTo>
                    <a:pt x="5218" y="1"/>
                  </a:moveTo>
                  <a:cubicBezTo>
                    <a:pt x="4649" y="1"/>
                    <a:pt x="4082" y="97"/>
                    <a:pt x="3543" y="295"/>
                  </a:cubicBezTo>
                  <a:cubicBezTo>
                    <a:pt x="3108" y="446"/>
                    <a:pt x="2690" y="663"/>
                    <a:pt x="2306" y="947"/>
                  </a:cubicBezTo>
                  <a:cubicBezTo>
                    <a:pt x="1905" y="1231"/>
                    <a:pt x="1554" y="1582"/>
                    <a:pt x="1270" y="1983"/>
                  </a:cubicBezTo>
                  <a:cubicBezTo>
                    <a:pt x="0" y="3687"/>
                    <a:pt x="0" y="6043"/>
                    <a:pt x="1270" y="7747"/>
                  </a:cubicBezTo>
                  <a:cubicBezTo>
                    <a:pt x="1554" y="8148"/>
                    <a:pt x="1905" y="8499"/>
                    <a:pt x="2306" y="8783"/>
                  </a:cubicBezTo>
                  <a:cubicBezTo>
                    <a:pt x="2690" y="9067"/>
                    <a:pt x="3108" y="9284"/>
                    <a:pt x="3543" y="9451"/>
                  </a:cubicBezTo>
                  <a:cubicBezTo>
                    <a:pt x="4078" y="9637"/>
                    <a:pt x="4642" y="9730"/>
                    <a:pt x="5206" y="9730"/>
                  </a:cubicBezTo>
                  <a:cubicBezTo>
                    <a:pt x="5505" y="9730"/>
                    <a:pt x="5804" y="9704"/>
                    <a:pt x="6099" y="9652"/>
                  </a:cubicBezTo>
                  <a:cubicBezTo>
                    <a:pt x="7469" y="9385"/>
                    <a:pt x="8655" y="8549"/>
                    <a:pt x="9374" y="7346"/>
                  </a:cubicBezTo>
                  <a:cubicBezTo>
                    <a:pt x="9608" y="6945"/>
                    <a:pt x="9792" y="6511"/>
                    <a:pt x="9892" y="6043"/>
                  </a:cubicBezTo>
                  <a:cubicBezTo>
                    <a:pt x="9925" y="5876"/>
                    <a:pt x="9959" y="5709"/>
                    <a:pt x="9975" y="5542"/>
                  </a:cubicBezTo>
                  <a:cubicBezTo>
                    <a:pt x="10009" y="5425"/>
                    <a:pt x="10009" y="5291"/>
                    <a:pt x="10009" y="5174"/>
                  </a:cubicBezTo>
                  <a:cubicBezTo>
                    <a:pt x="10009" y="5074"/>
                    <a:pt x="10009" y="5007"/>
                    <a:pt x="10009" y="4940"/>
                  </a:cubicBezTo>
                  <a:cubicBezTo>
                    <a:pt x="10025" y="4923"/>
                    <a:pt x="10025" y="4890"/>
                    <a:pt x="10009" y="4873"/>
                  </a:cubicBezTo>
                  <a:cubicBezTo>
                    <a:pt x="9992" y="5258"/>
                    <a:pt x="9925" y="5659"/>
                    <a:pt x="9842" y="6043"/>
                  </a:cubicBezTo>
                  <a:cubicBezTo>
                    <a:pt x="9725" y="6477"/>
                    <a:pt x="9541" y="6912"/>
                    <a:pt x="9307" y="7296"/>
                  </a:cubicBezTo>
                  <a:cubicBezTo>
                    <a:pt x="8417" y="8762"/>
                    <a:pt x="6851" y="9608"/>
                    <a:pt x="5221" y="9608"/>
                  </a:cubicBezTo>
                  <a:cubicBezTo>
                    <a:pt x="4678" y="9608"/>
                    <a:pt x="4127" y="9514"/>
                    <a:pt x="3593" y="9318"/>
                  </a:cubicBezTo>
                  <a:cubicBezTo>
                    <a:pt x="3158" y="9167"/>
                    <a:pt x="2757" y="8950"/>
                    <a:pt x="2390" y="8683"/>
                  </a:cubicBezTo>
                  <a:cubicBezTo>
                    <a:pt x="2206" y="8532"/>
                    <a:pt x="2022" y="8382"/>
                    <a:pt x="1855" y="8215"/>
                  </a:cubicBezTo>
                  <a:cubicBezTo>
                    <a:pt x="1688" y="8048"/>
                    <a:pt x="1538" y="7864"/>
                    <a:pt x="1387" y="7664"/>
                  </a:cubicBezTo>
                  <a:cubicBezTo>
                    <a:pt x="167" y="6009"/>
                    <a:pt x="167" y="3737"/>
                    <a:pt x="1387" y="2066"/>
                  </a:cubicBezTo>
                  <a:cubicBezTo>
                    <a:pt x="1671" y="1682"/>
                    <a:pt x="2005" y="1331"/>
                    <a:pt x="2390" y="1064"/>
                  </a:cubicBezTo>
                  <a:cubicBezTo>
                    <a:pt x="2757" y="780"/>
                    <a:pt x="3158" y="563"/>
                    <a:pt x="3593" y="412"/>
                  </a:cubicBezTo>
                  <a:cubicBezTo>
                    <a:pt x="4127" y="216"/>
                    <a:pt x="4678" y="122"/>
                    <a:pt x="5221" y="122"/>
                  </a:cubicBezTo>
                  <a:cubicBezTo>
                    <a:pt x="6851" y="122"/>
                    <a:pt x="8417" y="968"/>
                    <a:pt x="9307" y="2434"/>
                  </a:cubicBezTo>
                  <a:cubicBezTo>
                    <a:pt x="9541" y="2818"/>
                    <a:pt x="9725" y="3253"/>
                    <a:pt x="9842" y="3704"/>
                  </a:cubicBezTo>
                  <a:cubicBezTo>
                    <a:pt x="9925" y="4088"/>
                    <a:pt x="9992" y="4472"/>
                    <a:pt x="10009" y="4873"/>
                  </a:cubicBezTo>
                  <a:lnTo>
                    <a:pt x="10009" y="4857"/>
                  </a:lnTo>
                  <a:cubicBezTo>
                    <a:pt x="10025" y="4840"/>
                    <a:pt x="10025" y="4806"/>
                    <a:pt x="10009" y="4790"/>
                  </a:cubicBezTo>
                  <a:cubicBezTo>
                    <a:pt x="10009" y="4723"/>
                    <a:pt x="10009" y="4656"/>
                    <a:pt x="10009" y="4556"/>
                  </a:cubicBezTo>
                  <a:cubicBezTo>
                    <a:pt x="10009" y="4439"/>
                    <a:pt x="10009" y="4305"/>
                    <a:pt x="9975" y="4188"/>
                  </a:cubicBezTo>
                  <a:cubicBezTo>
                    <a:pt x="9959" y="4021"/>
                    <a:pt x="9925" y="3854"/>
                    <a:pt x="9892" y="3687"/>
                  </a:cubicBezTo>
                  <a:cubicBezTo>
                    <a:pt x="9775" y="3236"/>
                    <a:pt x="9608" y="2785"/>
                    <a:pt x="9374" y="2384"/>
                  </a:cubicBezTo>
                  <a:cubicBezTo>
                    <a:pt x="8655" y="1181"/>
                    <a:pt x="7469" y="345"/>
                    <a:pt x="6099" y="78"/>
                  </a:cubicBezTo>
                  <a:cubicBezTo>
                    <a:pt x="5808" y="27"/>
                    <a:pt x="5513" y="1"/>
                    <a:pt x="52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1" name="Google Shape;2601;p53"/>
            <p:cNvSpPr/>
            <p:nvPr/>
          </p:nvSpPr>
          <p:spPr>
            <a:xfrm>
              <a:off x="5758288" y="1593085"/>
              <a:ext cx="40191" cy="60607"/>
            </a:xfrm>
            <a:custGeom>
              <a:avLst/>
              <a:gdLst/>
              <a:ahLst/>
              <a:cxnLst/>
              <a:rect l="l" t="t" r="r" b="b"/>
              <a:pathLst>
                <a:path w="1254" h="1891" extrusionOk="0">
                  <a:moveTo>
                    <a:pt x="1235" y="0"/>
                  </a:moveTo>
                  <a:cubicBezTo>
                    <a:pt x="1182" y="0"/>
                    <a:pt x="673" y="379"/>
                    <a:pt x="68" y="870"/>
                  </a:cubicBezTo>
                  <a:lnTo>
                    <a:pt x="1" y="920"/>
                  </a:lnTo>
                  <a:lnTo>
                    <a:pt x="68" y="987"/>
                  </a:lnTo>
                  <a:lnTo>
                    <a:pt x="84" y="987"/>
                  </a:lnTo>
                  <a:cubicBezTo>
                    <a:pt x="662" y="1501"/>
                    <a:pt x="1163" y="1891"/>
                    <a:pt x="1231" y="1891"/>
                  </a:cubicBezTo>
                  <a:cubicBezTo>
                    <a:pt x="1234" y="1891"/>
                    <a:pt x="1236" y="1890"/>
                    <a:pt x="1237" y="1889"/>
                  </a:cubicBezTo>
                  <a:cubicBezTo>
                    <a:pt x="1254" y="1856"/>
                    <a:pt x="812" y="1430"/>
                    <a:pt x="220" y="930"/>
                  </a:cubicBezTo>
                  <a:lnTo>
                    <a:pt x="220" y="930"/>
                  </a:lnTo>
                  <a:cubicBezTo>
                    <a:pt x="820" y="438"/>
                    <a:pt x="1253" y="33"/>
                    <a:pt x="1237" y="1"/>
                  </a:cubicBezTo>
                  <a:cubicBezTo>
                    <a:pt x="1237" y="1"/>
                    <a:pt x="1236" y="0"/>
                    <a:pt x="12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2" name="Google Shape;2602;p53"/>
            <p:cNvSpPr/>
            <p:nvPr/>
          </p:nvSpPr>
          <p:spPr>
            <a:xfrm>
              <a:off x="5900237" y="1593085"/>
              <a:ext cx="40704" cy="60607"/>
            </a:xfrm>
            <a:custGeom>
              <a:avLst/>
              <a:gdLst/>
              <a:ahLst/>
              <a:cxnLst/>
              <a:rect l="l" t="t" r="r" b="b"/>
              <a:pathLst>
                <a:path w="1270" h="1891" extrusionOk="0">
                  <a:moveTo>
                    <a:pt x="35" y="0"/>
                  </a:moveTo>
                  <a:cubicBezTo>
                    <a:pt x="34" y="0"/>
                    <a:pt x="33" y="1"/>
                    <a:pt x="33" y="1"/>
                  </a:cubicBezTo>
                  <a:cubicBezTo>
                    <a:pt x="1" y="33"/>
                    <a:pt x="457" y="460"/>
                    <a:pt x="1035" y="975"/>
                  </a:cubicBezTo>
                  <a:lnTo>
                    <a:pt x="1035" y="975"/>
                  </a:lnTo>
                  <a:cubicBezTo>
                    <a:pt x="449" y="1452"/>
                    <a:pt x="1" y="1857"/>
                    <a:pt x="33" y="1889"/>
                  </a:cubicBezTo>
                  <a:cubicBezTo>
                    <a:pt x="34" y="1890"/>
                    <a:pt x="35" y="1891"/>
                    <a:pt x="38" y="1891"/>
                  </a:cubicBezTo>
                  <a:cubicBezTo>
                    <a:pt x="92" y="1891"/>
                    <a:pt x="594" y="1518"/>
                    <a:pt x="1203" y="1037"/>
                  </a:cubicBezTo>
                  <a:lnTo>
                    <a:pt x="1269" y="970"/>
                  </a:lnTo>
                  <a:lnTo>
                    <a:pt x="1203" y="920"/>
                  </a:lnTo>
                  <a:lnTo>
                    <a:pt x="1186" y="903"/>
                  </a:lnTo>
                  <a:cubicBezTo>
                    <a:pt x="580" y="396"/>
                    <a:pt x="71" y="0"/>
                    <a:pt x="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3" name="Google Shape;2603;p53"/>
            <p:cNvSpPr/>
            <p:nvPr/>
          </p:nvSpPr>
          <p:spPr>
            <a:xfrm>
              <a:off x="5762038" y="1620424"/>
              <a:ext cx="170346" cy="4840"/>
            </a:xfrm>
            <a:custGeom>
              <a:avLst/>
              <a:gdLst/>
              <a:ahLst/>
              <a:cxnLst/>
              <a:rect l="l" t="t" r="r" b="b"/>
              <a:pathLst>
                <a:path w="5315" h="151" extrusionOk="0">
                  <a:moveTo>
                    <a:pt x="2657" y="0"/>
                  </a:moveTo>
                  <a:cubicBezTo>
                    <a:pt x="1187" y="0"/>
                    <a:pt x="1" y="33"/>
                    <a:pt x="1" y="67"/>
                  </a:cubicBezTo>
                  <a:cubicBezTo>
                    <a:pt x="1" y="117"/>
                    <a:pt x="1187" y="150"/>
                    <a:pt x="2657" y="150"/>
                  </a:cubicBezTo>
                  <a:cubicBezTo>
                    <a:pt x="4128" y="150"/>
                    <a:pt x="5314" y="117"/>
                    <a:pt x="5314" y="67"/>
                  </a:cubicBezTo>
                  <a:cubicBezTo>
                    <a:pt x="5314" y="33"/>
                    <a:pt x="4128" y="0"/>
                    <a:pt x="26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4" name="Google Shape;2604;p53"/>
            <p:cNvSpPr/>
            <p:nvPr/>
          </p:nvSpPr>
          <p:spPr>
            <a:xfrm>
              <a:off x="5824183" y="2854766"/>
              <a:ext cx="858427" cy="1752750"/>
            </a:xfrm>
            <a:custGeom>
              <a:avLst/>
              <a:gdLst/>
              <a:ahLst/>
              <a:cxnLst/>
              <a:rect l="l" t="t" r="r" b="b"/>
              <a:pathLst>
                <a:path w="26784" h="54688" extrusionOk="0">
                  <a:moveTo>
                    <a:pt x="15054" y="0"/>
                  </a:moveTo>
                  <a:lnTo>
                    <a:pt x="1353" y="368"/>
                  </a:lnTo>
                  <a:cubicBezTo>
                    <a:pt x="284" y="2306"/>
                    <a:pt x="150" y="6934"/>
                    <a:pt x="150" y="6934"/>
                  </a:cubicBezTo>
                  <a:cubicBezTo>
                    <a:pt x="0" y="7502"/>
                    <a:pt x="2105" y="53635"/>
                    <a:pt x="2105" y="53635"/>
                  </a:cubicBezTo>
                  <a:lnTo>
                    <a:pt x="7786" y="53618"/>
                  </a:lnTo>
                  <a:lnTo>
                    <a:pt x="9340" y="9875"/>
                  </a:lnTo>
                  <a:lnTo>
                    <a:pt x="21587" y="54687"/>
                  </a:lnTo>
                  <a:lnTo>
                    <a:pt x="26784" y="54570"/>
                  </a:lnTo>
                  <a:lnTo>
                    <a:pt x="17611" y="7151"/>
                  </a:lnTo>
                  <a:lnTo>
                    <a:pt x="17628" y="7151"/>
                  </a:lnTo>
                  <a:cubicBezTo>
                    <a:pt x="17611" y="7085"/>
                    <a:pt x="17594" y="7018"/>
                    <a:pt x="17577" y="6951"/>
                  </a:cubicBezTo>
                  <a:lnTo>
                    <a:pt x="17577" y="6934"/>
                  </a:lnTo>
                  <a:cubicBezTo>
                    <a:pt x="16174" y="1370"/>
                    <a:pt x="15054" y="0"/>
                    <a:pt x="150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5" name="Google Shape;2605;p53"/>
            <p:cNvSpPr/>
            <p:nvPr/>
          </p:nvSpPr>
          <p:spPr>
            <a:xfrm>
              <a:off x="6019624" y="3123441"/>
              <a:ext cx="220119" cy="57081"/>
            </a:xfrm>
            <a:custGeom>
              <a:avLst/>
              <a:gdLst/>
              <a:ahLst/>
              <a:cxnLst/>
              <a:rect l="l" t="t" r="r" b="b"/>
              <a:pathLst>
                <a:path w="6868" h="1781" extrusionOk="0">
                  <a:moveTo>
                    <a:pt x="6848" y="0"/>
                  </a:moveTo>
                  <a:cubicBezTo>
                    <a:pt x="6661" y="0"/>
                    <a:pt x="5197" y="352"/>
                    <a:pt x="3409" y="807"/>
                  </a:cubicBezTo>
                  <a:cubicBezTo>
                    <a:pt x="1521" y="1308"/>
                    <a:pt x="1" y="1743"/>
                    <a:pt x="17" y="1776"/>
                  </a:cubicBezTo>
                  <a:cubicBezTo>
                    <a:pt x="17" y="1779"/>
                    <a:pt x="23" y="1781"/>
                    <a:pt x="35" y="1781"/>
                  </a:cubicBezTo>
                  <a:cubicBezTo>
                    <a:pt x="209" y="1781"/>
                    <a:pt x="1687" y="1429"/>
                    <a:pt x="3459" y="974"/>
                  </a:cubicBezTo>
                  <a:cubicBezTo>
                    <a:pt x="5347" y="489"/>
                    <a:pt x="6868" y="55"/>
                    <a:pt x="6868" y="5"/>
                  </a:cubicBezTo>
                  <a:cubicBezTo>
                    <a:pt x="6867" y="2"/>
                    <a:pt x="6860" y="0"/>
                    <a:pt x="684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6" name="Google Shape;2606;p53"/>
            <p:cNvSpPr/>
            <p:nvPr/>
          </p:nvSpPr>
          <p:spPr>
            <a:xfrm>
              <a:off x="5879854" y="3032547"/>
              <a:ext cx="47178" cy="1559970"/>
            </a:xfrm>
            <a:custGeom>
              <a:avLst/>
              <a:gdLst/>
              <a:ahLst/>
              <a:cxnLst/>
              <a:rect l="l" t="t" r="r" b="b"/>
              <a:pathLst>
                <a:path w="1472" h="48673" extrusionOk="0">
                  <a:moveTo>
                    <a:pt x="34" y="0"/>
                  </a:moveTo>
                  <a:lnTo>
                    <a:pt x="34" y="0"/>
                  </a:lnTo>
                  <a:cubicBezTo>
                    <a:pt x="1" y="0"/>
                    <a:pt x="285" y="10894"/>
                    <a:pt x="669" y="24345"/>
                  </a:cubicBezTo>
                  <a:cubicBezTo>
                    <a:pt x="1053" y="37778"/>
                    <a:pt x="1404" y="48672"/>
                    <a:pt x="1438" y="48672"/>
                  </a:cubicBezTo>
                  <a:cubicBezTo>
                    <a:pt x="1471" y="48672"/>
                    <a:pt x="1204" y="37762"/>
                    <a:pt x="819" y="24328"/>
                  </a:cubicBezTo>
                  <a:cubicBezTo>
                    <a:pt x="418" y="10894"/>
                    <a:pt x="84" y="0"/>
                    <a:pt x="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7" name="Google Shape;2607;p53"/>
            <p:cNvSpPr/>
            <p:nvPr/>
          </p:nvSpPr>
          <p:spPr>
            <a:xfrm>
              <a:off x="5969305" y="3030400"/>
              <a:ext cx="8045" cy="1535868"/>
            </a:xfrm>
            <a:custGeom>
              <a:avLst/>
              <a:gdLst/>
              <a:ahLst/>
              <a:cxnLst/>
              <a:rect l="l" t="t" r="r" b="b"/>
              <a:pathLst>
                <a:path w="251" h="47921" extrusionOk="0">
                  <a:moveTo>
                    <a:pt x="50" y="1"/>
                  </a:moveTo>
                  <a:cubicBezTo>
                    <a:pt x="0" y="1"/>
                    <a:pt x="17" y="10727"/>
                    <a:pt x="50" y="23961"/>
                  </a:cubicBezTo>
                  <a:cubicBezTo>
                    <a:pt x="97" y="36444"/>
                    <a:pt x="160" y="46697"/>
                    <a:pt x="209" y="47819"/>
                  </a:cubicBezTo>
                  <a:lnTo>
                    <a:pt x="209" y="47819"/>
                  </a:lnTo>
                  <a:cubicBezTo>
                    <a:pt x="251" y="46697"/>
                    <a:pt x="248" y="36444"/>
                    <a:pt x="201" y="23961"/>
                  </a:cubicBezTo>
                  <a:cubicBezTo>
                    <a:pt x="150" y="10727"/>
                    <a:pt x="84" y="1"/>
                    <a:pt x="50" y="1"/>
                  </a:cubicBezTo>
                  <a:close/>
                  <a:moveTo>
                    <a:pt x="209" y="47819"/>
                  </a:moveTo>
                  <a:lnTo>
                    <a:pt x="209" y="47819"/>
                  </a:lnTo>
                  <a:cubicBezTo>
                    <a:pt x="206" y="47886"/>
                    <a:pt x="203" y="47921"/>
                    <a:pt x="201" y="47921"/>
                  </a:cubicBezTo>
                  <a:lnTo>
                    <a:pt x="217" y="47921"/>
                  </a:lnTo>
                  <a:cubicBezTo>
                    <a:pt x="214" y="47921"/>
                    <a:pt x="212" y="47886"/>
                    <a:pt x="209" y="4781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8" name="Google Shape;2608;p53"/>
            <p:cNvSpPr/>
            <p:nvPr/>
          </p:nvSpPr>
          <p:spPr>
            <a:xfrm>
              <a:off x="6025521" y="3009503"/>
              <a:ext cx="28941" cy="1556765"/>
            </a:xfrm>
            <a:custGeom>
              <a:avLst/>
              <a:gdLst/>
              <a:ahLst/>
              <a:cxnLst/>
              <a:rect l="l" t="t" r="r" b="b"/>
              <a:pathLst>
                <a:path w="903" h="48573" extrusionOk="0">
                  <a:moveTo>
                    <a:pt x="869" y="1"/>
                  </a:moveTo>
                  <a:cubicBezTo>
                    <a:pt x="819" y="1"/>
                    <a:pt x="602" y="10878"/>
                    <a:pt x="385" y="24295"/>
                  </a:cubicBezTo>
                  <a:cubicBezTo>
                    <a:pt x="151" y="37695"/>
                    <a:pt x="0" y="48573"/>
                    <a:pt x="51" y="48573"/>
                  </a:cubicBezTo>
                  <a:cubicBezTo>
                    <a:pt x="84" y="48573"/>
                    <a:pt x="301" y="37695"/>
                    <a:pt x="518" y="24295"/>
                  </a:cubicBezTo>
                  <a:cubicBezTo>
                    <a:pt x="752" y="10878"/>
                    <a:pt x="903" y="1"/>
                    <a:pt x="8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9" name="Google Shape;2609;p53"/>
            <p:cNvSpPr/>
            <p:nvPr/>
          </p:nvSpPr>
          <p:spPr>
            <a:xfrm>
              <a:off x="6114428" y="3002548"/>
              <a:ext cx="10192" cy="168711"/>
            </a:xfrm>
            <a:custGeom>
              <a:avLst/>
              <a:gdLst/>
              <a:ahLst/>
              <a:cxnLst/>
              <a:rect l="l" t="t" r="r" b="b"/>
              <a:pathLst>
                <a:path w="318" h="5264" extrusionOk="0">
                  <a:moveTo>
                    <a:pt x="33" y="1"/>
                  </a:moveTo>
                  <a:cubicBezTo>
                    <a:pt x="0" y="1"/>
                    <a:pt x="17" y="1187"/>
                    <a:pt x="84" y="2624"/>
                  </a:cubicBezTo>
                  <a:cubicBezTo>
                    <a:pt x="150" y="4078"/>
                    <a:pt x="251" y="5264"/>
                    <a:pt x="284" y="5264"/>
                  </a:cubicBezTo>
                  <a:cubicBezTo>
                    <a:pt x="318" y="5264"/>
                    <a:pt x="301" y="4078"/>
                    <a:pt x="234" y="2624"/>
                  </a:cubicBezTo>
                  <a:cubicBezTo>
                    <a:pt x="167" y="1170"/>
                    <a:pt x="84" y="1"/>
                    <a:pt x="3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0" name="Google Shape;2610;p53"/>
            <p:cNvSpPr/>
            <p:nvPr/>
          </p:nvSpPr>
          <p:spPr>
            <a:xfrm>
              <a:off x="6172791" y="3002548"/>
              <a:ext cx="386138" cy="1600128"/>
            </a:xfrm>
            <a:custGeom>
              <a:avLst/>
              <a:gdLst/>
              <a:ahLst/>
              <a:cxnLst/>
              <a:rect l="l" t="t" r="r" b="b"/>
              <a:pathLst>
                <a:path w="12048" h="49926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0" y="1"/>
                    <a:pt x="2640" y="11195"/>
                    <a:pt x="5949" y="24980"/>
                  </a:cubicBezTo>
                  <a:cubicBezTo>
                    <a:pt x="9254" y="38754"/>
                    <a:pt x="11976" y="49926"/>
                    <a:pt x="12014" y="49926"/>
                  </a:cubicBezTo>
                  <a:cubicBezTo>
                    <a:pt x="12014" y="49926"/>
                    <a:pt x="12014" y="49926"/>
                    <a:pt x="12014" y="49926"/>
                  </a:cubicBezTo>
                  <a:cubicBezTo>
                    <a:pt x="12047" y="49909"/>
                    <a:pt x="9407" y="38731"/>
                    <a:pt x="6099" y="24947"/>
                  </a:cubicBezTo>
                  <a:cubicBezTo>
                    <a:pt x="2793" y="11172"/>
                    <a:pt x="71" y="1"/>
                    <a:pt x="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1" name="Google Shape;2611;p53"/>
            <p:cNvSpPr/>
            <p:nvPr/>
          </p:nvSpPr>
          <p:spPr>
            <a:xfrm>
              <a:off x="6245063" y="2987036"/>
              <a:ext cx="366331" cy="1614583"/>
            </a:xfrm>
            <a:custGeom>
              <a:avLst/>
              <a:gdLst/>
              <a:ahLst/>
              <a:cxnLst/>
              <a:rect l="l" t="t" r="r" b="b"/>
              <a:pathLst>
                <a:path w="11430" h="50377" extrusionOk="0">
                  <a:moveTo>
                    <a:pt x="34" y="0"/>
                  </a:moveTo>
                  <a:cubicBezTo>
                    <a:pt x="1" y="17"/>
                    <a:pt x="2507" y="11295"/>
                    <a:pt x="5648" y="25197"/>
                  </a:cubicBezTo>
                  <a:cubicBezTo>
                    <a:pt x="8773" y="39115"/>
                    <a:pt x="11346" y="50376"/>
                    <a:pt x="11396" y="50376"/>
                  </a:cubicBezTo>
                  <a:lnTo>
                    <a:pt x="11396" y="50360"/>
                  </a:lnTo>
                  <a:cubicBezTo>
                    <a:pt x="11430" y="50360"/>
                    <a:pt x="8923" y="39081"/>
                    <a:pt x="5782" y="25163"/>
                  </a:cubicBezTo>
                  <a:cubicBezTo>
                    <a:pt x="2641" y="11262"/>
                    <a:pt x="85" y="0"/>
                    <a:pt x="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2" name="Google Shape;2612;p53"/>
            <p:cNvSpPr/>
            <p:nvPr/>
          </p:nvSpPr>
          <p:spPr>
            <a:xfrm>
              <a:off x="6326470" y="2987036"/>
              <a:ext cx="318128" cy="1605481"/>
            </a:xfrm>
            <a:custGeom>
              <a:avLst/>
              <a:gdLst/>
              <a:ahLst/>
              <a:cxnLst/>
              <a:rect l="l" t="t" r="r" b="b"/>
              <a:pathLst>
                <a:path w="9926" h="50093" extrusionOk="0">
                  <a:moveTo>
                    <a:pt x="34" y="0"/>
                  </a:moveTo>
                  <a:lnTo>
                    <a:pt x="34" y="0"/>
                  </a:lnTo>
                  <a:cubicBezTo>
                    <a:pt x="1" y="17"/>
                    <a:pt x="2173" y="11228"/>
                    <a:pt x="4896" y="25063"/>
                  </a:cubicBezTo>
                  <a:cubicBezTo>
                    <a:pt x="7620" y="38898"/>
                    <a:pt x="9842" y="50092"/>
                    <a:pt x="9892" y="50092"/>
                  </a:cubicBezTo>
                  <a:cubicBezTo>
                    <a:pt x="9926" y="50076"/>
                    <a:pt x="7753" y="38864"/>
                    <a:pt x="5030" y="25030"/>
                  </a:cubicBezTo>
                  <a:cubicBezTo>
                    <a:pt x="2306" y="11195"/>
                    <a:pt x="84" y="0"/>
                    <a:pt x="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3" name="Google Shape;2613;p53"/>
            <p:cNvSpPr/>
            <p:nvPr/>
          </p:nvSpPr>
          <p:spPr>
            <a:xfrm>
              <a:off x="5507689" y="1493730"/>
              <a:ext cx="437547" cy="918200"/>
            </a:xfrm>
            <a:custGeom>
              <a:avLst/>
              <a:gdLst/>
              <a:ahLst/>
              <a:cxnLst/>
              <a:rect l="l" t="t" r="r" b="b"/>
              <a:pathLst>
                <a:path w="13652" h="28649" extrusionOk="0">
                  <a:moveTo>
                    <a:pt x="5278" y="0"/>
                  </a:moveTo>
                  <a:cubicBezTo>
                    <a:pt x="4788" y="0"/>
                    <a:pt x="4226" y="2408"/>
                    <a:pt x="4177" y="2650"/>
                  </a:cubicBezTo>
                  <a:cubicBezTo>
                    <a:pt x="4158" y="2716"/>
                    <a:pt x="4104" y="2745"/>
                    <a:pt x="4049" y="2745"/>
                  </a:cubicBezTo>
                  <a:cubicBezTo>
                    <a:pt x="3965" y="2745"/>
                    <a:pt x="3880" y="2677"/>
                    <a:pt x="3910" y="2566"/>
                  </a:cubicBezTo>
                  <a:cubicBezTo>
                    <a:pt x="3960" y="2366"/>
                    <a:pt x="4712" y="210"/>
                    <a:pt x="4194" y="10"/>
                  </a:cubicBezTo>
                  <a:cubicBezTo>
                    <a:pt x="4183" y="6"/>
                    <a:pt x="4172" y="4"/>
                    <a:pt x="4162" y="4"/>
                  </a:cubicBezTo>
                  <a:cubicBezTo>
                    <a:pt x="3802" y="4"/>
                    <a:pt x="3665" y="2142"/>
                    <a:pt x="3275" y="2499"/>
                  </a:cubicBezTo>
                  <a:cubicBezTo>
                    <a:pt x="3243" y="2529"/>
                    <a:pt x="3217" y="2543"/>
                    <a:pt x="3197" y="2543"/>
                  </a:cubicBezTo>
                  <a:cubicBezTo>
                    <a:pt x="2976" y="2543"/>
                    <a:pt x="3511" y="784"/>
                    <a:pt x="3158" y="661"/>
                  </a:cubicBezTo>
                  <a:cubicBezTo>
                    <a:pt x="3138" y="656"/>
                    <a:pt x="3118" y="652"/>
                    <a:pt x="3098" y="652"/>
                  </a:cubicBezTo>
                  <a:cubicBezTo>
                    <a:pt x="2987" y="652"/>
                    <a:pt x="2875" y="799"/>
                    <a:pt x="2690" y="1848"/>
                  </a:cubicBezTo>
                  <a:cubicBezTo>
                    <a:pt x="2507" y="2717"/>
                    <a:pt x="2373" y="3585"/>
                    <a:pt x="2289" y="4454"/>
                  </a:cubicBezTo>
                  <a:lnTo>
                    <a:pt x="2273" y="4454"/>
                  </a:lnTo>
                  <a:lnTo>
                    <a:pt x="0" y="17855"/>
                  </a:lnTo>
                  <a:lnTo>
                    <a:pt x="8622" y="28648"/>
                  </a:lnTo>
                  <a:lnTo>
                    <a:pt x="13651" y="25173"/>
                  </a:lnTo>
                  <a:lnTo>
                    <a:pt x="4946" y="16852"/>
                  </a:lnTo>
                  <a:lnTo>
                    <a:pt x="5715" y="5657"/>
                  </a:lnTo>
                  <a:lnTo>
                    <a:pt x="5898" y="5440"/>
                  </a:lnTo>
                  <a:cubicBezTo>
                    <a:pt x="5999" y="5306"/>
                    <a:pt x="6116" y="5173"/>
                    <a:pt x="6249" y="5022"/>
                  </a:cubicBezTo>
                  <a:cubicBezTo>
                    <a:pt x="6416" y="4855"/>
                    <a:pt x="6600" y="4705"/>
                    <a:pt x="6801" y="4588"/>
                  </a:cubicBezTo>
                  <a:cubicBezTo>
                    <a:pt x="7051" y="4438"/>
                    <a:pt x="7319" y="4321"/>
                    <a:pt x="7603" y="4254"/>
                  </a:cubicBezTo>
                  <a:cubicBezTo>
                    <a:pt x="7870" y="4204"/>
                    <a:pt x="7954" y="3869"/>
                    <a:pt x="7736" y="3753"/>
                  </a:cubicBezTo>
                  <a:cubicBezTo>
                    <a:pt x="7687" y="3730"/>
                    <a:pt x="7611" y="3717"/>
                    <a:pt x="7515" y="3717"/>
                  </a:cubicBezTo>
                  <a:cubicBezTo>
                    <a:pt x="7187" y="3717"/>
                    <a:pt x="6621" y="3862"/>
                    <a:pt x="6065" y="4237"/>
                  </a:cubicBezTo>
                  <a:cubicBezTo>
                    <a:pt x="5957" y="4312"/>
                    <a:pt x="5875" y="4344"/>
                    <a:pt x="5815" y="4344"/>
                  </a:cubicBezTo>
                  <a:cubicBezTo>
                    <a:pt x="5481" y="4344"/>
                    <a:pt x="5785" y="3363"/>
                    <a:pt x="5898" y="2967"/>
                  </a:cubicBezTo>
                  <a:cubicBezTo>
                    <a:pt x="6049" y="2499"/>
                    <a:pt x="6416" y="1029"/>
                    <a:pt x="6299" y="879"/>
                  </a:cubicBezTo>
                  <a:cubicBezTo>
                    <a:pt x="6247" y="811"/>
                    <a:pt x="6185" y="777"/>
                    <a:pt x="6121" y="777"/>
                  </a:cubicBezTo>
                  <a:cubicBezTo>
                    <a:pt x="5979" y="777"/>
                    <a:pt x="5823" y="941"/>
                    <a:pt x="5731" y="1263"/>
                  </a:cubicBezTo>
                  <a:cubicBezTo>
                    <a:pt x="5601" y="1736"/>
                    <a:pt x="5136" y="3053"/>
                    <a:pt x="4881" y="3053"/>
                  </a:cubicBezTo>
                  <a:cubicBezTo>
                    <a:pt x="4874" y="3053"/>
                    <a:pt x="4868" y="3052"/>
                    <a:pt x="4862" y="3051"/>
                  </a:cubicBezTo>
                  <a:cubicBezTo>
                    <a:pt x="4629" y="2967"/>
                    <a:pt x="5364" y="595"/>
                    <a:pt x="5364" y="595"/>
                  </a:cubicBezTo>
                  <a:cubicBezTo>
                    <a:pt x="5364" y="595"/>
                    <a:pt x="5614" y="110"/>
                    <a:pt x="5330" y="10"/>
                  </a:cubicBezTo>
                  <a:cubicBezTo>
                    <a:pt x="5313" y="3"/>
                    <a:pt x="5296" y="0"/>
                    <a:pt x="5278" y="0"/>
                  </a:cubicBezTo>
                  <a:close/>
                </a:path>
              </a:pathLst>
            </a:custGeom>
            <a:solidFill>
              <a:srgbClr val="60493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4" name="Google Shape;2614;p53"/>
            <p:cNvSpPr/>
            <p:nvPr/>
          </p:nvSpPr>
          <p:spPr>
            <a:xfrm>
              <a:off x="5875591" y="4569441"/>
              <a:ext cx="177269" cy="87336"/>
            </a:xfrm>
            <a:custGeom>
              <a:avLst/>
              <a:gdLst/>
              <a:ahLst/>
              <a:cxnLst/>
              <a:rect l="l" t="t" r="r" b="b"/>
              <a:pathLst>
                <a:path w="5531" h="2725" extrusionOk="0">
                  <a:moveTo>
                    <a:pt x="5531" y="1"/>
                  </a:moveTo>
                  <a:lnTo>
                    <a:pt x="752" y="235"/>
                  </a:lnTo>
                  <a:lnTo>
                    <a:pt x="0" y="2724"/>
                  </a:lnTo>
                  <a:lnTo>
                    <a:pt x="5297" y="2657"/>
                  </a:lnTo>
                  <a:lnTo>
                    <a:pt x="55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5" name="Google Shape;2615;p53"/>
            <p:cNvSpPr/>
            <p:nvPr/>
          </p:nvSpPr>
          <p:spPr>
            <a:xfrm>
              <a:off x="5879854" y="4634021"/>
              <a:ext cx="169256" cy="6538"/>
            </a:xfrm>
            <a:custGeom>
              <a:avLst/>
              <a:gdLst/>
              <a:ahLst/>
              <a:cxnLst/>
              <a:rect l="l" t="t" r="r" b="b"/>
              <a:pathLst>
                <a:path w="5281" h="204" extrusionOk="0">
                  <a:moveTo>
                    <a:pt x="1236" y="1"/>
                  </a:moveTo>
                  <a:cubicBezTo>
                    <a:pt x="1067" y="1"/>
                    <a:pt x="911" y="3"/>
                    <a:pt x="769" y="8"/>
                  </a:cubicBezTo>
                  <a:cubicBezTo>
                    <a:pt x="725" y="5"/>
                    <a:pt x="680" y="3"/>
                    <a:pt x="635" y="3"/>
                  </a:cubicBezTo>
                  <a:cubicBezTo>
                    <a:pt x="424" y="3"/>
                    <a:pt x="207" y="33"/>
                    <a:pt x="1" y="74"/>
                  </a:cubicBezTo>
                  <a:cubicBezTo>
                    <a:pt x="205" y="102"/>
                    <a:pt x="421" y="129"/>
                    <a:pt x="630" y="129"/>
                  </a:cubicBezTo>
                  <a:cubicBezTo>
                    <a:pt x="677" y="129"/>
                    <a:pt x="723" y="128"/>
                    <a:pt x="769" y="125"/>
                  </a:cubicBezTo>
                  <a:lnTo>
                    <a:pt x="2641" y="191"/>
                  </a:lnTo>
                  <a:cubicBezTo>
                    <a:pt x="3000" y="200"/>
                    <a:pt x="3347" y="204"/>
                    <a:pt x="3662" y="204"/>
                  </a:cubicBezTo>
                  <a:cubicBezTo>
                    <a:pt x="3977" y="204"/>
                    <a:pt x="4261" y="200"/>
                    <a:pt x="4495" y="191"/>
                  </a:cubicBezTo>
                  <a:cubicBezTo>
                    <a:pt x="4562" y="196"/>
                    <a:pt x="4628" y="198"/>
                    <a:pt x="4693" y="198"/>
                  </a:cubicBezTo>
                  <a:cubicBezTo>
                    <a:pt x="4889" y="198"/>
                    <a:pt x="5080" y="179"/>
                    <a:pt x="5281" y="141"/>
                  </a:cubicBezTo>
                  <a:cubicBezTo>
                    <a:pt x="5013" y="91"/>
                    <a:pt x="4763" y="74"/>
                    <a:pt x="4495" y="74"/>
                  </a:cubicBezTo>
                  <a:lnTo>
                    <a:pt x="2641" y="24"/>
                  </a:lnTo>
                  <a:cubicBezTo>
                    <a:pt x="2121" y="12"/>
                    <a:pt x="1643" y="1"/>
                    <a:pt x="12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6" name="Google Shape;2616;p53"/>
            <p:cNvSpPr/>
            <p:nvPr/>
          </p:nvSpPr>
          <p:spPr>
            <a:xfrm>
              <a:off x="5970363" y="4566236"/>
              <a:ext cx="7532" cy="71247"/>
            </a:xfrm>
            <a:custGeom>
              <a:avLst/>
              <a:gdLst/>
              <a:ahLst/>
              <a:cxnLst/>
              <a:rect l="l" t="t" r="r" b="b"/>
              <a:pathLst>
                <a:path w="235" h="2223" extrusionOk="0">
                  <a:moveTo>
                    <a:pt x="184" y="1"/>
                  </a:moveTo>
                  <a:cubicBezTo>
                    <a:pt x="134" y="1"/>
                    <a:pt x="67" y="502"/>
                    <a:pt x="34" y="1103"/>
                  </a:cubicBezTo>
                  <a:cubicBezTo>
                    <a:pt x="0" y="1722"/>
                    <a:pt x="0" y="2223"/>
                    <a:pt x="51" y="2223"/>
                  </a:cubicBezTo>
                  <a:cubicBezTo>
                    <a:pt x="101" y="2223"/>
                    <a:pt x="168" y="1738"/>
                    <a:pt x="201" y="1120"/>
                  </a:cubicBezTo>
                  <a:cubicBezTo>
                    <a:pt x="234" y="502"/>
                    <a:pt x="218" y="1"/>
                    <a:pt x="1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7" name="Google Shape;2617;p53"/>
            <p:cNvSpPr/>
            <p:nvPr/>
          </p:nvSpPr>
          <p:spPr>
            <a:xfrm>
              <a:off x="5875591" y="4636393"/>
              <a:ext cx="171371" cy="20384"/>
            </a:xfrm>
            <a:custGeom>
              <a:avLst/>
              <a:gdLst/>
              <a:ahLst/>
              <a:cxnLst/>
              <a:rect l="l" t="t" r="r" b="b"/>
              <a:pathLst>
                <a:path w="5347" h="636" extrusionOk="0">
                  <a:moveTo>
                    <a:pt x="84" y="0"/>
                  </a:moveTo>
                  <a:lnTo>
                    <a:pt x="0" y="568"/>
                  </a:lnTo>
                  <a:lnTo>
                    <a:pt x="0" y="635"/>
                  </a:lnTo>
                  <a:lnTo>
                    <a:pt x="5297" y="568"/>
                  </a:lnTo>
                  <a:lnTo>
                    <a:pt x="5347" y="6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8" name="Google Shape;2618;p53"/>
            <p:cNvSpPr/>
            <p:nvPr/>
          </p:nvSpPr>
          <p:spPr>
            <a:xfrm>
              <a:off x="5915750" y="1487641"/>
              <a:ext cx="394151" cy="934995"/>
            </a:xfrm>
            <a:custGeom>
              <a:avLst/>
              <a:gdLst/>
              <a:ahLst/>
              <a:cxnLst/>
              <a:rect l="l" t="t" r="r" b="b"/>
              <a:pathLst>
                <a:path w="12298" h="29173" extrusionOk="0">
                  <a:moveTo>
                    <a:pt x="2925" y="1"/>
                  </a:moveTo>
                  <a:cubicBezTo>
                    <a:pt x="2908" y="1"/>
                    <a:pt x="2891" y="6"/>
                    <a:pt x="2874" y="16"/>
                  </a:cubicBezTo>
                  <a:cubicBezTo>
                    <a:pt x="2406" y="317"/>
                    <a:pt x="3593" y="2272"/>
                    <a:pt x="3676" y="2455"/>
                  </a:cubicBezTo>
                  <a:cubicBezTo>
                    <a:pt x="3733" y="2568"/>
                    <a:pt x="3644" y="2658"/>
                    <a:pt x="3555" y="2658"/>
                  </a:cubicBezTo>
                  <a:cubicBezTo>
                    <a:pt x="3512" y="2658"/>
                    <a:pt x="3469" y="2638"/>
                    <a:pt x="3442" y="2589"/>
                  </a:cubicBezTo>
                  <a:cubicBezTo>
                    <a:pt x="3347" y="2368"/>
                    <a:pt x="2344" y="210"/>
                    <a:pt x="1852" y="210"/>
                  </a:cubicBezTo>
                  <a:cubicBezTo>
                    <a:pt x="1824" y="210"/>
                    <a:pt x="1796" y="217"/>
                    <a:pt x="1771" y="233"/>
                  </a:cubicBezTo>
                  <a:cubicBezTo>
                    <a:pt x="1504" y="400"/>
                    <a:pt x="1855" y="818"/>
                    <a:pt x="1855" y="818"/>
                  </a:cubicBezTo>
                  <a:cubicBezTo>
                    <a:pt x="1855" y="818"/>
                    <a:pt x="3075" y="2990"/>
                    <a:pt x="2841" y="3124"/>
                  </a:cubicBezTo>
                  <a:cubicBezTo>
                    <a:pt x="2831" y="3129"/>
                    <a:pt x="2820" y="3131"/>
                    <a:pt x="2809" y="3131"/>
                  </a:cubicBezTo>
                  <a:cubicBezTo>
                    <a:pt x="2558" y="3131"/>
                    <a:pt x="1861" y="1968"/>
                    <a:pt x="1638" y="1553"/>
                  </a:cubicBezTo>
                  <a:cubicBezTo>
                    <a:pt x="1504" y="1285"/>
                    <a:pt x="1338" y="1157"/>
                    <a:pt x="1203" y="1157"/>
                  </a:cubicBezTo>
                  <a:cubicBezTo>
                    <a:pt x="1119" y="1157"/>
                    <a:pt x="1048" y="1207"/>
                    <a:pt x="1003" y="1303"/>
                  </a:cubicBezTo>
                  <a:cubicBezTo>
                    <a:pt x="919" y="1470"/>
                    <a:pt x="1588" y="2840"/>
                    <a:pt x="1821" y="3257"/>
                  </a:cubicBezTo>
                  <a:cubicBezTo>
                    <a:pt x="2027" y="3639"/>
                    <a:pt x="2554" y="4587"/>
                    <a:pt x="2149" y="4587"/>
                  </a:cubicBezTo>
                  <a:cubicBezTo>
                    <a:pt x="2092" y="4587"/>
                    <a:pt x="2018" y="4568"/>
                    <a:pt x="1922" y="4527"/>
                  </a:cubicBezTo>
                  <a:cubicBezTo>
                    <a:pt x="1491" y="4357"/>
                    <a:pt x="1080" y="4292"/>
                    <a:pt x="761" y="4292"/>
                  </a:cubicBezTo>
                  <a:cubicBezTo>
                    <a:pt x="485" y="4292"/>
                    <a:pt x="277" y="4341"/>
                    <a:pt x="184" y="4410"/>
                  </a:cubicBezTo>
                  <a:cubicBezTo>
                    <a:pt x="0" y="4561"/>
                    <a:pt x="151" y="4861"/>
                    <a:pt x="418" y="4861"/>
                  </a:cubicBezTo>
                  <a:cubicBezTo>
                    <a:pt x="702" y="4878"/>
                    <a:pt x="986" y="4928"/>
                    <a:pt x="1270" y="5029"/>
                  </a:cubicBezTo>
                  <a:cubicBezTo>
                    <a:pt x="1487" y="5095"/>
                    <a:pt x="1704" y="5196"/>
                    <a:pt x="1888" y="5329"/>
                  </a:cubicBezTo>
                  <a:cubicBezTo>
                    <a:pt x="2055" y="5463"/>
                    <a:pt x="2206" y="5563"/>
                    <a:pt x="2323" y="5663"/>
                  </a:cubicBezTo>
                  <a:lnTo>
                    <a:pt x="2557" y="5847"/>
                  </a:lnTo>
                  <a:lnTo>
                    <a:pt x="7118" y="17109"/>
                  </a:lnTo>
                  <a:lnTo>
                    <a:pt x="2974" y="26783"/>
                  </a:lnTo>
                  <a:lnTo>
                    <a:pt x="9407" y="29172"/>
                  </a:lnTo>
                  <a:lnTo>
                    <a:pt x="12298" y="16390"/>
                  </a:lnTo>
                  <a:lnTo>
                    <a:pt x="5664" y="3959"/>
                  </a:lnTo>
                  <a:cubicBezTo>
                    <a:pt x="5397" y="3124"/>
                    <a:pt x="5080" y="2305"/>
                    <a:pt x="4729" y="1503"/>
                  </a:cubicBezTo>
                  <a:cubicBezTo>
                    <a:pt x="4360" y="582"/>
                    <a:pt x="4209" y="407"/>
                    <a:pt x="4105" y="407"/>
                  </a:cubicBezTo>
                  <a:cubicBezTo>
                    <a:pt x="4077" y="407"/>
                    <a:pt x="4052" y="420"/>
                    <a:pt x="4027" y="434"/>
                  </a:cubicBezTo>
                  <a:cubicBezTo>
                    <a:pt x="3700" y="620"/>
                    <a:pt x="4619" y="2284"/>
                    <a:pt x="4370" y="2284"/>
                  </a:cubicBezTo>
                  <a:cubicBezTo>
                    <a:pt x="4352" y="2284"/>
                    <a:pt x="4327" y="2275"/>
                    <a:pt x="4294" y="2255"/>
                  </a:cubicBezTo>
                  <a:cubicBezTo>
                    <a:pt x="3849" y="2000"/>
                    <a:pt x="3281" y="1"/>
                    <a:pt x="2925" y="1"/>
                  </a:cubicBezTo>
                  <a:close/>
                </a:path>
              </a:pathLst>
            </a:custGeom>
            <a:solidFill>
              <a:srgbClr val="60493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9" name="Google Shape;2619;p53"/>
            <p:cNvSpPr/>
            <p:nvPr/>
          </p:nvSpPr>
          <p:spPr>
            <a:xfrm>
              <a:off x="6515501" y="4601587"/>
              <a:ext cx="325628" cy="63331"/>
            </a:xfrm>
            <a:custGeom>
              <a:avLst/>
              <a:gdLst/>
              <a:ahLst/>
              <a:cxnLst/>
              <a:rect l="l" t="t" r="r" b="b"/>
              <a:pathLst>
                <a:path w="10160" h="1976" extrusionOk="0">
                  <a:moveTo>
                    <a:pt x="5481" y="0"/>
                  </a:moveTo>
                  <a:lnTo>
                    <a:pt x="1" y="151"/>
                  </a:lnTo>
                  <a:lnTo>
                    <a:pt x="51" y="1939"/>
                  </a:lnTo>
                  <a:lnTo>
                    <a:pt x="385" y="1939"/>
                  </a:lnTo>
                  <a:cubicBezTo>
                    <a:pt x="940" y="1957"/>
                    <a:pt x="2131" y="1976"/>
                    <a:pt x="3463" y="1976"/>
                  </a:cubicBezTo>
                  <a:cubicBezTo>
                    <a:pt x="5738" y="1976"/>
                    <a:pt x="8425" y="1922"/>
                    <a:pt x="9057" y="1721"/>
                  </a:cubicBezTo>
                  <a:cubicBezTo>
                    <a:pt x="10160" y="1387"/>
                    <a:pt x="5498" y="535"/>
                    <a:pt x="5498" y="535"/>
                  </a:cubicBezTo>
                  <a:lnTo>
                    <a:pt x="54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0" name="Google Shape;2620;p53"/>
            <p:cNvSpPr/>
            <p:nvPr/>
          </p:nvSpPr>
          <p:spPr>
            <a:xfrm>
              <a:off x="6516046" y="4615689"/>
              <a:ext cx="64292" cy="45351"/>
            </a:xfrm>
            <a:custGeom>
              <a:avLst/>
              <a:gdLst/>
              <a:ahLst/>
              <a:cxnLst/>
              <a:rect l="l" t="t" r="r" b="b"/>
              <a:pathLst>
                <a:path w="2006" h="1415" extrusionOk="0">
                  <a:moveTo>
                    <a:pt x="205" y="0"/>
                  </a:moveTo>
                  <a:cubicBezTo>
                    <a:pt x="137" y="0"/>
                    <a:pt x="69" y="4"/>
                    <a:pt x="0" y="11"/>
                  </a:cubicBezTo>
                  <a:lnTo>
                    <a:pt x="34" y="1415"/>
                  </a:lnTo>
                  <a:lnTo>
                    <a:pt x="2006" y="1398"/>
                  </a:lnTo>
                  <a:cubicBezTo>
                    <a:pt x="1905" y="964"/>
                    <a:pt x="1655" y="580"/>
                    <a:pt x="1287" y="346"/>
                  </a:cubicBezTo>
                  <a:cubicBezTo>
                    <a:pt x="961" y="119"/>
                    <a:pt x="586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1" name="Google Shape;2621;p53"/>
            <p:cNvSpPr/>
            <p:nvPr/>
          </p:nvSpPr>
          <p:spPr>
            <a:xfrm>
              <a:off x="6517104" y="4634246"/>
              <a:ext cx="300469" cy="31313"/>
            </a:xfrm>
            <a:custGeom>
              <a:avLst/>
              <a:gdLst/>
              <a:ahLst/>
              <a:cxnLst/>
              <a:rect l="l" t="t" r="r" b="b"/>
              <a:pathLst>
                <a:path w="9375" h="977" extrusionOk="0">
                  <a:moveTo>
                    <a:pt x="7737" y="1"/>
                  </a:moveTo>
                  <a:cubicBezTo>
                    <a:pt x="7420" y="17"/>
                    <a:pt x="7269" y="669"/>
                    <a:pt x="7269" y="669"/>
                  </a:cubicBezTo>
                  <a:lnTo>
                    <a:pt x="1" y="803"/>
                  </a:lnTo>
                  <a:lnTo>
                    <a:pt x="1" y="920"/>
                  </a:lnTo>
                  <a:cubicBezTo>
                    <a:pt x="724" y="959"/>
                    <a:pt x="1684" y="977"/>
                    <a:pt x="2712" y="977"/>
                  </a:cubicBezTo>
                  <a:cubicBezTo>
                    <a:pt x="5603" y="977"/>
                    <a:pt x="9026" y="837"/>
                    <a:pt x="9174" y="652"/>
                  </a:cubicBezTo>
                  <a:cubicBezTo>
                    <a:pt x="9374" y="402"/>
                    <a:pt x="7737" y="1"/>
                    <a:pt x="77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2" name="Google Shape;2622;p53"/>
            <p:cNvSpPr/>
            <p:nvPr/>
          </p:nvSpPr>
          <p:spPr>
            <a:xfrm>
              <a:off x="6517649" y="4652450"/>
              <a:ext cx="290277" cy="8589"/>
            </a:xfrm>
            <a:custGeom>
              <a:avLst/>
              <a:gdLst/>
              <a:ahLst/>
              <a:cxnLst/>
              <a:rect l="l" t="t" r="r" b="b"/>
              <a:pathLst>
                <a:path w="9057" h="268" extrusionOk="0">
                  <a:moveTo>
                    <a:pt x="8789" y="1"/>
                  </a:moveTo>
                  <a:lnTo>
                    <a:pt x="7804" y="51"/>
                  </a:lnTo>
                  <a:cubicBezTo>
                    <a:pt x="6968" y="84"/>
                    <a:pt x="5815" y="134"/>
                    <a:pt x="4529" y="168"/>
                  </a:cubicBezTo>
                  <a:cubicBezTo>
                    <a:pt x="3259" y="201"/>
                    <a:pt x="2106" y="218"/>
                    <a:pt x="1254" y="218"/>
                  </a:cubicBezTo>
                  <a:lnTo>
                    <a:pt x="268" y="218"/>
                  </a:lnTo>
                  <a:lnTo>
                    <a:pt x="1" y="235"/>
                  </a:lnTo>
                  <a:lnTo>
                    <a:pt x="268" y="251"/>
                  </a:lnTo>
                  <a:lnTo>
                    <a:pt x="1254" y="268"/>
                  </a:lnTo>
                  <a:cubicBezTo>
                    <a:pt x="2106" y="268"/>
                    <a:pt x="3259" y="268"/>
                    <a:pt x="4529" y="235"/>
                  </a:cubicBezTo>
                  <a:cubicBezTo>
                    <a:pt x="5815" y="201"/>
                    <a:pt x="6968" y="134"/>
                    <a:pt x="7804" y="101"/>
                  </a:cubicBezTo>
                  <a:cubicBezTo>
                    <a:pt x="8188" y="67"/>
                    <a:pt x="8522" y="51"/>
                    <a:pt x="8789" y="34"/>
                  </a:cubicBezTo>
                  <a:lnTo>
                    <a:pt x="905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3" name="Google Shape;2623;p53"/>
            <p:cNvSpPr/>
            <p:nvPr/>
          </p:nvSpPr>
          <p:spPr>
            <a:xfrm>
              <a:off x="6748985" y="4632098"/>
              <a:ext cx="17179" cy="26281"/>
            </a:xfrm>
            <a:custGeom>
              <a:avLst/>
              <a:gdLst/>
              <a:ahLst/>
              <a:cxnLst/>
              <a:rect l="l" t="t" r="r" b="b"/>
              <a:pathLst>
                <a:path w="536" h="820" extrusionOk="0">
                  <a:moveTo>
                    <a:pt x="535" y="1"/>
                  </a:moveTo>
                  <a:lnTo>
                    <a:pt x="535" y="1"/>
                  </a:lnTo>
                  <a:cubicBezTo>
                    <a:pt x="368" y="68"/>
                    <a:pt x="235" y="185"/>
                    <a:pt x="151" y="335"/>
                  </a:cubicBezTo>
                  <a:cubicBezTo>
                    <a:pt x="51" y="469"/>
                    <a:pt x="1" y="652"/>
                    <a:pt x="34" y="819"/>
                  </a:cubicBezTo>
                  <a:cubicBezTo>
                    <a:pt x="68" y="652"/>
                    <a:pt x="134" y="502"/>
                    <a:pt x="201" y="368"/>
                  </a:cubicBezTo>
                  <a:cubicBezTo>
                    <a:pt x="301" y="235"/>
                    <a:pt x="402" y="118"/>
                    <a:pt x="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4" name="Google Shape;2624;p53"/>
            <p:cNvSpPr/>
            <p:nvPr/>
          </p:nvSpPr>
          <p:spPr>
            <a:xfrm>
              <a:off x="6697032" y="4621394"/>
              <a:ext cx="10224" cy="13942"/>
            </a:xfrm>
            <a:custGeom>
              <a:avLst/>
              <a:gdLst/>
              <a:ahLst/>
              <a:cxnLst/>
              <a:rect l="l" t="t" r="r" b="b"/>
              <a:pathLst>
                <a:path w="319" h="435" extrusionOk="0">
                  <a:moveTo>
                    <a:pt x="302" y="1"/>
                  </a:moveTo>
                  <a:cubicBezTo>
                    <a:pt x="285" y="1"/>
                    <a:pt x="218" y="84"/>
                    <a:pt x="135" y="201"/>
                  </a:cubicBezTo>
                  <a:cubicBezTo>
                    <a:pt x="51" y="318"/>
                    <a:pt x="1" y="418"/>
                    <a:pt x="18" y="435"/>
                  </a:cubicBezTo>
                  <a:cubicBezTo>
                    <a:pt x="34" y="435"/>
                    <a:pt x="118" y="351"/>
                    <a:pt x="185" y="234"/>
                  </a:cubicBezTo>
                  <a:cubicBezTo>
                    <a:pt x="268" y="118"/>
                    <a:pt x="318" y="17"/>
                    <a:pt x="3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5" name="Google Shape;2625;p53"/>
            <p:cNvSpPr/>
            <p:nvPr/>
          </p:nvSpPr>
          <p:spPr>
            <a:xfrm>
              <a:off x="6683123" y="4619182"/>
              <a:ext cx="11282" cy="9743"/>
            </a:xfrm>
            <a:custGeom>
              <a:avLst/>
              <a:gdLst/>
              <a:ahLst/>
              <a:cxnLst/>
              <a:rect l="l" t="t" r="r" b="b"/>
              <a:pathLst>
                <a:path w="352" h="304" extrusionOk="0">
                  <a:moveTo>
                    <a:pt x="332" y="0"/>
                  </a:moveTo>
                  <a:cubicBezTo>
                    <a:pt x="317" y="0"/>
                    <a:pt x="241" y="60"/>
                    <a:pt x="151" y="120"/>
                  </a:cubicBezTo>
                  <a:cubicBezTo>
                    <a:pt x="67" y="203"/>
                    <a:pt x="1" y="287"/>
                    <a:pt x="17" y="303"/>
                  </a:cubicBezTo>
                  <a:cubicBezTo>
                    <a:pt x="17" y="303"/>
                    <a:pt x="101" y="253"/>
                    <a:pt x="201" y="170"/>
                  </a:cubicBezTo>
                  <a:cubicBezTo>
                    <a:pt x="285" y="86"/>
                    <a:pt x="351" y="19"/>
                    <a:pt x="335" y="3"/>
                  </a:cubicBezTo>
                  <a:cubicBezTo>
                    <a:pt x="335" y="1"/>
                    <a:pt x="334" y="0"/>
                    <a:pt x="3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6" name="Google Shape;2626;p53"/>
            <p:cNvSpPr/>
            <p:nvPr/>
          </p:nvSpPr>
          <p:spPr>
            <a:xfrm>
              <a:off x="6674021" y="4612548"/>
              <a:ext cx="18236" cy="1859"/>
            </a:xfrm>
            <a:custGeom>
              <a:avLst/>
              <a:gdLst/>
              <a:ahLst/>
              <a:cxnLst/>
              <a:rect l="l" t="t" r="r" b="b"/>
              <a:pathLst>
                <a:path w="569" h="58" extrusionOk="0">
                  <a:moveTo>
                    <a:pt x="285" y="1"/>
                  </a:moveTo>
                  <a:cubicBezTo>
                    <a:pt x="188" y="1"/>
                    <a:pt x="92" y="9"/>
                    <a:pt x="1" y="26"/>
                  </a:cubicBezTo>
                  <a:cubicBezTo>
                    <a:pt x="83" y="49"/>
                    <a:pt x="170" y="58"/>
                    <a:pt x="257" y="58"/>
                  </a:cubicBezTo>
                  <a:cubicBezTo>
                    <a:pt x="362" y="58"/>
                    <a:pt x="468" y="44"/>
                    <a:pt x="569" y="26"/>
                  </a:cubicBezTo>
                  <a:cubicBezTo>
                    <a:pt x="477" y="9"/>
                    <a:pt x="381" y="1"/>
                    <a:pt x="2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7" name="Google Shape;2627;p53"/>
            <p:cNvSpPr/>
            <p:nvPr/>
          </p:nvSpPr>
          <p:spPr>
            <a:xfrm>
              <a:off x="6670816" y="4602644"/>
              <a:ext cx="20384" cy="2917"/>
            </a:xfrm>
            <a:custGeom>
              <a:avLst/>
              <a:gdLst/>
              <a:ahLst/>
              <a:cxnLst/>
              <a:rect l="l" t="t" r="r" b="b"/>
              <a:pathLst>
                <a:path w="636" h="91" extrusionOk="0">
                  <a:moveTo>
                    <a:pt x="0" y="1"/>
                  </a:moveTo>
                  <a:cubicBezTo>
                    <a:pt x="84" y="68"/>
                    <a:pt x="201" y="84"/>
                    <a:pt x="318" y="84"/>
                  </a:cubicBezTo>
                  <a:cubicBezTo>
                    <a:pt x="343" y="88"/>
                    <a:pt x="369" y="91"/>
                    <a:pt x="396" y="91"/>
                  </a:cubicBezTo>
                  <a:cubicBezTo>
                    <a:pt x="475" y="91"/>
                    <a:pt x="560" y="72"/>
                    <a:pt x="635" y="34"/>
                  </a:cubicBezTo>
                  <a:cubicBezTo>
                    <a:pt x="535" y="17"/>
                    <a:pt x="418" y="17"/>
                    <a:pt x="318" y="17"/>
                  </a:cubicBezTo>
                  <a:cubicBezTo>
                    <a:pt x="217" y="1"/>
                    <a:pt x="101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8" name="Google Shape;2628;p53"/>
            <p:cNvSpPr/>
            <p:nvPr/>
          </p:nvSpPr>
          <p:spPr>
            <a:xfrm>
              <a:off x="6703474" y="4605785"/>
              <a:ext cx="32691" cy="17788"/>
            </a:xfrm>
            <a:custGeom>
              <a:avLst/>
              <a:gdLst/>
              <a:ahLst/>
              <a:cxnLst/>
              <a:rect l="l" t="t" r="r" b="b"/>
              <a:pathLst>
                <a:path w="1020" h="555" extrusionOk="0">
                  <a:moveTo>
                    <a:pt x="676" y="56"/>
                  </a:moveTo>
                  <a:cubicBezTo>
                    <a:pt x="758" y="56"/>
                    <a:pt x="842" y="74"/>
                    <a:pt x="919" y="103"/>
                  </a:cubicBezTo>
                  <a:cubicBezTo>
                    <a:pt x="970" y="137"/>
                    <a:pt x="953" y="204"/>
                    <a:pt x="886" y="237"/>
                  </a:cubicBezTo>
                  <a:cubicBezTo>
                    <a:pt x="819" y="270"/>
                    <a:pt x="769" y="304"/>
                    <a:pt x="686" y="320"/>
                  </a:cubicBezTo>
                  <a:cubicBezTo>
                    <a:pt x="569" y="354"/>
                    <a:pt x="452" y="387"/>
                    <a:pt x="335" y="421"/>
                  </a:cubicBezTo>
                  <a:cubicBezTo>
                    <a:pt x="233" y="438"/>
                    <a:pt x="149" y="446"/>
                    <a:pt x="91" y="452"/>
                  </a:cubicBezTo>
                  <a:lnTo>
                    <a:pt x="91" y="452"/>
                  </a:lnTo>
                  <a:cubicBezTo>
                    <a:pt x="120" y="388"/>
                    <a:pt x="157" y="325"/>
                    <a:pt x="201" y="270"/>
                  </a:cubicBezTo>
                  <a:cubicBezTo>
                    <a:pt x="285" y="187"/>
                    <a:pt x="385" y="120"/>
                    <a:pt x="502" y="87"/>
                  </a:cubicBezTo>
                  <a:cubicBezTo>
                    <a:pt x="558" y="66"/>
                    <a:pt x="617" y="56"/>
                    <a:pt x="676" y="56"/>
                  </a:cubicBezTo>
                  <a:close/>
                  <a:moveTo>
                    <a:pt x="690" y="1"/>
                  </a:moveTo>
                  <a:cubicBezTo>
                    <a:pt x="489" y="1"/>
                    <a:pt x="296" y="91"/>
                    <a:pt x="168" y="254"/>
                  </a:cubicBezTo>
                  <a:cubicBezTo>
                    <a:pt x="120" y="317"/>
                    <a:pt x="73" y="380"/>
                    <a:pt x="54" y="456"/>
                  </a:cubicBezTo>
                  <a:lnTo>
                    <a:pt x="54" y="456"/>
                  </a:lnTo>
                  <a:cubicBezTo>
                    <a:pt x="19" y="461"/>
                    <a:pt x="0" y="465"/>
                    <a:pt x="0" y="471"/>
                  </a:cubicBezTo>
                  <a:cubicBezTo>
                    <a:pt x="17" y="473"/>
                    <a:pt x="34" y="475"/>
                    <a:pt x="51" y="477"/>
                  </a:cubicBezTo>
                  <a:lnTo>
                    <a:pt x="51" y="477"/>
                  </a:lnTo>
                  <a:cubicBezTo>
                    <a:pt x="51" y="524"/>
                    <a:pt x="51" y="554"/>
                    <a:pt x="51" y="554"/>
                  </a:cubicBezTo>
                  <a:cubicBezTo>
                    <a:pt x="59" y="529"/>
                    <a:pt x="68" y="504"/>
                    <a:pt x="79" y="479"/>
                  </a:cubicBezTo>
                  <a:lnTo>
                    <a:pt x="79" y="479"/>
                  </a:lnTo>
                  <a:cubicBezTo>
                    <a:pt x="101" y="481"/>
                    <a:pt x="124" y="482"/>
                    <a:pt x="146" y="482"/>
                  </a:cubicBezTo>
                  <a:cubicBezTo>
                    <a:pt x="214" y="482"/>
                    <a:pt x="283" y="474"/>
                    <a:pt x="351" y="454"/>
                  </a:cubicBezTo>
                  <a:cubicBezTo>
                    <a:pt x="468" y="437"/>
                    <a:pt x="602" y="421"/>
                    <a:pt x="719" y="371"/>
                  </a:cubicBezTo>
                  <a:cubicBezTo>
                    <a:pt x="786" y="354"/>
                    <a:pt x="853" y="320"/>
                    <a:pt x="919" y="287"/>
                  </a:cubicBezTo>
                  <a:cubicBezTo>
                    <a:pt x="970" y="270"/>
                    <a:pt x="1003" y="220"/>
                    <a:pt x="1003" y="187"/>
                  </a:cubicBezTo>
                  <a:cubicBezTo>
                    <a:pt x="1020" y="137"/>
                    <a:pt x="1003" y="87"/>
                    <a:pt x="953" y="53"/>
                  </a:cubicBezTo>
                  <a:cubicBezTo>
                    <a:pt x="867" y="18"/>
                    <a:pt x="778" y="1"/>
                    <a:pt x="6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9" name="Google Shape;2629;p53"/>
            <p:cNvSpPr/>
            <p:nvPr/>
          </p:nvSpPr>
          <p:spPr>
            <a:xfrm>
              <a:off x="6690622" y="4601587"/>
              <a:ext cx="17179" cy="19839"/>
            </a:xfrm>
            <a:custGeom>
              <a:avLst/>
              <a:gdLst/>
              <a:ahLst/>
              <a:cxnLst/>
              <a:rect l="l" t="t" r="r" b="b"/>
              <a:pathLst>
                <a:path w="536" h="619" extrusionOk="0">
                  <a:moveTo>
                    <a:pt x="117" y="0"/>
                  </a:moveTo>
                  <a:cubicBezTo>
                    <a:pt x="51" y="0"/>
                    <a:pt x="0" y="84"/>
                    <a:pt x="17" y="151"/>
                  </a:cubicBezTo>
                  <a:cubicBezTo>
                    <a:pt x="17" y="201"/>
                    <a:pt x="51" y="251"/>
                    <a:pt x="84" y="284"/>
                  </a:cubicBezTo>
                  <a:cubicBezTo>
                    <a:pt x="134" y="368"/>
                    <a:pt x="184" y="435"/>
                    <a:pt x="251" y="485"/>
                  </a:cubicBezTo>
                  <a:cubicBezTo>
                    <a:pt x="301" y="535"/>
                    <a:pt x="385" y="585"/>
                    <a:pt x="452" y="619"/>
                  </a:cubicBezTo>
                  <a:cubicBezTo>
                    <a:pt x="468" y="602"/>
                    <a:pt x="385" y="552"/>
                    <a:pt x="285" y="451"/>
                  </a:cubicBezTo>
                  <a:cubicBezTo>
                    <a:pt x="234" y="401"/>
                    <a:pt x="168" y="335"/>
                    <a:pt x="134" y="268"/>
                  </a:cubicBezTo>
                  <a:cubicBezTo>
                    <a:pt x="84" y="201"/>
                    <a:pt x="51" y="67"/>
                    <a:pt x="134" y="50"/>
                  </a:cubicBezTo>
                  <a:cubicBezTo>
                    <a:pt x="218" y="67"/>
                    <a:pt x="318" y="117"/>
                    <a:pt x="368" y="184"/>
                  </a:cubicBezTo>
                  <a:cubicBezTo>
                    <a:pt x="418" y="251"/>
                    <a:pt x="452" y="318"/>
                    <a:pt x="468" y="401"/>
                  </a:cubicBezTo>
                  <a:cubicBezTo>
                    <a:pt x="485" y="468"/>
                    <a:pt x="485" y="535"/>
                    <a:pt x="485" y="619"/>
                  </a:cubicBezTo>
                  <a:cubicBezTo>
                    <a:pt x="535" y="552"/>
                    <a:pt x="535" y="468"/>
                    <a:pt x="518" y="385"/>
                  </a:cubicBezTo>
                  <a:cubicBezTo>
                    <a:pt x="502" y="301"/>
                    <a:pt x="468" y="218"/>
                    <a:pt x="418" y="151"/>
                  </a:cubicBezTo>
                  <a:cubicBezTo>
                    <a:pt x="351" y="50"/>
                    <a:pt x="234" y="0"/>
                    <a:pt x="1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0" name="Google Shape;2630;p53"/>
            <p:cNvSpPr/>
            <p:nvPr/>
          </p:nvSpPr>
          <p:spPr>
            <a:xfrm>
              <a:off x="6601716" y="4643188"/>
              <a:ext cx="51440" cy="2756"/>
            </a:xfrm>
            <a:custGeom>
              <a:avLst/>
              <a:gdLst/>
              <a:ahLst/>
              <a:cxnLst/>
              <a:rect l="l" t="t" r="r" b="b"/>
              <a:pathLst>
                <a:path w="1605" h="86" extrusionOk="0">
                  <a:moveTo>
                    <a:pt x="1563" y="1"/>
                  </a:moveTo>
                  <a:cubicBezTo>
                    <a:pt x="1455" y="1"/>
                    <a:pt x="1150" y="22"/>
                    <a:pt x="803" y="22"/>
                  </a:cubicBezTo>
                  <a:cubicBezTo>
                    <a:pt x="586" y="22"/>
                    <a:pt x="389" y="18"/>
                    <a:pt x="245" y="18"/>
                  </a:cubicBezTo>
                  <a:cubicBezTo>
                    <a:pt x="101" y="18"/>
                    <a:pt x="9" y="22"/>
                    <a:pt x="1" y="39"/>
                  </a:cubicBezTo>
                  <a:cubicBezTo>
                    <a:pt x="241" y="69"/>
                    <a:pt x="482" y="86"/>
                    <a:pt x="722" y="86"/>
                  </a:cubicBezTo>
                  <a:cubicBezTo>
                    <a:pt x="1016" y="86"/>
                    <a:pt x="1311" y="61"/>
                    <a:pt x="1605" y="6"/>
                  </a:cubicBezTo>
                  <a:cubicBezTo>
                    <a:pt x="1605" y="2"/>
                    <a:pt x="1590" y="1"/>
                    <a:pt x="156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1" name="Google Shape;2631;p53"/>
            <p:cNvSpPr/>
            <p:nvPr/>
          </p:nvSpPr>
          <p:spPr>
            <a:xfrm>
              <a:off x="6567454" y="4644854"/>
              <a:ext cx="5929" cy="9230"/>
            </a:xfrm>
            <a:custGeom>
              <a:avLst/>
              <a:gdLst/>
              <a:ahLst/>
              <a:cxnLst/>
              <a:rect l="l" t="t" r="r" b="b"/>
              <a:pathLst>
                <a:path w="185" h="288" extrusionOk="0">
                  <a:moveTo>
                    <a:pt x="9" y="1"/>
                  </a:moveTo>
                  <a:cubicBezTo>
                    <a:pt x="6" y="1"/>
                    <a:pt x="3" y="2"/>
                    <a:pt x="1" y="4"/>
                  </a:cubicBezTo>
                  <a:lnTo>
                    <a:pt x="17" y="4"/>
                  </a:lnTo>
                  <a:cubicBezTo>
                    <a:pt x="1" y="20"/>
                    <a:pt x="34" y="71"/>
                    <a:pt x="84" y="154"/>
                  </a:cubicBezTo>
                  <a:cubicBezTo>
                    <a:pt x="117" y="221"/>
                    <a:pt x="134" y="288"/>
                    <a:pt x="151" y="288"/>
                  </a:cubicBezTo>
                  <a:cubicBezTo>
                    <a:pt x="184" y="288"/>
                    <a:pt x="184" y="204"/>
                    <a:pt x="134" y="121"/>
                  </a:cubicBezTo>
                  <a:cubicBezTo>
                    <a:pt x="91" y="48"/>
                    <a:pt x="34" y="1"/>
                    <a:pt x="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2" name="Google Shape;2632;p53"/>
            <p:cNvSpPr/>
            <p:nvPr/>
          </p:nvSpPr>
          <p:spPr>
            <a:xfrm>
              <a:off x="6554057" y="4630368"/>
              <a:ext cx="7532" cy="6186"/>
            </a:xfrm>
            <a:custGeom>
              <a:avLst/>
              <a:gdLst/>
              <a:ahLst/>
              <a:cxnLst/>
              <a:rect l="l" t="t" r="r" b="b"/>
              <a:pathLst>
                <a:path w="235" h="193" extrusionOk="0">
                  <a:moveTo>
                    <a:pt x="23" y="0"/>
                  </a:moveTo>
                  <a:cubicBezTo>
                    <a:pt x="20" y="0"/>
                    <a:pt x="18" y="2"/>
                    <a:pt x="18" y="5"/>
                  </a:cubicBezTo>
                  <a:cubicBezTo>
                    <a:pt x="1" y="21"/>
                    <a:pt x="34" y="71"/>
                    <a:pt x="84" y="122"/>
                  </a:cubicBezTo>
                  <a:cubicBezTo>
                    <a:pt x="139" y="163"/>
                    <a:pt x="183" y="193"/>
                    <a:pt x="206" y="193"/>
                  </a:cubicBezTo>
                  <a:cubicBezTo>
                    <a:pt x="211" y="193"/>
                    <a:pt x="215" y="191"/>
                    <a:pt x="218" y="188"/>
                  </a:cubicBezTo>
                  <a:cubicBezTo>
                    <a:pt x="235" y="172"/>
                    <a:pt x="201" y="122"/>
                    <a:pt x="134" y="71"/>
                  </a:cubicBezTo>
                  <a:cubicBezTo>
                    <a:pt x="93" y="30"/>
                    <a:pt x="41" y="0"/>
                    <a:pt x="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3" name="Google Shape;2633;p53"/>
            <p:cNvSpPr/>
            <p:nvPr/>
          </p:nvSpPr>
          <p:spPr>
            <a:xfrm>
              <a:off x="6535500" y="4623092"/>
              <a:ext cx="10576" cy="3846"/>
            </a:xfrm>
            <a:custGeom>
              <a:avLst/>
              <a:gdLst/>
              <a:ahLst/>
              <a:cxnLst/>
              <a:rect l="l" t="t" r="r" b="b"/>
              <a:pathLst>
                <a:path w="330" h="120" extrusionOk="0">
                  <a:moveTo>
                    <a:pt x="93" y="0"/>
                  </a:moveTo>
                  <a:cubicBezTo>
                    <a:pt x="36" y="0"/>
                    <a:pt x="0" y="20"/>
                    <a:pt x="12" y="31"/>
                  </a:cubicBezTo>
                  <a:cubicBezTo>
                    <a:pt x="12" y="48"/>
                    <a:pt x="79" y="48"/>
                    <a:pt x="162" y="65"/>
                  </a:cubicBezTo>
                  <a:cubicBezTo>
                    <a:pt x="230" y="92"/>
                    <a:pt x="276" y="119"/>
                    <a:pt x="300" y="119"/>
                  </a:cubicBezTo>
                  <a:cubicBezTo>
                    <a:pt x="305" y="119"/>
                    <a:pt x="309" y="118"/>
                    <a:pt x="312" y="115"/>
                  </a:cubicBezTo>
                  <a:cubicBezTo>
                    <a:pt x="329" y="115"/>
                    <a:pt x="279" y="48"/>
                    <a:pt x="179" y="14"/>
                  </a:cubicBezTo>
                  <a:cubicBezTo>
                    <a:pt x="148" y="4"/>
                    <a:pt x="118" y="0"/>
                    <a:pt x="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4" name="Google Shape;2634;p53"/>
            <p:cNvSpPr/>
            <p:nvPr/>
          </p:nvSpPr>
          <p:spPr>
            <a:xfrm>
              <a:off x="6522456" y="4621009"/>
              <a:ext cx="5416" cy="2436"/>
            </a:xfrm>
            <a:custGeom>
              <a:avLst/>
              <a:gdLst/>
              <a:ahLst/>
              <a:cxnLst/>
              <a:rect l="l" t="t" r="r" b="b"/>
              <a:pathLst>
                <a:path w="169" h="76" extrusionOk="0">
                  <a:moveTo>
                    <a:pt x="32" y="0"/>
                  </a:moveTo>
                  <a:cubicBezTo>
                    <a:pt x="14" y="0"/>
                    <a:pt x="1" y="4"/>
                    <a:pt x="1" y="13"/>
                  </a:cubicBezTo>
                  <a:cubicBezTo>
                    <a:pt x="1" y="29"/>
                    <a:pt x="34" y="46"/>
                    <a:pt x="68" y="63"/>
                  </a:cubicBezTo>
                  <a:cubicBezTo>
                    <a:pt x="93" y="71"/>
                    <a:pt x="118" y="75"/>
                    <a:pt x="137" y="75"/>
                  </a:cubicBezTo>
                  <a:cubicBezTo>
                    <a:pt x="156" y="75"/>
                    <a:pt x="168" y="71"/>
                    <a:pt x="168" y="63"/>
                  </a:cubicBezTo>
                  <a:cubicBezTo>
                    <a:pt x="168" y="46"/>
                    <a:pt x="135" y="13"/>
                    <a:pt x="101" y="13"/>
                  </a:cubicBezTo>
                  <a:cubicBezTo>
                    <a:pt x="76" y="4"/>
                    <a:pt x="51" y="0"/>
                    <a:pt x="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5" name="Google Shape;2635;p53"/>
            <p:cNvSpPr/>
            <p:nvPr/>
          </p:nvSpPr>
          <p:spPr>
            <a:xfrm>
              <a:off x="5657619" y="1979736"/>
              <a:ext cx="728881" cy="1056592"/>
            </a:xfrm>
            <a:custGeom>
              <a:avLst/>
              <a:gdLst/>
              <a:ahLst/>
              <a:cxnLst/>
              <a:rect l="l" t="t" r="r" b="b"/>
              <a:pathLst>
                <a:path w="22742" h="32967" extrusionOk="0">
                  <a:moveTo>
                    <a:pt x="20151" y="0"/>
                  </a:moveTo>
                  <a:lnTo>
                    <a:pt x="16910" y="8388"/>
                  </a:lnTo>
                  <a:cubicBezTo>
                    <a:pt x="16592" y="8288"/>
                    <a:pt x="16275" y="8221"/>
                    <a:pt x="15957" y="8188"/>
                  </a:cubicBezTo>
                  <a:lnTo>
                    <a:pt x="9341" y="8137"/>
                  </a:lnTo>
                  <a:cubicBezTo>
                    <a:pt x="9341" y="8137"/>
                    <a:pt x="4729" y="5464"/>
                    <a:pt x="4829" y="5230"/>
                  </a:cubicBezTo>
                  <a:lnTo>
                    <a:pt x="4829" y="5230"/>
                  </a:lnTo>
                  <a:lnTo>
                    <a:pt x="1" y="9574"/>
                  </a:lnTo>
                  <a:lnTo>
                    <a:pt x="4863" y="15890"/>
                  </a:lnTo>
                  <a:lnTo>
                    <a:pt x="7536" y="25047"/>
                  </a:lnTo>
                  <a:cubicBezTo>
                    <a:pt x="7536" y="25047"/>
                    <a:pt x="5347" y="29925"/>
                    <a:pt x="5347" y="32966"/>
                  </a:cubicBezTo>
                  <a:lnTo>
                    <a:pt x="22039" y="30995"/>
                  </a:lnTo>
                  <a:cubicBezTo>
                    <a:pt x="22039" y="30995"/>
                    <a:pt x="21755" y="27302"/>
                    <a:pt x="18664" y="22975"/>
                  </a:cubicBezTo>
                  <a:lnTo>
                    <a:pt x="20151" y="15239"/>
                  </a:lnTo>
                  <a:cubicBezTo>
                    <a:pt x="21321" y="12164"/>
                    <a:pt x="21956" y="13468"/>
                    <a:pt x="22474" y="8188"/>
                  </a:cubicBezTo>
                  <a:cubicBezTo>
                    <a:pt x="22741" y="5264"/>
                    <a:pt x="21922" y="2340"/>
                    <a:pt x="20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6" name="Google Shape;2636;p53"/>
            <p:cNvSpPr/>
            <p:nvPr/>
          </p:nvSpPr>
          <p:spPr>
            <a:xfrm>
              <a:off x="5907705" y="2686054"/>
              <a:ext cx="101791" cy="27883"/>
            </a:xfrm>
            <a:custGeom>
              <a:avLst/>
              <a:gdLst/>
              <a:ahLst/>
              <a:cxnLst/>
              <a:rect l="l" t="t" r="r" b="b"/>
              <a:pathLst>
                <a:path w="3176" h="870" extrusionOk="0">
                  <a:moveTo>
                    <a:pt x="3171" y="0"/>
                  </a:moveTo>
                  <a:cubicBezTo>
                    <a:pt x="3134" y="0"/>
                    <a:pt x="3032" y="194"/>
                    <a:pt x="2791" y="419"/>
                  </a:cubicBezTo>
                  <a:cubicBezTo>
                    <a:pt x="2641" y="552"/>
                    <a:pt x="2457" y="619"/>
                    <a:pt x="2273" y="636"/>
                  </a:cubicBezTo>
                  <a:cubicBezTo>
                    <a:pt x="2263" y="637"/>
                    <a:pt x="2253" y="637"/>
                    <a:pt x="2243" y="637"/>
                  </a:cubicBezTo>
                  <a:cubicBezTo>
                    <a:pt x="2037" y="637"/>
                    <a:pt x="1845" y="478"/>
                    <a:pt x="1638" y="318"/>
                  </a:cubicBezTo>
                  <a:cubicBezTo>
                    <a:pt x="1442" y="168"/>
                    <a:pt x="1206" y="99"/>
                    <a:pt x="953" y="99"/>
                  </a:cubicBezTo>
                  <a:cubicBezTo>
                    <a:pt x="925" y="99"/>
                    <a:pt x="898" y="100"/>
                    <a:pt x="869" y="101"/>
                  </a:cubicBezTo>
                  <a:cubicBezTo>
                    <a:pt x="652" y="135"/>
                    <a:pt x="452" y="218"/>
                    <a:pt x="285" y="369"/>
                  </a:cubicBezTo>
                  <a:cubicBezTo>
                    <a:pt x="118" y="486"/>
                    <a:pt x="17" y="669"/>
                    <a:pt x="1" y="870"/>
                  </a:cubicBezTo>
                  <a:cubicBezTo>
                    <a:pt x="84" y="719"/>
                    <a:pt x="201" y="569"/>
                    <a:pt x="351" y="452"/>
                  </a:cubicBezTo>
                  <a:cubicBezTo>
                    <a:pt x="502" y="318"/>
                    <a:pt x="686" y="252"/>
                    <a:pt x="886" y="235"/>
                  </a:cubicBezTo>
                  <a:cubicBezTo>
                    <a:pt x="910" y="233"/>
                    <a:pt x="933" y="232"/>
                    <a:pt x="957" y="232"/>
                  </a:cubicBezTo>
                  <a:cubicBezTo>
                    <a:pt x="1169" y="232"/>
                    <a:pt x="1389" y="300"/>
                    <a:pt x="1554" y="435"/>
                  </a:cubicBezTo>
                  <a:cubicBezTo>
                    <a:pt x="1655" y="519"/>
                    <a:pt x="1772" y="602"/>
                    <a:pt x="1889" y="669"/>
                  </a:cubicBezTo>
                  <a:cubicBezTo>
                    <a:pt x="2006" y="736"/>
                    <a:pt x="2139" y="770"/>
                    <a:pt x="2273" y="770"/>
                  </a:cubicBezTo>
                  <a:cubicBezTo>
                    <a:pt x="2490" y="753"/>
                    <a:pt x="2707" y="653"/>
                    <a:pt x="2858" y="486"/>
                  </a:cubicBezTo>
                  <a:cubicBezTo>
                    <a:pt x="2958" y="385"/>
                    <a:pt x="3042" y="268"/>
                    <a:pt x="3108" y="151"/>
                  </a:cubicBezTo>
                  <a:cubicBezTo>
                    <a:pt x="3158" y="51"/>
                    <a:pt x="3175" y="1"/>
                    <a:pt x="3175" y="1"/>
                  </a:cubicBezTo>
                  <a:cubicBezTo>
                    <a:pt x="3174" y="0"/>
                    <a:pt x="3172" y="0"/>
                    <a:pt x="317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7" name="Google Shape;2637;p53"/>
            <p:cNvSpPr/>
            <p:nvPr/>
          </p:nvSpPr>
          <p:spPr>
            <a:xfrm>
              <a:off x="6172246" y="2852041"/>
              <a:ext cx="102304" cy="27916"/>
            </a:xfrm>
            <a:custGeom>
              <a:avLst/>
              <a:gdLst/>
              <a:ahLst/>
              <a:cxnLst/>
              <a:rect l="l" t="t" r="r" b="b"/>
              <a:pathLst>
                <a:path w="3192" h="871" extrusionOk="0">
                  <a:moveTo>
                    <a:pt x="3173" y="1"/>
                  </a:moveTo>
                  <a:cubicBezTo>
                    <a:pt x="3149" y="1"/>
                    <a:pt x="3032" y="195"/>
                    <a:pt x="2791" y="419"/>
                  </a:cubicBezTo>
                  <a:cubicBezTo>
                    <a:pt x="2657" y="536"/>
                    <a:pt x="2473" y="620"/>
                    <a:pt x="2273" y="637"/>
                  </a:cubicBezTo>
                  <a:cubicBezTo>
                    <a:pt x="2263" y="637"/>
                    <a:pt x="2253" y="638"/>
                    <a:pt x="2243" y="638"/>
                  </a:cubicBezTo>
                  <a:cubicBezTo>
                    <a:pt x="2039" y="638"/>
                    <a:pt x="1862" y="478"/>
                    <a:pt x="1655" y="319"/>
                  </a:cubicBezTo>
                  <a:cubicBezTo>
                    <a:pt x="1444" y="169"/>
                    <a:pt x="1206" y="99"/>
                    <a:pt x="966" y="99"/>
                  </a:cubicBezTo>
                  <a:cubicBezTo>
                    <a:pt x="939" y="99"/>
                    <a:pt x="913" y="100"/>
                    <a:pt x="886" y="102"/>
                  </a:cubicBezTo>
                  <a:cubicBezTo>
                    <a:pt x="669" y="119"/>
                    <a:pt x="452" y="219"/>
                    <a:pt x="285" y="369"/>
                  </a:cubicBezTo>
                  <a:cubicBezTo>
                    <a:pt x="134" y="486"/>
                    <a:pt x="17" y="670"/>
                    <a:pt x="1" y="870"/>
                  </a:cubicBezTo>
                  <a:cubicBezTo>
                    <a:pt x="101" y="703"/>
                    <a:pt x="218" y="570"/>
                    <a:pt x="351" y="436"/>
                  </a:cubicBezTo>
                  <a:cubicBezTo>
                    <a:pt x="502" y="319"/>
                    <a:pt x="702" y="252"/>
                    <a:pt x="886" y="236"/>
                  </a:cubicBezTo>
                  <a:cubicBezTo>
                    <a:pt x="911" y="234"/>
                    <a:pt x="936" y="233"/>
                    <a:pt x="961" y="233"/>
                  </a:cubicBezTo>
                  <a:cubicBezTo>
                    <a:pt x="1183" y="233"/>
                    <a:pt x="1391" y="301"/>
                    <a:pt x="1571" y="436"/>
                  </a:cubicBezTo>
                  <a:cubicBezTo>
                    <a:pt x="1671" y="520"/>
                    <a:pt x="1772" y="586"/>
                    <a:pt x="1889" y="670"/>
                  </a:cubicBezTo>
                  <a:cubicBezTo>
                    <a:pt x="2006" y="737"/>
                    <a:pt x="2139" y="770"/>
                    <a:pt x="2273" y="770"/>
                  </a:cubicBezTo>
                  <a:cubicBezTo>
                    <a:pt x="2507" y="754"/>
                    <a:pt x="2707" y="653"/>
                    <a:pt x="2858" y="486"/>
                  </a:cubicBezTo>
                  <a:cubicBezTo>
                    <a:pt x="2958" y="386"/>
                    <a:pt x="3058" y="269"/>
                    <a:pt x="3125" y="135"/>
                  </a:cubicBezTo>
                  <a:cubicBezTo>
                    <a:pt x="3159" y="52"/>
                    <a:pt x="3192" y="2"/>
                    <a:pt x="3175" y="2"/>
                  </a:cubicBezTo>
                  <a:cubicBezTo>
                    <a:pt x="3175" y="1"/>
                    <a:pt x="3174" y="1"/>
                    <a:pt x="317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8" name="Google Shape;2638;p53"/>
            <p:cNvSpPr/>
            <p:nvPr/>
          </p:nvSpPr>
          <p:spPr>
            <a:xfrm>
              <a:off x="6079621" y="2590065"/>
              <a:ext cx="39646" cy="105188"/>
            </a:xfrm>
            <a:custGeom>
              <a:avLst/>
              <a:gdLst/>
              <a:ahLst/>
              <a:cxnLst/>
              <a:rect l="l" t="t" r="r" b="b"/>
              <a:pathLst>
                <a:path w="1237" h="3282" extrusionOk="0">
                  <a:moveTo>
                    <a:pt x="762" y="1"/>
                  </a:moveTo>
                  <a:cubicBezTo>
                    <a:pt x="758" y="1"/>
                    <a:pt x="755" y="2"/>
                    <a:pt x="752" y="5"/>
                  </a:cubicBezTo>
                  <a:cubicBezTo>
                    <a:pt x="735" y="5"/>
                    <a:pt x="886" y="189"/>
                    <a:pt x="1019" y="506"/>
                  </a:cubicBezTo>
                  <a:cubicBezTo>
                    <a:pt x="1086" y="673"/>
                    <a:pt x="1103" y="874"/>
                    <a:pt x="1036" y="1058"/>
                  </a:cubicBezTo>
                  <a:cubicBezTo>
                    <a:pt x="986" y="1275"/>
                    <a:pt x="752" y="1392"/>
                    <a:pt x="518" y="1542"/>
                  </a:cubicBezTo>
                  <a:cubicBezTo>
                    <a:pt x="301" y="1693"/>
                    <a:pt x="134" y="1927"/>
                    <a:pt x="67" y="2194"/>
                  </a:cubicBezTo>
                  <a:cubicBezTo>
                    <a:pt x="0" y="2394"/>
                    <a:pt x="17" y="2628"/>
                    <a:pt x="100" y="2829"/>
                  </a:cubicBezTo>
                  <a:cubicBezTo>
                    <a:pt x="241" y="3158"/>
                    <a:pt x="442" y="3282"/>
                    <a:pt x="465" y="3282"/>
                  </a:cubicBezTo>
                  <a:cubicBezTo>
                    <a:pt x="467" y="3282"/>
                    <a:pt x="468" y="3281"/>
                    <a:pt x="468" y="3280"/>
                  </a:cubicBezTo>
                  <a:cubicBezTo>
                    <a:pt x="351" y="3130"/>
                    <a:pt x="267" y="2979"/>
                    <a:pt x="201" y="2795"/>
                  </a:cubicBezTo>
                  <a:cubicBezTo>
                    <a:pt x="134" y="2612"/>
                    <a:pt x="134" y="2411"/>
                    <a:pt x="184" y="2227"/>
                  </a:cubicBezTo>
                  <a:cubicBezTo>
                    <a:pt x="251" y="1993"/>
                    <a:pt x="401" y="1793"/>
                    <a:pt x="602" y="1659"/>
                  </a:cubicBezTo>
                  <a:cubicBezTo>
                    <a:pt x="718" y="1592"/>
                    <a:pt x="835" y="1509"/>
                    <a:pt x="936" y="1442"/>
                  </a:cubicBezTo>
                  <a:cubicBezTo>
                    <a:pt x="1053" y="1359"/>
                    <a:pt x="1119" y="1242"/>
                    <a:pt x="1170" y="1108"/>
                  </a:cubicBezTo>
                  <a:cubicBezTo>
                    <a:pt x="1236" y="891"/>
                    <a:pt x="1203" y="657"/>
                    <a:pt x="1103" y="456"/>
                  </a:cubicBezTo>
                  <a:cubicBezTo>
                    <a:pt x="1053" y="323"/>
                    <a:pt x="969" y="206"/>
                    <a:pt x="869" y="105"/>
                  </a:cubicBezTo>
                  <a:cubicBezTo>
                    <a:pt x="813" y="36"/>
                    <a:pt x="781" y="1"/>
                    <a:pt x="76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9" name="Google Shape;2639;p53"/>
            <p:cNvSpPr/>
            <p:nvPr/>
          </p:nvSpPr>
          <p:spPr>
            <a:xfrm>
              <a:off x="6129940" y="2762109"/>
              <a:ext cx="85702" cy="64837"/>
            </a:xfrm>
            <a:custGeom>
              <a:avLst/>
              <a:gdLst/>
              <a:ahLst/>
              <a:cxnLst/>
              <a:rect l="l" t="t" r="r" b="b"/>
              <a:pathLst>
                <a:path w="2674" h="2023" extrusionOk="0">
                  <a:moveTo>
                    <a:pt x="2624" y="1"/>
                  </a:moveTo>
                  <a:lnTo>
                    <a:pt x="2624" y="1"/>
                  </a:lnTo>
                  <a:cubicBezTo>
                    <a:pt x="2590" y="184"/>
                    <a:pt x="2540" y="368"/>
                    <a:pt x="2457" y="535"/>
                  </a:cubicBezTo>
                  <a:cubicBezTo>
                    <a:pt x="2357" y="702"/>
                    <a:pt x="2206" y="853"/>
                    <a:pt x="2039" y="936"/>
                  </a:cubicBezTo>
                  <a:cubicBezTo>
                    <a:pt x="1899" y="1001"/>
                    <a:pt x="1745" y="1038"/>
                    <a:pt x="1590" y="1038"/>
                  </a:cubicBezTo>
                  <a:cubicBezTo>
                    <a:pt x="1505" y="1038"/>
                    <a:pt x="1420" y="1027"/>
                    <a:pt x="1337" y="1003"/>
                  </a:cubicBezTo>
                  <a:cubicBezTo>
                    <a:pt x="1204" y="970"/>
                    <a:pt x="1087" y="936"/>
                    <a:pt x="953" y="920"/>
                  </a:cubicBezTo>
                  <a:cubicBezTo>
                    <a:pt x="908" y="908"/>
                    <a:pt x="862" y="903"/>
                    <a:pt x="816" y="903"/>
                  </a:cubicBezTo>
                  <a:cubicBezTo>
                    <a:pt x="723" y="903"/>
                    <a:pt x="630" y="925"/>
                    <a:pt x="552" y="970"/>
                  </a:cubicBezTo>
                  <a:cubicBezTo>
                    <a:pt x="351" y="1070"/>
                    <a:pt x="201" y="1237"/>
                    <a:pt x="118" y="1438"/>
                  </a:cubicBezTo>
                  <a:cubicBezTo>
                    <a:pt x="51" y="1571"/>
                    <a:pt x="17" y="1722"/>
                    <a:pt x="17" y="1855"/>
                  </a:cubicBezTo>
                  <a:cubicBezTo>
                    <a:pt x="1" y="1955"/>
                    <a:pt x="1" y="2022"/>
                    <a:pt x="17" y="2022"/>
                  </a:cubicBezTo>
                  <a:cubicBezTo>
                    <a:pt x="34" y="2022"/>
                    <a:pt x="67" y="1805"/>
                    <a:pt x="201" y="1488"/>
                  </a:cubicBezTo>
                  <a:cubicBezTo>
                    <a:pt x="285" y="1304"/>
                    <a:pt x="435" y="1170"/>
                    <a:pt x="602" y="1087"/>
                  </a:cubicBezTo>
                  <a:cubicBezTo>
                    <a:pt x="669" y="1053"/>
                    <a:pt x="740" y="1040"/>
                    <a:pt x="814" y="1040"/>
                  </a:cubicBezTo>
                  <a:cubicBezTo>
                    <a:pt x="962" y="1040"/>
                    <a:pt x="1126" y="1092"/>
                    <a:pt x="1304" y="1137"/>
                  </a:cubicBezTo>
                  <a:cubicBezTo>
                    <a:pt x="1396" y="1160"/>
                    <a:pt x="1489" y="1171"/>
                    <a:pt x="1582" y="1171"/>
                  </a:cubicBezTo>
                  <a:cubicBezTo>
                    <a:pt x="1760" y="1171"/>
                    <a:pt x="1936" y="1130"/>
                    <a:pt x="2089" y="1053"/>
                  </a:cubicBezTo>
                  <a:cubicBezTo>
                    <a:pt x="2290" y="953"/>
                    <a:pt x="2440" y="786"/>
                    <a:pt x="2540" y="585"/>
                  </a:cubicBezTo>
                  <a:cubicBezTo>
                    <a:pt x="2641" y="418"/>
                    <a:pt x="2674" y="201"/>
                    <a:pt x="262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0" name="Google Shape;2640;p53"/>
            <p:cNvSpPr/>
            <p:nvPr/>
          </p:nvSpPr>
          <p:spPr>
            <a:xfrm>
              <a:off x="6163688" y="2934987"/>
              <a:ext cx="106053" cy="30223"/>
            </a:xfrm>
            <a:custGeom>
              <a:avLst/>
              <a:gdLst/>
              <a:ahLst/>
              <a:cxnLst/>
              <a:rect l="l" t="t" r="r" b="b"/>
              <a:pathLst>
                <a:path w="3309" h="943" extrusionOk="0">
                  <a:moveTo>
                    <a:pt x="967" y="0"/>
                  </a:moveTo>
                  <a:cubicBezTo>
                    <a:pt x="766" y="0"/>
                    <a:pt x="579" y="53"/>
                    <a:pt x="418" y="171"/>
                  </a:cubicBezTo>
                  <a:cubicBezTo>
                    <a:pt x="301" y="237"/>
                    <a:pt x="184" y="338"/>
                    <a:pt x="101" y="455"/>
                  </a:cubicBezTo>
                  <a:cubicBezTo>
                    <a:pt x="34" y="538"/>
                    <a:pt x="0" y="572"/>
                    <a:pt x="17" y="588"/>
                  </a:cubicBezTo>
                  <a:cubicBezTo>
                    <a:pt x="18" y="589"/>
                    <a:pt x="19" y="589"/>
                    <a:pt x="20" y="589"/>
                  </a:cubicBezTo>
                  <a:cubicBezTo>
                    <a:pt x="47" y="589"/>
                    <a:pt x="196" y="414"/>
                    <a:pt x="468" y="254"/>
                  </a:cubicBezTo>
                  <a:cubicBezTo>
                    <a:pt x="600" y="175"/>
                    <a:pt x="753" y="127"/>
                    <a:pt x="903" y="127"/>
                  </a:cubicBezTo>
                  <a:cubicBezTo>
                    <a:pt x="942" y="127"/>
                    <a:pt x="981" y="130"/>
                    <a:pt x="1019" y="137"/>
                  </a:cubicBezTo>
                  <a:cubicBezTo>
                    <a:pt x="1237" y="171"/>
                    <a:pt x="1387" y="371"/>
                    <a:pt x="1571" y="572"/>
                  </a:cubicBezTo>
                  <a:cubicBezTo>
                    <a:pt x="1755" y="772"/>
                    <a:pt x="2005" y="906"/>
                    <a:pt x="2289" y="939"/>
                  </a:cubicBezTo>
                  <a:cubicBezTo>
                    <a:pt x="2316" y="941"/>
                    <a:pt x="2344" y="942"/>
                    <a:pt x="2371" y="942"/>
                  </a:cubicBezTo>
                  <a:cubicBezTo>
                    <a:pt x="2561" y="942"/>
                    <a:pt x="2749" y="891"/>
                    <a:pt x="2924" y="789"/>
                  </a:cubicBezTo>
                  <a:cubicBezTo>
                    <a:pt x="3242" y="588"/>
                    <a:pt x="3309" y="354"/>
                    <a:pt x="3292" y="354"/>
                  </a:cubicBezTo>
                  <a:lnTo>
                    <a:pt x="3292" y="354"/>
                  </a:lnTo>
                  <a:cubicBezTo>
                    <a:pt x="3175" y="488"/>
                    <a:pt x="3025" y="605"/>
                    <a:pt x="2874" y="705"/>
                  </a:cubicBezTo>
                  <a:cubicBezTo>
                    <a:pt x="2721" y="775"/>
                    <a:pt x="2556" y="810"/>
                    <a:pt x="2399" y="810"/>
                  </a:cubicBezTo>
                  <a:cubicBezTo>
                    <a:pt x="2368" y="810"/>
                    <a:pt x="2337" y="808"/>
                    <a:pt x="2306" y="805"/>
                  </a:cubicBezTo>
                  <a:cubicBezTo>
                    <a:pt x="2055" y="772"/>
                    <a:pt x="1838" y="655"/>
                    <a:pt x="1688" y="471"/>
                  </a:cubicBezTo>
                  <a:cubicBezTo>
                    <a:pt x="1588" y="371"/>
                    <a:pt x="1504" y="271"/>
                    <a:pt x="1404" y="187"/>
                  </a:cubicBezTo>
                  <a:cubicBezTo>
                    <a:pt x="1304" y="87"/>
                    <a:pt x="1187" y="37"/>
                    <a:pt x="1053" y="3"/>
                  </a:cubicBezTo>
                  <a:cubicBezTo>
                    <a:pt x="1024" y="1"/>
                    <a:pt x="996" y="0"/>
                    <a:pt x="96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1" name="Google Shape;2641;p53"/>
            <p:cNvSpPr/>
            <p:nvPr/>
          </p:nvSpPr>
          <p:spPr>
            <a:xfrm>
              <a:off x="5875591" y="2950755"/>
              <a:ext cx="103906" cy="42979"/>
            </a:xfrm>
            <a:custGeom>
              <a:avLst/>
              <a:gdLst/>
              <a:ahLst/>
              <a:cxnLst/>
              <a:rect l="l" t="t" r="r" b="b"/>
              <a:pathLst>
                <a:path w="3242" h="1341" extrusionOk="0">
                  <a:moveTo>
                    <a:pt x="821" y="0"/>
                  </a:moveTo>
                  <a:cubicBezTo>
                    <a:pt x="710" y="0"/>
                    <a:pt x="602" y="21"/>
                    <a:pt x="501" y="63"/>
                  </a:cubicBezTo>
                  <a:cubicBezTo>
                    <a:pt x="368" y="96"/>
                    <a:pt x="234" y="163"/>
                    <a:pt x="117" y="247"/>
                  </a:cubicBezTo>
                  <a:cubicBezTo>
                    <a:pt x="33" y="313"/>
                    <a:pt x="0" y="347"/>
                    <a:pt x="0" y="364"/>
                  </a:cubicBezTo>
                  <a:cubicBezTo>
                    <a:pt x="1" y="365"/>
                    <a:pt x="3" y="365"/>
                    <a:pt x="5" y="365"/>
                  </a:cubicBezTo>
                  <a:cubicBezTo>
                    <a:pt x="38" y="365"/>
                    <a:pt x="220" y="241"/>
                    <a:pt x="535" y="146"/>
                  </a:cubicBezTo>
                  <a:cubicBezTo>
                    <a:pt x="607" y="127"/>
                    <a:pt x="682" y="117"/>
                    <a:pt x="758" y="117"/>
                  </a:cubicBezTo>
                  <a:cubicBezTo>
                    <a:pt x="874" y="117"/>
                    <a:pt x="992" y="139"/>
                    <a:pt x="1103" y="180"/>
                  </a:cubicBezTo>
                  <a:cubicBezTo>
                    <a:pt x="1303" y="263"/>
                    <a:pt x="1387" y="497"/>
                    <a:pt x="1521" y="748"/>
                  </a:cubicBezTo>
                  <a:cubicBezTo>
                    <a:pt x="1637" y="982"/>
                    <a:pt x="1855" y="1182"/>
                    <a:pt x="2105" y="1266"/>
                  </a:cubicBezTo>
                  <a:cubicBezTo>
                    <a:pt x="2232" y="1315"/>
                    <a:pt x="2358" y="1340"/>
                    <a:pt x="2485" y="1340"/>
                  </a:cubicBezTo>
                  <a:cubicBezTo>
                    <a:pt x="2576" y="1340"/>
                    <a:pt x="2666" y="1327"/>
                    <a:pt x="2757" y="1299"/>
                  </a:cubicBezTo>
                  <a:cubicBezTo>
                    <a:pt x="2957" y="1266"/>
                    <a:pt x="3125" y="1149"/>
                    <a:pt x="3242" y="965"/>
                  </a:cubicBezTo>
                  <a:lnTo>
                    <a:pt x="3242" y="965"/>
                  </a:lnTo>
                  <a:cubicBezTo>
                    <a:pt x="3091" y="1065"/>
                    <a:pt x="2907" y="1149"/>
                    <a:pt x="2740" y="1199"/>
                  </a:cubicBezTo>
                  <a:cubicBezTo>
                    <a:pt x="2673" y="1210"/>
                    <a:pt x="2607" y="1216"/>
                    <a:pt x="2540" y="1216"/>
                  </a:cubicBezTo>
                  <a:cubicBezTo>
                    <a:pt x="2408" y="1216"/>
                    <a:pt x="2278" y="1193"/>
                    <a:pt x="2155" y="1149"/>
                  </a:cubicBezTo>
                  <a:cubicBezTo>
                    <a:pt x="1938" y="1065"/>
                    <a:pt x="1754" y="882"/>
                    <a:pt x="1637" y="681"/>
                  </a:cubicBezTo>
                  <a:cubicBezTo>
                    <a:pt x="1587" y="547"/>
                    <a:pt x="1521" y="430"/>
                    <a:pt x="1454" y="330"/>
                  </a:cubicBezTo>
                  <a:cubicBezTo>
                    <a:pt x="1387" y="213"/>
                    <a:pt x="1270" y="113"/>
                    <a:pt x="1153" y="63"/>
                  </a:cubicBezTo>
                  <a:cubicBezTo>
                    <a:pt x="1044" y="21"/>
                    <a:pt x="932" y="0"/>
                    <a:pt x="82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2" name="Google Shape;2642;p53"/>
            <p:cNvSpPr/>
            <p:nvPr/>
          </p:nvSpPr>
          <p:spPr>
            <a:xfrm>
              <a:off x="6173848" y="2522728"/>
              <a:ext cx="87336" cy="65991"/>
            </a:xfrm>
            <a:custGeom>
              <a:avLst/>
              <a:gdLst/>
              <a:ahLst/>
              <a:cxnLst/>
              <a:rect l="l" t="t" r="r" b="b"/>
              <a:pathLst>
                <a:path w="2725" h="2059" extrusionOk="0">
                  <a:moveTo>
                    <a:pt x="586" y="1"/>
                  </a:moveTo>
                  <a:cubicBezTo>
                    <a:pt x="435" y="1"/>
                    <a:pt x="285" y="1"/>
                    <a:pt x="151" y="34"/>
                  </a:cubicBezTo>
                  <a:cubicBezTo>
                    <a:pt x="51" y="51"/>
                    <a:pt x="1" y="68"/>
                    <a:pt x="1" y="84"/>
                  </a:cubicBezTo>
                  <a:cubicBezTo>
                    <a:pt x="1" y="94"/>
                    <a:pt x="19" y="97"/>
                    <a:pt x="52" y="97"/>
                  </a:cubicBezTo>
                  <a:cubicBezTo>
                    <a:pt x="105" y="97"/>
                    <a:pt x="197" y="89"/>
                    <a:pt x="318" y="89"/>
                  </a:cubicBezTo>
                  <a:cubicBezTo>
                    <a:pt x="392" y="89"/>
                    <a:pt x="476" y="92"/>
                    <a:pt x="569" y="101"/>
                  </a:cubicBezTo>
                  <a:cubicBezTo>
                    <a:pt x="769" y="118"/>
                    <a:pt x="936" y="218"/>
                    <a:pt x="1070" y="352"/>
                  </a:cubicBezTo>
                  <a:cubicBezTo>
                    <a:pt x="1220" y="519"/>
                    <a:pt x="1220" y="769"/>
                    <a:pt x="1237" y="1037"/>
                  </a:cubicBezTo>
                  <a:cubicBezTo>
                    <a:pt x="1254" y="1304"/>
                    <a:pt x="1388" y="1571"/>
                    <a:pt x="1571" y="1755"/>
                  </a:cubicBezTo>
                  <a:cubicBezTo>
                    <a:pt x="1738" y="1906"/>
                    <a:pt x="1939" y="2006"/>
                    <a:pt x="2156" y="2039"/>
                  </a:cubicBezTo>
                  <a:cubicBezTo>
                    <a:pt x="2210" y="2053"/>
                    <a:pt x="2264" y="2059"/>
                    <a:pt x="2317" y="2059"/>
                  </a:cubicBezTo>
                  <a:cubicBezTo>
                    <a:pt x="2462" y="2059"/>
                    <a:pt x="2602" y="2012"/>
                    <a:pt x="2724" y="1939"/>
                  </a:cubicBezTo>
                  <a:lnTo>
                    <a:pt x="2724" y="1939"/>
                  </a:lnTo>
                  <a:cubicBezTo>
                    <a:pt x="2618" y="1949"/>
                    <a:pt x="2512" y="1958"/>
                    <a:pt x="2406" y="1958"/>
                  </a:cubicBezTo>
                  <a:cubicBezTo>
                    <a:pt x="2328" y="1958"/>
                    <a:pt x="2251" y="1953"/>
                    <a:pt x="2173" y="1939"/>
                  </a:cubicBezTo>
                  <a:cubicBezTo>
                    <a:pt x="1989" y="1906"/>
                    <a:pt x="1805" y="1805"/>
                    <a:pt x="1672" y="1672"/>
                  </a:cubicBezTo>
                  <a:cubicBezTo>
                    <a:pt x="1504" y="1488"/>
                    <a:pt x="1404" y="1271"/>
                    <a:pt x="1388" y="1020"/>
                  </a:cubicBezTo>
                  <a:cubicBezTo>
                    <a:pt x="1371" y="886"/>
                    <a:pt x="1371" y="753"/>
                    <a:pt x="1354" y="619"/>
                  </a:cubicBezTo>
                  <a:cubicBezTo>
                    <a:pt x="1321" y="485"/>
                    <a:pt x="1271" y="368"/>
                    <a:pt x="1170" y="268"/>
                  </a:cubicBezTo>
                  <a:cubicBezTo>
                    <a:pt x="1020" y="101"/>
                    <a:pt x="803" y="18"/>
                    <a:pt x="5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3" name="Google Shape;2643;p53"/>
            <p:cNvSpPr/>
            <p:nvPr/>
          </p:nvSpPr>
          <p:spPr>
            <a:xfrm>
              <a:off x="6311471" y="2125917"/>
              <a:ext cx="36986" cy="105605"/>
            </a:xfrm>
            <a:custGeom>
              <a:avLst/>
              <a:gdLst/>
              <a:ahLst/>
              <a:cxnLst/>
              <a:rect l="l" t="t" r="r" b="b"/>
              <a:pathLst>
                <a:path w="1154" h="3295" extrusionOk="0">
                  <a:moveTo>
                    <a:pt x="652" y="1"/>
                  </a:moveTo>
                  <a:cubicBezTo>
                    <a:pt x="619" y="18"/>
                    <a:pt x="786" y="185"/>
                    <a:pt x="920" y="502"/>
                  </a:cubicBezTo>
                  <a:cubicBezTo>
                    <a:pt x="1003" y="669"/>
                    <a:pt x="1037" y="870"/>
                    <a:pt x="987" y="1070"/>
                  </a:cubicBezTo>
                  <a:cubicBezTo>
                    <a:pt x="920" y="1271"/>
                    <a:pt x="719" y="1404"/>
                    <a:pt x="485" y="1571"/>
                  </a:cubicBezTo>
                  <a:cubicBezTo>
                    <a:pt x="268" y="1722"/>
                    <a:pt x="118" y="1956"/>
                    <a:pt x="51" y="2223"/>
                  </a:cubicBezTo>
                  <a:cubicBezTo>
                    <a:pt x="1" y="2440"/>
                    <a:pt x="34" y="2674"/>
                    <a:pt x="118" y="2875"/>
                  </a:cubicBezTo>
                  <a:cubicBezTo>
                    <a:pt x="273" y="3186"/>
                    <a:pt x="487" y="3294"/>
                    <a:pt x="516" y="3294"/>
                  </a:cubicBezTo>
                  <a:cubicBezTo>
                    <a:pt x="518" y="3294"/>
                    <a:pt x="519" y="3294"/>
                    <a:pt x="519" y="3292"/>
                  </a:cubicBezTo>
                  <a:cubicBezTo>
                    <a:pt x="385" y="3159"/>
                    <a:pt x="285" y="3008"/>
                    <a:pt x="218" y="2841"/>
                  </a:cubicBezTo>
                  <a:cubicBezTo>
                    <a:pt x="151" y="2641"/>
                    <a:pt x="134" y="2440"/>
                    <a:pt x="185" y="2257"/>
                  </a:cubicBezTo>
                  <a:cubicBezTo>
                    <a:pt x="235" y="2023"/>
                    <a:pt x="385" y="1822"/>
                    <a:pt x="569" y="1672"/>
                  </a:cubicBezTo>
                  <a:cubicBezTo>
                    <a:pt x="686" y="1605"/>
                    <a:pt x="786" y="1521"/>
                    <a:pt x="886" y="1438"/>
                  </a:cubicBezTo>
                  <a:cubicBezTo>
                    <a:pt x="1003" y="1354"/>
                    <a:pt x="1070" y="1237"/>
                    <a:pt x="1104" y="1104"/>
                  </a:cubicBezTo>
                  <a:cubicBezTo>
                    <a:pt x="1154" y="886"/>
                    <a:pt x="1120" y="652"/>
                    <a:pt x="1020" y="452"/>
                  </a:cubicBezTo>
                  <a:cubicBezTo>
                    <a:pt x="953" y="335"/>
                    <a:pt x="870" y="218"/>
                    <a:pt x="769" y="101"/>
                  </a:cubicBezTo>
                  <a:cubicBezTo>
                    <a:pt x="703" y="34"/>
                    <a:pt x="652" y="1"/>
                    <a:pt x="65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4" name="Google Shape;2644;p53"/>
            <p:cNvSpPr/>
            <p:nvPr/>
          </p:nvSpPr>
          <p:spPr>
            <a:xfrm>
              <a:off x="6072122" y="2470037"/>
              <a:ext cx="87304" cy="65767"/>
            </a:xfrm>
            <a:custGeom>
              <a:avLst/>
              <a:gdLst/>
              <a:ahLst/>
              <a:cxnLst/>
              <a:rect l="l" t="t" r="r" b="b"/>
              <a:pathLst>
                <a:path w="2724" h="2052" extrusionOk="0">
                  <a:moveTo>
                    <a:pt x="447" y="1"/>
                  </a:moveTo>
                  <a:cubicBezTo>
                    <a:pt x="348" y="1"/>
                    <a:pt x="245" y="12"/>
                    <a:pt x="150" y="24"/>
                  </a:cubicBezTo>
                  <a:cubicBezTo>
                    <a:pt x="69" y="51"/>
                    <a:pt x="21" y="67"/>
                    <a:pt x="5" y="81"/>
                  </a:cubicBezTo>
                  <a:lnTo>
                    <a:pt x="5" y="81"/>
                  </a:lnTo>
                  <a:cubicBezTo>
                    <a:pt x="2" y="80"/>
                    <a:pt x="0" y="77"/>
                    <a:pt x="0" y="74"/>
                  </a:cubicBezTo>
                  <a:lnTo>
                    <a:pt x="0" y="91"/>
                  </a:lnTo>
                  <a:cubicBezTo>
                    <a:pt x="0" y="88"/>
                    <a:pt x="2" y="85"/>
                    <a:pt x="5" y="81"/>
                  </a:cubicBezTo>
                  <a:lnTo>
                    <a:pt x="5" y="81"/>
                  </a:lnTo>
                  <a:cubicBezTo>
                    <a:pt x="13" y="86"/>
                    <a:pt x="30" y="87"/>
                    <a:pt x="55" y="87"/>
                  </a:cubicBezTo>
                  <a:cubicBezTo>
                    <a:pt x="94" y="87"/>
                    <a:pt x="151" y="84"/>
                    <a:pt x="225" y="84"/>
                  </a:cubicBezTo>
                  <a:cubicBezTo>
                    <a:pt x="316" y="84"/>
                    <a:pt x="432" y="88"/>
                    <a:pt x="568" y="108"/>
                  </a:cubicBezTo>
                  <a:cubicBezTo>
                    <a:pt x="752" y="124"/>
                    <a:pt x="936" y="208"/>
                    <a:pt x="1069" y="358"/>
                  </a:cubicBezTo>
                  <a:cubicBezTo>
                    <a:pt x="1220" y="509"/>
                    <a:pt x="1220" y="759"/>
                    <a:pt x="1237" y="1043"/>
                  </a:cubicBezTo>
                  <a:cubicBezTo>
                    <a:pt x="1253" y="1311"/>
                    <a:pt x="1370" y="1561"/>
                    <a:pt x="1571" y="1762"/>
                  </a:cubicBezTo>
                  <a:cubicBezTo>
                    <a:pt x="1721" y="1912"/>
                    <a:pt x="1938" y="2012"/>
                    <a:pt x="2155" y="2029"/>
                  </a:cubicBezTo>
                  <a:cubicBezTo>
                    <a:pt x="2216" y="2044"/>
                    <a:pt x="2276" y="2052"/>
                    <a:pt x="2335" y="2052"/>
                  </a:cubicBezTo>
                  <a:cubicBezTo>
                    <a:pt x="2473" y="2052"/>
                    <a:pt x="2607" y="2011"/>
                    <a:pt x="2724" y="1929"/>
                  </a:cubicBezTo>
                  <a:lnTo>
                    <a:pt x="2724" y="1929"/>
                  </a:lnTo>
                  <a:cubicBezTo>
                    <a:pt x="2616" y="1948"/>
                    <a:pt x="2508" y="1957"/>
                    <a:pt x="2401" y="1957"/>
                  </a:cubicBezTo>
                  <a:cubicBezTo>
                    <a:pt x="2324" y="1957"/>
                    <a:pt x="2248" y="1953"/>
                    <a:pt x="2172" y="1946"/>
                  </a:cubicBezTo>
                  <a:cubicBezTo>
                    <a:pt x="1972" y="1896"/>
                    <a:pt x="1805" y="1795"/>
                    <a:pt x="1654" y="1662"/>
                  </a:cubicBezTo>
                  <a:cubicBezTo>
                    <a:pt x="1487" y="1495"/>
                    <a:pt x="1387" y="1261"/>
                    <a:pt x="1370" y="1027"/>
                  </a:cubicBezTo>
                  <a:cubicBezTo>
                    <a:pt x="1370" y="893"/>
                    <a:pt x="1353" y="759"/>
                    <a:pt x="1337" y="626"/>
                  </a:cubicBezTo>
                  <a:cubicBezTo>
                    <a:pt x="1320" y="492"/>
                    <a:pt x="1253" y="358"/>
                    <a:pt x="1170" y="258"/>
                  </a:cubicBezTo>
                  <a:cubicBezTo>
                    <a:pt x="1003" y="108"/>
                    <a:pt x="802" y="7"/>
                    <a:pt x="568" y="7"/>
                  </a:cubicBezTo>
                  <a:cubicBezTo>
                    <a:pt x="529" y="3"/>
                    <a:pt x="488" y="1"/>
                    <a:pt x="44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5" name="Google Shape;2645;p53"/>
            <p:cNvSpPr/>
            <p:nvPr/>
          </p:nvSpPr>
          <p:spPr>
            <a:xfrm>
              <a:off x="6262755" y="2240527"/>
              <a:ext cx="87849" cy="65991"/>
            </a:xfrm>
            <a:custGeom>
              <a:avLst/>
              <a:gdLst/>
              <a:ahLst/>
              <a:cxnLst/>
              <a:rect l="l" t="t" r="r" b="b"/>
              <a:pathLst>
                <a:path w="2741" h="2059" extrusionOk="0">
                  <a:moveTo>
                    <a:pt x="585" y="0"/>
                  </a:moveTo>
                  <a:cubicBezTo>
                    <a:pt x="435" y="0"/>
                    <a:pt x="301" y="0"/>
                    <a:pt x="151" y="34"/>
                  </a:cubicBezTo>
                  <a:cubicBezTo>
                    <a:pt x="50" y="51"/>
                    <a:pt x="0" y="84"/>
                    <a:pt x="0" y="84"/>
                  </a:cubicBezTo>
                  <a:cubicBezTo>
                    <a:pt x="0" y="93"/>
                    <a:pt x="18" y="96"/>
                    <a:pt x="51" y="96"/>
                  </a:cubicBezTo>
                  <a:cubicBezTo>
                    <a:pt x="104" y="96"/>
                    <a:pt x="197" y="89"/>
                    <a:pt x="317" y="89"/>
                  </a:cubicBezTo>
                  <a:cubicBezTo>
                    <a:pt x="391" y="89"/>
                    <a:pt x="476" y="92"/>
                    <a:pt x="568" y="101"/>
                  </a:cubicBezTo>
                  <a:cubicBezTo>
                    <a:pt x="769" y="117"/>
                    <a:pt x="936" y="218"/>
                    <a:pt x="1086" y="351"/>
                  </a:cubicBezTo>
                  <a:cubicBezTo>
                    <a:pt x="1237" y="518"/>
                    <a:pt x="1220" y="769"/>
                    <a:pt x="1237" y="1036"/>
                  </a:cubicBezTo>
                  <a:cubicBezTo>
                    <a:pt x="1270" y="1320"/>
                    <a:pt x="1387" y="1571"/>
                    <a:pt x="1588" y="1755"/>
                  </a:cubicBezTo>
                  <a:cubicBezTo>
                    <a:pt x="1738" y="1905"/>
                    <a:pt x="1939" y="2006"/>
                    <a:pt x="2156" y="2039"/>
                  </a:cubicBezTo>
                  <a:cubicBezTo>
                    <a:pt x="2209" y="2052"/>
                    <a:pt x="2264" y="2059"/>
                    <a:pt x="2319" y="2059"/>
                  </a:cubicBezTo>
                  <a:cubicBezTo>
                    <a:pt x="2469" y="2059"/>
                    <a:pt x="2618" y="2012"/>
                    <a:pt x="2741" y="1939"/>
                  </a:cubicBezTo>
                  <a:lnTo>
                    <a:pt x="2741" y="1939"/>
                  </a:lnTo>
                  <a:cubicBezTo>
                    <a:pt x="2634" y="1948"/>
                    <a:pt x="2523" y="1958"/>
                    <a:pt x="2412" y="1958"/>
                  </a:cubicBezTo>
                  <a:cubicBezTo>
                    <a:pt x="2331" y="1958"/>
                    <a:pt x="2250" y="1953"/>
                    <a:pt x="2172" y="1939"/>
                  </a:cubicBezTo>
                  <a:cubicBezTo>
                    <a:pt x="1989" y="1905"/>
                    <a:pt x="1805" y="1805"/>
                    <a:pt x="1671" y="1671"/>
                  </a:cubicBezTo>
                  <a:cubicBezTo>
                    <a:pt x="1504" y="1488"/>
                    <a:pt x="1404" y="1270"/>
                    <a:pt x="1387" y="1020"/>
                  </a:cubicBezTo>
                  <a:cubicBezTo>
                    <a:pt x="1387" y="886"/>
                    <a:pt x="1370" y="752"/>
                    <a:pt x="1354" y="635"/>
                  </a:cubicBezTo>
                  <a:cubicBezTo>
                    <a:pt x="1320" y="502"/>
                    <a:pt x="1270" y="368"/>
                    <a:pt x="1170" y="268"/>
                  </a:cubicBezTo>
                  <a:cubicBezTo>
                    <a:pt x="1020" y="117"/>
                    <a:pt x="802" y="17"/>
                    <a:pt x="58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6" name="Google Shape;2646;p53"/>
            <p:cNvSpPr/>
            <p:nvPr/>
          </p:nvSpPr>
          <p:spPr>
            <a:xfrm>
              <a:off x="5873956" y="2527567"/>
              <a:ext cx="33781" cy="100701"/>
            </a:xfrm>
            <a:custGeom>
              <a:avLst/>
              <a:gdLst/>
              <a:ahLst/>
              <a:cxnLst/>
              <a:rect l="l" t="t" r="r" b="b"/>
              <a:pathLst>
                <a:path w="1054" h="3142" extrusionOk="0">
                  <a:moveTo>
                    <a:pt x="18" y="0"/>
                  </a:moveTo>
                  <a:cubicBezTo>
                    <a:pt x="1" y="34"/>
                    <a:pt x="201" y="134"/>
                    <a:pt x="452" y="368"/>
                  </a:cubicBezTo>
                  <a:cubicBezTo>
                    <a:pt x="586" y="502"/>
                    <a:pt x="686" y="685"/>
                    <a:pt x="703" y="869"/>
                  </a:cubicBezTo>
                  <a:cubicBezTo>
                    <a:pt x="719" y="1086"/>
                    <a:pt x="569" y="1287"/>
                    <a:pt x="419" y="1521"/>
                  </a:cubicBezTo>
                  <a:cubicBezTo>
                    <a:pt x="268" y="1738"/>
                    <a:pt x="201" y="2022"/>
                    <a:pt x="235" y="2289"/>
                  </a:cubicBezTo>
                  <a:cubicBezTo>
                    <a:pt x="268" y="2507"/>
                    <a:pt x="369" y="2707"/>
                    <a:pt x="536" y="2874"/>
                  </a:cubicBezTo>
                  <a:cubicBezTo>
                    <a:pt x="653" y="3024"/>
                    <a:pt x="853" y="3125"/>
                    <a:pt x="1054" y="3141"/>
                  </a:cubicBezTo>
                  <a:cubicBezTo>
                    <a:pt x="886" y="3041"/>
                    <a:pt x="736" y="2941"/>
                    <a:pt x="602" y="2807"/>
                  </a:cubicBezTo>
                  <a:cubicBezTo>
                    <a:pt x="469" y="2657"/>
                    <a:pt x="402" y="2473"/>
                    <a:pt x="369" y="2273"/>
                  </a:cubicBezTo>
                  <a:cubicBezTo>
                    <a:pt x="335" y="2039"/>
                    <a:pt x="402" y="1788"/>
                    <a:pt x="536" y="1588"/>
                  </a:cubicBezTo>
                  <a:cubicBezTo>
                    <a:pt x="602" y="1487"/>
                    <a:pt x="686" y="1370"/>
                    <a:pt x="753" y="1253"/>
                  </a:cubicBezTo>
                  <a:cubicBezTo>
                    <a:pt x="820" y="1136"/>
                    <a:pt x="836" y="1003"/>
                    <a:pt x="836" y="869"/>
                  </a:cubicBezTo>
                  <a:cubicBezTo>
                    <a:pt x="803" y="635"/>
                    <a:pt x="686" y="435"/>
                    <a:pt x="519" y="284"/>
                  </a:cubicBezTo>
                  <a:cubicBezTo>
                    <a:pt x="419" y="201"/>
                    <a:pt x="302" y="117"/>
                    <a:pt x="168" y="50"/>
                  </a:cubicBezTo>
                  <a:cubicBezTo>
                    <a:pt x="68" y="17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7" name="Google Shape;2647;p53"/>
            <p:cNvSpPr/>
            <p:nvPr/>
          </p:nvSpPr>
          <p:spPr>
            <a:xfrm>
              <a:off x="5780787" y="2282641"/>
              <a:ext cx="89996" cy="63203"/>
            </a:xfrm>
            <a:custGeom>
              <a:avLst/>
              <a:gdLst/>
              <a:ahLst/>
              <a:cxnLst/>
              <a:rect l="l" t="t" r="r" b="b"/>
              <a:pathLst>
                <a:path w="2808" h="1972" extrusionOk="0">
                  <a:moveTo>
                    <a:pt x="466" y="0"/>
                  </a:moveTo>
                  <a:cubicBezTo>
                    <a:pt x="361" y="0"/>
                    <a:pt x="251" y="19"/>
                    <a:pt x="151" y="57"/>
                  </a:cubicBezTo>
                  <a:cubicBezTo>
                    <a:pt x="51" y="73"/>
                    <a:pt x="1" y="90"/>
                    <a:pt x="1" y="107"/>
                  </a:cubicBezTo>
                  <a:cubicBezTo>
                    <a:pt x="1" y="114"/>
                    <a:pt x="10" y="116"/>
                    <a:pt x="29" y="116"/>
                  </a:cubicBezTo>
                  <a:cubicBezTo>
                    <a:pt x="91" y="116"/>
                    <a:pt x="248" y="87"/>
                    <a:pt x="458" y="87"/>
                  </a:cubicBezTo>
                  <a:cubicBezTo>
                    <a:pt x="494" y="87"/>
                    <a:pt x="530" y="88"/>
                    <a:pt x="569" y="90"/>
                  </a:cubicBezTo>
                  <a:cubicBezTo>
                    <a:pt x="769" y="107"/>
                    <a:pt x="953" y="190"/>
                    <a:pt x="1087" y="324"/>
                  </a:cubicBezTo>
                  <a:cubicBezTo>
                    <a:pt x="1237" y="474"/>
                    <a:pt x="1254" y="725"/>
                    <a:pt x="1287" y="1009"/>
                  </a:cubicBezTo>
                  <a:cubicBezTo>
                    <a:pt x="1304" y="1276"/>
                    <a:pt x="1438" y="1527"/>
                    <a:pt x="1655" y="1711"/>
                  </a:cubicBezTo>
                  <a:cubicBezTo>
                    <a:pt x="1822" y="1861"/>
                    <a:pt x="2022" y="1945"/>
                    <a:pt x="2240" y="1961"/>
                  </a:cubicBezTo>
                  <a:cubicBezTo>
                    <a:pt x="2281" y="1968"/>
                    <a:pt x="2321" y="1972"/>
                    <a:pt x="2362" y="1972"/>
                  </a:cubicBezTo>
                  <a:cubicBezTo>
                    <a:pt x="2521" y="1972"/>
                    <a:pt x="2675" y="1921"/>
                    <a:pt x="2808" y="1828"/>
                  </a:cubicBezTo>
                  <a:lnTo>
                    <a:pt x="2808" y="1828"/>
                  </a:lnTo>
                  <a:cubicBezTo>
                    <a:pt x="2691" y="1859"/>
                    <a:pt x="2575" y="1871"/>
                    <a:pt x="2458" y="1871"/>
                  </a:cubicBezTo>
                  <a:cubicBezTo>
                    <a:pt x="2391" y="1871"/>
                    <a:pt x="2324" y="1867"/>
                    <a:pt x="2256" y="1861"/>
                  </a:cubicBezTo>
                  <a:cubicBezTo>
                    <a:pt x="2056" y="1828"/>
                    <a:pt x="1872" y="1744"/>
                    <a:pt x="1738" y="1610"/>
                  </a:cubicBezTo>
                  <a:cubicBezTo>
                    <a:pt x="1555" y="1443"/>
                    <a:pt x="1454" y="1226"/>
                    <a:pt x="1421" y="992"/>
                  </a:cubicBezTo>
                  <a:cubicBezTo>
                    <a:pt x="1404" y="859"/>
                    <a:pt x="1404" y="725"/>
                    <a:pt x="1371" y="591"/>
                  </a:cubicBezTo>
                  <a:cubicBezTo>
                    <a:pt x="1337" y="458"/>
                    <a:pt x="1270" y="341"/>
                    <a:pt x="1187" y="240"/>
                  </a:cubicBezTo>
                  <a:cubicBezTo>
                    <a:pt x="1020" y="90"/>
                    <a:pt x="803" y="6"/>
                    <a:pt x="569" y="6"/>
                  </a:cubicBezTo>
                  <a:cubicBezTo>
                    <a:pt x="535" y="2"/>
                    <a:pt x="501" y="0"/>
                    <a:pt x="46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8" name="Google Shape;2648;p53"/>
            <p:cNvSpPr/>
            <p:nvPr/>
          </p:nvSpPr>
          <p:spPr>
            <a:xfrm>
              <a:off x="5794729" y="2181075"/>
              <a:ext cx="89996" cy="63555"/>
            </a:xfrm>
            <a:custGeom>
              <a:avLst/>
              <a:gdLst/>
              <a:ahLst/>
              <a:cxnLst/>
              <a:rect l="l" t="t" r="r" b="b"/>
              <a:pathLst>
                <a:path w="2808" h="1983" extrusionOk="0">
                  <a:moveTo>
                    <a:pt x="568" y="1"/>
                  </a:moveTo>
                  <a:cubicBezTo>
                    <a:pt x="434" y="1"/>
                    <a:pt x="284" y="18"/>
                    <a:pt x="150" y="51"/>
                  </a:cubicBezTo>
                  <a:cubicBezTo>
                    <a:pt x="50" y="84"/>
                    <a:pt x="0" y="101"/>
                    <a:pt x="0" y="118"/>
                  </a:cubicBezTo>
                  <a:cubicBezTo>
                    <a:pt x="0" y="120"/>
                    <a:pt x="5" y="121"/>
                    <a:pt x="15" y="121"/>
                  </a:cubicBezTo>
                  <a:cubicBezTo>
                    <a:pt x="61" y="121"/>
                    <a:pt x="215" y="98"/>
                    <a:pt x="428" y="98"/>
                  </a:cubicBezTo>
                  <a:cubicBezTo>
                    <a:pt x="472" y="98"/>
                    <a:pt x="519" y="99"/>
                    <a:pt x="568" y="101"/>
                  </a:cubicBezTo>
                  <a:cubicBezTo>
                    <a:pt x="769" y="118"/>
                    <a:pt x="952" y="201"/>
                    <a:pt x="1086" y="335"/>
                  </a:cubicBezTo>
                  <a:cubicBezTo>
                    <a:pt x="1236" y="485"/>
                    <a:pt x="1253" y="736"/>
                    <a:pt x="1287" y="1020"/>
                  </a:cubicBezTo>
                  <a:cubicBezTo>
                    <a:pt x="1303" y="1287"/>
                    <a:pt x="1437" y="1538"/>
                    <a:pt x="1654" y="1722"/>
                  </a:cubicBezTo>
                  <a:cubicBezTo>
                    <a:pt x="1805" y="1855"/>
                    <a:pt x="2022" y="1956"/>
                    <a:pt x="2239" y="1972"/>
                  </a:cubicBezTo>
                  <a:cubicBezTo>
                    <a:pt x="2280" y="1979"/>
                    <a:pt x="2321" y="1983"/>
                    <a:pt x="2362" y="1983"/>
                  </a:cubicBezTo>
                  <a:cubicBezTo>
                    <a:pt x="2520" y="1983"/>
                    <a:pt x="2674" y="1932"/>
                    <a:pt x="2807" y="1839"/>
                  </a:cubicBezTo>
                  <a:lnTo>
                    <a:pt x="2807" y="1839"/>
                  </a:lnTo>
                  <a:cubicBezTo>
                    <a:pt x="2673" y="1863"/>
                    <a:pt x="2538" y="1879"/>
                    <a:pt x="2403" y="1879"/>
                  </a:cubicBezTo>
                  <a:cubicBezTo>
                    <a:pt x="2354" y="1879"/>
                    <a:pt x="2305" y="1877"/>
                    <a:pt x="2256" y="1872"/>
                  </a:cubicBezTo>
                  <a:cubicBezTo>
                    <a:pt x="2055" y="1839"/>
                    <a:pt x="1871" y="1755"/>
                    <a:pt x="1738" y="1622"/>
                  </a:cubicBezTo>
                  <a:cubicBezTo>
                    <a:pt x="1554" y="1454"/>
                    <a:pt x="1454" y="1237"/>
                    <a:pt x="1420" y="987"/>
                  </a:cubicBezTo>
                  <a:cubicBezTo>
                    <a:pt x="1404" y="870"/>
                    <a:pt x="1404" y="736"/>
                    <a:pt x="1370" y="602"/>
                  </a:cubicBezTo>
                  <a:cubicBezTo>
                    <a:pt x="1337" y="469"/>
                    <a:pt x="1270" y="335"/>
                    <a:pt x="1186" y="251"/>
                  </a:cubicBezTo>
                  <a:cubicBezTo>
                    <a:pt x="1019" y="101"/>
                    <a:pt x="802" y="1"/>
                    <a:pt x="56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9" name="Google Shape;2649;p53"/>
            <p:cNvSpPr/>
            <p:nvPr/>
          </p:nvSpPr>
          <p:spPr>
            <a:xfrm>
              <a:off x="5792037" y="2418854"/>
              <a:ext cx="89996" cy="63299"/>
            </a:xfrm>
            <a:custGeom>
              <a:avLst/>
              <a:gdLst/>
              <a:ahLst/>
              <a:cxnLst/>
              <a:rect l="l" t="t" r="r" b="b"/>
              <a:pathLst>
                <a:path w="2808" h="1975" extrusionOk="0">
                  <a:moveTo>
                    <a:pt x="585" y="0"/>
                  </a:moveTo>
                  <a:cubicBezTo>
                    <a:pt x="435" y="0"/>
                    <a:pt x="301" y="17"/>
                    <a:pt x="151" y="51"/>
                  </a:cubicBezTo>
                  <a:cubicBezTo>
                    <a:pt x="51" y="67"/>
                    <a:pt x="1" y="101"/>
                    <a:pt x="1" y="101"/>
                  </a:cubicBezTo>
                  <a:lnTo>
                    <a:pt x="17" y="101"/>
                  </a:lnTo>
                  <a:cubicBezTo>
                    <a:pt x="17" y="108"/>
                    <a:pt x="27" y="110"/>
                    <a:pt x="45" y="110"/>
                  </a:cubicBezTo>
                  <a:cubicBezTo>
                    <a:pt x="96" y="110"/>
                    <a:pt x="212" y="91"/>
                    <a:pt x="373" y="91"/>
                  </a:cubicBezTo>
                  <a:cubicBezTo>
                    <a:pt x="433" y="91"/>
                    <a:pt x="498" y="94"/>
                    <a:pt x="569" y="101"/>
                  </a:cubicBezTo>
                  <a:cubicBezTo>
                    <a:pt x="769" y="117"/>
                    <a:pt x="953" y="201"/>
                    <a:pt x="1087" y="335"/>
                  </a:cubicBezTo>
                  <a:cubicBezTo>
                    <a:pt x="1254" y="485"/>
                    <a:pt x="1254" y="736"/>
                    <a:pt x="1287" y="1003"/>
                  </a:cubicBezTo>
                  <a:cubicBezTo>
                    <a:pt x="1320" y="1270"/>
                    <a:pt x="1454" y="1521"/>
                    <a:pt x="1655" y="1705"/>
                  </a:cubicBezTo>
                  <a:cubicBezTo>
                    <a:pt x="1822" y="1855"/>
                    <a:pt x="2022" y="1939"/>
                    <a:pt x="2256" y="1955"/>
                  </a:cubicBezTo>
                  <a:cubicBezTo>
                    <a:pt x="2304" y="1968"/>
                    <a:pt x="2355" y="1975"/>
                    <a:pt x="2405" y="1975"/>
                  </a:cubicBezTo>
                  <a:cubicBezTo>
                    <a:pt x="2549" y="1975"/>
                    <a:pt x="2696" y="1925"/>
                    <a:pt x="2808" y="1838"/>
                  </a:cubicBezTo>
                  <a:lnTo>
                    <a:pt x="2808" y="1838"/>
                  </a:lnTo>
                  <a:cubicBezTo>
                    <a:pt x="2685" y="1863"/>
                    <a:pt x="2545" y="1878"/>
                    <a:pt x="2407" y="1878"/>
                  </a:cubicBezTo>
                  <a:cubicBezTo>
                    <a:pt x="2356" y="1878"/>
                    <a:pt x="2305" y="1876"/>
                    <a:pt x="2256" y="1872"/>
                  </a:cubicBezTo>
                  <a:cubicBezTo>
                    <a:pt x="2072" y="1838"/>
                    <a:pt x="1889" y="1738"/>
                    <a:pt x="1738" y="1604"/>
                  </a:cubicBezTo>
                  <a:cubicBezTo>
                    <a:pt x="1571" y="1437"/>
                    <a:pt x="1454" y="1220"/>
                    <a:pt x="1421" y="986"/>
                  </a:cubicBezTo>
                  <a:cubicBezTo>
                    <a:pt x="1404" y="853"/>
                    <a:pt x="1404" y="719"/>
                    <a:pt x="1371" y="585"/>
                  </a:cubicBezTo>
                  <a:cubicBezTo>
                    <a:pt x="1354" y="452"/>
                    <a:pt x="1287" y="335"/>
                    <a:pt x="1187" y="234"/>
                  </a:cubicBezTo>
                  <a:cubicBezTo>
                    <a:pt x="1020" y="84"/>
                    <a:pt x="803" y="0"/>
                    <a:pt x="58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0" name="Google Shape;2650;p53"/>
            <p:cNvSpPr/>
            <p:nvPr/>
          </p:nvSpPr>
          <p:spPr>
            <a:xfrm>
              <a:off x="5724571" y="2266552"/>
              <a:ext cx="33236" cy="100381"/>
            </a:xfrm>
            <a:custGeom>
              <a:avLst/>
              <a:gdLst/>
              <a:ahLst/>
              <a:cxnLst/>
              <a:rect l="l" t="t" r="r" b="b"/>
              <a:pathLst>
                <a:path w="1037" h="3132" extrusionOk="0">
                  <a:moveTo>
                    <a:pt x="26" y="1"/>
                  </a:moveTo>
                  <a:cubicBezTo>
                    <a:pt x="20" y="1"/>
                    <a:pt x="17" y="3"/>
                    <a:pt x="17" y="7"/>
                  </a:cubicBezTo>
                  <a:cubicBezTo>
                    <a:pt x="0" y="24"/>
                    <a:pt x="201" y="124"/>
                    <a:pt x="451" y="358"/>
                  </a:cubicBezTo>
                  <a:cubicBezTo>
                    <a:pt x="585" y="508"/>
                    <a:pt x="669" y="676"/>
                    <a:pt x="685" y="876"/>
                  </a:cubicBezTo>
                  <a:cubicBezTo>
                    <a:pt x="719" y="1093"/>
                    <a:pt x="568" y="1294"/>
                    <a:pt x="401" y="1511"/>
                  </a:cubicBezTo>
                  <a:cubicBezTo>
                    <a:pt x="251" y="1745"/>
                    <a:pt x="201" y="2029"/>
                    <a:pt x="234" y="2296"/>
                  </a:cubicBezTo>
                  <a:cubicBezTo>
                    <a:pt x="268" y="2513"/>
                    <a:pt x="368" y="2714"/>
                    <a:pt x="518" y="2864"/>
                  </a:cubicBezTo>
                  <a:cubicBezTo>
                    <a:pt x="652" y="3031"/>
                    <a:pt x="836" y="3115"/>
                    <a:pt x="1036" y="3132"/>
                  </a:cubicBezTo>
                  <a:cubicBezTo>
                    <a:pt x="869" y="3048"/>
                    <a:pt x="719" y="2931"/>
                    <a:pt x="602" y="2798"/>
                  </a:cubicBezTo>
                  <a:cubicBezTo>
                    <a:pt x="468" y="2647"/>
                    <a:pt x="385" y="2463"/>
                    <a:pt x="368" y="2280"/>
                  </a:cubicBezTo>
                  <a:cubicBezTo>
                    <a:pt x="334" y="2029"/>
                    <a:pt x="385" y="1795"/>
                    <a:pt x="535" y="1595"/>
                  </a:cubicBezTo>
                  <a:cubicBezTo>
                    <a:pt x="602" y="1478"/>
                    <a:pt x="685" y="1377"/>
                    <a:pt x="735" y="1260"/>
                  </a:cubicBezTo>
                  <a:cubicBezTo>
                    <a:pt x="802" y="1143"/>
                    <a:pt x="836" y="993"/>
                    <a:pt x="819" y="859"/>
                  </a:cubicBezTo>
                  <a:cubicBezTo>
                    <a:pt x="802" y="642"/>
                    <a:pt x="685" y="442"/>
                    <a:pt x="518" y="291"/>
                  </a:cubicBezTo>
                  <a:cubicBezTo>
                    <a:pt x="401" y="191"/>
                    <a:pt x="284" y="124"/>
                    <a:pt x="151" y="57"/>
                  </a:cubicBezTo>
                  <a:cubicBezTo>
                    <a:pt x="88" y="20"/>
                    <a:pt x="44" y="1"/>
                    <a:pt x="2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1" name="Google Shape;2651;p53"/>
            <p:cNvSpPr/>
            <p:nvPr/>
          </p:nvSpPr>
          <p:spPr>
            <a:xfrm>
              <a:off x="6158849" y="2653203"/>
              <a:ext cx="87336" cy="65767"/>
            </a:xfrm>
            <a:custGeom>
              <a:avLst/>
              <a:gdLst/>
              <a:ahLst/>
              <a:cxnLst/>
              <a:rect l="l" t="t" r="r" b="b"/>
              <a:pathLst>
                <a:path w="2725" h="2052" extrusionOk="0">
                  <a:moveTo>
                    <a:pt x="459" y="0"/>
                  </a:moveTo>
                  <a:cubicBezTo>
                    <a:pt x="356" y="0"/>
                    <a:pt x="249" y="16"/>
                    <a:pt x="151" y="40"/>
                  </a:cubicBezTo>
                  <a:cubicBezTo>
                    <a:pt x="70" y="54"/>
                    <a:pt x="22" y="67"/>
                    <a:pt x="6" y="81"/>
                  </a:cubicBezTo>
                  <a:lnTo>
                    <a:pt x="6" y="81"/>
                  </a:lnTo>
                  <a:cubicBezTo>
                    <a:pt x="3" y="79"/>
                    <a:pt x="1" y="77"/>
                    <a:pt x="1" y="74"/>
                  </a:cubicBezTo>
                  <a:lnTo>
                    <a:pt x="1" y="90"/>
                  </a:lnTo>
                  <a:cubicBezTo>
                    <a:pt x="1" y="87"/>
                    <a:pt x="3" y="84"/>
                    <a:pt x="6" y="81"/>
                  </a:cubicBezTo>
                  <a:lnTo>
                    <a:pt x="6" y="81"/>
                  </a:lnTo>
                  <a:cubicBezTo>
                    <a:pt x="14" y="85"/>
                    <a:pt x="31" y="86"/>
                    <a:pt x="56" y="86"/>
                  </a:cubicBezTo>
                  <a:cubicBezTo>
                    <a:pt x="95" y="86"/>
                    <a:pt x="152" y="83"/>
                    <a:pt x="226" y="83"/>
                  </a:cubicBezTo>
                  <a:cubicBezTo>
                    <a:pt x="317" y="83"/>
                    <a:pt x="433" y="88"/>
                    <a:pt x="569" y="107"/>
                  </a:cubicBezTo>
                  <a:cubicBezTo>
                    <a:pt x="753" y="124"/>
                    <a:pt x="937" y="207"/>
                    <a:pt x="1070" y="358"/>
                  </a:cubicBezTo>
                  <a:cubicBezTo>
                    <a:pt x="1221" y="508"/>
                    <a:pt x="1221" y="759"/>
                    <a:pt x="1237" y="1043"/>
                  </a:cubicBezTo>
                  <a:cubicBezTo>
                    <a:pt x="1254" y="1310"/>
                    <a:pt x="1371" y="1561"/>
                    <a:pt x="1571" y="1761"/>
                  </a:cubicBezTo>
                  <a:cubicBezTo>
                    <a:pt x="1739" y="1912"/>
                    <a:pt x="1939" y="2012"/>
                    <a:pt x="2156" y="2028"/>
                  </a:cubicBezTo>
                  <a:cubicBezTo>
                    <a:pt x="2216" y="2044"/>
                    <a:pt x="2277" y="2051"/>
                    <a:pt x="2336" y="2051"/>
                  </a:cubicBezTo>
                  <a:cubicBezTo>
                    <a:pt x="2474" y="2051"/>
                    <a:pt x="2607" y="2010"/>
                    <a:pt x="2724" y="1928"/>
                  </a:cubicBezTo>
                  <a:lnTo>
                    <a:pt x="2724" y="1928"/>
                  </a:lnTo>
                  <a:cubicBezTo>
                    <a:pt x="2617" y="1948"/>
                    <a:pt x="2509" y="1956"/>
                    <a:pt x="2401" y="1956"/>
                  </a:cubicBezTo>
                  <a:cubicBezTo>
                    <a:pt x="2325" y="1956"/>
                    <a:pt x="2249" y="1952"/>
                    <a:pt x="2173" y="1945"/>
                  </a:cubicBezTo>
                  <a:cubicBezTo>
                    <a:pt x="1972" y="1895"/>
                    <a:pt x="1805" y="1795"/>
                    <a:pt x="1672" y="1661"/>
                  </a:cubicBezTo>
                  <a:cubicBezTo>
                    <a:pt x="1505" y="1494"/>
                    <a:pt x="1388" y="1260"/>
                    <a:pt x="1388" y="1026"/>
                  </a:cubicBezTo>
                  <a:cubicBezTo>
                    <a:pt x="1371" y="892"/>
                    <a:pt x="1371" y="759"/>
                    <a:pt x="1338" y="625"/>
                  </a:cubicBezTo>
                  <a:cubicBezTo>
                    <a:pt x="1321" y="491"/>
                    <a:pt x="1254" y="358"/>
                    <a:pt x="1170" y="257"/>
                  </a:cubicBezTo>
                  <a:cubicBezTo>
                    <a:pt x="1003" y="107"/>
                    <a:pt x="803" y="7"/>
                    <a:pt x="569" y="7"/>
                  </a:cubicBezTo>
                  <a:cubicBezTo>
                    <a:pt x="533" y="2"/>
                    <a:pt x="496" y="0"/>
                    <a:pt x="45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2" name="Google Shape;2652;p53"/>
            <p:cNvSpPr/>
            <p:nvPr/>
          </p:nvSpPr>
          <p:spPr>
            <a:xfrm>
              <a:off x="5908763" y="2847779"/>
              <a:ext cx="99131" cy="37563"/>
            </a:xfrm>
            <a:custGeom>
              <a:avLst/>
              <a:gdLst/>
              <a:ahLst/>
              <a:cxnLst/>
              <a:rect l="l" t="t" r="r" b="b"/>
              <a:pathLst>
                <a:path w="3093" h="1172" extrusionOk="0">
                  <a:moveTo>
                    <a:pt x="3092" y="1"/>
                  </a:moveTo>
                  <a:cubicBezTo>
                    <a:pt x="3009" y="168"/>
                    <a:pt x="2908" y="335"/>
                    <a:pt x="2775" y="469"/>
                  </a:cubicBezTo>
                  <a:cubicBezTo>
                    <a:pt x="2641" y="602"/>
                    <a:pt x="2457" y="686"/>
                    <a:pt x="2257" y="719"/>
                  </a:cubicBezTo>
                  <a:cubicBezTo>
                    <a:pt x="2209" y="726"/>
                    <a:pt x="2160" y="730"/>
                    <a:pt x="2112" y="730"/>
                  </a:cubicBezTo>
                  <a:cubicBezTo>
                    <a:pt x="1922" y="730"/>
                    <a:pt x="1731" y="679"/>
                    <a:pt x="1572" y="586"/>
                  </a:cubicBezTo>
                  <a:cubicBezTo>
                    <a:pt x="1455" y="519"/>
                    <a:pt x="1354" y="435"/>
                    <a:pt x="1221" y="385"/>
                  </a:cubicBezTo>
                  <a:cubicBezTo>
                    <a:pt x="1131" y="334"/>
                    <a:pt x="1032" y="312"/>
                    <a:pt x="931" y="312"/>
                  </a:cubicBezTo>
                  <a:cubicBezTo>
                    <a:pt x="900" y="312"/>
                    <a:pt x="868" y="314"/>
                    <a:pt x="836" y="318"/>
                  </a:cubicBezTo>
                  <a:cubicBezTo>
                    <a:pt x="619" y="352"/>
                    <a:pt x="419" y="469"/>
                    <a:pt x="268" y="653"/>
                  </a:cubicBezTo>
                  <a:cubicBezTo>
                    <a:pt x="185" y="753"/>
                    <a:pt x="101" y="887"/>
                    <a:pt x="51" y="1020"/>
                  </a:cubicBezTo>
                  <a:cubicBezTo>
                    <a:pt x="18" y="1104"/>
                    <a:pt x="1" y="1154"/>
                    <a:pt x="1" y="1171"/>
                  </a:cubicBezTo>
                  <a:cubicBezTo>
                    <a:pt x="2" y="1171"/>
                    <a:pt x="3" y="1171"/>
                    <a:pt x="5" y="1171"/>
                  </a:cubicBezTo>
                  <a:cubicBezTo>
                    <a:pt x="41" y="1171"/>
                    <a:pt x="126" y="961"/>
                    <a:pt x="352" y="719"/>
                  </a:cubicBezTo>
                  <a:cubicBezTo>
                    <a:pt x="486" y="569"/>
                    <a:pt x="653" y="469"/>
                    <a:pt x="853" y="452"/>
                  </a:cubicBezTo>
                  <a:cubicBezTo>
                    <a:pt x="876" y="449"/>
                    <a:pt x="899" y="447"/>
                    <a:pt x="921" y="447"/>
                  </a:cubicBezTo>
                  <a:cubicBezTo>
                    <a:pt x="1113" y="447"/>
                    <a:pt x="1295" y="568"/>
                    <a:pt x="1505" y="703"/>
                  </a:cubicBezTo>
                  <a:cubicBezTo>
                    <a:pt x="1680" y="815"/>
                    <a:pt x="1874" y="872"/>
                    <a:pt x="2080" y="872"/>
                  </a:cubicBezTo>
                  <a:cubicBezTo>
                    <a:pt x="2149" y="872"/>
                    <a:pt x="2219" y="866"/>
                    <a:pt x="2290" y="853"/>
                  </a:cubicBezTo>
                  <a:cubicBezTo>
                    <a:pt x="2507" y="803"/>
                    <a:pt x="2691" y="703"/>
                    <a:pt x="2841" y="536"/>
                  </a:cubicBezTo>
                  <a:cubicBezTo>
                    <a:pt x="2992" y="402"/>
                    <a:pt x="3092" y="201"/>
                    <a:pt x="309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3" name="Google Shape;2653;p53"/>
            <p:cNvSpPr/>
            <p:nvPr/>
          </p:nvSpPr>
          <p:spPr>
            <a:xfrm>
              <a:off x="6060872" y="2865470"/>
              <a:ext cx="57337" cy="95894"/>
            </a:xfrm>
            <a:custGeom>
              <a:avLst/>
              <a:gdLst/>
              <a:ahLst/>
              <a:cxnLst/>
              <a:rect l="l" t="t" r="r" b="b"/>
              <a:pathLst>
                <a:path w="1789" h="2992" extrusionOk="0">
                  <a:moveTo>
                    <a:pt x="1571" y="0"/>
                  </a:moveTo>
                  <a:cubicBezTo>
                    <a:pt x="1638" y="167"/>
                    <a:pt x="1671" y="351"/>
                    <a:pt x="1671" y="535"/>
                  </a:cubicBezTo>
                  <a:cubicBezTo>
                    <a:pt x="1671" y="736"/>
                    <a:pt x="1604" y="919"/>
                    <a:pt x="1487" y="1086"/>
                  </a:cubicBezTo>
                  <a:cubicBezTo>
                    <a:pt x="1354" y="1270"/>
                    <a:pt x="1136" y="1421"/>
                    <a:pt x="902" y="1471"/>
                  </a:cubicBezTo>
                  <a:cubicBezTo>
                    <a:pt x="769" y="1504"/>
                    <a:pt x="652" y="1538"/>
                    <a:pt x="518" y="1571"/>
                  </a:cubicBezTo>
                  <a:cubicBezTo>
                    <a:pt x="385" y="1621"/>
                    <a:pt x="268" y="1688"/>
                    <a:pt x="184" y="1805"/>
                  </a:cubicBezTo>
                  <a:cubicBezTo>
                    <a:pt x="67" y="1989"/>
                    <a:pt x="0" y="2206"/>
                    <a:pt x="34" y="2440"/>
                  </a:cubicBezTo>
                  <a:cubicBezTo>
                    <a:pt x="34" y="2573"/>
                    <a:pt x="67" y="2707"/>
                    <a:pt x="134" y="2841"/>
                  </a:cubicBezTo>
                  <a:cubicBezTo>
                    <a:pt x="167" y="2941"/>
                    <a:pt x="201" y="2991"/>
                    <a:pt x="201" y="2991"/>
                  </a:cubicBezTo>
                  <a:cubicBezTo>
                    <a:pt x="234" y="2974"/>
                    <a:pt x="134" y="2774"/>
                    <a:pt x="134" y="2423"/>
                  </a:cubicBezTo>
                  <a:cubicBezTo>
                    <a:pt x="117" y="2239"/>
                    <a:pt x="184" y="2039"/>
                    <a:pt x="301" y="1888"/>
                  </a:cubicBezTo>
                  <a:cubicBezTo>
                    <a:pt x="418" y="1705"/>
                    <a:pt x="669" y="1671"/>
                    <a:pt x="936" y="1604"/>
                  </a:cubicBezTo>
                  <a:cubicBezTo>
                    <a:pt x="1203" y="1538"/>
                    <a:pt x="1437" y="1387"/>
                    <a:pt x="1588" y="1153"/>
                  </a:cubicBezTo>
                  <a:cubicBezTo>
                    <a:pt x="1721" y="969"/>
                    <a:pt x="1788" y="752"/>
                    <a:pt x="1771" y="535"/>
                  </a:cubicBezTo>
                  <a:cubicBezTo>
                    <a:pt x="1788" y="335"/>
                    <a:pt x="1721" y="134"/>
                    <a:pt x="157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4" name="Google Shape;2654;p53"/>
            <p:cNvSpPr/>
            <p:nvPr/>
          </p:nvSpPr>
          <p:spPr>
            <a:xfrm>
              <a:off x="5974113" y="2766179"/>
              <a:ext cx="106053" cy="36345"/>
            </a:xfrm>
            <a:custGeom>
              <a:avLst/>
              <a:gdLst/>
              <a:ahLst/>
              <a:cxnLst/>
              <a:rect l="l" t="t" r="r" b="b"/>
              <a:pathLst>
                <a:path w="3309" h="1134" extrusionOk="0">
                  <a:moveTo>
                    <a:pt x="898" y="1"/>
                  </a:moveTo>
                  <a:cubicBezTo>
                    <a:pt x="744" y="1"/>
                    <a:pt x="590" y="38"/>
                    <a:pt x="452" y="108"/>
                  </a:cubicBezTo>
                  <a:cubicBezTo>
                    <a:pt x="335" y="174"/>
                    <a:pt x="218" y="258"/>
                    <a:pt x="101" y="358"/>
                  </a:cubicBezTo>
                  <a:cubicBezTo>
                    <a:pt x="34" y="425"/>
                    <a:pt x="0" y="475"/>
                    <a:pt x="0" y="475"/>
                  </a:cubicBezTo>
                  <a:cubicBezTo>
                    <a:pt x="1" y="476"/>
                    <a:pt x="3" y="476"/>
                    <a:pt x="4" y="476"/>
                  </a:cubicBezTo>
                  <a:cubicBezTo>
                    <a:pt x="35" y="476"/>
                    <a:pt x="201" y="335"/>
                    <a:pt x="502" y="208"/>
                  </a:cubicBezTo>
                  <a:cubicBezTo>
                    <a:pt x="606" y="156"/>
                    <a:pt x="724" y="129"/>
                    <a:pt x="846" y="129"/>
                  </a:cubicBezTo>
                  <a:cubicBezTo>
                    <a:pt x="919" y="129"/>
                    <a:pt x="995" y="139"/>
                    <a:pt x="1070" y="158"/>
                  </a:cubicBezTo>
                  <a:cubicBezTo>
                    <a:pt x="1270" y="208"/>
                    <a:pt x="1404" y="425"/>
                    <a:pt x="1554" y="659"/>
                  </a:cubicBezTo>
                  <a:cubicBezTo>
                    <a:pt x="1721" y="876"/>
                    <a:pt x="1955" y="1043"/>
                    <a:pt x="2223" y="1110"/>
                  </a:cubicBezTo>
                  <a:cubicBezTo>
                    <a:pt x="2287" y="1126"/>
                    <a:pt x="2355" y="1134"/>
                    <a:pt x="2424" y="1134"/>
                  </a:cubicBezTo>
                  <a:cubicBezTo>
                    <a:pt x="2570" y="1134"/>
                    <a:pt x="2721" y="1100"/>
                    <a:pt x="2858" y="1043"/>
                  </a:cubicBezTo>
                  <a:cubicBezTo>
                    <a:pt x="3208" y="893"/>
                    <a:pt x="3309" y="659"/>
                    <a:pt x="3292" y="659"/>
                  </a:cubicBezTo>
                  <a:lnTo>
                    <a:pt x="3292" y="659"/>
                  </a:lnTo>
                  <a:cubicBezTo>
                    <a:pt x="3158" y="776"/>
                    <a:pt x="2991" y="876"/>
                    <a:pt x="2824" y="943"/>
                  </a:cubicBezTo>
                  <a:cubicBezTo>
                    <a:pt x="2713" y="983"/>
                    <a:pt x="2595" y="1005"/>
                    <a:pt x="2476" y="1005"/>
                  </a:cubicBezTo>
                  <a:cubicBezTo>
                    <a:pt x="2398" y="1005"/>
                    <a:pt x="2318" y="996"/>
                    <a:pt x="2239" y="976"/>
                  </a:cubicBezTo>
                  <a:cubicBezTo>
                    <a:pt x="2005" y="910"/>
                    <a:pt x="1805" y="776"/>
                    <a:pt x="1671" y="575"/>
                  </a:cubicBezTo>
                  <a:cubicBezTo>
                    <a:pt x="1604" y="475"/>
                    <a:pt x="1521" y="358"/>
                    <a:pt x="1437" y="241"/>
                  </a:cubicBezTo>
                  <a:cubicBezTo>
                    <a:pt x="1354" y="141"/>
                    <a:pt x="1237" y="74"/>
                    <a:pt x="1103" y="24"/>
                  </a:cubicBezTo>
                  <a:cubicBezTo>
                    <a:pt x="1036" y="8"/>
                    <a:pt x="967" y="1"/>
                    <a:pt x="89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5" name="Google Shape;2655;p53"/>
            <p:cNvSpPr/>
            <p:nvPr/>
          </p:nvSpPr>
          <p:spPr>
            <a:xfrm>
              <a:off x="5943056" y="2565194"/>
              <a:ext cx="106053" cy="34646"/>
            </a:xfrm>
            <a:custGeom>
              <a:avLst/>
              <a:gdLst/>
              <a:ahLst/>
              <a:cxnLst/>
              <a:rect l="l" t="t" r="r" b="b"/>
              <a:pathLst>
                <a:path w="3309" h="1081" extrusionOk="0">
                  <a:moveTo>
                    <a:pt x="931" y="0"/>
                  </a:moveTo>
                  <a:cubicBezTo>
                    <a:pt x="762" y="0"/>
                    <a:pt x="602" y="38"/>
                    <a:pt x="451" y="113"/>
                  </a:cubicBezTo>
                  <a:cubicBezTo>
                    <a:pt x="334" y="180"/>
                    <a:pt x="218" y="263"/>
                    <a:pt x="101" y="363"/>
                  </a:cubicBezTo>
                  <a:cubicBezTo>
                    <a:pt x="34" y="447"/>
                    <a:pt x="0" y="480"/>
                    <a:pt x="17" y="497"/>
                  </a:cubicBezTo>
                  <a:cubicBezTo>
                    <a:pt x="18" y="498"/>
                    <a:pt x="19" y="498"/>
                    <a:pt x="20" y="498"/>
                  </a:cubicBezTo>
                  <a:cubicBezTo>
                    <a:pt x="48" y="498"/>
                    <a:pt x="199" y="340"/>
                    <a:pt x="502" y="196"/>
                  </a:cubicBezTo>
                  <a:cubicBezTo>
                    <a:pt x="606" y="144"/>
                    <a:pt x="723" y="118"/>
                    <a:pt x="842" y="118"/>
                  </a:cubicBezTo>
                  <a:cubicBezTo>
                    <a:pt x="913" y="118"/>
                    <a:pt x="984" y="127"/>
                    <a:pt x="1053" y="146"/>
                  </a:cubicBezTo>
                  <a:cubicBezTo>
                    <a:pt x="1270" y="196"/>
                    <a:pt x="1404" y="414"/>
                    <a:pt x="1571" y="631"/>
                  </a:cubicBezTo>
                  <a:cubicBezTo>
                    <a:pt x="1721" y="848"/>
                    <a:pt x="1972" y="1015"/>
                    <a:pt x="2239" y="1065"/>
                  </a:cubicBezTo>
                  <a:cubicBezTo>
                    <a:pt x="2305" y="1075"/>
                    <a:pt x="2371" y="1081"/>
                    <a:pt x="2436" y="1081"/>
                  </a:cubicBezTo>
                  <a:cubicBezTo>
                    <a:pt x="2586" y="1081"/>
                    <a:pt x="2734" y="1052"/>
                    <a:pt x="2874" y="982"/>
                  </a:cubicBezTo>
                  <a:cubicBezTo>
                    <a:pt x="3225" y="831"/>
                    <a:pt x="3309" y="597"/>
                    <a:pt x="3309" y="597"/>
                  </a:cubicBezTo>
                  <a:lnTo>
                    <a:pt x="3309" y="597"/>
                  </a:lnTo>
                  <a:cubicBezTo>
                    <a:pt x="3158" y="714"/>
                    <a:pt x="3008" y="815"/>
                    <a:pt x="2841" y="898"/>
                  </a:cubicBezTo>
                  <a:cubicBezTo>
                    <a:pt x="2729" y="939"/>
                    <a:pt x="2612" y="961"/>
                    <a:pt x="2492" y="961"/>
                  </a:cubicBezTo>
                  <a:cubicBezTo>
                    <a:pt x="2414" y="961"/>
                    <a:pt x="2335" y="951"/>
                    <a:pt x="2256" y="932"/>
                  </a:cubicBezTo>
                  <a:cubicBezTo>
                    <a:pt x="2022" y="881"/>
                    <a:pt x="1822" y="748"/>
                    <a:pt x="1688" y="547"/>
                  </a:cubicBezTo>
                  <a:cubicBezTo>
                    <a:pt x="1604" y="447"/>
                    <a:pt x="1521" y="330"/>
                    <a:pt x="1437" y="230"/>
                  </a:cubicBezTo>
                  <a:cubicBezTo>
                    <a:pt x="1354" y="130"/>
                    <a:pt x="1220" y="63"/>
                    <a:pt x="1103" y="13"/>
                  </a:cubicBezTo>
                  <a:cubicBezTo>
                    <a:pt x="1045" y="4"/>
                    <a:pt x="987" y="0"/>
                    <a:pt x="93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6" name="Google Shape;2656;p53"/>
            <p:cNvSpPr/>
            <p:nvPr/>
          </p:nvSpPr>
          <p:spPr>
            <a:xfrm>
              <a:off x="5819343" y="1778847"/>
              <a:ext cx="526966" cy="752374"/>
            </a:xfrm>
            <a:custGeom>
              <a:avLst/>
              <a:gdLst/>
              <a:ahLst/>
              <a:cxnLst/>
              <a:rect l="l" t="t" r="r" b="b"/>
              <a:pathLst>
                <a:path w="16442" h="23475" extrusionOk="0">
                  <a:moveTo>
                    <a:pt x="7574" y="1"/>
                  </a:moveTo>
                  <a:cubicBezTo>
                    <a:pt x="6650" y="1"/>
                    <a:pt x="5736" y="224"/>
                    <a:pt x="4913" y="671"/>
                  </a:cubicBezTo>
                  <a:cubicBezTo>
                    <a:pt x="3918" y="1259"/>
                    <a:pt x="3181" y="2214"/>
                    <a:pt x="2973" y="3279"/>
                  </a:cubicBezTo>
                  <a:lnTo>
                    <a:pt x="2973" y="3279"/>
                  </a:lnTo>
                  <a:cubicBezTo>
                    <a:pt x="2742" y="3831"/>
                    <a:pt x="2612" y="4435"/>
                    <a:pt x="2557" y="5015"/>
                  </a:cubicBezTo>
                  <a:cubicBezTo>
                    <a:pt x="2423" y="6436"/>
                    <a:pt x="2557" y="7906"/>
                    <a:pt x="2022" y="9226"/>
                  </a:cubicBezTo>
                  <a:cubicBezTo>
                    <a:pt x="1571" y="10329"/>
                    <a:pt x="619" y="11348"/>
                    <a:pt x="719" y="12534"/>
                  </a:cubicBezTo>
                  <a:cubicBezTo>
                    <a:pt x="803" y="13420"/>
                    <a:pt x="1471" y="14205"/>
                    <a:pt x="1588" y="15091"/>
                  </a:cubicBezTo>
                  <a:cubicBezTo>
                    <a:pt x="1822" y="16812"/>
                    <a:pt x="1" y="18332"/>
                    <a:pt x="335" y="20036"/>
                  </a:cubicBezTo>
                  <a:cubicBezTo>
                    <a:pt x="485" y="20822"/>
                    <a:pt x="1087" y="21490"/>
                    <a:pt x="1788" y="21941"/>
                  </a:cubicBezTo>
                  <a:cubicBezTo>
                    <a:pt x="2540" y="22375"/>
                    <a:pt x="3326" y="22726"/>
                    <a:pt x="4161" y="22960"/>
                  </a:cubicBezTo>
                  <a:cubicBezTo>
                    <a:pt x="4932" y="23217"/>
                    <a:pt x="5769" y="23474"/>
                    <a:pt x="6567" y="23474"/>
                  </a:cubicBezTo>
                  <a:cubicBezTo>
                    <a:pt x="6911" y="23474"/>
                    <a:pt x="7248" y="23427"/>
                    <a:pt x="7570" y="23311"/>
                  </a:cubicBezTo>
                  <a:cubicBezTo>
                    <a:pt x="8539" y="22960"/>
                    <a:pt x="9190" y="22091"/>
                    <a:pt x="10193" y="21841"/>
                  </a:cubicBezTo>
                  <a:cubicBezTo>
                    <a:pt x="10419" y="21781"/>
                    <a:pt x="10648" y="21759"/>
                    <a:pt x="10880" y="21759"/>
                  </a:cubicBezTo>
                  <a:cubicBezTo>
                    <a:pt x="11627" y="21759"/>
                    <a:pt x="12402" y="21995"/>
                    <a:pt x="13167" y="22008"/>
                  </a:cubicBezTo>
                  <a:cubicBezTo>
                    <a:pt x="13209" y="22009"/>
                    <a:pt x="13251" y="22010"/>
                    <a:pt x="13293" y="22010"/>
                  </a:cubicBezTo>
                  <a:cubicBezTo>
                    <a:pt x="14166" y="22010"/>
                    <a:pt x="15001" y="21678"/>
                    <a:pt x="15623" y="21072"/>
                  </a:cubicBezTo>
                  <a:cubicBezTo>
                    <a:pt x="16241" y="20454"/>
                    <a:pt x="16442" y="19552"/>
                    <a:pt x="16141" y="18733"/>
                  </a:cubicBezTo>
                  <a:cubicBezTo>
                    <a:pt x="15690" y="17630"/>
                    <a:pt x="14320" y="16928"/>
                    <a:pt x="14103" y="15776"/>
                  </a:cubicBezTo>
                  <a:cubicBezTo>
                    <a:pt x="13919" y="14740"/>
                    <a:pt x="14771" y="13704"/>
                    <a:pt x="14504" y="12685"/>
                  </a:cubicBezTo>
                  <a:cubicBezTo>
                    <a:pt x="14203" y="11532"/>
                    <a:pt x="12666" y="10930"/>
                    <a:pt x="12298" y="9811"/>
                  </a:cubicBezTo>
                  <a:cubicBezTo>
                    <a:pt x="11847" y="8457"/>
                    <a:pt x="13267" y="7004"/>
                    <a:pt x="12716" y="5684"/>
                  </a:cubicBezTo>
                  <a:cubicBezTo>
                    <a:pt x="12398" y="4915"/>
                    <a:pt x="11463" y="4431"/>
                    <a:pt x="11212" y="3628"/>
                  </a:cubicBezTo>
                  <a:cubicBezTo>
                    <a:pt x="11028" y="3077"/>
                    <a:pt x="11212" y="2492"/>
                    <a:pt x="11095" y="1924"/>
                  </a:cubicBezTo>
                  <a:cubicBezTo>
                    <a:pt x="10878" y="972"/>
                    <a:pt x="9792" y="337"/>
                    <a:pt x="8739" y="120"/>
                  </a:cubicBezTo>
                  <a:cubicBezTo>
                    <a:pt x="8353" y="40"/>
                    <a:pt x="7963" y="1"/>
                    <a:pt x="75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7" name="Google Shape;2657;p53"/>
            <p:cNvSpPr/>
            <p:nvPr/>
          </p:nvSpPr>
          <p:spPr>
            <a:xfrm>
              <a:off x="6034623" y="1783943"/>
              <a:ext cx="282777" cy="627860"/>
            </a:xfrm>
            <a:custGeom>
              <a:avLst/>
              <a:gdLst/>
              <a:ahLst/>
              <a:cxnLst/>
              <a:rect l="l" t="t" r="r" b="b"/>
              <a:pathLst>
                <a:path w="8823" h="19590" extrusionOk="0">
                  <a:moveTo>
                    <a:pt x="1669" y="1"/>
                  </a:moveTo>
                  <a:cubicBezTo>
                    <a:pt x="1117" y="1"/>
                    <a:pt x="553" y="100"/>
                    <a:pt x="0" y="312"/>
                  </a:cubicBezTo>
                  <a:lnTo>
                    <a:pt x="2657" y="18557"/>
                  </a:lnTo>
                  <a:cubicBezTo>
                    <a:pt x="3295" y="19267"/>
                    <a:pt x="4126" y="19589"/>
                    <a:pt x="4943" y="19589"/>
                  </a:cubicBezTo>
                  <a:cubicBezTo>
                    <a:pt x="6414" y="19589"/>
                    <a:pt x="7844" y="18544"/>
                    <a:pt x="8037" y="16836"/>
                  </a:cubicBezTo>
                  <a:cubicBezTo>
                    <a:pt x="8171" y="15650"/>
                    <a:pt x="7620" y="14464"/>
                    <a:pt x="7803" y="13277"/>
                  </a:cubicBezTo>
                  <a:cubicBezTo>
                    <a:pt x="7970" y="12141"/>
                    <a:pt x="8823" y="11122"/>
                    <a:pt x="8639" y="9986"/>
                  </a:cubicBezTo>
                  <a:cubicBezTo>
                    <a:pt x="8472" y="8800"/>
                    <a:pt x="7285" y="8064"/>
                    <a:pt x="6767" y="6995"/>
                  </a:cubicBezTo>
                  <a:cubicBezTo>
                    <a:pt x="6300" y="6009"/>
                    <a:pt x="6467" y="4840"/>
                    <a:pt x="6249" y="3770"/>
                  </a:cubicBezTo>
                  <a:cubicBezTo>
                    <a:pt x="5797" y="1510"/>
                    <a:pt x="3822" y="1"/>
                    <a:pt x="16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8" name="Google Shape;2658;p53"/>
            <p:cNvSpPr/>
            <p:nvPr/>
          </p:nvSpPr>
          <p:spPr>
            <a:xfrm>
              <a:off x="6144394" y="1794231"/>
              <a:ext cx="170346" cy="160570"/>
            </a:xfrm>
            <a:custGeom>
              <a:avLst/>
              <a:gdLst/>
              <a:ahLst/>
              <a:cxnLst/>
              <a:rect l="l" t="t" r="r" b="b"/>
              <a:pathLst>
                <a:path w="5315" h="5010" extrusionOk="0">
                  <a:moveTo>
                    <a:pt x="2909" y="1"/>
                  </a:moveTo>
                  <a:cubicBezTo>
                    <a:pt x="1588" y="1"/>
                    <a:pt x="374" y="978"/>
                    <a:pt x="201" y="2397"/>
                  </a:cubicBezTo>
                  <a:lnTo>
                    <a:pt x="352" y="2079"/>
                  </a:lnTo>
                  <a:lnTo>
                    <a:pt x="352" y="2079"/>
                  </a:lnTo>
                  <a:cubicBezTo>
                    <a:pt x="1" y="2915"/>
                    <a:pt x="235" y="3900"/>
                    <a:pt x="953" y="4485"/>
                  </a:cubicBezTo>
                  <a:cubicBezTo>
                    <a:pt x="1400" y="4828"/>
                    <a:pt x="1936" y="5009"/>
                    <a:pt x="2479" y="5009"/>
                  </a:cubicBezTo>
                  <a:cubicBezTo>
                    <a:pt x="2810" y="5009"/>
                    <a:pt x="3143" y="4942"/>
                    <a:pt x="3459" y="4803"/>
                  </a:cubicBezTo>
                  <a:cubicBezTo>
                    <a:pt x="4278" y="4418"/>
                    <a:pt x="4896" y="3700"/>
                    <a:pt x="5130" y="2831"/>
                  </a:cubicBezTo>
                  <a:cubicBezTo>
                    <a:pt x="5314" y="2263"/>
                    <a:pt x="5281" y="1661"/>
                    <a:pt x="5030" y="1143"/>
                  </a:cubicBezTo>
                  <a:cubicBezTo>
                    <a:pt x="4796" y="709"/>
                    <a:pt x="4412" y="392"/>
                    <a:pt x="3944" y="208"/>
                  </a:cubicBezTo>
                  <a:cubicBezTo>
                    <a:pt x="3603" y="67"/>
                    <a:pt x="3252" y="1"/>
                    <a:pt x="29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9" name="Google Shape;2659;p53"/>
            <p:cNvSpPr/>
            <p:nvPr/>
          </p:nvSpPr>
          <p:spPr>
            <a:xfrm>
              <a:off x="6120293" y="1826057"/>
              <a:ext cx="97496" cy="124482"/>
            </a:xfrm>
            <a:custGeom>
              <a:avLst/>
              <a:gdLst/>
              <a:ahLst/>
              <a:cxnLst/>
              <a:rect l="l" t="t" r="r" b="b"/>
              <a:pathLst>
                <a:path w="3042" h="3884" extrusionOk="0">
                  <a:moveTo>
                    <a:pt x="1287" y="0"/>
                  </a:moveTo>
                  <a:cubicBezTo>
                    <a:pt x="1221" y="17"/>
                    <a:pt x="1137" y="67"/>
                    <a:pt x="1070" y="117"/>
                  </a:cubicBezTo>
                  <a:cubicBezTo>
                    <a:pt x="886" y="251"/>
                    <a:pt x="719" y="401"/>
                    <a:pt x="569" y="585"/>
                  </a:cubicBezTo>
                  <a:cubicBezTo>
                    <a:pt x="352" y="852"/>
                    <a:pt x="185" y="1170"/>
                    <a:pt x="101" y="1504"/>
                  </a:cubicBezTo>
                  <a:cubicBezTo>
                    <a:pt x="1" y="1922"/>
                    <a:pt x="34" y="2373"/>
                    <a:pt x="218" y="2757"/>
                  </a:cubicBezTo>
                  <a:cubicBezTo>
                    <a:pt x="385" y="3158"/>
                    <a:pt x="703" y="3475"/>
                    <a:pt x="1104" y="3659"/>
                  </a:cubicBezTo>
                  <a:cubicBezTo>
                    <a:pt x="1421" y="3793"/>
                    <a:pt x="1755" y="3860"/>
                    <a:pt x="2106" y="3876"/>
                  </a:cubicBezTo>
                  <a:cubicBezTo>
                    <a:pt x="2175" y="3881"/>
                    <a:pt x="2243" y="3883"/>
                    <a:pt x="2311" y="3883"/>
                  </a:cubicBezTo>
                  <a:cubicBezTo>
                    <a:pt x="2476" y="3883"/>
                    <a:pt x="2638" y="3872"/>
                    <a:pt x="2791" y="3860"/>
                  </a:cubicBezTo>
                  <a:cubicBezTo>
                    <a:pt x="2875" y="3860"/>
                    <a:pt x="2958" y="3860"/>
                    <a:pt x="3042" y="3826"/>
                  </a:cubicBezTo>
                  <a:cubicBezTo>
                    <a:pt x="3042" y="3810"/>
                    <a:pt x="2691" y="3826"/>
                    <a:pt x="2123" y="3776"/>
                  </a:cubicBezTo>
                  <a:cubicBezTo>
                    <a:pt x="1789" y="3760"/>
                    <a:pt x="1455" y="3676"/>
                    <a:pt x="1154" y="3542"/>
                  </a:cubicBezTo>
                  <a:cubicBezTo>
                    <a:pt x="786" y="3375"/>
                    <a:pt x="502" y="3074"/>
                    <a:pt x="335" y="2707"/>
                  </a:cubicBezTo>
                  <a:cubicBezTo>
                    <a:pt x="185" y="2339"/>
                    <a:pt x="151" y="1922"/>
                    <a:pt x="235" y="1537"/>
                  </a:cubicBezTo>
                  <a:cubicBezTo>
                    <a:pt x="302" y="1220"/>
                    <a:pt x="452" y="902"/>
                    <a:pt x="652" y="652"/>
                  </a:cubicBezTo>
                  <a:cubicBezTo>
                    <a:pt x="836" y="401"/>
                    <a:pt x="1054" y="184"/>
                    <a:pt x="1287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0" name="Google Shape;2660;p53"/>
            <p:cNvSpPr/>
            <p:nvPr/>
          </p:nvSpPr>
          <p:spPr>
            <a:xfrm>
              <a:off x="6102088" y="1902079"/>
              <a:ext cx="165506" cy="304731"/>
            </a:xfrm>
            <a:custGeom>
              <a:avLst/>
              <a:gdLst/>
              <a:ahLst/>
              <a:cxnLst/>
              <a:rect l="l" t="t" r="r" b="b"/>
              <a:pathLst>
                <a:path w="5164" h="9508" extrusionOk="0">
                  <a:moveTo>
                    <a:pt x="619" y="1"/>
                  </a:moveTo>
                  <a:lnTo>
                    <a:pt x="619" y="1"/>
                  </a:lnTo>
                  <a:cubicBezTo>
                    <a:pt x="469" y="218"/>
                    <a:pt x="368" y="452"/>
                    <a:pt x="285" y="702"/>
                  </a:cubicBezTo>
                  <a:cubicBezTo>
                    <a:pt x="51" y="1371"/>
                    <a:pt x="1" y="2106"/>
                    <a:pt x="151" y="2808"/>
                  </a:cubicBezTo>
                  <a:cubicBezTo>
                    <a:pt x="251" y="3292"/>
                    <a:pt x="452" y="3760"/>
                    <a:pt x="736" y="4178"/>
                  </a:cubicBezTo>
                  <a:cubicBezTo>
                    <a:pt x="1037" y="4629"/>
                    <a:pt x="1454" y="5013"/>
                    <a:pt x="1805" y="5498"/>
                  </a:cubicBezTo>
                  <a:cubicBezTo>
                    <a:pt x="1989" y="5748"/>
                    <a:pt x="2123" y="6016"/>
                    <a:pt x="2190" y="6317"/>
                  </a:cubicBezTo>
                  <a:cubicBezTo>
                    <a:pt x="2256" y="6617"/>
                    <a:pt x="2273" y="6935"/>
                    <a:pt x="2223" y="7252"/>
                  </a:cubicBezTo>
                  <a:cubicBezTo>
                    <a:pt x="2089" y="7921"/>
                    <a:pt x="1839" y="8555"/>
                    <a:pt x="1505" y="9140"/>
                  </a:cubicBezTo>
                  <a:lnTo>
                    <a:pt x="1471" y="9224"/>
                  </a:lnTo>
                  <a:lnTo>
                    <a:pt x="1555" y="9241"/>
                  </a:lnTo>
                  <a:cubicBezTo>
                    <a:pt x="1661" y="9264"/>
                    <a:pt x="1768" y="9276"/>
                    <a:pt x="1874" y="9276"/>
                  </a:cubicBezTo>
                  <a:cubicBezTo>
                    <a:pt x="2219" y="9276"/>
                    <a:pt x="2556" y="9153"/>
                    <a:pt x="2825" y="8923"/>
                  </a:cubicBezTo>
                  <a:cubicBezTo>
                    <a:pt x="2912" y="8844"/>
                    <a:pt x="2995" y="8756"/>
                    <a:pt x="3067" y="8659"/>
                  </a:cubicBezTo>
                  <a:lnTo>
                    <a:pt x="3067" y="8659"/>
                  </a:lnTo>
                  <a:cubicBezTo>
                    <a:pt x="3049" y="8918"/>
                    <a:pt x="3037" y="9176"/>
                    <a:pt x="3025" y="9424"/>
                  </a:cubicBezTo>
                  <a:lnTo>
                    <a:pt x="3025" y="9508"/>
                  </a:lnTo>
                  <a:lnTo>
                    <a:pt x="3109" y="9491"/>
                  </a:lnTo>
                  <a:cubicBezTo>
                    <a:pt x="3777" y="9357"/>
                    <a:pt x="4362" y="8956"/>
                    <a:pt x="4729" y="8372"/>
                  </a:cubicBezTo>
                  <a:cubicBezTo>
                    <a:pt x="5063" y="7837"/>
                    <a:pt x="5164" y="7185"/>
                    <a:pt x="5030" y="6584"/>
                  </a:cubicBezTo>
                  <a:cubicBezTo>
                    <a:pt x="4913" y="6032"/>
                    <a:pt x="4713" y="5531"/>
                    <a:pt x="4462" y="5047"/>
                  </a:cubicBezTo>
                  <a:cubicBezTo>
                    <a:pt x="4228" y="4579"/>
                    <a:pt x="3994" y="4178"/>
                    <a:pt x="3844" y="3777"/>
                  </a:cubicBezTo>
                  <a:cubicBezTo>
                    <a:pt x="3710" y="3426"/>
                    <a:pt x="3610" y="3058"/>
                    <a:pt x="3576" y="2674"/>
                  </a:cubicBezTo>
                  <a:cubicBezTo>
                    <a:pt x="3543" y="2390"/>
                    <a:pt x="3560" y="2106"/>
                    <a:pt x="3627" y="1822"/>
                  </a:cubicBezTo>
                  <a:cubicBezTo>
                    <a:pt x="3677" y="1588"/>
                    <a:pt x="3794" y="1371"/>
                    <a:pt x="3927" y="1170"/>
                  </a:cubicBezTo>
                  <a:lnTo>
                    <a:pt x="3927" y="1170"/>
                  </a:lnTo>
                  <a:cubicBezTo>
                    <a:pt x="3877" y="1220"/>
                    <a:pt x="3844" y="1254"/>
                    <a:pt x="3810" y="1321"/>
                  </a:cubicBezTo>
                  <a:cubicBezTo>
                    <a:pt x="3693" y="1471"/>
                    <a:pt x="3627" y="1638"/>
                    <a:pt x="3576" y="1805"/>
                  </a:cubicBezTo>
                  <a:cubicBezTo>
                    <a:pt x="3493" y="2089"/>
                    <a:pt x="3476" y="2390"/>
                    <a:pt x="3493" y="2674"/>
                  </a:cubicBezTo>
                  <a:cubicBezTo>
                    <a:pt x="3526" y="3058"/>
                    <a:pt x="3627" y="3443"/>
                    <a:pt x="3760" y="3810"/>
                  </a:cubicBezTo>
                  <a:cubicBezTo>
                    <a:pt x="3944" y="4245"/>
                    <a:pt x="4144" y="4679"/>
                    <a:pt x="4362" y="5097"/>
                  </a:cubicBezTo>
                  <a:cubicBezTo>
                    <a:pt x="4612" y="5565"/>
                    <a:pt x="4796" y="6066"/>
                    <a:pt x="4913" y="6601"/>
                  </a:cubicBezTo>
                  <a:cubicBezTo>
                    <a:pt x="5030" y="7185"/>
                    <a:pt x="4930" y="7787"/>
                    <a:pt x="4612" y="8305"/>
                  </a:cubicBezTo>
                  <a:cubicBezTo>
                    <a:pt x="4294" y="8814"/>
                    <a:pt x="3765" y="9186"/>
                    <a:pt x="3167" y="9336"/>
                  </a:cubicBezTo>
                  <a:lnTo>
                    <a:pt x="3167" y="9336"/>
                  </a:lnTo>
                  <a:cubicBezTo>
                    <a:pt x="3194" y="9032"/>
                    <a:pt x="3210" y="8703"/>
                    <a:pt x="3225" y="8374"/>
                  </a:cubicBezTo>
                  <a:lnTo>
                    <a:pt x="3225" y="8374"/>
                  </a:lnTo>
                  <a:cubicBezTo>
                    <a:pt x="3225" y="8373"/>
                    <a:pt x="3225" y="8372"/>
                    <a:pt x="3226" y="8372"/>
                  </a:cubicBezTo>
                  <a:lnTo>
                    <a:pt x="3225" y="8371"/>
                  </a:lnTo>
                  <a:lnTo>
                    <a:pt x="3225" y="8371"/>
                  </a:lnTo>
                  <a:cubicBezTo>
                    <a:pt x="3225" y="8366"/>
                    <a:pt x="3225" y="8360"/>
                    <a:pt x="3226" y="8355"/>
                  </a:cubicBezTo>
                  <a:lnTo>
                    <a:pt x="3259" y="7921"/>
                  </a:lnTo>
                  <a:lnTo>
                    <a:pt x="3092" y="8322"/>
                  </a:lnTo>
                  <a:cubicBezTo>
                    <a:pt x="3008" y="8505"/>
                    <a:pt x="2891" y="8672"/>
                    <a:pt x="2724" y="8806"/>
                  </a:cubicBezTo>
                  <a:cubicBezTo>
                    <a:pt x="2488" y="9016"/>
                    <a:pt x="2179" y="9133"/>
                    <a:pt x="1855" y="9133"/>
                  </a:cubicBezTo>
                  <a:cubicBezTo>
                    <a:pt x="1799" y="9133"/>
                    <a:pt x="1742" y="9130"/>
                    <a:pt x="1684" y="9123"/>
                  </a:cubicBezTo>
                  <a:lnTo>
                    <a:pt x="1684" y="9123"/>
                  </a:lnTo>
                  <a:cubicBezTo>
                    <a:pt x="1996" y="8545"/>
                    <a:pt x="2229" y="7922"/>
                    <a:pt x="2357" y="7269"/>
                  </a:cubicBezTo>
                  <a:cubicBezTo>
                    <a:pt x="2407" y="6935"/>
                    <a:pt x="2390" y="6601"/>
                    <a:pt x="2323" y="6283"/>
                  </a:cubicBezTo>
                  <a:cubicBezTo>
                    <a:pt x="2240" y="5966"/>
                    <a:pt x="2106" y="5682"/>
                    <a:pt x="1906" y="5431"/>
                  </a:cubicBezTo>
                  <a:cubicBezTo>
                    <a:pt x="1555" y="4930"/>
                    <a:pt x="1120" y="4545"/>
                    <a:pt x="819" y="4111"/>
                  </a:cubicBezTo>
                  <a:cubicBezTo>
                    <a:pt x="552" y="3710"/>
                    <a:pt x="352" y="3259"/>
                    <a:pt x="251" y="2791"/>
                  </a:cubicBezTo>
                  <a:cubicBezTo>
                    <a:pt x="101" y="2106"/>
                    <a:pt x="118" y="1388"/>
                    <a:pt x="335" y="719"/>
                  </a:cubicBezTo>
                  <a:cubicBezTo>
                    <a:pt x="418" y="469"/>
                    <a:pt x="519" y="235"/>
                    <a:pt x="6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1" name="Google Shape;2661;p53"/>
            <p:cNvSpPr/>
            <p:nvPr/>
          </p:nvSpPr>
          <p:spPr>
            <a:xfrm>
              <a:off x="6175996" y="1799808"/>
              <a:ext cx="89452" cy="141949"/>
            </a:xfrm>
            <a:custGeom>
              <a:avLst/>
              <a:gdLst/>
              <a:ahLst/>
              <a:cxnLst/>
              <a:rect l="l" t="t" r="r" b="b"/>
              <a:pathLst>
                <a:path w="2791" h="4429" extrusionOk="0">
                  <a:moveTo>
                    <a:pt x="2574" y="0"/>
                  </a:moveTo>
                  <a:cubicBezTo>
                    <a:pt x="2557" y="0"/>
                    <a:pt x="2641" y="318"/>
                    <a:pt x="2641" y="819"/>
                  </a:cubicBezTo>
                  <a:cubicBezTo>
                    <a:pt x="2641" y="2172"/>
                    <a:pt x="1905" y="3409"/>
                    <a:pt x="736" y="4061"/>
                  </a:cubicBezTo>
                  <a:cubicBezTo>
                    <a:pt x="301" y="4328"/>
                    <a:pt x="1" y="4395"/>
                    <a:pt x="1" y="4428"/>
                  </a:cubicBezTo>
                  <a:cubicBezTo>
                    <a:pt x="84" y="4428"/>
                    <a:pt x="151" y="4411"/>
                    <a:pt x="218" y="4378"/>
                  </a:cubicBezTo>
                  <a:cubicBezTo>
                    <a:pt x="418" y="4328"/>
                    <a:pt x="602" y="4244"/>
                    <a:pt x="786" y="4161"/>
                  </a:cubicBezTo>
                  <a:cubicBezTo>
                    <a:pt x="2039" y="3526"/>
                    <a:pt x="2791" y="2223"/>
                    <a:pt x="2741" y="819"/>
                  </a:cubicBezTo>
                  <a:cubicBezTo>
                    <a:pt x="2724" y="619"/>
                    <a:pt x="2691" y="418"/>
                    <a:pt x="2657" y="218"/>
                  </a:cubicBezTo>
                  <a:cubicBezTo>
                    <a:pt x="2641" y="134"/>
                    <a:pt x="2607" y="67"/>
                    <a:pt x="257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2" name="Google Shape;2662;p53"/>
            <p:cNvSpPr/>
            <p:nvPr/>
          </p:nvSpPr>
          <p:spPr>
            <a:xfrm>
              <a:off x="6148144" y="1838364"/>
              <a:ext cx="85734" cy="73074"/>
            </a:xfrm>
            <a:custGeom>
              <a:avLst/>
              <a:gdLst/>
              <a:ahLst/>
              <a:cxnLst/>
              <a:rect l="l" t="t" r="r" b="b"/>
              <a:pathLst>
                <a:path w="2675" h="2280" extrusionOk="0">
                  <a:moveTo>
                    <a:pt x="17" y="0"/>
                  </a:moveTo>
                  <a:cubicBezTo>
                    <a:pt x="1" y="201"/>
                    <a:pt x="17" y="385"/>
                    <a:pt x="84" y="568"/>
                  </a:cubicBezTo>
                  <a:cubicBezTo>
                    <a:pt x="385" y="1471"/>
                    <a:pt x="1170" y="2139"/>
                    <a:pt x="2106" y="2256"/>
                  </a:cubicBezTo>
                  <a:cubicBezTo>
                    <a:pt x="2196" y="2271"/>
                    <a:pt x="2283" y="2279"/>
                    <a:pt x="2368" y="2279"/>
                  </a:cubicBezTo>
                  <a:cubicBezTo>
                    <a:pt x="2472" y="2279"/>
                    <a:pt x="2573" y="2267"/>
                    <a:pt x="2674" y="2239"/>
                  </a:cubicBezTo>
                  <a:cubicBezTo>
                    <a:pt x="2674" y="2206"/>
                    <a:pt x="2457" y="2223"/>
                    <a:pt x="2123" y="2156"/>
                  </a:cubicBezTo>
                  <a:cubicBezTo>
                    <a:pt x="1237" y="1989"/>
                    <a:pt x="502" y="1370"/>
                    <a:pt x="185" y="535"/>
                  </a:cubicBezTo>
                  <a:cubicBezTo>
                    <a:pt x="68" y="218"/>
                    <a:pt x="34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3" name="Google Shape;2663;p53"/>
            <p:cNvSpPr/>
            <p:nvPr/>
          </p:nvSpPr>
          <p:spPr>
            <a:xfrm>
              <a:off x="6015874" y="1785353"/>
              <a:ext cx="114643" cy="740643"/>
            </a:xfrm>
            <a:custGeom>
              <a:avLst/>
              <a:gdLst/>
              <a:ahLst/>
              <a:cxnLst/>
              <a:rect l="l" t="t" r="r" b="b"/>
              <a:pathLst>
                <a:path w="3577" h="23109" extrusionOk="0">
                  <a:moveTo>
                    <a:pt x="301" y="0"/>
                  </a:moveTo>
                  <a:cubicBezTo>
                    <a:pt x="585" y="184"/>
                    <a:pt x="853" y="401"/>
                    <a:pt x="1103" y="635"/>
                  </a:cubicBezTo>
                  <a:cubicBezTo>
                    <a:pt x="2190" y="1805"/>
                    <a:pt x="2657" y="3409"/>
                    <a:pt x="2390" y="4979"/>
                  </a:cubicBezTo>
                  <a:cubicBezTo>
                    <a:pt x="2240" y="5698"/>
                    <a:pt x="1989" y="6383"/>
                    <a:pt x="1638" y="7035"/>
                  </a:cubicBezTo>
                  <a:cubicBezTo>
                    <a:pt x="1304" y="7736"/>
                    <a:pt x="886" y="8455"/>
                    <a:pt x="552" y="9240"/>
                  </a:cubicBezTo>
                  <a:cubicBezTo>
                    <a:pt x="184" y="10059"/>
                    <a:pt x="1" y="10944"/>
                    <a:pt x="34" y="11830"/>
                  </a:cubicBezTo>
                  <a:cubicBezTo>
                    <a:pt x="68" y="12281"/>
                    <a:pt x="168" y="12732"/>
                    <a:pt x="368" y="13150"/>
                  </a:cubicBezTo>
                  <a:cubicBezTo>
                    <a:pt x="552" y="13534"/>
                    <a:pt x="769" y="13918"/>
                    <a:pt x="1037" y="14269"/>
                  </a:cubicBezTo>
                  <a:cubicBezTo>
                    <a:pt x="1538" y="14954"/>
                    <a:pt x="2073" y="15573"/>
                    <a:pt x="2440" y="16258"/>
                  </a:cubicBezTo>
                  <a:cubicBezTo>
                    <a:pt x="3209" y="17611"/>
                    <a:pt x="3459" y="19048"/>
                    <a:pt x="3242" y="20201"/>
                  </a:cubicBezTo>
                  <a:cubicBezTo>
                    <a:pt x="3092" y="21120"/>
                    <a:pt x="2641" y="21972"/>
                    <a:pt x="1939" y="22590"/>
                  </a:cubicBezTo>
                  <a:cubicBezTo>
                    <a:pt x="1688" y="22807"/>
                    <a:pt x="1388" y="22974"/>
                    <a:pt x="1070" y="23108"/>
                  </a:cubicBezTo>
                  <a:cubicBezTo>
                    <a:pt x="1087" y="23108"/>
                    <a:pt x="1120" y="23091"/>
                    <a:pt x="1137" y="23091"/>
                  </a:cubicBezTo>
                  <a:cubicBezTo>
                    <a:pt x="1187" y="23075"/>
                    <a:pt x="1237" y="23058"/>
                    <a:pt x="1321" y="23025"/>
                  </a:cubicBezTo>
                  <a:cubicBezTo>
                    <a:pt x="1555" y="22924"/>
                    <a:pt x="1789" y="22791"/>
                    <a:pt x="1989" y="22640"/>
                  </a:cubicBezTo>
                  <a:cubicBezTo>
                    <a:pt x="2707" y="22022"/>
                    <a:pt x="3192" y="21153"/>
                    <a:pt x="3342" y="20218"/>
                  </a:cubicBezTo>
                  <a:cubicBezTo>
                    <a:pt x="3576" y="19048"/>
                    <a:pt x="3326" y="17561"/>
                    <a:pt x="2557" y="16191"/>
                  </a:cubicBezTo>
                  <a:cubicBezTo>
                    <a:pt x="2190" y="15489"/>
                    <a:pt x="1638" y="14871"/>
                    <a:pt x="1154" y="14186"/>
                  </a:cubicBezTo>
                  <a:cubicBezTo>
                    <a:pt x="652" y="13501"/>
                    <a:pt x="218" y="12715"/>
                    <a:pt x="168" y="11813"/>
                  </a:cubicBezTo>
                  <a:cubicBezTo>
                    <a:pt x="151" y="10944"/>
                    <a:pt x="318" y="10092"/>
                    <a:pt x="686" y="9290"/>
                  </a:cubicBezTo>
                  <a:cubicBezTo>
                    <a:pt x="1003" y="8522"/>
                    <a:pt x="1421" y="7803"/>
                    <a:pt x="1755" y="7101"/>
                  </a:cubicBezTo>
                  <a:cubicBezTo>
                    <a:pt x="2106" y="6433"/>
                    <a:pt x="2357" y="5731"/>
                    <a:pt x="2507" y="4996"/>
                  </a:cubicBezTo>
                  <a:cubicBezTo>
                    <a:pt x="2607" y="4344"/>
                    <a:pt x="2591" y="3693"/>
                    <a:pt x="2457" y="3058"/>
                  </a:cubicBezTo>
                  <a:cubicBezTo>
                    <a:pt x="2256" y="2122"/>
                    <a:pt x="1805" y="1287"/>
                    <a:pt x="1137" y="602"/>
                  </a:cubicBezTo>
                  <a:cubicBezTo>
                    <a:pt x="953" y="418"/>
                    <a:pt x="753" y="268"/>
                    <a:pt x="535" y="134"/>
                  </a:cubicBezTo>
                  <a:lnTo>
                    <a:pt x="368" y="34"/>
                  </a:lnTo>
                  <a:cubicBezTo>
                    <a:pt x="352" y="17"/>
                    <a:pt x="335" y="0"/>
                    <a:pt x="3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4" name="Google Shape;2664;p53"/>
            <p:cNvSpPr/>
            <p:nvPr/>
          </p:nvSpPr>
          <p:spPr>
            <a:xfrm>
              <a:off x="5917897" y="1886022"/>
              <a:ext cx="136020" cy="636225"/>
            </a:xfrm>
            <a:custGeom>
              <a:avLst/>
              <a:gdLst/>
              <a:ahLst/>
              <a:cxnLst/>
              <a:rect l="l" t="t" r="r" b="b"/>
              <a:pathLst>
                <a:path w="4244" h="19851" extrusionOk="0">
                  <a:moveTo>
                    <a:pt x="17" y="0"/>
                  </a:moveTo>
                  <a:lnTo>
                    <a:pt x="17" y="0"/>
                  </a:lnTo>
                  <a:cubicBezTo>
                    <a:pt x="0" y="84"/>
                    <a:pt x="17" y="168"/>
                    <a:pt x="33" y="251"/>
                  </a:cubicBezTo>
                  <a:cubicBezTo>
                    <a:pt x="100" y="468"/>
                    <a:pt x="217" y="669"/>
                    <a:pt x="368" y="836"/>
                  </a:cubicBezTo>
                  <a:cubicBezTo>
                    <a:pt x="635" y="1087"/>
                    <a:pt x="919" y="1320"/>
                    <a:pt x="1203" y="1521"/>
                  </a:cubicBezTo>
                  <a:cubicBezTo>
                    <a:pt x="1387" y="1655"/>
                    <a:pt x="1554" y="1805"/>
                    <a:pt x="1704" y="1972"/>
                  </a:cubicBezTo>
                  <a:cubicBezTo>
                    <a:pt x="1855" y="2173"/>
                    <a:pt x="1988" y="2373"/>
                    <a:pt x="2072" y="2607"/>
                  </a:cubicBezTo>
                  <a:cubicBezTo>
                    <a:pt x="2272" y="3142"/>
                    <a:pt x="2323" y="3726"/>
                    <a:pt x="2239" y="4295"/>
                  </a:cubicBezTo>
                  <a:cubicBezTo>
                    <a:pt x="2122" y="4929"/>
                    <a:pt x="1922" y="5564"/>
                    <a:pt x="1671" y="6166"/>
                  </a:cubicBezTo>
                  <a:cubicBezTo>
                    <a:pt x="1370" y="6851"/>
                    <a:pt x="1153" y="7553"/>
                    <a:pt x="1019" y="8288"/>
                  </a:cubicBezTo>
                  <a:cubicBezTo>
                    <a:pt x="952" y="8672"/>
                    <a:pt x="952" y="9073"/>
                    <a:pt x="1019" y="9457"/>
                  </a:cubicBezTo>
                  <a:cubicBezTo>
                    <a:pt x="1103" y="9875"/>
                    <a:pt x="1253" y="10259"/>
                    <a:pt x="1487" y="10594"/>
                  </a:cubicBezTo>
                  <a:cubicBezTo>
                    <a:pt x="1955" y="11279"/>
                    <a:pt x="2573" y="11780"/>
                    <a:pt x="3091" y="12331"/>
                  </a:cubicBezTo>
                  <a:cubicBezTo>
                    <a:pt x="3609" y="12833"/>
                    <a:pt x="3943" y="13501"/>
                    <a:pt x="4060" y="14203"/>
                  </a:cubicBezTo>
                  <a:cubicBezTo>
                    <a:pt x="4110" y="14537"/>
                    <a:pt x="4060" y="14871"/>
                    <a:pt x="3910" y="15172"/>
                  </a:cubicBezTo>
                  <a:cubicBezTo>
                    <a:pt x="3743" y="15439"/>
                    <a:pt x="3526" y="15656"/>
                    <a:pt x="3241" y="15807"/>
                  </a:cubicBezTo>
                  <a:cubicBezTo>
                    <a:pt x="2724" y="16124"/>
                    <a:pt x="2155" y="16325"/>
                    <a:pt x="1754" y="16709"/>
                  </a:cubicBezTo>
                  <a:cubicBezTo>
                    <a:pt x="1420" y="17060"/>
                    <a:pt x="1203" y="17511"/>
                    <a:pt x="1153" y="18012"/>
                  </a:cubicBezTo>
                  <a:cubicBezTo>
                    <a:pt x="1119" y="18380"/>
                    <a:pt x="1153" y="18747"/>
                    <a:pt x="1287" y="19082"/>
                  </a:cubicBezTo>
                  <a:cubicBezTo>
                    <a:pt x="1370" y="19299"/>
                    <a:pt x="1487" y="19499"/>
                    <a:pt x="1621" y="19683"/>
                  </a:cubicBezTo>
                  <a:cubicBezTo>
                    <a:pt x="1688" y="19733"/>
                    <a:pt x="1721" y="19783"/>
                    <a:pt x="1754" y="19800"/>
                  </a:cubicBezTo>
                  <a:cubicBezTo>
                    <a:pt x="1788" y="19833"/>
                    <a:pt x="1805" y="19850"/>
                    <a:pt x="1805" y="19850"/>
                  </a:cubicBezTo>
                  <a:cubicBezTo>
                    <a:pt x="1587" y="19616"/>
                    <a:pt x="1437" y="19349"/>
                    <a:pt x="1337" y="19065"/>
                  </a:cubicBezTo>
                  <a:cubicBezTo>
                    <a:pt x="1220" y="18731"/>
                    <a:pt x="1186" y="18363"/>
                    <a:pt x="1236" y="18012"/>
                  </a:cubicBezTo>
                  <a:cubicBezTo>
                    <a:pt x="1287" y="17544"/>
                    <a:pt x="1504" y="17110"/>
                    <a:pt x="1838" y="16776"/>
                  </a:cubicBezTo>
                  <a:cubicBezTo>
                    <a:pt x="2206" y="16408"/>
                    <a:pt x="2774" y="16224"/>
                    <a:pt x="3308" y="15907"/>
                  </a:cubicBezTo>
                  <a:cubicBezTo>
                    <a:pt x="3609" y="15757"/>
                    <a:pt x="3843" y="15506"/>
                    <a:pt x="4010" y="15222"/>
                  </a:cubicBezTo>
                  <a:cubicBezTo>
                    <a:pt x="4177" y="14904"/>
                    <a:pt x="4244" y="14554"/>
                    <a:pt x="4194" y="14203"/>
                  </a:cubicBezTo>
                  <a:cubicBezTo>
                    <a:pt x="4077" y="13451"/>
                    <a:pt x="3726" y="12766"/>
                    <a:pt x="3191" y="12231"/>
                  </a:cubicBezTo>
                  <a:cubicBezTo>
                    <a:pt x="2673" y="11680"/>
                    <a:pt x="2055" y="11178"/>
                    <a:pt x="1604" y="10510"/>
                  </a:cubicBezTo>
                  <a:cubicBezTo>
                    <a:pt x="1387" y="10193"/>
                    <a:pt x="1236" y="9825"/>
                    <a:pt x="1170" y="9441"/>
                  </a:cubicBezTo>
                  <a:cubicBezTo>
                    <a:pt x="1103" y="9056"/>
                    <a:pt x="1103" y="8672"/>
                    <a:pt x="1170" y="8305"/>
                  </a:cubicBezTo>
                  <a:cubicBezTo>
                    <a:pt x="1287" y="7586"/>
                    <a:pt x="1504" y="6884"/>
                    <a:pt x="1788" y="6216"/>
                  </a:cubicBezTo>
                  <a:cubicBezTo>
                    <a:pt x="2055" y="5598"/>
                    <a:pt x="2239" y="4963"/>
                    <a:pt x="2356" y="4295"/>
                  </a:cubicBezTo>
                  <a:cubicBezTo>
                    <a:pt x="2439" y="3726"/>
                    <a:pt x="2373" y="3125"/>
                    <a:pt x="2172" y="2574"/>
                  </a:cubicBezTo>
                  <a:cubicBezTo>
                    <a:pt x="2072" y="2340"/>
                    <a:pt x="1938" y="2106"/>
                    <a:pt x="1771" y="1922"/>
                  </a:cubicBezTo>
                  <a:cubicBezTo>
                    <a:pt x="1604" y="1755"/>
                    <a:pt x="1437" y="1604"/>
                    <a:pt x="1253" y="1471"/>
                  </a:cubicBezTo>
                  <a:cubicBezTo>
                    <a:pt x="969" y="1270"/>
                    <a:pt x="685" y="1036"/>
                    <a:pt x="418" y="802"/>
                  </a:cubicBezTo>
                  <a:cubicBezTo>
                    <a:pt x="251" y="635"/>
                    <a:pt x="134" y="452"/>
                    <a:pt x="67" y="234"/>
                  </a:cubicBezTo>
                  <a:cubicBezTo>
                    <a:pt x="17" y="84"/>
                    <a:pt x="17" y="1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5" name="Google Shape;2665;p53"/>
            <p:cNvSpPr/>
            <p:nvPr/>
          </p:nvSpPr>
          <p:spPr>
            <a:xfrm>
              <a:off x="6109043" y="2047202"/>
              <a:ext cx="123745" cy="413445"/>
            </a:xfrm>
            <a:custGeom>
              <a:avLst/>
              <a:gdLst/>
              <a:ahLst/>
              <a:cxnLst/>
              <a:rect l="l" t="t" r="r" b="b"/>
              <a:pathLst>
                <a:path w="3861" h="12900" extrusionOk="0">
                  <a:moveTo>
                    <a:pt x="803" y="1"/>
                  </a:moveTo>
                  <a:lnTo>
                    <a:pt x="803" y="1"/>
                  </a:lnTo>
                  <a:cubicBezTo>
                    <a:pt x="770" y="34"/>
                    <a:pt x="753" y="84"/>
                    <a:pt x="736" y="134"/>
                  </a:cubicBezTo>
                  <a:cubicBezTo>
                    <a:pt x="703" y="218"/>
                    <a:pt x="653" y="352"/>
                    <a:pt x="602" y="519"/>
                  </a:cubicBezTo>
                  <a:cubicBezTo>
                    <a:pt x="419" y="1003"/>
                    <a:pt x="285" y="1504"/>
                    <a:pt x="185" y="2006"/>
                  </a:cubicBezTo>
                  <a:cubicBezTo>
                    <a:pt x="1" y="2758"/>
                    <a:pt x="51" y="3543"/>
                    <a:pt x="285" y="4278"/>
                  </a:cubicBezTo>
                  <a:cubicBezTo>
                    <a:pt x="452" y="4696"/>
                    <a:pt x="703" y="5097"/>
                    <a:pt x="987" y="5431"/>
                  </a:cubicBezTo>
                  <a:cubicBezTo>
                    <a:pt x="1304" y="5799"/>
                    <a:pt x="1655" y="6149"/>
                    <a:pt x="2006" y="6467"/>
                  </a:cubicBezTo>
                  <a:cubicBezTo>
                    <a:pt x="2357" y="6784"/>
                    <a:pt x="2691" y="7135"/>
                    <a:pt x="3009" y="7486"/>
                  </a:cubicBezTo>
                  <a:cubicBezTo>
                    <a:pt x="3293" y="7820"/>
                    <a:pt x="3510" y="8205"/>
                    <a:pt x="3643" y="8622"/>
                  </a:cubicBezTo>
                  <a:cubicBezTo>
                    <a:pt x="3694" y="8823"/>
                    <a:pt x="3727" y="9023"/>
                    <a:pt x="3744" y="9224"/>
                  </a:cubicBezTo>
                  <a:cubicBezTo>
                    <a:pt x="3744" y="9424"/>
                    <a:pt x="3727" y="9608"/>
                    <a:pt x="3694" y="9809"/>
                  </a:cubicBezTo>
                  <a:cubicBezTo>
                    <a:pt x="3643" y="10176"/>
                    <a:pt x="3560" y="10527"/>
                    <a:pt x="3510" y="10845"/>
                  </a:cubicBezTo>
                  <a:cubicBezTo>
                    <a:pt x="3443" y="11129"/>
                    <a:pt x="3393" y="11413"/>
                    <a:pt x="3359" y="11713"/>
                  </a:cubicBezTo>
                  <a:cubicBezTo>
                    <a:pt x="3343" y="11931"/>
                    <a:pt x="3359" y="12148"/>
                    <a:pt x="3410" y="12365"/>
                  </a:cubicBezTo>
                  <a:cubicBezTo>
                    <a:pt x="3426" y="12515"/>
                    <a:pt x="3476" y="12649"/>
                    <a:pt x="3543" y="12766"/>
                  </a:cubicBezTo>
                  <a:cubicBezTo>
                    <a:pt x="3560" y="12816"/>
                    <a:pt x="3577" y="12850"/>
                    <a:pt x="3610" y="12900"/>
                  </a:cubicBezTo>
                  <a:cubicBezTo>
                    <a:pt x="3543" y="12716"/>
                    <a:pt x="3493" y="12549"/>
                    <a:pt x="3460" y="12365"/>
                  </a:cubicBezTo>
                  <a:cubicBezTo>
                    <a:pt x="3426" y="12148"/>
                    <a:pt x="3426" y="11931"/>
                    <a:pt x="3443" y="11713"/>
                  </a:cubicBezTo>
                  <a:cubicBezTo>
                    <a:pt x="3476" y="11429"/>
                    <a:pt x="3526" y="11145"/>
                    <a:pt x="3593" y="10861"/>
                  </a:cubicBezTo>
                  <a:cubicBezTo>
                    <a:pt x="3677" y="10544"/>
                    <a:pt x="3760" y="10210"/>
                    <a:pt x="3811" y="9825"/>
                  </a:cubicBezTo>
                  <a:cubicBezTo>
                    <a:pt x="3844" y="9625"/>
                    <a:pt x="3861" y="9424"/>
                    <a:pt x="3861" y="9224"/>
                  </a:cubicBezTo>
                  <a:cubicBezTo>
                    <a:pt x="3844" y="9007"/>
                    <a:pt x="3827" y="8806"/>
                    <a:pt x="3760" y="8589"/>
                  </a:cubicBezTo>
                  <a:cubicBezTo>
                    <a:pt x="3643" y="8154"/>
                    <a:pt x="3410" y="7753"/>
                    <a:pt x="3109" y="7403"/>
                  </a:cubicBezTo>
                  <a:cubicBezTo>
                    <a:pt x="2808" y="7035"/>
                    <a:pt x="2457" y="6684"/>
                    <a:pt x="2106" y="6367"/>
                  </a:cubicBezTo>
                  <a:cubicBezTo>
                    <a:pt x="1388" y="5698"/>
                    <a:pt x="703" y="5030"/>
                    <a:pt x="419" y="4228"/>
                  </a:cubicBezTo>
                  <a:cubicBezTo>
                    <a:pt x="168" y="3510"/>
                    <a:pt x="118" y="2758"/>
                    <a:pt x="285" y="2022"/>
                  </a:cubicBezTo>
                  <a:cubicBezTo>
                    <a:pt x="369" y="1521"/>
                    <a:pt x="502" y="1020"/>
                    <a:pt x="653" y="535"/>
                  </a:cubicBezTo>
                  <a:cubicBezTo>
                    <a:pt x="703" y="385"/>
                    <a:pt x="736" y="251"/>
                    <a:pt x="770" y="151"/>
                  </a:cubicBezTo>
                  <a:cubicBezTo>
                    <a:pt x="786" y="101"/>
                    <a:pt x="803" y="51"/>
                    <a:pt x="80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80" name="Google Shape;2680;p53"/>
          <p:cNvGrpSpPr/>
          <p:nvPr/>
        </p:nvGrpSpPr>
        <p:grpSpPr>
          <a:xfrm>
            <a:off x="2196367" y="2474010"/>
            <a:ext cx="410991" cy="361721"/>
            <a:chOff x="3106425" y="2972938"/>
            <a:chExt cx="474950" cy="417950"/>
          </a:xfrm>
        </p:grpSpPr>
        <p:sp>
          <p:nvSpPr>
            <p:cNvPr id="2681" name="Google Shape;2681;p53"/>
            <p:cNvSpPr/>
            <p:nvPr/>
          </p:nvSpPr>
          <p:spPr>
            <a:xfrm>
              <a:off x="3270550" y="2972938"/>
              <a:ext cx="310825" cy="57775"/>
            </a:xfrm>
            <a:custGeom>
              <a:avLst/>
              <a:gdLst/>
              <a:ahLst/>
              <a:cxnLst/>
              <a:rect l="l" t="t" r="r" b="b"/>
              <a:pathLst>
                <a:path w="12433" h="2311" extrusionOk="0">
                  <a:moveTo>
                    <a:pt x="1" y="0"/>
                  </a:moveTo>
                  <a:lnTo>
                    <a:pt x="1642" y="2310"/>
                  </a:lnTo>
                  <a:lnTo>
                    <a:pt x="12432" y="2310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2" name="Google Shape;2682;p53"/>
            <p:cNvSpPr/>
            <p:nvPr/>
          </p:nvSpPr>
          <p:spPr>
            <a:xfrm>
              <a:off x="3106425" y="2972938"/>
              <a:ext cx="474950" cy="417950"/>
            </a:xfrm>
            <a:custGeom>
              <a:avLst/>
              <a:gdLst/>
              <a:ahLst/>
              <a:cxnLst/>
              <a:rect l="l" t="t" r="r" b="b"/>
              <a:pathLst>
                <a:path w="18998" h="16718" extrusionOk="0">
                  <a:moveTo>
                    <a:pt x="0" y="0"/>
                  </a:moveTo>
                  <a:lnTo>
                    <a:pt x="0" y="2310"/>
                  </a:lnTo>
                  <a:lnTo>
                    <a:pt x="0" y="16718"/>
                  </a:lnTo>
                  <a:lnTo>
                    <a:pt x="18997" y="16718"/>
                  </a:lnTo>
                  <a:lnTo>
                    <a:pt x="18997" y="4590"/>
                  </a:lnTo>
                  <a:lnTo>
                    <a:pt x="9848" y="4590"/>
                  </a:lnTo>
                  <a:lnTo>
                    <a:pt x="8207" y="2310"/>
                  </a:lnTo>
                  <a:lnTo>
                    <a:pt x="6566" y="0"/>
                  </a:ln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3" name="Google Shape;2683;p53"/>
            <p:cNvSpPr/>
            <p:nvPr/>
          </p:nvSpPr>
          <p:spPr>
            <a:xfrm>
              <a:off x="3311575" y="3030688"/>
              <a:ext cx="269800" cy="57000"/>
            </a:xfrm>
            <a:custGeom>
              <a:avLst/>
              <a:gdLst/>
              <a:ahLst/>
              <a:cxnLst/>
              <a:rect l="l" t="t" r="r" b="b"/>
              <a:pathLst>
                <a:path w="10792" h="2280" extrusionOk="0">
                  <a:moveTo>
                    <a:pt x="1" y="0"/>
                  </a:moveTo>
                  <a:lnTo>
                    <a:pt x="1642" y="2280"/>
                  </a:lnTo>
                  <a:lnTo>
                    <a:pt x="10791" y="2280"/>
                  </a:lnTo>
                  <a:lnTo>
                    <a:pt x="1079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84" name="Google Shape;2684;p53"/>
          <p:cNvGrpSpPr/>
          <p:nvPr/>
        </p:nvGrpSpPr>
        <p:grpSpPr>
          <a:xfrm>
            <a:off x="4347674" y="2487527"/>
            <a:ext cx="305425" cy="361685"/>
            <a:chOff x="936175" y="2956213"/>
            <a:chExt cx="375400" cy="444550"/>
          </a:xfrm>
        </p:grpSpPr>
        <p:sp>
          <p:nvSpPr>
            <p:cNvPr id="2685" name="Google Shape;2685;p53"/>
            <p:cNvSpPr/>
            <p:nvPr/>
          </p:nvSpPr>
          <p:spPr>
            <a:xfrm>
              <a:off x="936175" y="2986613"/>
              <a:ext cx="375400" cy="414150"/>
            </a:xfrm>
            <a:custGeom>
              <a:avLst/>
              <a:gdLst/>
              <a:ahLst/>
              <a:cxnLst/>
              <a:rect l="l" t="t" r="r" b="b"/>
              <a:pathLst>
                <a:path w="15016" h="16566" extrusionOk="0">
                  <a:moveTo>
                    <a:pt x="0" y="0"/>
                  </a:moveTo>
                  <a:lnTo>
                    <a:pt x="0" y="16566"/>
                  </a:lnTo>
                  <a:lnTo>
                    <a:pt x="15015" y="16566"/>
                  </a:lnTo>
                  <a:lnTo>
                    <a:pt x="15015" y="0"/>
                  </a:lnTo>
                  <a:lnTo>
                    <a:pt x="7052" y="0"/>
                  </a:lnTo>
                  <a:lnTo>
                    <a:pt x="7052" y="7356"/>
                  </a:lnTo>
                  <a:lnTo>
                    <a:pt x="4590" y="5532"/>
                  </a:lnTo>
                  <a:lnTo>
                    <a:pt x="2158" y="735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6" name="Google Shape;2686;p53"/>
            <p:cNvSpPr/>
            <p:nvPr/>
          </p:nvSpPr>
          <p:spPr>
            <a:xfrm>
              <a:off x="979475" y="3224438"/>
              <a:ext cx="288775" cy="15225"/>
            </a:xfrm>
            <a:custGeom>
              <a:avLst/>
              <a:gdLst/>
              <a:ahLst/>
              <a:cxnLst/>
              <a:rect l="l" t="t" r="r" b="b"/>
              <a:pathLst>
                <a:path w="11551" h="609" extrusionOk="0">
                  <a:moveTo>
                    <a:pt x="426" y="1"/>
                  </a:moveTo>
                  <a:cubicBezTo>
                    <a:pt x="1" y="1"/>
                    <a:pt x="1" y="609"/>
                    <a:pt x="426" y="609"/>
                  </a:cubicBezTo>
                  <a:lnTo>
                    <a:pt x="11125" y="609"/>
                  </a:lnTo>
                  <a:cubicBezTo>
                    <a:pt x="11551" y="609"/>
                    <a:pt x="11551" y="1"/>
                    <a:pt x="11125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7" name="Google Shape;2687;p53"/>
            <p:cNvSpPr/>
            <p:nvPr/>
          </p:nvSpPr>
          <p:spPr>
            <a:xfrm>
              <a:off x="1148175" y="3170488"/>
              <a:ext cx="120075" cy="15225"/>
            </a:xfrm>
            <a:custGeom>
              <a:avLst/>
              <a:gdLst/>
              <a:ahLst/>
              <a:cxnLst/>
              <a:rect l="l" t="t" r="r" b="b"/>
              <a:pathLst>
                <a:path w="4803" h="609" extrusionOk="0">
                  <a:moveTo>
                    <a:pt x="396" y="1"/>
                  </a:moveTo>
                  <a:cubicBezTo>
                    <a:pt x="0" y="1"/>
                    <a:pt x="0" y="609"/>
                    <a:pt x="396" y="609"/>
                  </a:cubicBezTo>
                  <a:lnTo>
                    <a:pt x="4377" y="609"/>
                  </a:lnTo>
                  <a:cubicBezTo>
                    <a:pt x="4803" y="609"/>
                    <a:pt x="4803" y="1"/>
                    <a:pt x="4377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8" name="Google Shape;2688;p53"/>
            <p:cNvSpPr/>
            <p:nvPr/>
          </p:nvSpPr>
          <p:spPr>
            <a:xfrm>
              <a:off x="1148175" y="3117313"/>
              <a:ext cx="120075" cy="15225"/>
            </a:xfrm>
            <a:custGeom>
              <a:avLst/>
              <a:gdLst/>
              <a:ahLst/>
              <a:cxnLst/>
              <a:rect l="l" t="t" r="r" b="b"/>
              <a:pathLst>
                <a:path w="4803" h="609" extrusionOk="0">
                  <a:moveTo>
                    <a:pt x="396" y="0"/>
                  </a:moveTo>
                  <a:cubicBezTo>
                    <a:pt x="0" y="0"/>
                    <a:pt x="0" y="608"/>
                    <a:pt x="396" y="608"/>
                  </a:cubicBezTo>
                  <a:lnTo>
                    <a:pt x="4377" y="608"/>
                  </a:lnTo>
                  <a:cubicBezTo>
                    <a:pt x="4803" y="608"/>
                    <a:pt x="4803" y="0"/>
                    <a:pt x="4377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9" name="Google Shape;2689;p53"/>
            <p:cNvSpPr/>
            <p:nvPr/>
          </p:nvSpPr>
          <p:spPr>
            <a:xfrm>
              <a:off x="1148175" y="3063363"/>
              <a:ext cx="120075" cy="15200"/>
            </a:xfrm>
            <a:custGeom>
              <a:avLst/>
              <a:gdLst/>
              <a:ahLst/>
              <a:cxnLst/>
              <a:rect l="l" t="t" r="r" b="b"/>
              <a:pathLst>
                <a:path w="4803" h="608" extrusionOk="0">
                  <a:moveTo>
                    <a:pt x="396" y="0"/>
                  </a:moveTo>
                  <a:cubicBezTo>
                    <a:pt x="0" y="0"/>
                    <a:pt x="0" y="608"/>
                    <a:pt x="396" y="608"/>
                  </a:cubicBezTo>
                  <a:lnTo>
                    <a:pt x="4377" y="608"/>
                  </a:lnTo>
                  <a:cubicBezTo>
                    <a:pt x="4803" y="608"/>
                    <a:pt x="4803" y="0"/>
                    <a:pt x="4377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0" name="Google Shape;2690;p53"/>
            <p:cNvSpPr/>
            <p:nvPr/>
          </p:nvSpPr>
          <p:spPr>
            <a:xfrm>
              <a:off x="979475" y="3316388"/>
              <a:ext cx="288775" cy="15225"/>
            </a:xfrm>
            <a:custGeom>
              <a:avLst/>
              <a:gdLst/>
              <a:ahLst/>
              <a:cxnLst/>
              <a:rect l="l" t="t" r="r" b="b"/>
              <a:pathLst>
                <a:path w="11551" h="609" extrusionOk="0">
                  <a:moveTo>
                    <a:pt x="426" y="1"/>
                  </a:moveTo>
                  <a:cubicBezTo>
                    <a:pt x="1" y="1"/>
                    <a:pt x="1" y="609"/>
                    <a:pt x="426" y="609"/>
                  </a:cubicBezTo>
                  <a:lnTo>
                    <a:pt x="11125" y="609"/>
                  </a:lnTo>
                  <a:cubicBezTo>
                    <a:pt x="11551" y="609"/>
                    <a:pt x="11551" y="1"/>
                    <a:pt x="11125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1" name="Google Shape;2691;p53"/>
            <p:cNvSpPr/>
            <p:nvPr/>
          </p:nvSpPr>
          <p:spPr>
            <a:xfrm>
              <a:off x="979475" y="3270038"/>
              <a:ext cx="127700" cy="15225"/>
            </a:xfrm>
            <a:custGeom>
              <a:avLst/>
              <a:gdLst/>
              <a:ahLst/>
              <a:cxnLst/>
              <a:rect l="l" t="t" r="r" b="b"/>
              <a:pathLst>
                <a:path w="5108" h="609" extrusionOk="0">
                  <a:moveTo>
                    <a:pt x="426" y="1"/>
                  </a:moveTo>
                  <a:cubicBezTo>
                    <a:pt x="1" y="1"/>
                    <a:pt x="1" y="609"/>
                    <a:pt x="426" y="609"/>
                  </a:cubicBezTo>
                  <a:lnTo>
                    <a:pt x="4712" y="609"/>
                  </a:lnTo>
                  <a:cubicBezTo>
                    <a:pt x="5107" y="609"/>
                    <a:pt x="5107" y="1"/>
                    <a:pt x="4712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2" name="Google Shape;2692;p53"/>
            <p:cNvSpPr/>
            <p:nvPr/>
          </p:nvSpPr>
          <p:spPr>
            <a:xfrm>
              <a:off x="1148175" y="3270038"/>
              <a:ext cx="120075" cy="15225"/>
            </a:xfrm>
            <a:custGeom>
              <a:avLst/>
              <a:gdLst/>
              <a:ahLst/>
              <a:cxnLst/>
              <a:rect l="l" t="t" r="r" b="b"/>
              <a:pathLst>
                <a:path w="4803" h="609" extrusionOk="0">
                  <a:moveTo>
                    <a:pt x="396" y="1"/>
                  </a:moveTo>
                  <a:cubicBezTo>
                    <a:pt x="0" y="1"/>
                    <a:pt x="0" y="609"/>
                    <a:pt x="396" y="609"/>
                  </a:cubicBezTo>
                  <a:lnTo>
                    <a:pt x="4377" y="609"/>
                  </a:lnTo>
                  <a:cubicBezTo>
                    <a:pt x="4803" y="609"/>
                    <a:pt x="4803" y="1"/>
                    <a:pt x="4377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3" name="Google Shape;2693;p53"/>
            <p:cNvSpPr/>
            <p:nvPr/>
          </p:nvSpPr>
          <p:spPr>
            <a:xfrm>
              <a:off x="1119225" y="3270888"/>
              <a:ext cx="16050" cy="14375"/>
            </a:xfrm>
            <a:custGeom>
              <a:avLst/>
              <a:gdLst/>
              <a:ahLst/>
              <a:cxnLst/>
              <a:rect l="l" t="t" r="r" b="b"/>
              <a:pathLst>
                <a:path w="642" h="575" extrusionOk="0">
                  <a:moveTo>
                    <a:pt x="428" y="0"/>
                  </a:moveTo>
                  <a:cubicBezTo>
                    <a:pt x="194" y="0"/>
                    <a:pt x="1" y="575"/>
                    <a:pt x="338" y="575"/>
                  </a:cubicBezTo>
                  <a:cubicBezTo>
                    <a:pt x="429" y="575"/>
                    <a:pt x="490" y="544"/>
                    <a:pt x="550" y="483"/>
                  </a:cubicBezTo>
                  <a:cubicBezTo>
                    <a:pt x="611" y="423"/>
                    <a:pt x="642" y="362"/>
                    <a:pt x="642" y="271"/>
                  </a:cubicBezTo>
                  <a:cubicBezTo>
                    <a:pt x="642" y="210"/>
                    <a:pt x="611" y="119"/>
                    <a:pt x="550" y="58"/>
                  </a:cubicBezTo>
                  <a:cubicBezTo>
                    <a:pt x="510" y="18"/>
                    <a:pt x="468" y="0"/>
                    <a:pt x="428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4" name="Google Shape;2694;p53"/>
            <p:cNvSpPr/>
            <p:nvPr/>
          </p:nvSpPr>
          <p:spPr>
            <a:xfrm>
              <a:off x="990125" y="2956213"/>
              <a:ext cx="122350" cy="214300"/>
            </a:xfrm>
            <a:custGeom>
              <a:avLst/>
              <a:gdLst/>
              <a:ahLst/>
              <a:cxnLst/>
              <a:rect l="l" t="t" r="r" b="b"/>
              <a:pathLst>
                <a:path w="4894" h="8572" extrusionOk="0">
                  <a:moveTo>
                    <a:pt x="0" y="0"/>
                  </a:moveTo>
                  <a:lnTo>
                    <a:pt x="0" y="8572"/>
                  </a:lnTo>
                  <a:lnTo>
                    <a:pt x="2432" y="6748"/>
                  </a:lnTo>
                  <a:lnTo>
                    <a:pt x="4894" y="8572"/>
                  </a:lnTo>
                  <a:lnTo>
                    <a:pt x="4894" y="0"/>
                  </a:ln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95" name="Google Shape;2695;p53"/>
          <p:cNvGrpSpPr/>
          <p:nvPr/>
        </p:nvGrpSpPr>
        <p:grpSpPr>
          <a:xfrm>
            <a:off x="6432430" y="2474021"/>
            <a:ext cx="367756" cy="361696"/>
            <a:chOff x="5338975" y="2963038"/>
            <a:chExt cx="415700" cy="408850"/>
          </a:xfrm>
        </p:grpSpPr>
        <p:sp>
          <p:nvSpPr>
            <p:cNvPr id="2696" name="Google Shape;2696;p53"/>
            <p:cNvSpPr/>
            <p:nvPr/>
          </p:nvSpPr>
          <p:spPr>
            <a:xfrm>
              <a:off x="5338975" y="3000288"/>
              <a:ext cx="415700" cy="74475"/>
            </a:xfrm>
            <a:custGeom>
              <a:avLst/>
              <a:gdLst/>
              <a:ahLst/>
              <a:cxnLst/>
              <a:rect l="l" t="t" r="r" b="b"/>
              <a:pathLst>
                <a:path w="16628" h="2979" extrusionOk="0">
                  <a:moveTo>
                    <a:pt x="1" y="0"/>
                  </a:moveTo>
                  <a:lnTo>
                    <a:pt x="1" y="2979"/>
                  </a:lnTo>
                  <a:lnTo>
                    <a:pt x="16627" y="2979"/>
                  </a:lnTo>
                  <a:lnTo>
                    <a:pt x="16627" y="0"/>
                  </a:ln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7" name="Google Shape;2697;p53"/>
            <p:cNvSpPr/>
            <p:nvPr/>
          </p:nvSpPr>
          <p:spPr>
            <a:xfrm>
              <a:off x="5591275" y="2963038"/>
              <a:ext cx="71450" cy="74500"/>
            </a:xfrm>
            <a:custGeom>
              <a:avLst/>
              <a:gdLst/>
              <a:ahLst/>
              <a:cxnLst/>
              <a:rect l="l" t="t" r="r" b="b"/>
              <a:pathLst>
                <a:path w="2858" h="2980" extrusionOk="0">
                  <a:moveTo>
                    <a:pt x="882" y="1"/>
                  </a:moveTo>
                  <a:lnTo>
                    <a:pt x="882" y="31"/>
                  </a:lnTo>
                  <a:cubicBezTo>
                    <a:pt x="578" y="31"/>
                    <a:pt x="243" y="122"/>
                    <a:pt x="0" y="335"/>
                  </a:cubicBezTo>
                  <a:cubicBezTo>
                    <a:pt x="152" y="426"/>
                    <a:pt x="304" y="578"/>
                    <a:pt x="395" y="761"/>
                  </a:cubicBezTo>
                  <a:cubicBezTo>
                    <a:pt x="546" y="657"/>
                    <a:pt x="717" y="609"/>
                    <a:pt x="886" y="609"/>
                  </a:cubicBezTo>
                  <a:cubicBezTo>
                    <a:pt x="1262" y="609"/>
                    <a:pt x="1628" y="848"/>
                    <a:pt x="1733" y="1247"/>
                  </a:cubicBezTo>
                  <a:cubicBezTo>
                    <a:pt x="1915" y="1825"/>
                    <a:pt x="1489" y="2402"/>
                    <a:pt x="882" y="2402"/>
                  </a:cubicBezTo>
                  <a:cubicBezTo>
                    <a:pt x="486" y="2402"/>
                    <a:pt x="486" y="2980"/>
                    <a:pt x="882" y="2980"/>
                  </a:cubicBezTo>
                  <a:cubicBezTo>
                    <a:pt x="2857" y="2980"/>
                    <a:pt x="2857" y="1"/>
                    <a:pt x="8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8" name="Google Shape;2698;p53"/>
            <p:cNvSpPr/>
            <p:nvPr/>
          </p:nvSpPr>
          <p:spPr>
            <a:xfrm>
              <a:off x="5546425" y="2963438"/>
              <a:ext cx="60050" cy="74100"/>
            </a:xfrm>
            <a:custGeom>
              <a:avLst/>
              <a:gdLst/>
              <a:ahLst/>
              <a:cxnLst/>
              <a:rect l="l" t="t" r="r" b="b"/>
              <a:pathLst>
                <a:path w="2402" h="2964" extrusionOk="0">
                  <a:moveTo>
                    <a:pt x="909" y="0"/>
                  </a:moveTo>
                  <a:cubicBezTo>
                    <a:pt x="593" y="0"/>
                    <a:pt x="274" y="106"/>
                    <a:pt x="1" y="319"/>
                  </a:cubicBezTo>
                  <a:cubicBezTo>
                    <a:pt x="183" y="410"/>
                    <a:pt x="305" y="562"/>
                    <a:pt x="396" y="745"/>
                  </a:cubicBezTo>
                  <a:cubicBezTo>
                    <a:pt x="556" y="641"/>
                    <a:pt x="730" y="593"/>
                    <a:pt x="901" y="593"/>
                  </a:cubicBezTo>
                  <a:cubicBezTo>
                    <a:pt x="1280" y="593"/>
                    <a:pt x="1638" y="832"/>
                    <a:pt x="1764" y="1231"/>
                  </a:cubicBezTo>
                  <a:cubicBezTo>
                    <a:pt x="1946" y="1809"/>
                    <a:pt x="1490" y="2386"/>
                    <a:pt x="913" y="2386"/>
                  </a:cubicBezTo>
                  <a:cubicBezTo>
                    <a:pt x="517" y="2386"/>
                    <a:pt x="517" y="2964"/>
                    <a:pt x="913" y="2964"/>
                  </a:cubicBezTo>
                  <a:cubicBezTo>
                    <a:pt x="1733" y="2964"/>
                    <a:pt x="2402" y="2295"/>
                    <a:pt x="2402" y="1474"/>
                  </a:cubicBezTo>
                  <a:cubicBezTo>
                    <a:pt x="2402" y="1231"/>
                    <a:pt x="2311" y="958"/>
                    <a:pt x="2189" y="745"/>
                  </a:cubicBezTo>
                  <a:cubicBezTo>
                    <a:pt x="2098" y="562"/>
                    <a:pt x="1946" y="410"/>
                    <a:pt x="1794" y="319"/>
                  </a:cubicBezTo>
                  <a:cubicBezTo>
                    <a:pt x="1536" y="106"/>
                    <a:pt x="1224" y="0"/>
                    <a:pt x="90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9" name="Google Shape;2699;p53"/>
            <p:cNvSpPr/>
            <p:nvPr/>
          </p:nvSpPr>
          <p:spPr>
            <a:xfrm>
              <a:off x="5502350" y="2963438"/>
              <a:ext cx="59300" cy="74100"/>
            </a:xfrm>
            <a:custGeom>
              <a:avLst/>
              <a:gdLst/>
              <a:ahLst/>
              <a:cxnLst/>
              <a:rect l="l" t="t" r="r" b="b"/>
              <a:pathLst>
                <a:path w="2372" h="2964" extrusionOk="0">
                  <a:moveTo>
                    <a:pt x="882" y="0"/>
                  </a:moveTo>
                  <a:cubicBezTo>
                    <a:pt x="571" y="0"/>
                    <a:pt x="259" y="106"/>
                    <a:pt x="1" y="319"/>
                  </a:cubicBezTo>
                  <a:cubicBezTo>
                    <a:pt x="153" y="410"/>
                    <a:pt x="274" y="562"/>
                    <a:pt x="396" y="745"/>
                  </a:cubicBezTo>
                  <a:cubicBezTo>
                    <a:pt x="547" y="641"/>
                    <a:pt x="715" y="593"/>
                    <a:pt x="880" y="593"/>
                  </a:cubicBezTo>
                  <a:cubicBezTo>
                    <a:pt x="1250" y="593"/>
                    <a:pt x="1607" y="832"/>
                    <a:pt x="1733" y="1231"/>
                  </a:cubicBezTo>
                  <a:cubicBezTo>
                    <a:pt x="1916" y="1809"/>
                    <a:pt x="1490" y="2386"/>
                    <a:pt x="882" y="2386"/>
                  </a:cubicBezTo>
                  <a:cubicBezTo>
                    <a:pt x="487" y="2386"/>
                    <a:pt x="487" y="2964"/>
                    <a:pt x="882" y="2964"/>
                  </a:cubicBezTo>
                  <a:cubicBezTo>
                    <a:pt x="1703" y="2964"/>
                    <a:pt x="2372" y="2295"/>
                    <a:pt x="2372" y="1474"/>
                  </a:cubicBezTo>
                  <a:cubicBezTo>
                    <a:pt x="2372" y="1231"/>
                    <a:pt x="2311" y="958"/>
                    <a:pt x="2159" y="745"/>
                  </a:cubicBezTo>
                  <a:cubicBezTo>
                    <a:pt x="2068" y="562"/>
                    <a:pt x="1946" y="410"/>
                    <a:pt x="1764" y="319"/>
                  </a:cubicBezTo>
                  <a:cubicBezTo>
                    <a:pt x="1505" y="106"/>
                    <a:pt x="1194" y="0"/>
                    <a:pt x="88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0" name="Google Shape;2700;p53"/>
            <p:cNvSpPr/>
            <p:nvPr/>
          </p:nvSpPr>
          <p:spPr>
            <a:xfrm>
              <a:off x="5443075" y="2963813"/>
              <a:ext cx="73750" cy="73725"/>
            </a:xfrm>
            <a:custGeom>
              <a:avLst/>
              <a:gdLst/>
              <a:ahLst/>
              <a:cxnLst/>
              <a:rect l="l" t="t" r="r" b="b"/>
              <a:pathLst>
                <a:path w="2950" h="2949" extrusionOk="0">
                  <a:moveTo>
                    <a:pt x="1460" y="0"/>
                  </a:moveTo>
                  <a:cubicBezTo>
                    <a:pt x="639" y="0"/>
                    <a:pt x="1" y="639"/>
                    <a:pt x="1" y="1459"/>
                  </a:cubicBezTo>
                  <a:lnTo>
                    <a:pt x="578" y="1459"/>
                  </a:lnTo>
                  <a:cubicBezTo>
                    <a:pt x="578" y="929"/>
                    <a:pt x="1016" y="577"/>
                    <a:pt x="1470" y="577"/>
                  </a:cubicBezTo>
                  <a:cubicBezTo>
                    <a:pt x="1692" y="577"/>
                    <a:pt x="1918" y="661"/>
                    <a:pt x="2098" y="851"/>
                  </a:cubicBezTo>
                  <a:cubicBezTo>
                    <a:pt x="2676" y="1398"/>
                    <a:pt x="2281" y="2371"/>
                    <a:pt x="1460" y="2371"/>
                  </a:cubicBezTo>
                  <a:cubicBezTo>
                    <a:pt x="1065" y="2371"/>
                    <a:pt x="1065" y="2949"/>
                    <a:pt x="1460" y="2949"/>
                  </a:cubicBezTo>
                  <a:cubicBezTo>
                    <a:pt x="2281" y="2949"/>
                    <a:pt x="2949" y="2280"/>
                    <a:pt x="2949" y="1459"/>
                  </a:cubicBezTo>
                  <a:cubicBezTo>
                    <a:pt x="2949" y="1216"/>
                    <a:pt x="2889" y="943"/>
                    <a:pt x="2767" y="730"/>
                  </a:cubicBezTo>
                  <a:cubicBezTo>
                    <a:pt x="2645" y="547"/>
                    <a:pt x="2524" y="395"/>
                    <a:pt x="2372" y="304"/>
                  </a:cubicBezTo>
                  <a:cubicBezTo>
                    <a:pt x="2098" y="91"/>
                    <a:pt x="1794" y="0"/>
                    <a:pt x="146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1" name="Google Shape;2701;p53"/>
            <p:cNvSpPr/>
            <p:nvPr/>
          </p:nvSpPr>
          <p:spPr>
            <a:xfrm>
              <a:off x="5338975" y="3074763"/>
              <a:ext cx="415700" cy="297125"/>
            </a:xfrm>
            <a:custGeom>
              <a:avLst/>
              <a:gdLst/>
              <a:ahLst/>
              <a:cxnLst/>
              <a:rect l="l" t="t" r="r" b="b"/>
              <a:pathLst>
                <a:path w="16628" h="11885" extrusionOk="0">
                  <a:moveTo>
                    <a:pt x="1" y="0"/>
                  </a:moveTo>
                  <a:lnTo>
                    <a:pt x="1" y="11885"/>
                  </a:lnTo>
                  <a:lnTo>
                    <a:pt x="16627" y="11885"/>
                  </a:lnTo>
                  <a:lnTo>
                    <a:pt x="1662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2" name="Google Shape;2702;p53"/>
            <p:cNvSpPr/>
            <p:nvPr/>
          </p:nvSpPr>
          <p:spPr>
            <a:xfrm>
              <a:off x="5388375" y="3127163"/>
              <a:ext cx="183150" cy="14475"/>
            </a:xfrm>
            <a:custGeom>
              <a:avLst/>
              <a:gdLst/>
              <a:ahLst/>
              <a:cxnLst/>
              <a:rect l="l" t="t" r="r" b="b"/>
              <a:pathLst>
                <a:path w="7326" h="579" extrusionOk="0">
                  <a:moveTo>
                    <a:pt x="367" y="0"/>
                  </a:moveTo>
                  <a:cubicBezTo>
                    <a:pt x="1" y="0"/>
                    <a:pt x="10" y="579"/>
                    <a:pt x="396" y="579"/>
                  </a:cubicBezTo>
                  <a:lnTo>
                    <a:pt x="6931" y="579"/>
                  </a:lnTo>
                  <a:cubicBezTo>
                    <a:pt x="7326" y="579"/>
                    <a:pt x="7326" y="1"/>
                    <a:pt x="6931" y="1"/>
                  </a:cubicBezTo>
                  <a:lnTo>
                    <a:pt x="396" y="1"/>
                  </a:lnTo>
                  <a:cubicBezTo>
                    <a:pt x="386" y="1"/>
                    <a:pt x="377" y="0"/>
                    <a:pt x="367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3" name="Google Shape;2703;p53"/>
            <p:cNvSpPr/>
            <p:nvPr/>
          </p:nvSpPr>
          <p:spPr>
            <a:xfrm>
              <a:off x="5573775" y="3245738"/>
              <a:ext cx="131500" cy="14450"/>
            </a:xfrm>
            <a:custGeom>
              <a:avLst/>
              <a:gdLst/>
              <a:ahLst/>
              <a:cxnLst/>
              <a:rect l="l" t="t" r="r" b="b"/>
              <a:pathLst>
                <a:path w="5260" h="578" extrusionOk="0">
                  <a:moveTo>
                    <a:pt x="396" y="0"/>
                  </a:moveTo>
                  <a:cubicBezTo>
                    <a:pt x="1" y="0"/>
                    <a:pt x="1" y="578"/>
                    <a:pt x="396" y="578"/>
                  </a:cubicBezTo>
                  <a:lnTo>
                    <a:pt x="4864" y="578"/>
                  </a:lnTo>
                  <a:cubicBezTo>
                    <a:pt x="5259" y="578"/>
                    <a:pt x="5259" y="0"/>
                    <a:pt x="4864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4" name="Google Shape;2704;p53"/>
            <p:cNvSpPr/>
            <p:nvPr/>
          </p:nvSpPr>
          <p:spPr>
            <a:xfrm>
              <a:off x="5388375" y="3186463"/>
              <a:ext cx="94250" cy="14450"/>
            </a:xfrm>
            <a:custGeom>
              <a:avLst/>
              <a:gdLst/>
              <a:ahLst/>
              <a:cxnLst/>
              <a:rect l="l" t="t" r="r" b="b"/>
              <a:pathLst>
                <a:path w="3770" h="578" extrusionOk="0">
                  <a:moveTo>
                    <a:pt x="396" y="0"/>
                  </a:moveTo>
                  <a:cubicBezTo>
                    <a:pt x="0" y="0"/>
                    <a:pt x="0" y="578"/>
                    <a:pt x="396" y="578"/>
                  </a:cubicBezTo>
                  <a:lnTo>
                    <a:pt x="3374" y="578"/>
                  </a:lnTo>
                  <a:cubicBezTo>
                    <a:pt x="3769" y="578"/>
                    <a:pt x="3769" y="0"/>
                    <a:pt x="3374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5" name="Google Shape;2705;p53"/>
            <p:cNvSpPr/>
            <p:nvPr/>
          </p:nvSpPr>
          <p:spPr>
            <a:xfrm>
              <a:off x="5611025" y="3304988"/>
              <a:ext cx="94250" cy="15225"/>
            </a:xfrm>
            <a:custGeom>
              <a:avLst/>
              <a:gdLst/>
              <a:ahLst/>
              <a:cxnLst/>
              <a:rect l="l" t="t" r="r" b="b"/>
              <a:pathLst>
                <a:path w="3770" h="609" extrusionOk="0">
                  <a:moveTo>
                    <a:pt x="396" y="1"/>
                  </a:moveTo>
                  <a:cubicBezTo>
                    <a:pt x="0" y="1"/>
                    <a:pt x="0" y="609"/>
                    <a:pt x="396" y="609"/>
                  </a:cubicBezTo>
                  <a:lnTo>
                    <a:pt x="3374" y="609"/>
                  </a:lnTo>
                  <a:cubicBezTo>
                    <a:pt x="3769" y="609"/>
                    <a:pt x="3769" y="1"/>
                    <a:pt x="3374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6" name="Google Shape;2706;p53"/>
            <p:cNvSpPr/>
            <p:nvPr/>
          </p:nvSpPr>
          <p:spPr>
            <a:xfrm>
              <a:off x="5539600" y="3186463"/>
              <a:ext cx="128450" cy="14450"/>
            </a:xfrm>
            <a:custGeom>
              <a:avLst/>
              <a:gdLst/>
              <a:ahLst/>
              <a:cxnLst/>
              <a:rect l="l" t="t" r="r" b="b"/>
              <a:pathLst>
                <a:path w="5138" h="578" extrusionOk="0">
                  <a:moveTo>
                    <a:pt x="274" y="0"/>
                  </a:moveTo>
                  <a:cubicBezTo>
                    <a:pt x="122" y="0"/>
                    <a:pt x="0" y="122"/>
                    <a:pt x="0" y="304"/>
                  </a:cubicBezTo>
                  <a:cubicBezTo>
                    <a:pt x="0" y="456"/>
                    <a:pt x="122" y="578"/>
                    <a:pt x="274" y="578"/>
                  </a:cubicBezTo>
                  <a:lnTo>
                    <a:pt x="4742" y="578"/>
                  </a:lnTo>
                  <a:cubicBezTo>
                    <a:pt x="5137" y="578"/>
                    <a:pt x="5137" y="0"/>
                    <a:pt x="4742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7" name="Google Shape;2707;p53"/>
            <p:cNvSpPr/>
            <p:nvPr/>
          </p:nvSpPr>
          <p:spPr>
            <a:xfrm>
              <a:off x="5499325" y="3186463"/>
              <a:ext cx="20525" cy="14450"/>
            </a:xfrm>
            <a:custGeom>
              <a:avLst/>
              <a:gdLst/>
              <a:ahLst/>
              <a:cxnLst/>
              <a:rect l="l" t="t" r="r" b="b"/>
              <a:pathLst>
                <a:path w="821" h="578" extrusionOk="0">
                  <a:moveTo>
                    <a:pt x="426" y="0"/>
                  </a:moveTo>
                  <a:cubicBezTo>
                    <a:pt x="152" y="0"/>
                    <a:pt x="0" y="304"/>
                    <a:pt x="213" y="486"/>
                  </a:cubicBezTo>
                  <a:cubicBezTo>
                    <a:pt x="259" y="547"/>
                    <a:pt x="335" y="578"/>
                    <a:pt x="411" y="578"/>
                  </a:cubicBezTo>
                  <a:cubicBezTo>
                    <a:pt x="487" y="578"/>
                    <a:pt x="563" y="547"/>
                    <a:pt x="608" y="486"/>
                  </a:cubicBezTo>
                  <a:cubicBezTo>
                    <a:pt x="821" y="304"/>
                    <a:pt x="669" y="0"/>
                    <a:pt x="426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8" name="Google Shape;2708;p53"/>
            <p:cNvSpPr/>
            <p:nvPr/>
          </p:nvSpPr>
          <p:spPr>
            <a:xfrm>
              <a:off x="5427900" y="3245738"/>
              <a:ext cx="128425" cy="14450"/>
            </a:xfrm>
            <a:custGeom>
              <a:avLst/>
              <a:gdLst/>
              <a:ahLst/>
              <a:cxnLst/>
              <a:rect l="l" t="t" r="r" b="b"/>
              <a:pathLst>
                <a:path w="5137" h="578" extrusionOk="0">
                  <a:moveTo>
                    <a:pt x="304" y="0"/>
                  </a:moveTo>
                  <a:cubicBezTo>
                    <a:pt x="122" y="0"/>
                    <a:pt x="0" y="122"/>
                    <a:pt x="0" y="304"/>
                  </a:cubicBezTo>
                  <a:cubicBezTo>
                    <a:pt x="0" y="456"/>
                    <a:pt x="122" y="578"/>
                    <a:pt x="304" y="578"/>
                  </a:cubicBezTo>
                  <a:lnTo>
                    <a:pt x="4742" y="578"/>
                  </a:lnTo>
                  <a:cubicBezTo>
                    <a:pt x="5137" y="578"/>
                    <a:pt x="5137" y="0"/>
                    <a:pt x="4742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9" name="Google Shape;2709;p53"/>
            <p:cNvSpPr/>
            <p:nvPr/>
          </p:nvSpPr>
          <p:spPr>
            <a:xfrm>
              <a:off x="5389900" y="3245738"/>
              <a:ext cx="15975" cy="14450"/>
            </a:xfrm>
            <a:custGeom>
              <a:avLst/>
              <a:gdLst/>
              <a:ahLst/>
              <a:cxnLst/>
              <a:rect l="l" t="t" r="r" b="b"/>
              <a:pathLst>
                <a:path w="639" h="578" extrusionOk="0">
                  <a:moveTo>
                    <a:pt x="335" y="0"/>
                  </a:moveTo>
                  <a:cubicBezTo>
                    <a:pt x="259" y="0"/>
                    <a:pt x="183" y="30"/>
                    <a:pt x="122" y="91"/>
                  </a:cubicBezTo>
                  <a:cubicBezTo>
                    <a:pt x="0" y="213"/>
                    <a:pt x="0" y="395"/>
                    <a:pt x="122" y="517"/>
                  </a:cubicBezTo>
                  <a:cubicBezTo>
                    <a:pt x="183" y="547"/>
                    <a:pt x="243" y="578"/>
                    <a:pt x="335" y="578"/>
                  </a:cubicBezTo>
                  <a:cubicBezTo>
                    <a:pt x="487" y="578"/>
                    <a:pt x="639" y="456"/>
                    <a:pt x="639" y="304"/>
                  </a:cubicBezTo>
                  <a:cubicBezTo>
                    <a:pt x="639" y="213"/>
                    <a:pt x="608" y="152"/>
                    <a:pt x="547" y="91"/>
                  </a:cubicBezTo>
                  <a:cubicBezTo>
                    <a:pt x="487" y="30"/>
                    <a:pt x="411" y="0"/>
                    <a:pt x="335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0" name="Google Shape;2710;p53"/>
            <p:cNvSpPr/>
            <p:nvPr/>
          </p:nvSpPr>
          <p:spPr>
            <a:xfrm>
              <a:off x="5684850" y="3186438"/>
              <a:ext cx="20425" cy="14475"/>
            </a:xfrm>
            <a:custGeom>
              <a:avLst/>
              <a:gdLst/>
              <a:ahLst/>
              <a:cxnLst/>
              <a:rect l="l" t="t" r="r" b="b"/>
              <a:pathLst>
                <a:path w="817" h="579" extrusionOk="0">
                  <a:moveTo>
                    <a:pt x="424" y="0"/>
                  </a:moveTo>
                  <a:cubicBezTo>
                    <a:pt x="198" y="0"/>
                    <a:pt x="0" y="279"/>
                    <a:pt x="209" y="487"/>
                  </a:cubicBezTo>
                  <a:cubicBezTo>
                    <a:pt x="269" y="548"/>
                    <a:pt x="330" y="579"/>
                    <a:pt x="421" y="579"/>
                  </a:cubicBezTo>
                  <a:cubicBezTo>
                    <a:pt x="695" y="579"/>
                    <a:pt x="816" y="275"/>
                    <a:pt x="634" y="92"/>
                  </a:cubicBezTo>
                  <a:cubicBezTo>
                    <a:pt x="569" y="27"/>
                    <a:pt x="495" y="0"/>
                    <a:pt x="424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1" name="Google Shape;2711;p53"/>
            <p:cNvSpPr/>
            <p:nvPr/>
          </p:nvSpPr>
          <p:spPr>
            <a:xfrm>
              <a:off x="5388375" y="3304988"/>
              <a:ext cx="205200" cy="15225"/>
            </a:xfrm>
            <a:custGeom>
              <a:avLst/>
              <a:gdLst/>
              <a:ahLst/>
              <a:cxnLst/>
              <a:rect l="l" t="t" r="r" b="b"/>
              <a:pathLst>
                <a:path w="8208" h="609" extrusionOk="0">
                  <a:moveTo>
                    <a:pt x="396" y="1"/>
                  </a:moveTo>
                  <a:cubicBezTo>
                    <a:pt x="0" y="1"/>
                    <a:pt x="0" y="609"/>
                    <a:pt x="396" y="609"/>
                  </a:cubicBezTo>
                  <a:lnTo>
                    <a:pt x="7812" y="609"/>
                  </a:lnTo>
                  <a:cubicBezTo>
                    <a:pt x="8207" y="609"/>
                    <a:pt x="8207" y="1"/>
                    <a:pt x="7812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4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/>
          <a:lstStyle/>
          <a:p>
            <a:pPr algn="l"/>
            <a:r>
              <a:rPr lang="fr-FR" sz="3200" dirty="0"/>
              <a:t>CREATE A PLAN FROM A GOAL</a:t>
            </a:r>
          </a:p>
        </p:txBody>
      </p:sp>
      <p:sp>
        <p:nvSpPr>
          <p:cNvPr id="133" name="Rectangle 3"/>
          <p:cNvSpPr txBox="1">
            <a:spLocks noChangeArrowheads="1"/>
          </p:cNvSpPr>
          <p:nvPr/>
        </p:nvSpPr>
        <p:spPr>
          <a:xfrm>
            <a:off x="428911" y="1558801"/>
            <a:ext cx="9976172" cy="73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endParaRPr lang="fr-FR" sz="200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160" name="Grafik 15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sp>
        <p:nvSpPr>
          <p:cNvPr id="162" name="Google Shape;9637;p65"/>
          <p:cNvSpPr/>
          <p:nvPr/>
        </p:nvSpPr>
        <p:spPr>
          <a:xfrm>
            <a:off x="11125200" y="164233"/>
            <a:ext cx="888685" cy="716300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302877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981D-C62A-41A5-87DC-DCE65BE1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E859A-5C4B-43F4-8DDC-66F757818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Proverbs 14:3 </a:t>
            </a:r>
          </a:p>
          <a:p>
            <a:endParaRPr lang="en-GB" dirty="0"/>
          </a:p>
          <a:p>
            <a:r>
              <a:rPr lang="en-GB" dirty="0"/>
              <a:t>Commit to the </a:t>
            </a:r>
            <a:r>
              <a:rPr lang="en-GB" cap="small" dirty="0"/>
              <a:t>Lord</a:t>
            </a:r>
            <a:r>
              <a:rPr lang="en-GB" dirty="0"/>
              <a:t> whatever you do, and he will establish your plans.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Proverbs 15:22 </a:t>
            </a:r>
          </a:p>
          <a:p>
            <a:endParaRPr lang="en-GB" dirty="0"/>
          </a:p>
          <a:p>
            <a:r>
              <a:rPr lang="en-GB" dirty="0"/>
              <a:t>Plans fail for lack of counsel, but with many advisers they succeed.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1287-1789-4B5B-9B26-C21753D65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B8376E-7F0E-4E8B-89BF-38FA73E7CC53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71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967914" y="701891"/>
            <a:ext cx="11087929" cy="763600"/>
          </a:xfrm>
        </p:spPr>
        <p:txBody>
          <a:bodyPr/>
          <a:lstStyle/>
          <a:p>
            <a:r>
              <a:rPr lang="fr-FR" sz="3067" dirty="0"/>
              <a:t>EXERCISE: </a:t>
            </a:r>
            <a:r>
              <a:rPr lang="fr-FR" sz="3067" dirty="0" err="1"/>
              <a:t>Creating</a:t>
            </a:r>
            <a:r>
              <a:rPr lang="fr-FR" sz="3067" dirty="0"/>
              <a:t> a Plan </a:t>
            </a:r>
            <a:r>
              <a:rPr lang="fr-FR" sz="3067" dirty="0" err="1"/>
              <a:t>From</a:t>
            </a:r>
            <a:r>
              <a:rPr lang="fr-FR" sz="3067" dirty="0"/>
              <a:t> a Goal</a:t>
            </a:r>
          </a:p>
        </p:txBody>
      </p:sp>
      <p:sp>
        <p:nvSpPr>
          <p:cNvPr id="137220" name="Rectangle 3"/>
          <p:cNvSpPr>
            <a:spLocks noGrp="1" noChangeArrowheads="1"/>
          </p:cNvSpPr>
          <p:nvPr>
            <p:ph idx="1"/>
          </p:nvPr>
        </p:nvSpPr>
        <p:spPr>
          <a:xfrm>
            <a:off x="876845" y="1467775"/>
            <a:ext cx="7622721" cy="4897439"/>
          </a:xfrm>
        </p:spPr>
        <p:txBody>
          <a:bodyPr/>
          <a:lstStyle/>
          <a:p>
            <a:pPr marL="0" indent="0">
              <a:buNone/>
            </a:pPr>
            <a:r>
              <a:rPr lang="fr-FR" sz="1600" b="1" dirty="0">
                <a:solidFill>
                  <a:srgbClr val="47362D"/>
                </a:solidFill>
              </a:rPr>
              <a:t>Case </a:t>
            </a:r>
            <a:r>
              <a:rPr lang="fr-FR" sz="1600" b="1" dirty="0" err="1">
                <a:solidFill>
                  <a:srgbClr val="47362D"/>
                </a:solidFill>
              </a:rPr>
              <a:t>study</a:t>
            </a:r>
            <a:r>
              <a:rPr lang="fr-FR" sz="1600" b="1" dirty="0">
                <a:solidFill>
                  <a:srgbClr val="47362D"/>
                </a:solidFill>
              </a:rPr>
              <a:t> :</a:t>
            </a:r>
            <a:r>
              <a:rPr lang="fr-FR" sz="1600" dirty="0">
                <a:solidFill>
                  <a:srgbClr val="47362D"/>
                </a:solidFill>
              </a:rPr>
              <a:t> </a:t>
            </a:r>
            <a:r>
              <a:rPr lang="fr-FR" sz="1600" b="1" dirty="0">
                <a:solidFill>
                  <a:srgbClr val="47362D"/>
                </a:solidFill>
              </a:rPr>
              <a:t>Caroline and the miniature</a:t>
            </a:r>
            <a:r>
              <a:rPr lang="fr-FR" sz="1600" b="1" dirty="0">
                <a:solidFill>
                  <a:srgbClr val="47362D"/>
                </a:solidFill>
                <a:cs typeface="Arial" panose="020B0604020202020204" pitchFamily="34" charset="0"/>
              </a:rPr>
              <a:t> T-Shirts</a:t>
            </a:r>
          </a:p>
          <a:p>
            <a:pPr marL="0" indent="0">
              <a:buNone/>
            </a:pPr>
            <a:endParaRPr lang="fr-FR" sz="1600" dirty="0">
              <a:solidFill>
                <a:srgbClr val="47362D"/>
              </a:solidFill>
            </a:endParaRPr>
          </a:p>
          <a:p>
            <a:pPr marL="127994" indent="0">
              <a:lnSpc>
                <a:spcPts val="3600"/>
              </a:lnSpc>
              <a:spcAft>
                <a:spcPts val="1067"/>
              </a:spcAft>
              <a:buNone/>
            </a:pPr>
            <a:r>
              <a:rPr lang="fr-FR" sz="1600" dirty="0">
                <a:solidFill>
                  <a:srgbClr val="47362D"/>
                </a:solidFill>
              </a:rPr>
              <a:t>Caroline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has a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cutting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and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sewing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workshop. 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She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specialises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in Work Wear,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customised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T-Shirts, and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Tracksuits,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and has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three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permanent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employees (Garment workers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).  Her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creations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are well made, of high quality and therefore durable. </a:t>
            </a:r>
          </a:p>
          <a:p>
            <a:pPr marL="127994" indent="0">
              <a:lnSpc>
                <a:spcPts val="3600"/>
              </a:lnSpc>
              <a:spcAft>
                <a:spcPts val="1067"/>
              </a:spcAft>
              <a:buNone/>
            </a:pPr>
            <a:b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</a:br>
            <a:r>
              <a:rPr lang="fr-FR" sz="1600" dirty="0">
                <a:solidFill>
                  <a:srgbClr val="47362D"/>
                </a:solidFill>
              </a:rPr>
              <a:t>Caroline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has been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keeping her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own business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accounts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since starting her 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business,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 so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she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knows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exactly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how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much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money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she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makes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in </a:t>
            </a:r>
            <a:r>
              <a:rPr lang="fr-FR" sz="1600" b="1" dirty="0">
                <a:solidFill>
                  <a:srgbClr val="47362D"/>
                </a:solidFill>
                <a:cs typeface="Arial" panose="020B0604020202020204" pitchFamily="34" charset="0"/>
              </a:rPr>
              <a:t>sales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each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month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,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what her </a:t>
            </a:r>
            <a:r>
              <a:rPr lang="en-GB" sz="1600" b="1" dirty="0">
                <a:solidFill>
                  <a:srgbClr val="47362D"/>
                </a:solidFill>
                <a:cs typeface="Arial" panose="020B0604020202020204" pitchFamily="34" charset="0"/>
              </a:rPr>
              <a:t>expenses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 amount 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to, and important information about her </a:t>
            </a:r>
            <a:r>
              <a:rPr lang="fr-FR" sz="1600" b="1" dirty="0">
                <a:solidFill>
                  <a:srgbClr val="47362D"/>
                </a:solidFill>
                <a:cs typeface="Arial" panose="020B0604020202020204" pitchFamily="34" charset="0"/>
              </a:rPr>
              <a:t>customers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(how many, who came and what they purchased). </a:t>
            </a:r>
          </a:p>
        </p:txBody>
      </p:sp>
      <p:sp>
        <p:nvSpPr>
          <p:cNvPr id="41" name="Google Shape;9647;p65"/>
          <p:cNvSpPr/>
          <p:nvPr/>
        </p:nvSpPr>
        <p:spPr>
          <a:xfrm>
            <a:off x="11294195" y="193623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>
              <a:buClr>
                <a:schemeClr val="accent5"/>
              </a:buClr>
              <a:buFont typeface="+mj-lt"/>
              <a:buAutoNum type="arabicPeriod"/>
            </a:pPr>
            <a:endParaRPr sz="2400"/>
          </a:p>
        </p:txBody>
      </p:sp>
      <p:pic>
        <p:nvPicPr>
          <p:cNvPr id="40" name="Grafik 3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grpSp>
        <p:nvGrpSpPr>
          <p:cNvPr id="17" name="Gruppieren 16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18" name="Gruppieren 17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20" name="Grafik 19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21" name="Rechteck 20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9" name="Rechteck 18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22" name="Textfeld 21"/>
          <p:cNvSpPr txBox="1"/>
          <p:nvPr/>
        </p:nvSpPr>
        <p:spPr>
          <a:xfrm>
            <a:off x="146909" y="283159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31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0600" y="4079415"/>
            <a:ext cx="1540493" cy="154049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9881" y="2000853"/>
            <a:ext cx="1718796" cy="1718796"/>
          </a:xfrm>
          <a:prstGeom prst="rect">
            <a:avLst/>
          </a:prstGeom>
        </p:spPr>
      </p:pic>
      <p:grpSp>
        <p:nvGrpSpPr>
          <p:cNvPr id="23" name="Google Shape;8797;p63"/>
          <p:cNvGrpSpPr/>
          <p:nvPr/>
        </p:nvGrpSpPr>
        <p:grpSpPr>
          <a:xfrm>
            <a:off x="288966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24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" name="Google Shape;8797;p63"/>
          <p:cNvGrpSpPr/>
          <p:nvPr/>
        </p:nvGrpSpPr>
        <p:grpSpPr>
          <a:xfrm>
            <a:off x="604841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3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5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8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869666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3"/>
          <p:cNvSpPr>
            <a:spLocks noGrp="1" noChangeArrowheads="1"/>
          </p:cNvSpPr>
          <p:nvPr>
            <p:ph idx="1"/>
          </p:nvPr>
        </p:nvSpPr>
        <p:spPr>
          <a:xfrm>
            <a:off x="964879" y="1333193"/>
            <a:ext cx="7767648" cy="5236143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1067"/>
              </a:spcAft>
              <a:buNone/>
            </a:pP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On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average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, </a:t>
            </a:r>
            <a:r>
              <a:rPr lang="fr-FR" sz="1600" dirty="0">
                <a:solidFill>
                  <a:srgbClr val="47362D"/>
                </a:solidFill>
              </a:rPr>
              <a:t>Caroline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has 25 clients per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month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.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She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’s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decided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to put more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energy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into increasing her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customer 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base, and set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herself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the goal of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growing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the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number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of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customers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b="1" dirty="0" err="1">
                <a:cs typeface="Arial" panose="020B0604020202020204" pitchFamily="34" charset="0"/>
              </a:rPr>
              <a:t>from</a:t>
            </a:r>
            <a:r>
              <a:rPr lang="fr-FR" sz="1600" b="1" dirty="0">
                <a:cs typeface="Arial" panose="020B0604020202020204" pitchFamily="34" charset="0"/>
              </a:rPr>
              <a:t> 25 to 35 per </a:t>
            </a:r>
            <a:r>
              <a:rPr lang="en-GB" sz="1600" b="1" dirty="0">
                <a:cs typeface="Arial" panose="020B0604020202020204" pitchFamily="34" charset="0"/>
              </a:rPr>
              <a:t>month</a:t>
            </a:r>
            <a:r>
              <a:rPr lang="fr-FR" sz="1600" b="1" dirty="0">
                <a:cs typeface="Arial" panose="020B0604020202020204" pitchFamily="34" charset="0"/>
              </a:rPr>
              <a:t> over the </a:t>
            </a:r>
            <a:r>
              <a:rPr lang="en-GB" sz="1600" b="1" dirty="0">
                <a:cs typeface="Arial" panose="020B0604020202020204" pitchFamily="34" charset="0"/>
              </a:rPr>
              <a:t>next</a:t>
            </a:r>
            <a:r>
              <a:rPr lang="fr-FR" sz="1600" b="1" dirty="0">
                <a:cs typeface="Arial" panose="020B0604020202020204" pitchFamily="34" charset="0"/>
              </a:rPr>
              <a:t> 4 </a:t>
            </a:r>
            <a:r>
              <a:rPr lang="en-GB" sz="1600" b="1" dirty="0">
                <a:cs typeface="Arial" panose="020B0604020202020204" pitchFamily="34" charset="0"/>
              </a:rPr>
              <a:t>months </a:t>
            </a:r>
            <a:r>
              <a:rPr lang="fr-FR" sz="1600" dirty="0">
                <a:cs typeface="Arial" panose="020B0604020202020204" pitchFamily="34" charset="0"/>
              </a:rPr>
              <a:t>b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y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using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a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creative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way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to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advertise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her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products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spcAft>
                <a:spcPts val="533"/>
              </a:spcAft>
              <a:buNone/>
            </a:pP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Instead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of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using paper 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business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cards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like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everyone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else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, </a:t>
            </a:r>
            <a:r>
              <a:rPr lang="fr-FR" sz="1600" dirty="0">
                <a:solidFill>
                  <a:srgbClr val="47362D"/>
                </a:solidFill>
              </a:rPr>
              <a:t>Caroline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wants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to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print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her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contact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details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on miniature T-shirts.  </a:t>
            </a:r>
            <a:r>
              <a:rPr lang="en-GB" sz="1600" dirty="0">
                <a:solidFill>
                  <a:srgbClr val="47362D"/>
                </a:solidFill>
                <a:cs typeface="Arial" panose="020B0604020202020204" pitchFamily="34" charset="0"/>
              </a:rPr>
              <a:t>She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sets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herself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the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following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goal:</a:t>
            </a:r>
          </a:p>
          <a:p>
            <a:pPr marL="0" indent="0">
              <a:lnSpc>
                <a:spcPct val="150000"/>
              </a:lnSpc>
              <a:spcAft>
                <a:spcPts val="1067"/>
              </a:spcAft>
              <a:buNone/>
            </a:pP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"I </a:t>
            </a:r>
            <a:r>
              <a:rPr lang="fr-FR" sz="1600" i="1" dirty="0" err="1">
                <a:solidFill>
                  <a:srgbClr val="47362D"/>
                </a:solidFill>
                <a:cs typeface="Arial" panose="020B0604020202020204" pitchFamily="34" charset="0"/>
              </a:rPr>
              <a:t>want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 to </a:t>
            </a:r>
            <a:r>
              <a:rPr lang="fr-FR" sz="1600" i="1" dirty="0" err="1">
                <a:solidFill>
                  <a:srgbClr val="47362D"/>
                </a:solidFill>
                <a:cs typeface="Arial" panose="020B0604020202020204" pitchFamily="34" charset="0"/>
              </a:rPr>
              <a:t>increase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 the </a:t>
            </a:r>
            <a:r>
              <a:rPr lang="fr-FR" sz="1600" i="1" dirty="0" err="1">
                <a:solidFill>
                  <a:srgbClr val="47362D"/>
                </a:solidFill>
                <a:cs typeface="Arial" panose="020B0604020202020204" pitchFamily="34" charset="0"/>
              </a:rPr>
              <a:t>number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 of </a:t>
            </a:r>
            <a:r>
              <a:rPr lang="fr-FR" sz="1600" i="1" dirty="0" err="1">
                <a:solidFill>
                  <a:srgbClr val="47362D"/>
                </a:solidFill>
                <a:cs typeface="Arial" panose="020B0604020202020204" pitchFamily="34" charset="0"/>
              </a:rPr>
              <a:t>customers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i="1" u="sng" dirty="0" err="1">
                <a:solidFill>
                  <a:srgbClr val="47362D"/>
                </a:solidFill>
                <a:cs typeface="Arial" panose="020B0604020202020204" pitchFamily="34" charset="0"/>
              </a:rPr>
              <a:t>from</a:t>
            </a:r>
            <a:r>
              <a:rPr lang="fr-FR" sz="1600" i="1" u="sng" dirty="0">
                <a:solidFill>
                  <a:srgbClr val="47362D"/>
                </a:solidFill>
                <a:cs typeface="Arial" panose="020B0604020202020204" pitchFamily="34" charset="0"/>
              </a:rPr>
              <a:t> 25 to 35 per </a:t>
            </a:r>
            <a:r>
              <a:rPr lang="en-GB" sz="1600" i="1" u="sng" dirty="0">
                <a:solidFill>
                  <a:srgbClr val="47362D"/>
                </a:solidFill>
                <a:cs typeface="Arial" panose="020B0604020202020204" pitchFamily="34" charset="0"/>
              </a:rPr>
              <a:t>month</a:t>
            </a:r>
            <a:r>
              <a:rPr lang="fr-FR" sz="1600" i="1" u="sng" dirty="0">
                <a:solidFill>
                  <a:srgbClr val="47362D"/>
                </a:solidFill>
                <a:cs typeface="Arial" panose="020B0604020202020204" pitchFamily="34" charset="0"/>
              </a:rPr>
              <a:t> over the </a:t>
            </a:r>
            <a:r>
              <a:rPr lang="en-GB" sz="1600" i="1" u="sng" dirty="0">
                <a:solidFill>
                  <a:srgbClr val="47362D"/>
                </a:solidFill>
                <a:cs typeface="Arial" panose="020B0604020202020204" pitchFamily="34" charset="0"/>
              </a:rPr>
              <a:t>next 4 months</a:t>
            </a:r>
            <a:r>
              <a:rPr lang="en-GB" sz="1600" i="1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by </a:t>
            </a:r>
            <a:r>
              <a:rPr lang="en-GB" sz="1600" i="1" dirty="0">
                <a:solidFill>
                  <a:srgbClr val="47362D"/>
                </a:solidFill>
                <a:cs typeface="Arial" panose="020B0604020202020204" pitchFamily="34" charset="0"/>
              </a:rPr>
              <a:t>distributing 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miniature T-shirts as business </a:t>
            </a:r>
            <a:r>
              <a:rPr lang="fr-FR" sz="1600" i="1" dirty="0" err="1">
                <a:solidFill>
                  <a:srgbClr val="47362D"/>
                </a:solidFill>
                <a:cs typeface="Arial" panose="020B0604020202020204" pitchFamily="34" charset="0"/>
              </a:rPr>
              <a:t>cards</a:t>
            </a:r>
            <a:r>
              <a:rPr lang="fr-FR" sz="1600" i="1" dirty="0">
                <a:solidFill>
                  <a:srgbClr val="47362D"/>
                </a:solidFill>
                <a:cs typeface="Arial" panose="020B0604020202020204" pitchFamily="34" charset="0"/>
              </a:rPr>
              <a:t>.</a:t>
            </a:r>
            <a:endParaRPr lang="fr-FR" sz="1600" dirty="0">
              <a:solidFill>
                <a:srgbClr val="47362D"/>
              </a:solidFill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067"/>
              </a:spcAft>
              <a:buNone/>
            </a:pP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What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you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need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to know about </a:t>
            </a:r>
            <a:r>
              <a:rPr lang="fr-FR" sz="1600" dirty="0">
                <a:solidFill>
                  <a:srgbClr val="47362D"/>
                </a:solidFill>
              </a:rPr>
              <a:t>Caroline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is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that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her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workshop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is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located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outside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the city and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she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has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limited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 money </a:t>
            </a:r>
            <a:r>
              <a:rPr lang="fr-FR" sz="1600" dirty="0" err="1">
                <a:solidFill>
                  <a:srgbClr val="47362D"/>
                </a:solidFill>
                <a:cs typeface="Arial" panose="020B0604020202020204" pitchFamily="34" charset="0"/>
              </a:rPr>
              <a:t>available</a:t>
            </a:r>
            <a:r>
              <a:rPr lang="fr-FR" sz="1600" dirty="0">
                <a:solidFill>
                  <a:srgbClr val="47362D"/>
                </a:solidFill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ts val="2700"/>
              </a:lnSpc>
              <a:spcAft>
                <a:spcPts val="800"/>
              </a:spcAft>
            </a:pPr>
            <a:endParaRPr lang="fr-FR" sz="1867" dirty="0">
              <a:solidFill>
                <a:srgbClr val="47362D"/>
              </a:solidFill>
              <a:cs typeface="Arial" panose="020B0604020202020204" pitchFamily="34" charset="0"/>
            </a:endParaRPr>
          </a:p>
        </p:txBody>
      </p:sp>
      <p:sp>
        <p:nvSpPr>
          <p:cNvPr id="41" name="Google Shape;9647;p65"/>
          <p:cNvSpPr/>
          <p:nvPr/>
        </p:nvSpPr>
        <p:spPr>
          <a:xfrm>
            <a:off x="11294195" y="193623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>
              <a:buClr>
                <a:schemeClr val="accent5"/>
              </a:buClr>
              <a:buFont typeface="+mj-lt"/>
              <a:buAutoNum type="arabicPeriod"/>
            </a:pPr>
            <a:endParaRPr sz="2400"/>
          </a:p>
        </p:txBody>
      </p: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sp>
        <p:nvSpPr>
          <p:cNvPr id="44" name="Google Shape;9647;p65"/>
          <p:cNvSpPr/>
          <p:nvPr/>
        </p:nvSpPr>
        <p:spPr>
          <a:xfrm>
            <a:off x="11294195" y="193623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>
              <a:buClr>
                <a:schemeClr val="accent5"/>
              </a:buClr>
              <a:buFont typeface="+mj-lt"/>
              <a:buAutoNum type="arabicPeriod"/>
            </a:pPr>
            <a:endParaRPr sz="2400"/>
          </a:p>
        </p:txBody>
      </p:sp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grpSp>
        <p:nvGrpSpPr>
          <p:cNvPr id="13" name="Gruppieren 12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14" name="Gruppieren 13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6" name="Grafik 15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7" name="Rechteck 16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5" name="Rechteck 14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18" name="Textfeld 17"/>
          <p:cNvSpPr txBox="1"/>
          <p:nvPr/>
        </p:nvSpPr>
        <p:spPr>
          <a:xfrm>
            <a:off x="135570" y="284541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31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94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967914" y="715437"/>
            <a:ext cx="11087929" cy="763600"/>
          </a:xfrm>
        </p:spPr>
        <p:txBody>
          <a:bodyPr/>
          <a:lstStyle/>
          <a:p>
            <a:r>
              <a:rPr lang="fr-FR" sz="3067" dirty="0"/>
              <a:t>EXERCISE: </a:t>
            </a:r>
            <a:r>
              <a:rPr lang="fr-FR" sz="3067" dirty="0" err="1"/>
              <a:t>Creating</a:t>
            </a:r>
            <a:r>
              <a:rPr lang="fr-FR" sz="3067" dirty="0"/>
              <a:t> a Plan </a:t>
            </a:r>
            <a:r>
              <a:rPr lang="fr-FR" sz="3067" dirty="0" err="1"/>
              <a:t>From</a:t>
            </a:r>
            <a:r>
              <a:rPr lang="fr-FR" sz="3067" dirty="0"/>
              <a:t> a Goal</a:t>
            </a:r>
          </a:p>
        </p:txBody>
      </p:sp>
      <p:grpSp>
        <p:nvGrpSpPr>
          <p:cNvPr id="93" name="Gruppieren 92"/>
          <p:cNvGrpSpPr/>
          <p:nvPr/>
        </p:nvGrpSpPr>
        <p:grpSpPr>
          <a:xfrm>
            <a:off x="9661149" y="1479038"/>
            <a:ext cx="1881921" cy="4984065"/>
            <a:chOff x="7245862" y="1487975"/>
            <a:chExt cx="1224784" cy="3359352"/>
          </a:xfrm>
        </p:grpSpPr>
        <p:pic>
          <p:nvPicPr>
            <p:cNvPr id="95" name="Grafik 9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45862" y="1487975"/>
              <a:ext cx="596343" cy="596343"/>
            </a:xfrm>
            <a:prstGeom prst="rect">
              <a:avLst/>
            </a:prstGeom>
          </p:spPr>
        </p:pic>
        <p:grpSp>
          <p:nvGrpSpPr>
            <p:cNvPr id="96" name="Google Shape;2597;p53"/>
            <p:cNvGrpSpPr/>
            <p:nvPr/>
          </p:nvGrpSpPr>
          <p:grpSpPr>
            <a:xfrm>
              <a:off x="7325988" y="1958973"/>
              <a:ext cx="1144658" cy="2888354"/>
              <a:chOff x="5507689" y="1487641"/>
              <a:chExt cx="1333440" cy="3177918"/>
            </a:xfrm>
          </p:grpSpPr>
          <p:sp>
            <p:nvSpPr>
              <p:cNvPr id="97" name="Google Shape;2604;p53"/>
              <p:cNvSpPr/>
              <p:nvPr/>
            </p:nvSpPr>
            <p:spPr>
              <a:xfrm>
                <a:off x="5824183" y="2854766"/>
                <a:ext cx="858427" cy="1752750"/>
              </a:xfrm>
              <a:custGeom>
                <a:avLst/>
                <a:gdLst/>
                <a:ahLst/>
                <a:cxnLst/>
                <a:rect l="l" t="t" r="r" b="b"/>
                <a:pathLst>
                  <a:path w="26784" h="54688" extrusionOk="0">
                    <a:moveTo>
                      <a:pt x="15054" y="0"/>
                    </a:moveTo>
                    <a:lnTo>
                      <a:pt x="1353" y="368"/>
                    </a:lnTo>
                    <a:cubicBezTo>
                      <a:pt x="284" y="2306"/>
                      <a:pt x="150" y="6934"/>
                      <a:pt x="150" y="6934"/>
                    </a:cubicBezTo>
                    <a:cubicBezTo>
                      <a:pt x="0" y="7502"/>
                      <a:pt x="2105" y="53635"/>
                      <a:pt x="2105" y="53635"/>
                    </a:cubicBezTo>
                    <a:lnTo>
                      <a:pt x="7786" y="53618"/>
                    </a:lnTo>
                    <a:lnTo>
                      <a:pt x="9340" y="9875"/>
                    </a:lnTo>
                    <a:lnTo>
                      <a:pt x="21587" y="54687"/>
                    </a:lnTo>
                    <a:lnTo>
                      <a:pt x="26784" y="54570"/>
                    </a:lnTo>
                    <a:lnTo>
                      <a:pt x="17611" y="7151"/>
                    </a:lnTo>
                    <a:lnTo>
                      <a:pt x="17628" y="7151"/>
                    </a:lnTo>
                    <a:cubicBezTo>
                      <a:pt x="17611" y="7085"/>
                      <a:pt x="17594" y="7018"/>
                      <a:pt x="17577" y="6951"/>
                    </a:cubicBezTo>
                    <a:lnTo>
                      <a:pt x="17577" y="6934"/>
                    </a:lnTo>
                    <a:cubicBezTo>
                      <a:pt x="16174" y="1370"/>
                      <a:pt x="15054" y="0"/>
                      <a:pt x="1505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8" name="Google Shape;2605;p53"/>
              <p:cNvSpPr/>
              <p:nvPr/>
            </p:nvSpPr>
            <p:spPr>
              <a:xfrm>
                <a:off x="6019624" y="3123441"/>
                <a:ext cx="220119" cy="57081"/>
              </a:xfrm>
              <a:custGeom>
                <a:avLst/>
                <a:gdLst/>
                <a:ahLst/>
                <a:cxnLst/>
                <a:rect l="l" t="t" r="r" b="b"/>
                <a:pathLst>
                  <a:path w="6868" h="1781" extrusionOk="0">
                    <a:moveTo>
                      <a:pt x="6848" y="0"/>
                    </a:moveTo>
                    <a:cubicBezTo>
                      <a:pt x="6661" y="0"/>
                      <a:pt x="5197" y="352"/>
                      <a:pt x="3409" y="807"/>
                    </a:cubicBezTo>
                    <a:cubicBezTo>
                      <a:pt x="1521" y="1308"/>
                      <a:pt x="1" y="1743"/>
                      <a:pt x="17" y="1776"/>
                    </a:cubicBezTo>
                    <a:cubicBezTo>
                      <a:pt x="17" y="1779"/>
                      <a:pt x="23" y="1781"/>
                      <a:pt x="35" y="1781"/>
                    </a:cubicBezTo>
                    <a:cubicBezTo>
                      <a:pt x="209" y="1781"/>
                      <a:pt x="1687" y="1429"/>
                      <a:pt x="3459" y="974"/>
                    </a:cubicBezTo>
                    <a:cubicBezTo>
                      <a:pt x="5347" y="489"/>
                      <a:pt x="6868" y="55"/>
                      <a:pt x="6868" y="5"/>
                    </a:cubicBezTo>
                    <a:cubicBezTo>
                      <a:pt x="6867" y="2"/>
                      <a:pt x="6860" y="0"/>
                      <a:pt x="6848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" name="Google Shape;2606;p53"/>
              <p:cNvSpPr/>
              <p:nvPr/>
            </p:nvSpPr>
            <p:spPr>
              <a:xfrm>
                <a:off x="5879854" y="3032547"/>
                <a:ext cx="47178" cy="1559970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48673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1" y="0"/>
                      <a:pt x="285" y="10894"/>
                      <a:pt x="669" y="24345"/>
                    </a:cubicBezTo>
                    <a:cubicBezTo>
                      <a:pt x="1053" y="37778"/>
                      <a:pt x="1404" y="48672"/>
                      <a:pt x="1438" y="48672"/>
                    </a:cubicBezTo>
                    <a:cubicBezTo>
                      <a:pt x="1471" y="48672"/>
                      <a:pt x="1204" y="37762"/>
                      <a:pt x="819" y="24328"/>
                    </a:cubicBezTo>
                    <a:cubicBezTo>
                      <a:pt x="418" y="10894"/>
                      <a:pt x="84" y="0"/>
                      <a:pt x="34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6" name="Google Shape;2607;p53"/>
              <p:cNvSpPr/>
              <p:nvPr/>
            </p:nvSpPr>
            <p:spPr>
              <a:xfrm>
                <a:off x="5969305" y="3030400"/>
                <a:ext cx="8045" cy="1535868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7921" extrusionOk="0">
                    <a:moveTo>
                      <a:pt x="50" y="1"/>
                    </a:moveTo>
                    <a:cubicBezTo>
                      <a:pt x="0" y="1"/>
                      <a:pt x="17" y="10727"/>
                      <a:pt x="50" y="23961"/>
                    </a:cubicBezTo>
                    <a:cubicBezTo>
                      <a:pt x="97" y="36444"/>
                      <a:pt x="160" y="46697"/>
                      <a:pt x="209" y="47819"/>
                    </a:cubicBezTo>
                    <a:lnTo>
                      <a:pt x="209" y="47819"/>
                    </a:lnTo>
                    <a:cubicBezTo>
                      <a:pt x="251" y="46697"/>
                      <a:pt x="248" y="36444"/>
                      <a:pt x="201" y="23961"/>
                    </a:cubicBezTo>
                    <a:cubicBezTo>
                      <a:pt x="150" y="10727"/>
                      <a:pt x="84" y="1"/>
                      <a:pt x="50" y="1"/>
                    </a:cubicBezTo>
                    <a:close/>
                    <a:moveTo>
                      <a:pt x="209" y="47819"/>
                    </a:moveTo>
                    <a:lnTo>
                      <a:pt x="209" y="47819"/>
                    </a:lnTo>
                    <a:cubicBezTo>
                      <a:pt x="206" y="47886"/>
                      <a:pt x="203" y="47921"/>
                      <a:pt x="201" y="47921"/>
                    </a:cubicBezTo>
                    <a:lnTo>
                      <a:pt x="217" y="47921"/>
                    </a:lnTo>
                    <a:cubicBezTo>
                      <a:pt x="214" y="47921"/>
                      <a:pt x="212" y="47886"/>
                      <a:pt x="209" y="4781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7" name="Google Shape;2608;p53"/>
              <p:cNvSpPr/>
              <p:nvPr/>
            </p:nvSpPr>
            <p:spPr>
              <a:xfrm>
                <a:off x="6025521" y="3009503"/>
                <a:ext cx="28941" cy="1556765"/>
              </a:xfrm>
              <a:custGeom>
                <a:avLst/>
                <a:gdLst/>
                <a:ahLst/>
                <a:cxnLst/>
                <a:rect l="l" t="t" r="r" b="b"/>
                <a:pathLst>
                  <a:path w="903" h="48573" extrusionOk="0">
                    <a:moveTo>
                      <a:pt x="869" y="1"/>
                    </a:moveTo>
                    <a:cubicBezTo>
                      <a:pt x="819" y="1"/>
                      <a:pt x="602" y="10878"/>
                      <a:pt x="385" y="24295"/>
                    </a:cubicBezTo>
                    <a:cubicBezTo>
                      <a:pt x="151" y="37695"/>
                      <a:pt x="0" y="48573"/>
                      <a:pt x="51" y="48573"/>
                    </a:cubicBezTo>
                    <a:cubicBezTo>
                      <a:pt x="84" y="48573"/>
                      <a:pt x="301" y="37695"/>
                      <a:pt x="518" y="24295"/>
                    </a:cubicBezTo>
                    <a:cubicBezTo>
                      <a:pt x="752" y="10878"/>
                      <a:pt x="903" y="1"/>
                      <a:pt x="86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8" name="Google Shape;2609;p53"/>
              <p:cNvSpPr/>
              <p:nvPr/>
            </p:nvSpPr>
            <p:spPr>
              <a:xfrm>
                <a:off x="6114428" y="3002548"/>
                <a:ext cx="10192" cy="16871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5264" extrusionOk="0">
                    <a:moveTo>
                      <a:pt x="33" y="1"/>
                    </a:moveTo>
                    <a:cubicBezTo>
                      <a:pt x="0" y="1"/>
                      <a:pt x="17" y="1187"/>
                      <a:pt x="84" y="2624"/>
                    </a:cubicBezTo>
                    <a:cubicBezTo>
                      <a:pt x="150" y="4078"/>
                      <a:pt x="251" y="5264"/>
                      <a:pt x="284" y="5264"/>
                    </a:cubicBezTo>
                    <a:cubicBezTo>
                      <a:pt x="318" y="5264"/>
                      <a:pt x="301" y="4078"/>
                      <a:pt x="234" y="2624"/>
                    </a:cubicBezTo>
                    <a:cubicBezTo>
                      <a:pt x="167" y="1170"/>
                      <a:pt x="84" y="1"/>
                      <a:pt x="33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9" name="Google Shape;2610;p53"/>
              <p:cNvSpPr/>
              <p:nvPr/>
            </p:nvSpPr>
            <p:spPr>
              <a:xfrm>
                <a:off x="6172791" y="3002548"/>
                <a:ext cx="386138" cy="1600128"/>
              </a:xfrm>
              <a:custGeom>
                <a:avLst/>
                <a:gdLst/>
                <a:ahLst/>
                <a:cxnLst/>
                <a:rect l="l" t="t" r="r" b="b"/>
                <a:pathLst>
                  <a:path w="12048" h="49926" extrusionOk="0">
                    <a:moveTo>
                      <a:pt x="34" y="1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0" y="1"/>
                      <a:pt x="2640" y="11195"/>
                      <a:pt x="5949" y="24980"/>
                    </a:cubicBezTo>
                    <a:cubicBezTo>
                      <a:pt x="9254" y="38754"/>
                      <a:pt x="11976" y="49926"/>
                      <a:pt x="12014" y="49926"/>
                    </a:cubicBezTo>
                    <a:cubicBezTo>
                      <a:pt x="12014" y="49926"/>
                      <a:pt x="12014" y="49926"/>
                      <a:pt x="12014" y="49926"/>
                    </a:cubicBezTo>
                    <a:cubicBezTo>
                      <a:pt x="12047" y="49909"/>
                      <a:pt x="9407" y="38731"/>
                      <a:pt x="6099" y="24947"/>
                    </a:cubicBezTo>
                    <a:cubicBezTo>
                      <a:pt x="2793" y="11172"/>
                      <a:pt x="71" y="1"/>
                      <a:pt x="3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0" name="Google Shape;2611;p53"/>
              <p:cNvSpPr/>
              <p:nvPr/>
            </p:nvSpPr>
            <p:spPr>
              <a:xfrm>
                <a:off x="6245063" y="2987036"/>
                <a:ext cx="366331" cy="1614583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0377" extrusionOk="0">
                    <a:moveTo>
                      <a:pt x="34" y="0"/>
                    </a:moveTo>
                    <a:cubicBezTo>
                      <a:pt x="1" y="17"/>
                      <a:pt x="2507" y="11295"/>
                      <a:pt x="5648" y="25197"/>
                    </a:cubicBezTo>
                    <a:cubicBezTo>
                      <a:pt x="8773" y="39115"/>
                      <a:pt x="11346" y="50376"/>
                      <a:pt x="11396" y="50376"/>
                    </a:cubicBezTo>
                    <a:lnTo>
                      <a:pt x="11396" y="50360"/>
                    </a:lnTo>
                    <a:cubicBezTo>
                      <a:pt x="11430" y="50360"/>
                      <a:pt x="8923" y="39081"/>
                      <a:pt x="5782" y="25163"/>
                    </a:cubicBezTo>
                    <a:cubicBezTo>
                      <a:pt x="2641" y="11262"/>
                      <a:pt x="85" y="0"/>
                      <a:pt x="34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1" name="Google Shape;2612;p53"/>
              <p:cNvSpPr/>
              <p:nvPr/>
            </p:nvSpPr>
            <p:spPr>
              <a:xfrm>
                <a:off x="6326470" y="2987036"/>
                <a:ext cx="318128" cy="1605481"/>
              </a:xfrm>
              <a:custGeom>
                <a:avLst/>
                <a:gdLst/>
                <a:ahLst/>
                <a:cxnLst/>
                <a:rect l="l" t="t" r="r" b="b"/>
                <a:pathLst>
                  <a:path w="9926" h="50093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1" y="17"/>
                      <a:pt x="2173" y="11228"/>
                      <a:pt x="4896" y="25063"/>
                    </a:cubicBezTo>
                    <a:cubicBezTo>
                      <a:pt x="7620" y="38898"/>
                      <a:pt x="9842" y="50092"/>
                      <a:pt x="9892" y="50092"/>
                    </a:cubicBezTo>
                    <a:cubicBezTo>
                      <a:pt x="9926" y="50076"/>
                      <a:pt x="7753" y="38864"/>
                      <a:pt x="5030" y="25030"/>
                    </a:cubicBezTo>
                    <a:cubicBezTo>
                      <a:pt x="2306" y="11195"/>
                      <a:pt x="84" y="0"/>
                      <a:pt x="34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2" name="Google Shape;2613;p53"/>
              <p:cNvSpPr/>
              <p:nvPr/>
            </p:nvSpPr>
            <p:spPr>
              <a:xfrm>
                <a:off x="5507689" y="1493730"/>
                <a:ext cx="437547" cy="918200"/>
              </a:xfrm>
              <a:custGeom>
                <a:avLst/>
                <a:gdLst/>
                <a:ahLst/>
                <a:cxnLst/>
                <a:rect l="l" t="t" r="r" b="b"/>
                <a:pathLst>
                  <a:path w="13652" h="28649" extrusionOk="0">
                    <a:moveTo>
                      <a:pt x="5278" y="0"/>
                    </a:moveTo>
                    <a:cubicBezTo>
                      <a:pt x="4788" y="0"/>
                      <a:pt x="4226" y="2408"/>
                      <a:pt x="4177" y="2650"/>
                    </a:cubicBezTo>
                    <a:cubicBezTo>
                      <a:pt x="4158" y="2716"/>
                      <a:pt x="4104" y="2745"/>
                      <a:pt x="4049" y="2745"/>
                    </a:cubicBezTo>
                    <a:cubicBezTo>
                      <a:pt x="3965" y="2745"/>
                      <a:pt x="3880" y="2677"/>
                      <a:pt x="3910" y="2566"/>
                    </a:cubicBezTo>
                    <a:cubicBezTo>
                      <a:pt x="3960" y="2366"/>
                      <a:pt x="4712" y="210"/>
                      <a:pt x="4194" y="10"/>
                    </a:cubicBezTo>
                    <a:cubicBezTo>
                      <a:pt x="4183" y="6"/>
                      <a:pt x="4172" y="4"/>
                      <a:pt x="4162" y="4"/>
                    </a:cubicBezTo>
                    <a:cubicBezTo>
                      <a:pt x="3802" y="4"/>
                      <a:pt x="3665" y="2142"/>
                      <a:pt x="3275" y="2499"/>
                    </a:cubicBezTo>
                    <a:cubicBezTo>
                      <a:pt x="3243" y="2529"/>
                      <a:pt x="3217" y="2543"/>
                      <a:pt x="3197" y="2543"/>
                    </a:cubicBezTo>
                    <a:cubicBezTo>
                      <a:pt x="2976" y="2543"/>
                      <a:pt x="3511" y="784"/>
                      <a:pt x="3158" y="661"/>
                    </a:cubicBezTo>
                    <a:cubicBezTo>
                      <a:pt x="3138" y="656"/>
                      <a:pt x="3118" y="652"/>
                      <a:pt x="3098" y="652"/>
                    </a:cubicBezTo>
                    <a:cubicBezTo>
                      <a:pt x="2987" y="652"/>
                      <a:pt x="2875" y="799"/>
                      <a:pt x="2690" y="1848"/>
                    </a:cubicBezTo>
                    <a:cubicBezTo>
                      <a:pt x="2507" y="2717"/>
                      <a:pt x="2373" y="3585"/>
                      <a:pt x="2289" y="4454"/>
                    </a:cubicBezTo>
                    <a:lnTo>
                      <a:pt x="2273" y="4454"/>
                    </a:lnTo>
                    <a:lnTo>
                      <a:pt x="0" y="17855"/>
                    </a:lnTo>
                    <a:lnTo>
                      <a:pt x="8622" y="28648"/>
                    </a:lnTo>
                    <a:lnTo>
                      <a:pt x="13651" y="25173"/>
                    </a:lnTo>
                    <a:lnTo>
                      <a:pt x="4946" y="16852"/>
                    </a:lnTo>
                    <a:lnTo>
                      <a:pt x="5715" y="5657"/>
                    </a:lnTo>
                    <a:lnTo>
                      <a:pt x="5898" y="5440"/>
                    </a:lnTo>
                    <a:cubicBezTo>
                      <a:pt x="5999" y="5306"/>
                      <a:pt x="6116" y="5173"/>
                      <a:pt x="6249" y="5022"/>
                    </a:cubicBezTo>
                    <a:cubicBezTo>
                      <a:pt x="6416" y="4855"/>
                      <a:pt x="6600" y="4705"/>
                      <a:pt x="6801" y="4588"/>
                    </a:cubicBezTo>
                    <a:cubicBezTo>
                      <a:pt x="7051" y="4438"/>
                      <a:pt x="7319" y="4321"/>
                      <a:pt x="7603" y="4254"/>
                    </a:cubicBezTo>
                    <a:cubicBezTo>
                      <a:pt x="7870" y="4204"/>
                      <a:pt x="7954" y="3869"/>
                      <a:pt x="7736" y="3753"/>
                    </a:cubicBezTo>
                    <a:cubicBezTo>
                      <a:pt x="7687" y="3730"/>
                      <a:pt x="7611" y="3717"/>
                      <a:pt x="7515" y="3717"/>
                    </a:cubicBezTo>
                    <a:cubicBezTo>
                      <a:pt x="7187" y="3717"/>
                      <a:pt x="6621" y="3862"/>
                      <a:pt x="6065" y="4237"/>
                    </a:cubicBezTo>
                    <a:cubicBezTo>
                      <a:pt x="5957" y="4312"/>
                      <a:pt x="5875" y="4344"/>
                      <a:pt x="5815" y="4344"/>
                    </a:cubicBezTo>
                    <a:cubicBezTo>
                      <a:pt x="5481" y="4344"/>
                      <a:pt x="5785" y="3363"/>
                      <a:pt x="5898" y="2967"/>
                    </a:cubicBezTo>
                    <a:cubicBezTo>
                      <a:pt x="6049" y="2499"/>
                      <a:pt x="6416" y="1029"/>
                      <a:pt x="6299" y="879"/>
                    </a:cubicBezTo>
                    <a:cubicBezTo>
                      <a:pt x="6247" y="811"/>
                      <a:pt x="6185" y="777"/>
                      <a:pt x="6121" y="777"/>
                    </a:cubicBezTo>
                    <a:cubicBezTo>
                      <a:pt x="5979" y="777"/>
                      <a:pt x="5823" y="941"/>
                      <a:pt x="5731" y="1263"/>
                    </a:cubicBezTo>
                    <a:cubicBezTo>
                      <a:pt x="5601" y="1736"/>
                      <a:pt x="5136" y="3053"/>
                      <a:pt x="4881" y="3053"/>
                    </a:cubicBezTo>
                    <a:cubicBezTo>
                      <a:pt x="4874" y="3053"/>
                      <a:pt x="4868" y="3052"/>
                      <a:pt x="4862" y="3051"/>
                    </a:cubicBezTo>
                    <a:cubicBezTo>
                      <a:pt x="4629" y="2967"/>
                      <a:pt x="5364" y="595"/>
                      <a:pt x="5364" y="595"/>
                    </a:cubicBezTo>
                    <a:cubicBezTo>
                      <a:pt x="5364" y="595"/>
                      <a:pt x="5614" y="110"/>
                      <a:pt x="5330" y="10"/>
                    </a:cubicBezTo>
                    <a:cubicBezTo>
                      <a:pt x="5313" y="3"/>
                      <a:pt x="5296" y="0"/>
                      <a:pt x="5278" y="0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3" name="Google Shape;2614;p53"/>
              <p:cNvSpPr/>
              <p:nvPr/>
            </p:nvSpPr>
            <p:spPr>
              <a:xfrm>
                <a:off x="5875591" y="4569441"/>
                <a:ext cx="177269" cy="87336"/>
              </a:xfrm>
              <a:custGeom>
                <a:avLst/>
                <a:gdLst/>
                <a:ahLst/>
                <a:cxnLst/>
                <a:rect l="l" t="t" r="r" b="b"/>
                <a:pathLst>
                  <a:path w="5531" h="2725" extrusionOk="0">
                    <a:moveTo>
                      <a:pt x="5531" y="1"/>
                    </a:moveTo>
                    <a:lnTo>
                      <a:pt x="752" y="235"/>
                    </a:lnTo>
                    <a:lnTo>
                      <a:pt x="0" y="2724"/>
                    </a:lnTo>
                    <a:lnTo>
                      <a:pt x="5297" y="2657"/>
                    </a:lnTo>
                    <a:lnTo>
                      <a:pt x="55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" name="Google Shape;2615;p53"/>
              <p:cNvSpPr/>
              <p:nvPr/>
            </p:nvSpPr>
            <p:spPr>
              <a:xfrm>
                <a:off x="5879854" y="4634021"/>
                <a:ext cx="169256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5281" h="204" extrusionOk="0">
                    <a:moveTo>
                      <a:pt x="1236" y="1"/>
                    </a:moveTo>
                    <a:cubicBezTo>
                      <a:pt x="1067" y="1"/>
                      <a:pt x="911" y="3"/>
                      <a:pt x="769" y="8"/>
                    </a:cubicBezTo>
                    <a:cubicBezTo>
                      <a:pt x="725" y="5"/>
                      <a:pt x="680" y="3"/>
                      <a:pt x="635" y="3"/>
                    </a:cubicBezTo>
                    <a:cubicBezTo>
                      <a:pt x="424" y="3"/>
                      <a:pt x="207" y="33"/>
                      <a:pt x="1" y="74"/>
                    </a:cubicBezTo>
                    <a:cubicBezTo>
                      <a:pt x="205" y="102"/>
                      <a:pt x="421" y="129"/>
                      <a:pt x="630" y="129"/>
                    </a:cubicBezTo>
                    <a:cubicBezTo>
                      <a:pt x="677" y="129"/>
                      <a:pt x="723" y="128"/>
                      <a:pt x="769" y="125"/>
                    </a:cubicBezTo>
                    <a:lnTo>
                      <a:pt x="2641" y="191"/>
                    </a:lnTo>
                    <a:cubicBezTo>
                      <a:pt x="3000" y="200"/>
                      <a:pt x="3347" y="204"/>
                      <a:pt x="3662" y="204"/>
                    </a:cubicBezTo>
                    <a:cubicBezTo>
                      <a:pt x="3977" y="204"/>
                      <a:pt x="4261" y="200"/>
                      <a:pt x="4495" y="191"/>
                    </a:cubicBezTo>
                    <a:cubicBezTo>
                      <a:pt x="4562" y="196"/>
                      <a:pt x="4628" y="198"/>
                      <a:pt x="4693" y="198"/>
                    </a:cubicBezTo>
                    <a:cubicBezTo>
                      <a:pt x="4889" y="198"/>
                      <a:pt x="5080" y="179"/>
                      <a:pt x="5281" y="141"/>
                    </a:cubicBezTo>
                    <a:cubicBezTo>
                      <a:pt x="5013" y="91"/>
                      <a:pt x="4763" y="74"/>
                      <a:pt x="4495" y="74"/>
                    </a:cubicBezTo>
                    <a:lnTo>
                      <a:pt x="2641" y="24"/>
                    </a:lnTo>
                    <a:cubicBezTo>
                      <a:pt x="2121" y="12"/>
                      <a:pt x="1643" y="1"/>
                      <a:pt x="12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5" name="Google Shape;2616;p53"/>
              <p:cNvSpPr/>
              <p:nvPr/>
            </p:nvSpPr>
            <p:spPr>
              <a:xfrm>
                <a:off x="5970363" y="4566236"/>
                <a:ext cx="7532" cy="71247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223" extrusionOk="0">
                    <a:moveTo>
                      <a:pt x="184" y="1"/>
                    </a:moveTo>
                    <a:cubicBezTo>
                      <a:pt x="134" y="1"/>
                      <a:pt x="67" y="502"/>
                      <a:pt x="34" y="1103"/>
                    </a:cubicBezTo>
                    <a:cubicBezTo>
                      <a:pt x="0" y="1722"/>
                      <a:pt x="0" y="2223"/>
                      <a:pt x="51" y="2223"/>
                    </a:cubicBezTo>
                    <a:cubicBezTo>
                      <a:pt x="101" y="2223"/>
                      <a:pt x="168" y="1738"/>
                      <a:pt x="201" y="1120"/>
                    </a:cubicBezTo>
                    <a:cubicBezTo>
                      <a:pt x="234" y="502"/>
                      <a:pt x="218" y="1"/>
                      <a:pt x="1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6" name="Google Shape;2617;p53"/>
              <p:cNvSpPr/>
              <p:nvPr/>
            </p:nvSpPr>
            <p:spPr>
              <a:xfrm>
                <a:off x="5875591" y="4636393"/>
                <a:ext cx="171371" cy="20384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636" extrusionOk="0">
                    <a:moveTo>
                      <a:pt x="84" y="0"/>
                    </a:moveTo>
                    <a:lnTo>
                      <a:pt x="0" y="568"/>
                    </a:lnTo>
                    <a:lnTo>
                      <a:pt x="0" y="635"/>
                    </a:lnTo>
                    <a:lnTo>
                      <a:pt x="5297" y="568"/>
                    </a:lnTo>
                    <a:lnTo>
                      <a:pt x="5347" y="6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7" name="Google Shape;2618;p53"/>
              <p:cNvSpPr/>
              <p:nvPr/>
            </p:nvSpPr>
            <p:spPr>
              <a:xfrm>
                <a:off x="5915750" y="1487641"/>
                <a:ext cx="394151" cy="934995"/>
              </a:xfrm>
              <a:custGeom>
                <a:avLst/>
                <a:gdLst/>
                <a:ahLst/>
                <a:cxnLst/>
                <a:rect l="l" t="t" r="r" b="b"/>
                <a:pathLst>
                  <a:path w="12298" h="29173" extrusionOk="0">
                    <a:moveTo>
                      <a:pt x="2925" y="1"/>
                    </a:moveTo>
                    <a:cubicBezTo>
                      <a:pt x="2908" y="1"/>
                      <a:pt x="2891" y="6"/>
                      <a:pt x="2874" y="16"/>
                    </a:cubicBezTo>
                    <a:cubicBezTo>
                      <a:pt x="2406" y="317"/>
                      <a:pt x="3593" y="2272"/>
                      <a:pt x="3676" y="2455"/>
                    </a:cubicBezTo>
                    <a:cubicBezTo>
                      <a:pt x="3733" y="2568"/>
                      <a:pt x="3644" y="2658"/>
                      <a:pt x="3555" y="2658"/>
                    </a:cubicBezTo>
                    <a:cubicBezTo>
                      <a:pt x="3512" y="2658"/>
                      <a:pt x="3469" y="2638"/>
                      <a:pt x="3442" y="2589"/>
                    </a:cubicBezTo>
                    <a:cubicBezTo>
                      <a:pt x="3347" y="2368"/>
                      <a:pt x="2344" y="210"/>
                      <a:pt x="1852" y="210"/>
                    </a:cubicBezTo>
                    <a:cubicBezTo>
                      <a:pt x="1824" y="210"/>
                      <a:pt x="1796" y="217"/>
                      <a:pt x="1771" y="233"/>
                    </a:cubicBezTo>
                    <a:cubicBezTo>
                      <a:pt x="1504" y="400"/>
                      <a:pt x="1855" y="818"/>
                      <a:pt x="1855" y="818"/>
                    </a:cubicBezTo>
                    <a:cubicBezTo>
                      <a:pt x="1855" y="818"/>
                      <a:pt x="3075" y="2990"/>
                      <a:pt x="2841" y="3124"/>
                    </a:cubicBezTo>
                    <a:cubicBezTo>
                      <a:pt x="2831" y="3129"/>
                      <a:pt x="2820" y="3131"/>
                      <a:pt x="2809" y="3131"/>
                    </a:cubicBezTo>
                    <a:cubicBezTo>
                      <a:pt x="2558" y="3131"/>
                      <a:pt x="1861" y="1968"/>
                      <a:pt x="1638" y="1553"/>
                    </a:cubicBezTo>
                    <a:cubicBezTo>
                      <a:pt x="1504" y="1285"/>
                      <a:pt x="1338" y="1157"/>
                      <a:pt x="1203" y="1157"/>
                    </a:cubicBezTo>
                    <a:cubicBezTo>
                      <a:pt x="1119" y="1157"/>
                      <a:pt x="1048" y="1207"/>
                      <a:pt x="1003" y="1303"/>
                    </a:cubicBezTo>
                    <a:cubicBezTo>
                      <a:pt x="919" y="1470"/>
                      <a:pt x="1588" y="2840"/>
                      <a:pt x="1821" y="3257"/>
                    </a:cubicBezTo>
                    <a:cubicBezTo>
                      <a:pt x="2027" y="3639"/>
                      <a:pt x="2554" y="4587"/>
                      <a:pt x="2149" y="4587"/>
                    </a:cubicBezTo>
                    <a:cubicBezTo>
                      <a:pt x="2092" y="4587"/>
                      <a:pt x="2018" y="4568"/>
                      <a:pt x="1922" y="4527"/>
                    </a:cubicBezTo>
                    <a:cubicBezTo>
                      <a:pt x="1491" y="4357"/>
                      <a:pt x="1080" y="4292"/>
                      <a:pt x="761" y="4292"/>
                    </a:cubicBezTo>
                    <a:cubicBezTo>
                      <a:pt x="485" y="4292"/>
                      <a:pt x="277" y="4341"/>
                      <a:pt x="184" y="4410"/>
                    </a:cubicBezTo>
                    <a:cubicBezTo>
                      <a:pt x="0" y="4561"/>
                      <a:pt x="151" y="4861"/>
                      <a:pt x="418" y="4861"/>
                    </a:cubicBezTo>
                    <a:cubicBezTo>
                      <a:pt x="702" y="4878"/>
                      <a:pt x="986" y="4928"/>
                      <a:pt x="1270" y="5029"/>
                    </a:cubicBezTo>
                    <a:cubicBezTo>
                      <a:pt x="1487" y="5095"/>
                      <a:pt x="1704" y="5196"/>
                      <a:pt x="1888" y="5329"/>
                    </a:cubicBezTo>
                    <a:cubicBezTo>
                      <a:pt x="2055" y="5463"/>
                      <a:pt x="2206" y="5563"/>
                      <a:pt x="2323" y="5663"/>
                    </a:cubicBezTo>
                    <a:lnTo>
                      <a:pt x="2557" y="5847"/>
                    </a:lnTo>
                    <a:lnTo>
                      <a:pt x="7118" y="17109"/>
                    </a:lnTo>
                    <a:lnTo>
                      <a:pt x="2974" y="26783"/>
                    </a:lnTo>
                    <a:lnTo>
                      <a:pt x="9407" y="29172"/>
                    </a:lnTo>
                    <a:lnTo>
                      <a:pt x="12298" y="16390"/>
                    </a:lnTo>
                    <a:lnTo>
                      <a:pt x="5664" y="3959"/>
                    </a:lnTo>
                    <a:cubicBezTo>
                      <a:pt x="5397" y="3124"/>
                      <a:pt x="5080" y="2305"/>
                      <a:pt x="4729" y="1503"/>
                    </a:cubicBezTo>
                    <a:cubicBezTo>
                      <a:pt x="4360" y="582"/>
                      <a:pt x="4209" y="407"/>
                      <a:pt x="4105" y="407"/>
                    </a:cubicBezTo>
                    <a:cubicBezTo>
                      <a:pt x="4077" y="407"/>
                      <a:pt x="4052" y="420"/>
                      <a:pt x="4027" y="434"/>
                    </a:cubicBezTo>
                    <a:cubicBezTo>
                      <a:pt x="3700" y="620"/>
                      <a:pt x="4619" y="2284"/>
                      <a:pt x="4370" y="2284"/>
                    </a:cubicBezTo>
                    <a:cubicBezTo>
                      <a:pt x="4352" y="2284"/>
                      <a:pt x="4327" y="2275"/>
                      <a:pt x="4294" y="2255"/>
                    </a:cubicBezTo>
                    <a:cubicBezTo>
                      <a:pt x="3849" y="2000"/>
                      <a:pt x="3281" y="1"/>
                      <a:pt x="2925" y="1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8" name="Google Shape;2619;p53"/>
              <p:cNvSpPr/>
              <p:nvPr/>
            </p:nvSpPr>
            <p:spPr>
              <a:xfrm>
                <a:off x="6515501" y="4601587"/>
                <a:ext cx="325628" cy="63331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976" extrusionOk="0">
                    <a:moveTo>
                      <a:pt x="5481" y="0"/>
                    </a:moveTo>
                    <a:lnTo>
                      <a:pt x="1" y="151"/>
                    </a:lnTo>
                    <a:lnTo>
                      <a:pt x="51" y="1939"/>
                    </a:lnTo>
                    <a:lnTo>
                      <a:pt x="385" y="1939"/>
                    </a:lnTo>
                    <a:cubicBezTo>
                      <a:pt x="940" y="1957"/>
                      <a:pt x="2131" y="1976"/>
                      <a:pt x="3463" y="1976"/>
                    </a:cubicBezTo>
                    <a:cubicBezTo>
                      <a:pt x="5738" y="1976"/>
                      <a:pt x="8425" y="1922"/>
                      <a:pt x="9057" y="1721"/>
                    </a:cubicBezTo>
                    <a:cubicBezTo>
                      <a:pt x="10160" y="1387"/>
                      <a:pt x="5498" y="535"/>
                      <a:pt x="5498" y="535"/>
                    </a:cubicBezTo>
                    <a:lnTo>
                      <a:pt x="548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9" name="Google Shape;2620;p53"/>
              <p:cNvSpPr/>
              <p:nvPr/>
            </p:nvSpPr>
            <p:spPr>
              <a:xfrm>
                <a:off x="6516046" y="4615689"/>
                <a:ext cx="64292" cy="45351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415" extrusionOk="0">
                    <a:moveTo>
                      <a:pt x="205" y="0"/>
                    </a:moveTo>
                    <a:cubicBezTo>
                      <a:pt x="137" y="0"/>
                      <a:pt x="69" y="4"/>
                      <a:pt x="0" y="11"/>
                    </a:cubicBezTo>
                    <a:lnTo>
                      <a:pt x="34" y="1415"/>
                    </a:lnTo>
                    <a:lnTo>
                      <a:pt x="2006" y="1398"/>
                    </a:lnTo>
                    <a:cubicBezTo>
                      <a:pt x="1905" y="964"/>
                      <a:pt x="1655" y="580"/>
                      <a:pt x="1287" y="346"/>
                    </a:cubicBezTo>
                    <a:cubicBezTo>
                      <a:pt x="961" y="119"/>
                      <a:pt x="586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0" name="Google Shape;2621;p53"/>
              <p:cNvSpPr/>
              <p:nvPr/>
            </p:nvSpPr>
            <p:spPr>
              <a:xfrm>
                <a:off x="6517104" y="4634246"/>
                <a:ext cx="300469" cy="31313"/>
              </a:xfrm>
              <a:custGeom>
                <a:avLst/>
                <a:gdLst/>
                <a:ahLst/>
                <a:cxnLst/>
                <a:rect l="l" t="t" r="r" b="b"/>
                <a:pathLst>
                  <a:path w="9375" h="977" extrusionOk="0">
                    <a:moveTo>
                      <a:pt x="7737" y="1"/>
                    </a:moveTo>
                    <a:cubicBezTo>
                      <a:pt x="7420" y="17"/>
                      <a:pt x="7269" y="669"/>
                      <a:pt x="7269" y="669"/>
                    </a:cubicBezTo>
                    <a:lnTo>
                      <a:pt x="1" y="803"/>
                    </a:lnTo>
                    <a:lnTo>
                      <a:pt x="1" y="920"/>
                    </a:lnTo>
                    <a:cubicBezTo>
                      <a:pt x="724" y="959"/>
                      <a:pt x="1684" y="977"/>
                      <a:pt x="2712" y="977"/>
                    </a:cubicBezTo>
                    <a:cubicBezTo>
                      <a:pt x="5603" y="977"/>
                      <a:pt x="9026" y="837"/>
                      <a:pt x="9174" y="652"/>
                    </a:cubicBezTo>
                    <a:cubicBezTo>
                      <a:pt x="9374" y="402"/>
                      <a:pt x="7737" y="1"/>
                      <a:pt x="773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1" name="Google Shape;2622;p53"/>
              <p:cNvSpPr/>
              <p:nvPr/>
            </p:nvSpPr>
            <p:spPr>
              <a:xfrm>
                <a:off x="6517649" y="4652450"/>
                <a:ext cx="290277" cy="8589"/>
              </a:xfrm>
              <a:custGeom>
                <a:avLst/>
                <a:gdLst/>
                <a:ahLst/>
                <a:cxnLst/>
                <a:rect l="l" t="t" r="r" b="b"/>
                <a:pathLst>
                  <a:path w="9057" h="268" extrusionOk="0">
                    <a:moveTo>
                      <a:pt x="8789" y="1"/>
                    </a:moveTo>
                    <a:lnTo>
                      <a:pt x="7804" y="51"/>
                    </a:lnTo>
                    <a:cubicBezTo>
                      <a:pt x="6968" y="84"/>
                      <a:pt x="5815" y="134"/>
                      <a:pt x="4529" y="168"/>
                    </a:cubicBezTo>
                    <a:cubicBezTo>
                      <a:pt x="3259" y="201"/>
                      <a:pt x="2106" y="218"/>
                      <a:pt x="1254" y="218"/>
                    </a:cubicBezTo>
                    <a:lnTo>
                      <a:pt x="268" y="218"/>
                    </a:lnTo>
                    <a:lnTo>
                      <a:pt x="1" y="235"/>
                    </a:lnTo>
                    <a:lnTo>
                      <a:pt x="268" y="251"/>
                    </a:lnTo>
                    <a:lnTo>
                      <a:pt x="1254" y="268"/>
                    </a:lnTo>
                    <a:cubicBezTo>
                      <a:pt x="2106" y="268"/>
                      <a:pt x="3259" y="268"/>
                      <a:pt x="4529" y="235"/>
                    </a:cubicBezTo>
                    <a:cubicBezTo>
                      <a:pt x="5815" y="201"/>
                      <a:pt x="6968" y="134"/>
                      <a:pt x="7804" y="101"/>
                    </a:cubicBezTo>
                    <a:cubicBezTo>
                      <a:pt x="8188" y="67"/>
                      <a:pt x="8522" y="51"/>
                      <a:pt x="8789" y="34"/>
                    </a:cubicBezTo>
                    <a:lnTo>
                      <a:pt x="905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2" name="Google Shape;2623;p53"/>
              <p:cNvSpPr/>
              <p:nvPr/>
            </p:nvSpPr>
            <p:spPr>
              <a:xfrm>
                <a:off x="6748985" y="4632098"/>
                <a:ext cx="17179" cy="2628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820" extrusionOk="0">
                    <a:moveTo>
                      <a:pt x="535" y="1"/>
                    </a:moveTo>
                    <a:lnTo>
                      <a:pt x="535" y="1"/>
                    </a:lnTo>
                    <a:cubicBezTo>
                      <a:pt x="368" y="68"/>
                      <a:pt x="235" y="185"/>
                      <a:pt x="151" y="335"/>
                    </a:cubicBezTo>
                    <a:cubicBezTo>
                      <a:pt x="51" y="469"/>
                      <a:pt x="1" y="652"/>
                      <a:pt x="34" y="819"/>
                    </a:cubicBezTo>
                    <a:cubicBezTo>
                      <a:pt x="68" y="652"/>
                      <a:pt x="134" y="502"/>
                      <a:pt x="201" y="368"/>
                    </a:cubicBezTo>
                    <a:cubicBezTo>
                      <a:pt x="301" y="235"/>
                      <a:pt x="402" y="118"/>
                      <a:pt x="5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3" name="Google Shape;2624;p53"/>
              <p:cNvSpPr/>
              <p:nvPr/>
            </p:nvSpPr>
            <p:spPr>
              <a:xfrm>
                <a:off x="6697032" y="4621394"/>
                <a:ext cx="10224" cy="13942"/>
              </a:xfrm>
              <a:custGeom>
                <a:avLst/>
                <a:gdLst/>
                <a:ahLst/>
                <a:cxnLst/>
                <a:rect l="l" t="t" r="r" b="b"/>
                <a:pathLst>
                  <a:path w="319" h="435" extrusionOk="0">
                    <a:moveTo>
                      <a:pt x="302" y="1"/>
                    </a:moveTo>
                    <a:cubicBezTo>
                      <a:pt x="285" y="1"/>
                      <a:pt x="218" y="84"/>
                      <a:pt x="135" y="201"/>
                    </a:cubicBezTo>
                    <a:cubicBezTo>
                      <a:pt x="51" y="318"/>
                      <a:pt x="1" y="418"/>
                      <a:pt x="18" y="435"/>
                    </a:cubicBezTo>
                    <a:cubicBezTo>
                      <a:pt x="34" y="435"/>
                      <a:pt x="118" y="351"/>
                      <a:pt x="185" y="234"/>
                    </a:cubicBezTo>
                    <a:cubicBezTo>
                      <a:pt x="268" y="118"/>
                      <a:pt x="318" y="17"/>
                      <a:pt x="3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4" name="Google Shape;2625;p53"/>
              <p:cNvSpPr/>
              <p:nvPr/>
            </p:nvSpPr>
            <p:spPr>
              <a:xfrm>
                <a:off x="6683123" y="4619182"/>
                <a:ext cx="11282" cy="974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04" extrusionOk="0">
                    <a:moveTo>
                      <a:pt x="332" y="0"/>
                    </a:moveTo>
                    <a:cubicBezTo>
                      <a:pt x="317" y="0"/>
                      <a:pt x="241" y="60"/>
                      <a:pt x="151" y="120"/>
                    </a:cubicBezTo>
                    <a:cubicBezTo>
                      <a:pt x="67" y="203"/>
                      <a:pt x="1" y="287"/>
                      <a:pt x="17" y="303"/>
                    </a:cubicBezTo>
                    <a:cubicBezTo>
                      <a:pt x="17" y="303"/>
                      <a:pt x="101" y="253"/>
                      <a:pt x="201" y="170"/>
                    </a:cubicBezTo>
                    <a:cubicBezTo>
                      <a:pt x="285" y="86"/>
                      <a:pt x="351" y="19"/>
                      <a:pt x="335" y="3"/>
                    </a:cubicBezTo>
                    <a:cubicBezTo>
                      <a:pt x="335" y="1"/>
                      <a:pt x="334" y="0"/>
                      <a:pt x="3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5" name="Google Shape;2626;p53"/>
              <p:cNvSpPr/>
              <p:nvPr/>
            </p:nvSpPr>
            <p:spPr>
              <a:xfrm>
                <a:off x="6674021" y="4612548"/>
                <a:ext cx="18236" cy="1859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8" extrusionOk="0">
                    <a:moveTo>
                      <a:pt x="285" y="1"/>
                    </a:moveTo>
                    <a:cubicBezTo>
                      <a:pt x="188" y="1"/>
                      <a:pt x="92" y="9"/>
                      <a:pt x="1" y="26"/>
                    </a:cubicBezTo>
                    <a:cubicBezTo>
                      <a:pt x="83" y="49"/>
                      <a:pt x="170" y="58"/>
                      <a:pt x="257" y="58"/>
                    </a:cubicBezTo>
                    <a:cubicBezTo>
                      <a:pt x="362" y="58"/>
                      <a:pt x="468" y="44"/>
                      <a:pt x="569" y="26"/>
                    </a:cubicBezTo>
                    <a:cubicBezTo>
                      <a:pt x="477" y="9"/>
                      <a:pt x="381" y="1"/>
                      <a:pt x="2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6" name="Google Shape;2627;p53"/>
              <p:cNvSpPr/>
              <p:nvPr/>
            </p:nvSpPr>
            <p:spPr>
              <a:xfrm>
                <a:off x="6670816" y="4602644"/>
                <a:ext cx="20384" cy="2917"/>
              </a:xfrm>
              <a:custGeom>
                <a:avLst/>
                <a:gdLst/>
                <a:ahLst/>
                <a:cxnLst/>
                <a:rect l="l" t="t" r="r" b="b"/>
                <a:pathLst>
                  <a:path w="636" h="91" extrusionOk="0">
                    <a:moveTo>
                      <a:pt x="0" y="1"/>
                    </a:moveTo>
                    <a:cubicBezTo>
                      <a:pt x="84" y="68"/>
                      <a:pt x="201" y="84"/>
                      <a:pt x="318" y="84"/>
                    </a:cubicBezTo>
                    <a:cubicBezTo>
                      <a:pt x="343" y="88"/>
                      <a:pt x="369" y="91"/>
                      <a:pt x="396" y="91"/>
                    </a:cubicBezTo>
                    <a:cubicBezTo>
                      <a:pt x="475" y="91"/>
                      <a:pt x="560" y="72"/>
                      <a:pt x="635" y="34"/>
                    </a:cubicBezTo>
                    <a:cubicBezTo>
                      <a:pt x="535" y="17"/>
                      <a:pt x="418" y="17"/>
                      <a:pt x="318" y="17"/>
                    </a:cubicBezTo>
                    <a:cubicBezTo>
                      <a:pt x="217" y="1"/>
                      <a:pt x="101" y="1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7" name="Google Shape;2628;p53"/>
              <p:cNvSpPr/>
              <p:nvPr/>
            </p:nvSpPr>
            <p:spPr>
              <a:xfrm>
                <a:off x="6703474" y="4605785"/>
                <a:ext cx="32691" cy="17788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555" extrusionOk="0">
                    <a:moveTo>
                      <a:pt x="676" y="56"/>
                    </a:moveTo>
                    <a:cubicBezTo>
                      <a:pt x="758" y="56"/>
                      <a:pt x="842" y="74"/>
                      <a:pt x="919" y="103"/>
                    </a:cubicBezTo>
                    <a:cubicBezTo>
                      <a:pt x="970" y="137"/>
                      <a:pt x="953" y="204"/>
                      <a:pt x="886" y="237"/>
                    </a:cubicBezTo>
                    <a:cubicBezTo>
                      <a:pt x="819" y="270"/>
                      <a:pt x="769" y="304"/>
                      <a:pt x="686" y="320"/>
                    </a:cubicBezTo>
                    <a:cubicBezTo>
                      <a:pt x="569" y="354"/>
                      <a:pt x="452" y="387"/>
                      <a:pt x="335" y="421"/>
                    </a:cubicBezTo>
                    <a:cubicBezTo>
                      <a:pt x="233" y="438"/>
                      <a:pt x="149" y="446"/>
                      <a:pt x="91" y="452"/>
                    </a:cubicBezTo>
                    <a:lnTo>
                      <a:pt x="91" y="452"/>
                    </a:lnTo>
                    <a:cubicBezTo>
                      <a:pt x="120" y="388"/>
                      <a:pt x="157" y="325"/>
                      <a:pt x="201" y="270"/>
                    </a:cubicBezTo>
                    <a:cubicBezTo>
                      <a:pt x="285" y="187"/>
                      <a:pt x="385" y="120"/>
                      <a:pt x="502" y="87"/>
                    </a:cubicBezTo>
                    <a:cubicBezTo>
                      <a:pt x="558" y="66"/>
                      <a:pt x="617" y="56"/>
                      <a:pt x="676" y="56"/>
                    </a:cubicBezTo>
                    <a:close/>
                    <a:moveTo>
                      <a:pt x="690" y="1"/>
                    </a:moveTo>
                    <a:cubicBezTo>
                      <a:pt x="489" y="1"/>
                      <a:pt x="296" y="91"/>
                      <a:pt x="168" y="254"/>
                    </a:cubicBezTo>
                    <a:cubicBezTo>
                      <a:pt x="120" y="317"/>
                      <a:pt x="73" y="380"/>
                      <a:pt x="54" y="456"/>
                    </a:cubicBezTo>
                    <a:lnTo>
                      <a:pt x="54" y="456"/>
                    </a:lnTo>
                    <a:cubicBezTo>
                      <a:pt x="19" y="461"/>
                      <a:pt x="0" y="465"/>
                      <a:pt x="0" y="471"/>
                    </a:cubicBezTo>
                    <a:cubicBezTo>
                      <a:pt x="17" y="473"/>
                      <a:pt x="34" y="475"/>
                      <a:pt x="51" y="477"/>
                    </a:cubicBezTo>
                    <a:lnTo>
                      <a:pt x="51" y="477"/>
                    </a:lnTo>
                    <a:cubicBezTo>
                      <a:pt x="51" y="524"/>
                      <a:pt x="51" y="554"/>
                      <a:pt x="51" y="554"/>
                    </a:cubicBezTo>
                    <a:cubicBezTo>
                      <a:pt x="59" y="529"/>
                      <a:pt x="68" y="504"/>
                      <a:pt x="79" y="479"/>
                    </a:cubicBezTo>
                    <a:lnTo>
                      <a:pt x="79" y="479"/>
                    </a:lnTo>
                    <a:cubicBezTo>
                      <a:pt x="101" y="481"/>
                      <a:pt x="124" y="482"/>
                      <a:pt x="146" y="482"/>
                    </a:cubicBezTo>
                    <a:cubicBezTo>
                      <a:pt x="214" y="482"/>
                      <a:pt x="283" y="474"/>
                      <a:pt x="351" y="454"/>
                    </a:cubicBezTo>
                    <a:cubicBezTo>
                      <a:pt x="468" y="437"/>
                      <a:pt x="602" y="421"/>
                      <a:pt x="719" y="371"/>
                    </a:cubicBezTo>
                    <a:cubicBezTo>
                      <a:pt x="786" y="354"/>
                      <a:pt x="853" y="320"/>
                      <a:pt x="919" y="287"/>
                    </a:cubicBezTo>
                    <a:cubicBezTo>
                      <a:pt x="970" y="270"/>
                      <a:pt x="1003" y="220"/>
                      <a:pt x="1003" y="187"/>
                    </a:cubicBezTo>
                    <a:cubicBezTo>
                      <a:pt x="1020" y="137"/>
                      <a:pt x="1003" y="87"/>
                      <a:pt x="953" y="53"/>
                    </a:cubicBezTo>
                    <a:cubicBezTo>
                      <a:pt x="867" y="18"/>
                      <a:pt x="778" y="1"/>
                      <a:pt x="69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8" name="Google Shape;2629;p53"/>
              <p:cNvSpPr/>
              <p:nvPr/>
            </p:nvSpPr>
            <p:spPr>
              <a:xfrm>
                <a:off x="6690622" y="4601587"/>
                <a:ext cx="17179" cy="19839"/>
              </a:xfrm>
              <a:custGeom>
                <a:avLst/>
                <a:gdLst/>
                <a:ahLst/>
                <a:cxnLst/>
                <a:rect l="l" t="t" r="r" b="b"/>
                <a:pathLst>
                  <a:path w="536" h="619" extrusionOk="0">
                    <a:moveTo>
                      <a:pt x="117" y="0"/>
                    </a:moveTo>
                    <a:cubicBezTo>
                      <a:pt x="51" y="0"/>
                      <a:pt x="0" y="84"/>
                      <a:pt x="17" y="151"/>
                    </a:cubicBezTo>
                    <a:cubicBezTo>
                      <a:pt x="17" y="201"/>
                      <a:pt x="51" y="251"/>
                      <a:pt x="84" y="284"/>
                    </a:cubicBezTo>
                    <a:cubicBezTo>
                      <a:pt x="134" y="368"/>
                      <a:pt x="184" y="435"/>
                      <a:pt x="251" y="485"/>
                    </a:cubicBezTo>
                    <a:cubicBezTo>
                      <a:pt x="301" y="535"/>
                      <a:pt x="385" y="585"/>
                      <a:pt x="452" y="619"/>
                    </a:cubicBezTo>
                    <a:cubicBezTo>
                      <a:pt x="468" y="602"/>
                      <a:pt x="385" y="552"/>
                      <a:pt x="285" y="451"/>
                    </a:cubicBezTo>
                    <a:cubicBezTo>
                      <a:pt x="234" y="401"/>
                      <a:pt x="168" y="335"/>
                      <a:pt x="134" y="268"/>
                    </a:cubicBezTo>
                    <a:cubicBezTo>
                      <a:pt x="84" y="201"/>
                      <a:pt x="51" y="67"/>
                      <a:pt x="134" y="50"/>
                    </a:cubicBezTo>
                    <a:cubicBezTo>
                      <a:pt x="218" y="67"/>
                      <a:pt x="318" y="117"/>
                      <a:pt x="368" y="184"/>
                    </a:cubicBezTo>
                    <a:cubicBezTo>
                      <a:pt x="418" y="251"/>
                      <a:pt x="452" y="318"/>
                      <a:pt x="468" y="401"/>
                    </a:cubicBezTo>
                    <a:cubicBezTo>
                      <a:pt x="485" y="468"/>
                      <a:pt x="485" y="535"/>
                      <a:pt x="485" y="619"/>
                    </a:cubicBezTo>
                    <a:cubicBezTo>
                      <a:pt x="535" y="552"/>
                      <a:pt x="535" y="468"/>
                      <a:pt x="518" y="385"/>
                    </a:cubicBezTo>
                    <a:cubicBezTo>
                      <a:pt x="502" y="301"/>
                      <a:pt x="468" y="218"/>
                      <a:pt x="418" y="151"/>
                    </a:cubicBezTo>
                    <a:cubicBezTo>
                      <a:pt x="351" y="50"/>
                      <a:pt x="234" y="0"/>
                      <a:pt x="11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2630;p53"/>
              <p:cNvSpPr/>
              <p:nvPr/>
            </p:nvSpPr>
            <p:spPr>
              <a:xfrm>
                <a:off x="6601716" y="4643188"/>
                <a:ext cx="51440" cy="275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86" extrusionOk="0">
                    <a:moveTo>
                      <a:pt x="1563" y="1"/>
                    </a:moveTo>
                    <a:cubicBezTo>
                      <a:pt x="1455" y="1"/>
                      <a:pt x="1150" y="22"/>
                      <a:pt x="803" y="22"/>
                    </a:cubicBezTo>
                    <a:cubicBezTo>
                      <a:pt x="586" y="22"/>
                      <a:pt x="389" y="18"/>
                      <a:pt x="245" y="18"/>
                    </a:cubicBezTo>
                    <a:cubicBezTo>
                      <a:pt x="101" y="18"/>
                      <a:pt x="9" y="22"/>
                      <a:pt x="1" y="39"/>
                    </a:cubicBezTo>
                    <a:cubicBezTo>
                      <a:pt x="241" y="69"/>
                      <a:pt x="482" y="86"/>
                      <a:pt x="722" y="86"/>
                    </a:cubicBezTo>
                    <a:cubicBezTo>
                      <a:pt x="1016" y="86"/>
                      <a:pt x="1311" y="61"/>
                      <a:pt x="1605" y="6"/>
                    </a:cubicBezTo>
                    <a:cubicBezTo>
                      <a:pt x="1605" y="2"/>
                      <a:pt x="1590" y="1"/>
                      <a:pt x="15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0" name="Google Shape;2631;p53"/>
              <p:cNvSpPr/>
              <p:nvPr/>
            </p:nvSpPr>
            <p:spPr>
              <a:xfrm>
                <a:off x="6567454" y="4644854"/>
                <a:ext cx="5929" cy="923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88" extrusionOk="0">
                    <a:moveTo>
                      <a:pt x="9" y="1"/>
                    </a:moveTo>
                    <a:cubicBezTo>
                      <a:pt x="6" y="1"/>
                      <a:pt x="3" y="2"/>
                      <a:pt x="1" y="4"/>
                    </a:cubicBezTo>
                    <a:lnTo>
                      <a:pt x="17" y="4"/>
                    </a:lnTo>
                    <a:cubicBezTo>
                      <a:pt x="1" y="20"/>
                      <a:pt x="34" y="71"/>
                      <a:pt x="84" y="154"/>
                    </a:cubicBezTo>
                    <a:cubicBezTo>
                      <a:pt x="117" y="221"/>
                      <a:pt x="134" y="288"/>
                      <a:pt x="151" y="288"/>
                    </a:cubicBezTo>
                    <a:cubicBezTo>
                      <a:pt x="184" y="288"/>
                      <a:pt x="184" y="204"/>
                      <a:pt x="134" y="121"/>
                    </a:cubicBezTo>
                    <a:cubicBezTo>
                      <a:pt x="91" y="48"/>
                      <a:pt x="34" y="1"/>
                      <a:pt x="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1" name="Google Shape;2632;p53"/>
              <p:cNvSpPr/>
              <p:nvPr/>
            </p:nvSpPr>
            <p:spPr>
              <a:xfrm>
                <a:off x="6554057" y="4630368"/>
                <a:ext cx="7532" cy="618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193" extrusionOk="0">
                    <a:moveTo>
                      <a:pt x="23" y="0"/>
                    </a:moveTo>
                    <a:cubicBezTo>
                      <a:pt x="20" y="0"/>
                      <a:pt x="18" y="2"/>
                      <a:pt x="18" y="5"/>
                    </a:cubicBezTo>
                    <a:cubicBezTo>
                      <a:pt x="1" y="21"/>
                      <a:pt x="34" y="71"/>
                      <a:pt x="84" y="122"/>
                    </a:cubicBezTo>
                    <a:cubicBezTo>
                      <a:pt x="139" y="163"/>
                      <a:pt x="183" y="193"/>
                      <a:pt x="206" y="193"/>
                    </a:cubicBezTo>
                    <a:cubicBezTo>
                      <a:pt x="211" y="193"/>
                      <a:pt x="215" y="191"/>
                      <a:pt x="218" y="188"/>
                    </a:cubicBezTo>
                    <a:cubicBezTo>
                      <a:pt x="235" y="172"/>
                      <a:pt x="201" y="122"/>
                      <a:pt x="134" y="71"/>
                    </a:cubicBezTo>
                    <a:cubicBezTo>
                      <a:pt x="93" y="30"/>
                      <a:pt x="41" y="0"/>
                      <a:pt x="2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" name="Google Shape;2633;p53"/>
              <p:cNvSpPr/>
              <p:nvPr/>
            </p:nvSpPr>
            <p:spPr>
              <a:xfrm>
                <a:off x="6535500" y="4623092"/>
                <a:ext cx="10576" cy="3846"/>
              </a:xfrm>
              <a:custGeom>
                <a:avLst/>
                <a:gdLst/>
                <a:ahLst/>
                <a:cxnLst/>
                <a:rect l="l" t="t" r="r" b="b"/>
                <a:pathLst>
                  <a:path w="330" h="120" extrusionOk="0">
                    <a:moveTo>
                      <a:pt x="93" y="0"/>
                    </a:moveTo>
                    <a:cubicBezTo>
                      <a:pt x="36" y="0"/>
                      <a:pt x="0" y="20"/>
                      <a:pt x="12" y="31"/>
                    </a:cubicBezTo>
                    <a:cubicBezTo>
                      <a:pt x="12" y="48"/>
                      <a:pt x="79" y="48"/>
                      <a:pt x="162" y="65"/>
                    </a:cubicBezTo>
                    <a:cubicBezTo>
                      <a:pt x="230" y="92"/>
                      <a:pt x="276" y="119"/>
                      <a:pt x="300" y="119"/>
                    </a:cubicBezTo>
                    <a:cubicBezTo>
                      <a:pt x="305" y="119"/>
                      <a:pt x="309" y="118"/>
                      <a:pt x="312" y="115"/>
                    </a:cubicBezTo>
                    <a:cubicBezTo>
                      <a:pt x="329" y="115"/>
                      <a:pt x="279" y="48"/>
                      <a:pt x="179" y="14"/>
                    </a:cubicBezTo>
                    <a:cubicBezTo>
                      <a:pt x="148" y="4"/>
                      <a:pt x="118" y="0"/>
                      <a:pt x="9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" name="Google Shape;2634;p53"/>
              <p:cNvSpPr/>
              <p:nvPr/>
            </p:nvSpPr>
            <p:spPr>
              <a:xfrm>
                <a:off x="6522456" y="4621009"/>
                <a:ext cx="5416" cy="2436"/>
              </a:xfrm>
              <a:custGeom>
                <a:avLst/>
                <a:gdLst/>
                <a:ahLst/>
                <a:cxnLst/>
                <a:rect l="l" t="t" r="r" b="b"/>
                <a:pathLst>
                  <a:path w="169" h="76" extrusionOk="0">
                    <a:moveTo>
                      <a:pt x="32" y="0"/>
                    </a:moveTo>
                    <a:cubicBezTo>
                      <a:pt x="14" y="0"/>
                      <a:pt x="1" y="4"/>
                      <a:pt x="1" y="13"/>
                    </a:cubicBezTo>
                    <a:cubicBezTo>
                      <a:pt x="1" y="29"/>
                      <a:pt x="34" y="46"/>
                      <a:pt x="68" y="63"/>
                    </a:cubicBezTo>
                    <a:cubicBezTo>
                      <a:pt x="93" y="71"/>
                      <a:pt x="118" y="75"/>
                      <a:pt x="137" y="75"/>
                    </a:cubicBezTo>
                    <a:cubicBezTo>
                      <a:pt x="156" y="75"/>
                      <a:pt x="168" y="71"/>
                      <a:pt x="168" y="63"/>
                    </a:cubicBezTo>
                    <a:cubicBezTo>
                      <a:pt x="168" y="46"/>
                      <a:pt x="135" y="13"/>
                      <a:pt x="101" y="13"/>
                    </a:cubicBezTo>
                    <a:cubicBezTo>
                      <a:pt x="76" y="4"/>
                      <a:pt x="51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" name="Google Shape;2635;p53"/>
              <p:cNvSpPr/>
              <p:nvPr/>
            </p:nvSpPr>
            <p:spPr>
              <a:xfrm>
                <a:off x="5657619" y="1979736"/>
                <a:ext cx="728881" cy="1056592"/>
              </a:xfrm>
              <a:custGeom>
                <a:avLst/>
                <a:gdLst/>
                <a:ahLst/>
                <a:cxnLst/>
                <a:rect l="l" t="t" r="r" b="b"/>
                <a:pathLst>
                  <a:path w="22742" h="32967" extrusionOk="0">
                    <a:moveTo>
                      <a:pt x="20151" y="0"/>
                    </a:moveTo>
                    <a:lnTo>
                      <a:pt x="16910" y="8388"/>
                    </a:lnTo>
                    <a:cubicBezTo>
                      <a:pt x="16592" y="8288"/>
                      <a:pt x="16275" y="8221"/>
                      <a:pt x="15957" y="8188"/>
                    </a:cubicBezTo>
                    <a:lnTo>
                      <a:pt x="9341" y="8137"/>
                    </a:lnTo>
                    <a:cubicBezTo>
                      <a:pt x="9341" y="8137"/>
                      <a:pt x="4729" y="5464"/>
                      <a:pt x="4829" y="5230"/>
                    </a:cubicBezTo>
                    <a:lnTo>
                      <a:pt x="4829" y="5230"/>
                    </a:lnTo>
                    <a:lnTo>
                      <a:pt x="1" y="9574"/>
                    </a:lnTo>
                    <a:lnTo>
                      <a:pt x="4863" y="15890"/>
                    </a:lnTo>
                    <a:lnTo>
                      <a:pt x="7536" y="25047"/>
                    </a:lnTo>
                    <a:cubicBezTo>
                      <a:pt x="7536" y="25047"/>
                      <a:pt x="5347" y="29925"/>
                      <a:pt x="5347" y="32966"/>
                    </a:cubicBezTo>
                    <a:lnTo>
                      <a:pt x="22039" y="30995"/>
                    </a:lnTo>
                    <a:cubicBezTo>
                      <a:pt x="22039" y="30995"/>
                      <a:pt x="21755" y="27302"/>
                      <a:pt x="18664" y="22975"/>
                    </a:cubicBezTo>
                    <a:lnTo>
                      <a:pt x="20151" y="15239"/>
                    </a:lnTo>
                    <a:cubicBezTo>
                      <a:pt x="21321" y="12164"/>
                      <a:pt x="21956" y="13468"/>
                      <a:pt x="22474" y="8188"/>
                    </a:cubicBezTo>
                    <a:cubicBezTo>
                      <a:pt x="22741" y="5264"/>
                      <a:pt x="21922" y="2340"/>
                      <a:pt x="20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" name="Google Shape;2636;p53"/>
              <p:cNvSpPr/>
              <p:nvPr/>
            </p:nvSpPr>
            <p:spPr>
              <a:xfrm>
                <a:off x="5907705" y="2686054"/>
                <a:ext cx="101791" cy="27883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870" extrusionOk="0">
                    <a:moveTo>
                      <a:pt x="3171" y="0"/>
                    </a:moveTo>
                    <a:cubicBezTo>
                      <a:pt x="3134" y="0"/>
                      <a:pt x="3032" y="194"/>
                      <a:pt x="2791" y="419"/>
                    </a:cubicBezTo>
                    <a:cubicBezTo>
                      <a:pt x="2641" y="552"/>
                      <a:pt x="2457" y="619"/>
                      <a:pt x="2273" y="636"/>
                    </a:cubicBezTo>
                    <a:cubicBezTo>
                      <a:pt x="2263" y="637"/>
                      <a:pt x="2253" y="637"/>
                      <a:pt x="2243" y="637"/>
                    </a:cubicBezTo>
                    <a:cubicBezTo>
                      <a:pt x="2037" y="637"/>
                      <a:pt x="1845" y="478"/>
                      <a:pt x="1638" y="318"/>
                    </a:cubicBezTo>
                    <a:cubicBezTo>
                      <a:pt x="1442" y="168"/>
                      <a:pt x="1206" y="99"/>
                      <a:pt x="953" y="99"/>
                    </a:cubicBezTo>
                    <a:cubicBezTo>
                      <a:pt x="925" y="99"/>
                      <a:pt x="898" y="100"/>
                      <a:pt x="869" y="101"/>
                    </a:cubicBezTo>
                    <a:cubicBezTo>
                      <a:pt x="652" y="135"/>
                      <a:pt x="452" y="218"/>
                      <a:pt x="285" y="369"/>
                    </a:cubicBezTo>
                    <a:cubicBezTo>
                      <a:pt x="118" y="486"/>
                      <a:pt x="17" y="669"/>
                      <a:pt x="1" y="870"/>
                    </a:cubicBezTo>
                    <a:cubicBezTo>
                      <a:pt x="84" y="719"/>
                      <a:pt x="201" y="569"/>
                      <a:pt x="351" y="452"/>
                    </a:cubicBezTo>
                    <a:cubicBezTo>
                      <a:pt x="502" y="318"/>
                      <a:pt x="686" y="252"/>
                      <a:pt x="886" y="235"/>
                    </a:cubicBezTo>
                    <a:cubicBezTo>
                      <a:pt x="910" y="233"/>
                      <a:pt x="933" y="232"/>
                      <a:pt x="957" y="232"/>
                    </a:cubicBezTo>
                    <a:cubicBezTo>
                      <a:pt x="1169" y="232"/>
                      <a:pt x="1389" y="300"/>
                      <a:pt x="1554" y="435"/>
                    </a:cubicBezTo>
                    <a:cubicBezTo>
                      <a:pt x="1655" y="519"/>
                      <a:pt x="1772" y="602"/>
                      <a:pt x="1889" y="669"/>
                    </a:cubicBezTo>
                    <a:cubicBezTo>
                      <a:pt x="2006" y="736"/>
                      <a:pt x="2139" y="770"/>
                      <a:pt x="2273" y="770"/>
                    </a:cubicBezTo>
                    <a:cubicBezTo>
                      <a:pt x="2490" y="753"/>
                      <a:pt x="2707" y="653"/>
                      <a:pt x="2858" y="486"/>
                    </a:cubicBezTo>
                    <a:cubicBezTo>
                      <a:pt x="2958" y="385"/>
                      <a:pt x="3042" y="268"/>
                      <a:pt x="3108" y="151"/>
                    </a:cubicBezTo>
                    <a:cubicBezTo>
                      <a:pt x="3158" y="51"/>
                      <a:pt x="3175" y="1"/>
                      <a:pt x="3175" y="1"/>
                    </a:cubicBezTo>
                    <a:cubicBezTo>
                      <a:pt x="3174" y="0"/>
                      <a:pt x="3172" y="0"/>
                      <a:pt x="317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" name="Google Shape;2637;p53"/>
              <p:cNvSpPr/>
              <p:nvPr/>
            </p:nvSpPr>
            <p:spPr>
              <a:xfrm>
                <a:off x="6172246" y="2852041"/>
                <a:ext cx="102304" cy="27916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871" extrusionOk="0">
                    <a:moveTo>
                      <a:pt x="3173" y="1"/>
                    </a:moveTo>
                    <a:cubicBezTo>
                      <a:pt x="3149" y="1"/>
                      <a:pt x="3032" y="195"/>
                      <a:pt x="2791" y="419"/>
                    </a:cubicBezTo>
                    <a:cubicBezTo>
                      <a:pt x="2657" y="536"/>
                      <a:pt x="2473" y="620"/>
                      <a:pt x="2273" y="637"/>
                    </a:cubicBezTo>
                    <a:cubicBezTo>
                      <a:pt x="2263" y="637"/>
                      <a:pt x="2253" y="638"/>
                      <a:pt x="2243" y="638"/>
                    </a:cubicBezTo>
                    <a:cubicBezTo>
                      <a:pt x="2039" y="638"/>
                      <a:pt x="1862" y="478"/>
                      <a:pt x="1655" y="319"/>
                    </a:cubicBezTo>
                    <a:cubicBezTo>
                      <a:pt x="1444" y="169"/>
                      <a:pt x="1206" y="99"/>
                      <a:pt x="966" y="99"/>
                    </a:cubicBezTo>
                    <a:cubicBezTo>
                      <a:pt x="939" y="99"/>
                      <a:pt x="913" y="100"/>
                      <a:pt x="886" y="102"/>
                    </a:cubicBezTo>
                    <a:cubicBezTo>
                      <a:pt x="669" y="119"/>
                      <a:pt x="452" y="219"/>
                      <a:pt x="285" y="369"/>
                    </a:cubicBezTo>
                    <a:cubicBezTo>
                      <a:pt x="134" y="486"/>
                      <a:pt x="17" y="670"/>
                      <a:pt x="1" y="870"/>
                    </a:cubicBezTo>
                    <a:cubicBezTo>
                      <a:pt x="101" y="703"/>
                      <a:pt x="218" y="570"/>
                      <a:pt x="351" y="436"/>
                    </a:cubicBezTo>
                    <a:cubicBezTo>
                      <a:pt x="502" y="319"/>
                      <a:pt x="702" y="252"/>
                      <a:pt x="886" y="236"/>
                    </a:cubicBezTo>
                    <a:cubicBezTo>
                      <a:pt x="911" y="234"/>
                      <a:pt x="936" y="233"/>
                      <a:pt x="961" y="233"/>
                    </a:cubicBezTo>
                    <a:cubicBezTo>
                      <a:pt x="1183" y="233"/>
                      <a:pt x="1391" y="301"/>
                      <a:pt x="1571" y="436"/>
                    </a:cubicBezTo>
                    <a:cubicBezTo>
                      <a:pt x="1671" y="520"/>
                      <a:pt x="1772" y="586"/>
                      <a:pt x="1889" y="670"/>
                    </a:cubicBezTo>
                    <a:cubicBezTo>
                      <a:pt x="2006" y="737"/>
                      <a:pt x="2139" y="770"/>
                      <a:pt x="2273" y="770"/>
                    </a:cubicBezTo>
                    <a:cubicBezTo>
                      <a:pt x="2507" y="754"/>
                      <a:pt x="2707" y="653"/>
                      <a:pt x="2858" y="486"/>
                    </a:cubicBezTo>
                    <a:cubicBezTo>
                      <a:pt x="2958" y="386"/>
                      <a:pt x="3058" y="269"/>
                      <a:pt x="3125" y="135"/>
                    </a:cubicBezTo>
                    <a:cubicBezTo>
                      <a:pt x="3159" y="52"/>
                      <a:pt x="3192" y="2"/>
                      <a:pt x="3175" y="2"/>
                    </a:cubicBezTo>
                    <a:cubicBezTo>
                      <a:pt x="3175" y="1"/>
                      <a:pt x="3174" y="1"/>
                      <a:pt x="3173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" name="Google Shape;2638;p53"/>
              <p:cNvSpPr/>
              <p:nvPr/>
            </p:nvSpPr>
            <p:spPr>
              <a:xfrm>
                <a:off x="6079621" y="2590065"/>
                <a:ext cx="39646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3282" extrusionOk="0">
                    <a:moveTo>
                      <a:pt x="762" y="1"/>
                    </a:moveTo>
                    <a:cubicBezTo>
                      <a:pt x="758" y="1"/>
                      <a:pt x="755" y="2"/>
                      <a:pt x="752" y="5"/>
                    </a:cubicBezTo>
                    <a:cubicBezTo>
                      <a:pt x="735" y="5"/>
                      <a:pt x="886" y="189"/>
                      <a:pt x="1019" y="506"/>
                    </a:cubicBezTo>
                    <a:cubicBezTo>
                      <a:pt x="1086" y="673"/>
                      <a:pt x="1103" y="874"/>
                      <a:pt x="1036" y="1058"/>
                    </a:cubicBezTo>
                    <a:cubicBezTo>
                      <a:pt x="986" y="1275"/>
                      <a:pt x="752" y="1392"/>
                      <a:pt x="518" y="1542"/>
                    </a:cubicBezTo>
                    <a:cubicBezTo>
                      <a:pt x="301" y="1693"/>
                      <a:pt x="134" y="1927"/>
                      <a:pt x="67" y="2194"/>
                    </a:cubicBezTo>
                    <a:cubicBezTo>
                      <a:pt x="0" y="2394"/>
                      <a:pt x="17" y="2628"/>
                      <a:pt x="100" y="2829"/>
                    </a:cubicBezTo>
                    <a:cubicBezTo>
                      <a:pt x="241" y="3158"/>
                      <a:pt x="442" y="3282"/>
                      <a:pt x="465" y="3282"/>
                    </a:cubicBezTo>
                    <a:cubicBezTo>
                      <a:pt x="467" y="3282"/>
                      <a:pt x="468" y="3281"/>
                      <a:pt x="468" y="3280"/>
                    </a:cubicBezTo>
                    <a:cubicBezTo>
                      <a:pt x="351" y="3130"/>
                      <a:pt x="267" y="2979"/>
                      <a:pt x="201" y="2795"/>
                    </a:cubicBezTo>
                    <a:cubicBezTo>
                      <a:pt x="134" y="2612"/>
                      <a:pt x="134" y="2411"/>
                      <a:pt x="184" y="2227"/>
                    </a:cubicBezTo>
                    <a:cubicBezTo>
                      <a:pt x="251" y="1993"/>
                      <a:pt x="401" y="1793"/>
                      <a:pt x="602" y="1659"/>
                    </a:cubicBezTo>
                    <a:cubicBezTo>
                      <a:pt x="718" y="1592"/>
                      <a:pt x="835" y="1509"/>
                      <a:pt x="936" y="1442"/>
                    </a:cubicBezTo>
                    <a:cubicBezTo>
                      <a:pt x="1053" y="1359"/>
                      <a:pt x="1119" y="1242"/>
                      <a:pt x="1170" y="1108"/>
                    </a:cubicBezTo>
                    <a:cubicBezTo>
                      <a:pt x="1236" y="891"/>
                      <a:pt x="1203" y="657"/>
                      <a:pt x="1103" y="456"/>
                    </a:cubicBezTo>
                    <a:cubicBezTo>
                      <a:pt x="1053" y="323"/>
                      <a:pt x="969" y="206"/>
                      <a:pt x="869" y="105"/>
                    </a:cubicBezTo>
                    <a:cubicBezTo>
                      <a:pt x="813" y="36"/>
                      <a:pt x="781" y="1"/>
                      <a:pt x="762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" name="Google Shape;2639;p53"/>
              <p:cNvSpPr/>
              <p:nvPr/>
            </p:nvSpPr>
            <p:spPr>
              <a:xfrm>
                <a:off x="6129940" y="2762109"/>
                <a:ext cx="85702" cy="64837"/>
              </a:xfrm>
              <a:custGeom>
                <a:avLst/>
                <a:gdLst/>
                <a:ahLst/>
                <a:cxnLst/>
                <a:rect l="l" t="t" r="r" b="b"/>
                <a:pathLst>
                  <a:path w="2674" h="2023" extrusionOk="0">
                    <a:moveTo>
                      <a:pt x="2624" y="1"/>
                    </a:moveTo>
                    <a:lnTo>
                      <a:pt x="2624" y="1"/>
                    </a:lnTo>
                    <a:cubicBezTo>
                      <a:pt x="2590" y="184"/>
                      <a:pt x="2540" y="368"/>
                      <a:pt x="2457" y="535"/>
                    </a:cubicBezTo>
                    <a:cubicBezTo>
                      <a:pt x="2357" y="702"/>
                      <a:pt x="2206" y="853"/>
                      <a:pt x="2039" y="936"/>
                    </a:cubicBezTo>
                    <a:cubicBezTo>
                      <a:pt x="1899" y="1001"/>
                      <a:pt x="1745" y="1038"/>
                      <a:pt x="1590" y="1038"/>
                    </a:cubicBezTo>
                    <a:cubicBezTo>
                      <a:pt x="1505" y="1038"/>
                      <a:pt x="1420" y="1027"/>
                      <a:pt x="1337" y="1003"/>
                    </a:cubicBezTo>
                    <a:cubicBezTo>
                      <a:pt x="1204" y="970"/>
                      <a:pt x="1087" y="936"/>
                      <a:pt x="953" y="920"/>
                    </a:cubicBezTo>
                    <a:cubicBezTo>
                      <a:pt x="908" y="908"/>
                      <a:pt x="862" y="903"/>
                      <a:pt x="816" y="903"/>
                    </a:cubicBezTo>
                    <a:cubicBezTo>
                      <a:pt x="723" y="903"/>
                      <a:pt x="630" y="925"/>
                      <a:pt x="552" y="970"/>
                    </a:cubicBezTo>
                    <a:cubicBezTo>
                      <a:pt x="351" y="1070"/>
                      <a:pt x="201" y="1237"/>
                      <a:pt x="118" y="1438"/>
                    </a:cubicBezTo>
                    <a:cubicBezTo>
                      <a:pt x="51" y="1571"/>
                      <a:pt x="17" y="1722"/>
                      <a:pt x="17" y="1855"/>
                    </a:cubicBezTo>
                    <a:cubicBezTo>
                      <a:pt x="1" y="1955"/>
                      <a:pt x="1" y="2022"/>
                      <a:pt x="17" y="2022"/>
                    </a:cubicBezTo>
                    <a:cubicBezTo>
                      <a:pt x="34" y="2022"/>
                      <a:pt x="67" y="1805"/>
                      <a:pt x="201" y="1488"/>
                    </a:cubicBezTo>
                    <a:cubicBezTo>
                      <a:pt x="285" y="1304"/>
                      <a:pt x="435" y="1170"/>
                      <a:pt x="602" y="1087"/>
                    </a:cubicBezTo>
                    <a:cubicBezTo>
                      <a:pt x="669" y="1053"/>
                      <a:pt x="740" y="1040"/>
                      <a:pt x="814" y="1040"/>
                    </a:cubicBezTo>
                    <a:cubicBezTo>
                      <a:pt x="962" y="1040"/>
                      <a:pt x="1126" y="1092"/>
                      <a:pt x="1304" y="1137"/>
                    </a:cubicBezTo>
                    <a:cubicBezTo>
                      <a:pt x="1396" y="1160"/>
                      <a:pt x="1489" y="1171"/>
                      <a:pt x="1582" y="1171"/>
                    </a:cubicBezTo>
                    <a:cubicBezTo>
                      <a:pt x="1760" y="1171"/>
                      <a:pt x="1936" y="1130"/>
                      <a:pt x="2089" y="1053"/>
                    </a:cubicBezTo>
                    <a:cubicBezTo>
                      <a:pt x="2290" y="953"/>
                      <a:pt x="2440" y="786"/>
                      <a:pt x="2540" y="585"/>
                    </a:cubicBezTo>
                    <a:cubicBezTo>
                      <a:pt x="2641" y="418"/>
                      <a:pt x="2674" y="201"/>
                      <a:pt x="2624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" name="Google Shape;2640;p53"/>
              <p:cNvSpPr/>
              <p:nvPr/>
            </p:nvSpPr>
            <p:spPr>
              <a:xfrm>
                <a:off x="6163688" y="2934987"/>
                <a:ext cx="106053" cy="30223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943" extrusionOk="0">
                    <a:moveTo>
                      <a:pt x="967" y="0"/>
                    </a:moveTo>
                    <a:cubicBezTo>
                      <a:pt x="766" y="0"/>
                      <a:pt x="579" y="53"/>
                      <a:pt x="418" y="171"/>
                    </a:cubicBezTo>
                    <a:cubicBezTo>
                      <a:pt x="301" y="237"/>
                      <a:pt x="184" y="338"/>
                      <a:pt x="101" y="455"/>
                    </a:cubicBezTo>
                    <a:cubicBezTo>
                      <a:pt x="34" y="538"/>
                      <a:pt x="0" y="572"/>
                      <a:pt x="17" y="588"/>
                    </a:cubicBezTo>
                    <a:cubicBezTo>
                      <a:pt x="18" y="589"/>
                      <a:pt x="19" y="589"/>
                      <a:pt x="20" y="589"/>
                    </a:cubicBezTo>
                    <a:cubicBezTo>
                      <a:pt x="47" y="589"/>
                      <a:pt x="196" y="414"/>
                      <a:pt x="468" y="254"/>
                    </a:cubicBezTo>
                    <a:cubicBezTo>
                      <a:pt x="600" y="175"/>
                      <a:pt x="753" y="127"/>
                      <a:pt x="903" y="127"/>
                    </a:cubicBezTo>
                    <a:cubicBezTo>
                      <a:pt x="942" y="127"/>
                      <a:pt x="981" y="130"/>
                      <a:pt x="1019" y="137"/>
                    </a:cubicBezTo>
                    <a:cubicBezTo>
                      <a:pt x="1237" y="171"/>
                      <a:pt x="1387" y="371"/>
                      <a:pt x="1571" y="572"/>
                    </a:cubicBezTo>
                    <a:cubicBezTo>
                      <a:pt x="1755" y="772"/>
                      <a:pt x="2005" y="906"/>
                      <a:pt x="2289" y="939"/>
                    </a:cubicBezTo>
                    <a:cubicBezTo>
                      <a:pt x="2316" y="941"/>
                      <a:pt x="2344" y="942"/>
                      <a:pt x="2371" y="942"/>
                    </a:cubicBezTo>
                    <a:cubicBezTo>
                      <a:pt x="2561" y="942"/>
                      <a:pt x="2749" y="891"/>
                      <a:pt x="2924" y="789"/>
                    </a:cubicBezTo>
                    <a:cubicBezTo>
                      <a:pt x="3242" y="588"/>
                      <a:pt x="3309" y="354"/>
                      <a:pt x="3292" y="354"/>
                    </a:cubicBezTo>
                    <a:lnTo>
                      <a:pt x="3292" y="354"/>
                    </a:lnTo>
                    <a:cubicBezTo>
                      <a:pt x="3175" y="488"/>
                      <a:pt x="3025" y="605"/>
                      <a:pt x="2874" y="705"/>
                    </a:cubicBezTo>
                    <a:cubicBezTo>
                      <a:pt x="2721" y="775"/>
                      <a:pt x="2556" y="810"/>
                      <a:pt x="2399" y="810"/>
                    </a:cubicBezTo>
                    <a:cubicBezTo>
                      <a:pt x="2368" y="810"/>
                      <a:pt x="2337" y="808"/>
                      <a:pt x="2306" y="805"/>
                    </a:cubicBezTo>
                    <a:cubicBezTo>
                      <a:pt x="2055" y="772"/>
                      <a:pt x="1838" y="655"/>
                      <a:pt x="1688" y="471"/>
                    </a:cubicBezTo>
                    <a:cubicBezTo>
                      <a:pt x="1588" y="371"/>
                      <a:pt x="1504" y="271"/>
                      <a:pt x="1404" y="187"/>
                    </a:cubicBezTo>
                    <a:cubicBezTo>
                      <a:pt x="1304" y="87"/>
                      <a:pt x="1187" y="37"/>
                      <a:pt x="1053" y="3"/>
                    </a:cubicBezTo>
                    <a:cubicBezTo>
                      <a:pt x="1024" y="1"/>
                      <a:pt x="996" y="0"/>
                      <a:pt x="967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" name="Google Shape;2641;p53"/>
              <p:cNvSpPr/>
              <p:nvPr/>
            </p:nvSpPr>
            <p:spPr>
              <a:xfrm>
                <a:off x="5875591" y="2950755"/>
                <a:ext cx="103906" cy="42979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1341" extrusionOk="0">
                    <a:moveTo>
                      <a:pt x="821" y="0"/>
                    </a:moveTo>
                    <a:cubicBezTo>
                      <a:pt x="710" y="0"/>
                      <a:pt x="602" y="21"/>
                      <a:pt x="501" y="63"/>
                    </a:cubicBezTo>
                    <a:cubicBezTo>
                      <a:pt x="368" y="96"/>
                      <a:pt x="234" y="163"/>
                      <a:pt x="117" y="247"/>
                    </a:cubicBezTo>
                    <a:cubicBezTo>
                      <a:pt x="33" y="313"/>
                      <a:pt x="0" y="347"/>
                      <a:pt x="0" y="364"/>
                    </a:cubicBezTo>
                    <a:cubicBezTo>
                      <a:pt x="1" y="365"/>
                      <a:pt x="3" y="365"/>
                      <a:pt x="5" y="365"/>
                    </a:cubicBezTo>
                    <a:cubicBezTo>
                      <a:pt x="38" y="365"/>
                      <a:pt x="220" y="241"/>
                      <a:pt x="535" y="146"/>
                    </a:cubicBezTo>
                    <a:cubicBezTo>
                      <a:pt x="607" y="127"/>
                      <a:pt x="682" y="117"/>
                      <a:pt x="758" y="117"/>
                    </a:cubicBezTo>
                    <a:cubicBezTo>
                      <a:pt x="874" y="117"/>
                      <a:pt x="992" y="139"/>
                      <a:pt x="1103" y="180"/>
                    </a:cubicBezTo>
                    <a:cubicBezTo>
                      <a:pt x="1303" y="263"/>
                      <a:pt x="1387" y="497"/>
                      <a:pt x="1521" y="748"/>
                    </a:cubicBezTo>
                    <a:cubicBezTo>
                      <a:pt x="1637" y="982"/>
                      <a:pt x="1855" y="1182"/>
                      <a:pt x="2105" y="1266"/>
                    </a:cubicBezTo>
                    <a:cubicBezTo>
                      <a:pt x="2232" y="1315"/>
                      <a:pt x="2358" y="1340"/>
                      <a:pt x="2485" y="1340"/>
                    </a:cubicBezTo>
                    <a:cubicBezTo>
                      <a:pt x="2576" y="1340"/>
                      <a:pt x="2666" y="1327"/>
                      <a:pt x="2757" y="1299"/>
                    </a:cubicBezTo>
                    <a:cubicBezTo>
                      <a:pt x="2957" y="1266"/>
                      <a:pt x="3125" y="1149"/>
                      <a:pt x="3242" y="965"/>
                    </a:cubicBezTo>
                    <a:lnTo>
                      <a:pt x="3242" y="965"/>
                    </a:lnTo>
                    <a:cubicBezTo>
                      <a:pt x="3091" y="1065"/>
                      <a:pt x="2907" y="1149"/>
                      <a:pt x="2740" y="1199"/>
                    </a:cubicBezTo>
                    <a:cubicBezTo>
                      <a:pt x="2673" y="1210"/>
                      <a:pt x="2607" y="1216"/>
                      <a:pt x="2540" y="1216"/>
                    </a:cubicBezTo>
                    <a:cubicBezTo>
                      <a:pt x="2408" y="1216"/>
                      <a:pt x="2278" y="1193"/>
                      <a:pt x="2155" y="1149"/>
                    </a:cubicBezTo>
                    <a:cubicBezTo>
                      <a:pt x="1938" y="1065"/>
                      <a:pt x="1754" y="882"/>
                      <a:pt x="1637" y="681"/>
                    </a:cubicBezTo>
                    <a:cubicBezTo>
                      <a:pt x="1587" y="547"/>
                      <a:pt x="1521" y="430"/>
                      <a:pt x="1454" y="330"/>
                    </a:cubicBezTo>
                    <a:cubicBezTo>
                      <a:pt x="1387" y="213"/>
                      <a:pt x="1270" y="113"/>
                      <a:pt x="1153" y="63"/>
                    </a:cubicBezTo>
                    <a:cubicBezTo>
                      <a:pt x="1044" y="21"/>
                      <a:pt x="932" y="0"/>
                      <a:pt x="82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" name="Google Shape;2642;p53"/>
              <p:cNvSpPr/>
              <p:nvPr/>
            </p:nvSpPr>
            <p:spPr>
              <a:xfrm>
                <a:off x="6173848" y="2522728"/>
                <a:ext cx="87336" cy="65991"/>
              </a:xfrm>
              <a:custGeom>
                <a:avLst/>
                <a:gdLst/>
                <a:ahLst/>
                <a:cxnLst/>
                <a:rect l="l" t="t" r="r" b="b"/>
                <a:pathLst>
                  <a:path w="2725" h="2059" extrusionOk="0">
                    <a:moveTo>
                      <a:pt x="586" y="1"/>
                    </a:moveTo>
                    <a:cubicBezTo>
                      <a:pt x="435" y="1"/>
                      <a:pt x="285" y="1"/>
                      <a:pt x="151" y="34"/>
                    </a:cubicBezTo>
                    <a:cubicBezTo>
                      <a:pt x="51" y="51"/>
                      <a:pt x="1" y="68"/>
                      <a:pt x="1" y="84"/>
                    </a:cubicBezTo>
                    <a:cubicBezTo>
                      <a:pt x="1" y="94"/>
                      <a:pt x="19" y="97"/>
                      <a:pt x="52" y="97"/>
                    </a:cubicBezTo>
                    <a:cubicBezTo>
                      <a:pt x="105" y="97"/>
                      <a:pt x="197" y="89"/>
                      <a:pt x="318" y="89"/>
                    </a:cubicBezTo>
                    <a:cubicBezTo>
                      <a:pt x="392" y="89"/>
                      <a:pt x="476" y="92"/>
                      <a:pt x="569" y="101"/>
                    </a:cubicBezTo>
                    <a:cubicBezTo>
                      <a:pt x="769" y="118"/>
                      <a:pt x="936" y="218"/>
                      <a:pt x="1070" y="352"/>
                    </a:cubicBezTo>
                    <a:cubicBezTo>
                      <a:pt x="1220" y="519"/>
                      <a:pt x="1220" y="769"/>
                      <a:pt x="1237" y="1037"/>
                    </a:cubicBezTo>
                    <a:cubicBezTo>
                      <a:pt x="1254" y="1304"/>
                      <a:pt x="1388" y="1571"/>
                      <a:pt x="1571" y="1755"/>
                    </a:cubicBezTo>
                    <a:cubicBezTo>
                      <a:pt x="1738" y="1906"/>
                      <a:pt x="1939" y="2006"/>
                      <a:pt x="2156" y="2039"/>
                    </a:cubicBezTo>
                    <a:cubicBezTo>
                      <a:pt x="2210" y="2053"/>
                      <a:pt x="2264" y="2059"/>
                      <a:pt x="2317" y="2059"/>
                    </a:cubicBezTo>
                    <a:cubicBezTo>
                      <a:pt x="2462" y="2059"/>
                      <a:pt x="2602" y="2012"/>
                      <a:pt x="2724" y="1939"/>
                    </a:cubicBezTo>
                    <a:lnTo>
                      <a:pt x="2724" y="1939"/>
                    </a:lnTo>
                    <a:cubicBezTo>
                      <a:pt x="2618" y="1949"/>
                      <a:pt x="2512" y="1958"/>
                      <a:pt x="2406" y="1958"/>
                    </a:cubicBezTo>
                    <a:cubicBezTo>
                      <a:pt x="2328" y="1958"/>
                      <a:pt x="2251" y="1953"/>
                      <a:pt x="2173" y="1939"/>
                    </a:cubicBezTo>
                    <a:cubicBezTo>
                      <a:pt x="1989" y="1906"/>
                      <a:pt x="1805" y="1805"/>
                      <a:pt x="1672" y="1672"/>
                    </a:cubicBezTo>
                    <a:cubicBezTo>
                      <a:pt x="1504" y="1488"/>
                      <a:pt x="1404" y="1271"/>
                      <a:pt x="1388" y="1020"/>
                    </a:cubicBezTo>
                    <a:cubicBezTo>
                      <a:pt x="1371" y="886"/>
                      <a:pt x="1371" y="753"/>
                      <a:pt x="1354" y="619"/>
                    </a:cubicBezTo>
                    <a:cubicBezTo>
                      <a:pt x="1321" y="485"/>
                      <a:pt x="1271" y="368"/>
                      <a:pt x="1170" y="268"/>
                    </a:cubicBezTo>
                    <a:cubicBezTo>
                      <a:pt x="1020" y="101"/>
                      <a:pt x="803" y="18"/>
                      <a:pt x="586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" name="Google Shape;2643;p53"/>
              <p:cNvSpPr/>
              <p:nvPr/>
            </p:nvSpPr>
            <p:spPr>
              <a:xfrm>
                <a:off x="6311471" y="2125917"/>
                <a:ext cx="36986" cy="105605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3295" extrusionOk="0">
                    <a:moveTo>
                      <a:pt x="652" y="1"/>
                    </a:moveTo>
                    <a:cubicBezTo>
                      <a:pt x="619" y="18"/>
                      <a:pt x="786" y="185"/>
                      <a:pt x="920" y="502"/>
                    </a:cubicBezTo>
                    <a:cubicBezTo>
                      <a:pt x="1003" y="669"/>
                      <a:pt x="1037" y="870"/>
                      <a:pt x="987" y="1070"/>
                    </a:cubicBezTo>
                    <a:cubicBezTo>
                      <a:pt x="920" y="1271"/>
                      <a:pt x="719" y="1404"/>
                      <a:pt x="485" y="1571"/>
                    </a:cubicBezTo>
                    <a:cubicBezTo>
                      <a:pt x="268" y="1722"/>
                      <a:pt x="118" y="1956"/>
                      <a:pt x="51" y="2223"/>
                    </a:cubicBezTo>
                    <a:cubicBezTo>
                      <a:pt x="1" y="2440"/>
                      <a:pt x="34" y="2674"/>
                      <a:pt x="118" y="2875"/>
                    </a:cubicBezTo>
                    <a:cubicBezTo>
                      <a:pt x="273" y="3186"/>
                      <a:pt x="487" y="3294"/>
                      <a:pt x="516" y="3294"/>
                    </a:cubicBezTo>
                    <a:cubicBezTo>
                      <a:pt x="518" y="3294"/>
                      <a:pt x="519" y="3294"/>
                      <a:pt x="519" y="3292"/>
                    </a:cubicBezTo>
                    <a:cubicBezTo>
                      <a:pt x="385" y="3159"/>
                      <a:pt x="285" y="3008"/>
                      <a:pt x="218" y="2841"/>
                    </a:cubicBezTo>
                    <a:cubicBezTo>
                      <a:pt x="151" y="2641"/>
                      <a:pt x="134" y="2440"/>
                      <a:pt x="185" y="2257"/>
                    </a:cubicBezTo>
                    <a:cubicBezTo>
                      <a:pt x="235" y="2023"/>
                      <a:pt x="385" y="1822"/>
                      <a:pt x="569" y="1672"/>
                    </a:cubicBezTo>
                    <a:cubicBezTo>
                      <a:pt x="686" y="1605"/>
                      <a:pt x="786" y="1521"/>
                      <a:pt x="886" y="1438"/>
                    </a:cubicBezTo>
                    <a:cubicBezTo>
                      <a:pt x="1003" y="1354"/>
                      <a:pt x="1070" y="1237"/>
                      <a:pt x="1104" y="1104"/>
                    </a:cubicBezTo>
                    <a:cubicBezTo>
                      <a:pt x="1154" y="886"/>
                      <a:pt x="1120" y="652"/>
                      <a:pt x="1020" y="452"/>
                    </a:cubicBezTo>
                    <a:cubicBezTo>
                      <a:pt x="953" y="335"/>
                      <a:pt x="870" y="218"/>
                      <a:pt x="769" y="101"/>
                    </a:cubicBezTo>
                    <a:cubicBezTo>
                      <a:pt x="703" y="34"/>
                      <a:pt x="652" y="1"/>
                      <a:pt x="652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" name="Google Shape;2644;p53"/>
              <p:cNvSpPr/>
              <p:nvPr/>
            </p:nvSpPr>
            <p:spPr>
              <a:xfrm>
                <a:off x="6072122" y="2470037"/>
                <a:ext cx="87304" cy="65767"/>
              </a:xfrm>
              <a:custGeom>
                <a:avLst/>
                <a:gdLst/>
                <a:ahLst/>
                <a:cxnLst/>
                <a:rect l="l" t="t" r="r" b="b"/>
                <a:pathLst>
                  <a:path w="2724" h="2052" extrusionOk="0">
                    <a:moveTo>
                      <a:pt x="447" y="1"/>
                    </a:moveTo>
                    <a:cubicBezTo>
                      <a:pt x="348" y="1"/>
                      <a:pt x="245" y="12"/>
                      <a:pt x="150" y="24"/>
                    </a:cubicBezTo>
                    <a:cubicBezTo>
                      <a:pt x="69" y="51"/>
                      <a:pt x="21" y="67"/>
                      <a:pt x="5" y="81"/>
                    </a:cubicBezTo>
                    <a:lnTo>
                      <a:pt x="5" y="81"/>
                    </a:lnTo>
                    <a:cubicBezTo>
                      <a:pt x="2" y="80"/>
                      <a:pt x="0" y="77"/>
                      <a:pt x="0" y="74"/>
                    </a:cubicBezTo>
                    <a:lnTo>
                      <a:pt x="0" y="91"/>
                    </a:lnTo>
                    <a:cubicBezTo>
                      <a:pt x="0" y="88"/>
                      <a:pt x="2" y="85"/>
                      <a:pt x="5" y="81"/>
                    </a:cubicBezTo>
                    <a:lnTo>
                      <a:pt x="5" y="81"/>
                    </a:lnTo>
                    <a:cubicBezTo>
                      <a:pt x="13" y="86"/>
                      <a:pt x="30" y="87"/>
                      <a:pt x="55" y="87"/>
                    </a:cubicBezTo>
                    <a:cubicBezTo>
                      <a:pt x="94" y="87"/>
                      <a:pt x="151" y="84"/>
                      <a:pt x="225" y="84"/>
                    </a:cubicBezTo>
                    <a:cubicBezTo>
                      <a:pt x="316" y="84"/>
                      <a:pt x="432" y="88"/>
                      <a:pt x="568" y="108"/>
                    </a:cubicBezTo>
                    <a:cubicBezTo>
                      <a:pt x="752" y="124"/>
                      <a:pt x="936" y="208"/>
                      <a:pt x="1069" y="358"/>
                    </a:cubicBezTo>
                    <a:cubicBezTo>
                      <a:pt x="1220" y="509"/>
                      <a:pt x="1220" y="759"/>
                      <a:pt x="1237" y="1043"/>
                    </a:cubicBezTo>
                    <a:cubicBezTo>
                      <a:pt x="1253" y="1311"/>
                      <a:pt x="1370" y="1561"/>
                      <a:pt x="1571" y="1762"/>
                    </a:cubicBezTo>
                    <a:cubicBezTo>
                      <a:pt x="1721" y="1912"/>
                      <a:pt x="1938" y="2012"/>
                      <a:pt x="2155" y="2029"/>
                    </a:cubicBezTo>
                    <a:cubicBezTo>
                      <a:pt x="2216" y="2044"/>
                      <a:pt x="2276" y="2052"/>
                      <a:pt x="2335" y="2052"/>
                    </a:cubicBezTo>
                    <a:cubicBezTo>
                      <a:pt x="2473" y="2052"/>
                      <a:pt x="2607" y="2011"/>
                      <a:pt x="2724" y="1929"/>
                    </a:cubicBezTo>
                    <a:lnTo>
                      <a:pt x="2724" y="1929"/>
                    </a:lnTo>
                    <a:cubicBezTo>
                      <a:pt x="2616" y="1948"/>
                      <a:pt x="2508" y="1957"/>
                      <a:pt x="2401" y="1957"/>
                    </a:cubicBezTo>
                    <a:cubicBezTo>
                      <a:pt x="2324" y="1957"/>
                      <a:pt x="2248" y="1953"/>
                      <a:pt x="2172" y="1946"/>
                    </a:cubicBezTo>
                    <a:cubicBezTo>
                      <a:pt x="1972" y="1896"/>
                      <a:pt x="1805" y="1795"/>
                      <a:pt x="1654" y="1662"/>
                    </a:cubicBezTo>
                    <a:cubicBezTo>
                      <a:pt x="1487" y="1495"/>
                      <a:pt x="1387" y="1261"/>
                      <a:pt x="1370" y="1027"/>
                    </a:cubicBezTo>
                    <a:cubicBezTo>
                      <a:pt x="1370" y="893"/>
                      <a:pt x="1353" y="759"/>
                      <a:pt x="1337" y="626"/>
                    </a:cubicBezTo>
                    <a:cubicBezTo>
                      <a:pt x="1320" y="492"/>
                      <a:pt x="1253" y="358"/>
                      <a:pt x="1170" y="258"/>
                    </a:cubicBezTo>
                    <a:cubicBezTo>
                      <a:pt x="1003" y="108"/>
                      <a:pt x="802" y="7"/>
                      <a:pt x="568" y="7"/>
                    </a:cubicBezTo>
                    <a:cubicBezTo>
                      <a:pt x="529" y="3"/>
                      <a:pt x="488" y="1"/>
                      <a:pt x="447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" name="Google Shape;2645;p53"/>
              <p:cNvSpPr/>
              <p:nvPr/>
            </p:nvSpPr>
            <p:spPr>
              <a:xfrm>
                <a:off x="6262755" y="2240527"/>
                <a:ext cx="87849" cy="65991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2059" extrusionOk="0">
                    <a:moveTo>
                      <a:pt x="585" y="0"/>
                    </a:moveTo>
                    <a:cubicBezTo>
                      <a:pt x="435" y="0"/>
                      <a:pt x="301" y="0"/>
                      <a:pt x="151" y="34"/>
                    </a:cubicBezTo>
                    <a:cubicBezTo>
                      <a:pt x="50" y="51"/>
                      <a:pt x="0" y="84"/>
                      <a:pt x="0" y="84"/>
                    </a:cubicBezTo>
                    <a:cubicBezTo>
                      <a:pt x="0" y="93"/>
                      <a:pt x="18" y="96"/>
                      <a:pt x="51" y="96"/>
                    </a:cubicBezTo>
                    <a:cubicBezTo>
                      <a:pt x="104" y="96"/>
                      <a:pt x="197" y="89"/>
                      <a:pt x="317" y="89"/>
                    </a:cubicBezTo>
                    <a:cubicBezTo>
                      <a:pt x="391" y="89"/>
                      <a:pt x="476" y="92"/>
                      <a:pt x="568" y="101"/>
                    </a:cubicBezTo>
                    <a:cubicBezTo>
                      <a:pt x="769" y="117"/>
                      <a:pt x="936" y="218"/>
                      <a:pt x="1086" y="351"/>
                    </a:cubicBezTo>
                    <a:cubicBezTo>
                      <a:pt x="1237" y="518"/>
                      <a:pt x="1220" y="769"/>
                      <a:pt x="1237" y="1036"/>
                    </a:cubicBezTo>
                    <a:cubicBezTo>
                      <a:pt x="1270" y="1320"/>
                      <a:pt x="1387" y="1571"/>
                      <a:pt x="1588" y="1755"/>
                    </a:cubicBezTo>
                    <a:cubicBezTo>
                      <a:pt x="1738" y="1905"/>
                      <a:pt x="1939" y="2006"/>
                      <a:pt x="2156" y="2039"/>
                    </a:cubicBezTo>
                    <a:cubicBezTo>
                      <a:pt x="2209" y="2052"/>
                      <a:pt x="2264" y="2059"/>
                      <a:pt x="2319" y="2059"/>
                    </a:cubicBezTo>
                    <a:cubicBezTo>
                      <a:pt x="2469" y="2059"/>
                      <a:pt x="2618" y="2012"/>
                      <a:pt x="2741" y="1939"/>
                    </a:cubicBezTo>
                    <a:lnTo>
                      <a:pt x="2741" y="1939"/>
                    </a:lnTo>
                    <a:cubicBezTo>
                      <a:pt x="2634" y="1948"/>
                      <a:pt x="2523" y="1958"/>
                      <a:pt x="2412" y="1958"/>
                    </a:cubicBezTo>
                    <a:cubicBezTo>
                      <a:pt x="2331" y="1958"/>
                      <a:pt x="2250" y="1953"/>
                      <a:pt x="2172" y="1939"/>
                    </a:cubicBezTo>
                    <a:cubicBezTo>
                      <a:pt x="1989" y="1905"/>
                      <a:pt x="1805" y="1805"/>
                      <a:pt x="1671" y="1671"/>
                    </a:cubicBezTo>
                    <a:cubicBezTo>
                      <a:pt x="1504" y="1488"/>
                      <a:pt x="1404" y="1270"/>
                      <a:pt x="1387" y="1020"/>
                    </a:cubicBezTo>
                    <a:cubicBezTo>
                      <a:pt x="1387" y="886"/>
                      <a:pt x="1370" y="752"/>
                      <a:pt x="1354" y="635"/>
                    </a:cubicBezTo>
                    <a:cubicBezTo>
                      <a:pt x="1320" y="502"/>
                      <a:pt x="1270" y="368"/>
                      <a:pt x="1170" y="268"/>
                    </a:cubicBezTo>
                    <a:cubicBezTo>
                      <a:pt x="1020" y="117"/>
                      <a:pt x="802" y="17"/>
                      <a:pt x="585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" name="Google Shape;2646;p53"/>
              <p:cNvSpPr/>
              <p:nvPr/>
            </p:nvSpPr>
            <p:spPr>
              <a:xfrm>
                <a:off x="5873956" y="2527567"/>
                <a:ext cx="33781" cy="100701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3142" extrusionOk="0">
                    <a:moveTo>
                      <a:pt x="18" y="0"/>
                    </a:moveTo>
                    <a:cubicBezTo>
                      <a:pt x="1" y="34"/>
                      <a:pt x="201" y="134"/>
                      <a:pt x="452" y="368"/>
                    </a:cubicBezTo>
                    <a:cubicBezTo>
                      <a:pt x="586" y="502"/>
                      <a:pt x="686" y="685"/>
                      <a:pt x="703" y="869"/>
                    </a:cubicBezTo>
                    <a:cubicBezTo>
                      <a:pt x="719" y="1086"/>
                      <a:pt x="569" y="1287"/>
                      <a:pt x="419" y="1521"/>
                    </a:cubicBezTo>
                    <a:cubicBezTo>
                      <a:pt x="268" y="1738"/>
                      <a:pt x="201" y="2022"/>
                      <a:pt x="235" y="2289"/>
                    </a:cubicBezTo>
                    <a:cubicBezTo>
                      <a:pt x="268" y="2507"/>
                      <a:pt x="369" y="2707"/>
                      <a:pt x="536" y="2874"/>
                    </a:cubicBezTo>
                    <a:cubicBezTo>
                      <a:pt x="653" y="3024"/>
                      <a:pt x="853" y="3125"/>
                      <a:pt x="1054" y="3141"/>
                    </a:cubicBezTo>
                    <a:cubicBezTo>
                      <a:pt x="886" y="3041"/>
                      <a:pt x="736" y="2941"/>
                      <a:pt x="602" y="2807"/>
                    </a:cubicBezTo>
                    <a:cubicBezTo>
                      <a:pt x="469" y="2657"/>
                      <a:pt x="402" y="2473"/>
                      <a:pt x="369" y="2273"/>
                    </a:cubicBezTo>
                    <a:cubicBezTo>
                      <a:pt x="335" y="2039"/>
                      <a:pt x="402" y="1788"/>
                      <a:pt x="536" y="1588"/>
                    </a:cubicBezTo>
                    <a:cubicBezTo>
                      <a:pt x="602" y="1487"/>
                      <a:pt x="686" y="1370"/>
                      <a:pt x="753" y="1253"/>
                    </a:cubicBezTo>
                    <a:cubicBezTo>
                      <a:pt x="820" y="1136"/>
                      <a:pt x="836" y="1003"/>
                      <a:pt x="836" y="869"/>
                    </a:cubicBezTo>
                    <a:cubicBezTo>
                      <a:pt x="803" y="635"/>
                      <a:pt x="686" y="435"/>
                      <a:pt x="519" y="284"/>
                    </a:cubicBezTo>
                    <a:cubicBezTo>
                      <a:pt x="419" y="201"/>
                      <a:pt x="302" y="117"/>
                      <a:pt x="168" y="50"/>
                    </a:cubicBezTo>
                    <a:cubicBezTo>
                      <a:pt x="68" y="17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" name="Google Shape;2647;p53"/>
              <p:cNvSpPr/>
              <p:nvPr/>
            </p:nvSpPr>
            <p:spPr>
              <a:xfrm>
                <a:off x="5780787" y="2282641"/>
                <a:ext cx="89996" cy="63203"/>
              </a:xfrm>
              <a:custGeom>
                <a:avLst/>
                <a:gdLst/>
                <a:ahLst/>
                <a:cxnLst/>
                <a:rect l="l" t="t" r="r" b="b"/>
                <a:pathLst>
                  <a:path w="2808" h="1972" extrusionOk="0">
                    <a:moveTo>
                      <a:pt x="466" y="0"/>
                    </a:moveTo>
                    <a:cubicBezTo>
                      <a:pt x="361" y="0"/>
                      <a:pt x="251" y="19"/>
                      <a:pt x="151" y="57"/>
                    </a:cubicBezTo>
                    <a:cubicBezTo>
                      <a:pt x="51" y="73"/>
                      <a:pt x="1" y="90"/>
                      <a:pt x="1" y="107"/>
                    </a:cubicBezTo>
                    <a:cubicBezTo>
                      <a:pt x="1" y="114"/>
                      <a:pt x="10" y="116"/>
                      <a:pt x="29" y="116"/>
                    </a:cubicBezTo>
                    <a:cubicBezTo>
                      <a:pt x="91" y="116"/>
                      <a:pt x="248" y="87"/>
                      <a:pt x="458" y="87"/>
                    </a:cubicBezTo>
                    <a:cubicBezTo>
                      <a:pt x="494" y="87"/>
                      <a:pt x="530" y="88"/>
                      <a:pt x="569" y="90"/>
                    </a:cubicBezTo>
                    <a:cubicBezTo>
                      <a:pt x="769" y="107"/>
                      <a:pt x="953" y="190"/>
                      <a:pt x="1087" y="324"/>
                    </a:cubicBezTo>
                    <a:cubicBezTo>
                      <a:pt x="1237" y="474"/>
                      <a:pt x="1254" y="725"/>
                      <a:pt x="1287" y="1009"/>
                    </a:cubicBezTo>
                    <a:cubicBezTo>
                      <a:pt x="1304" y="1276"/>
                      <a:pt x="1438" y="1527"/>
                      <a:pt x="1655" y="1711"/>
                    </a:cubicBezTo>
                    <a:cubicBezTo>
                      <a:pt x="1822" y="1861"/>
                      <a:pt x="2022" y="1945"/>
                      <a:pt x="2240" y="1961"/>
                    </a:cubicBezTo>
                    <a:cubicBezTo>
                      <a:pt x="2281" y="1968"/>
                      <a:pt x="2321" y="1972"/>
                      <a:pt x="2362" y="1972"/>
                    </a:cubicBezTo>
                    <a:cubicBezTo>
                      <a:pt x="2521" y="1972"/>
                      <a:pt x="2675" y="1921"/>
                      <a:pt x="2808" y="1828"/>
                    </a:cubicBezTo>
                    <a:lnTo>
                      <a:pt x="2808" y="1828"/>
                    </a:lnTo>
                    <a:cubicBezTo>
                      <a:pt x="2691" y="1859"/>
                      <a:pt x="2575" y="1871"/>
                      <a:pt x="2458" y="1871"/>
                    </a:cubicBezTo>
                    <a:cubicBezTo>
                      <a:pt x="2391" y="1871"/>
                      <a:pt x="2324" y="1867"/>
                      <a:pt x="2256" y="1861"/>
                    </a:cubicBezTo>
                    <a:cubicBezTo>
                      <a:pt x="2056" y="1828"/>
                      <a:pt x="1872" y="1744"/>
                      <a:pt x="1738" y="1610"/>
                    </a:cubicBezTo>
                    <a:cubicBezTo>
                      <a:pt x="1555" y="1443"/>
                      <a:pt x="1454" y="1226"/>
                      <a:pt x="1421" y="992"/>
                    </a:cubicBezTo>
                    <a:cubicBezTo>
                      <a:pt x="1404" y="859"/>
                      <a:pt x="1404" y="725"/>
                      <a:pt x="1371" y="591"/>
                    </a:cubicBezTo>
                    <a:cubicBezTo>
                      <a:pt x="1337" y="458"/>
                      <a:pt x="1270" y="341"/>
                      <a:pt x="1187" y="240"/>
                    </a:cubicBezTo>
                    <a:cubicBezTo>
                      <a:pt x="1020" y="90"/>
                      <a:pt x="803" y="6"/>
                      <a:pt x="569" y="6"/>
                    </a:cubicBezTo>
                    <a:cubicBezTo>
                      <a:pt x="535" y="2"/>
                      <a:pt x="501" y="0"/>
                      <a:pt x="466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" name="Google Shape;2648;p53"/>
              <p:cNvSpPr/>
              <p:nvPr/>
            </p:nvSpPr>
            <p:spPr>
              <a:xfrm>
                <a:off x="5794729" y="2181075"/>
                <a:ext cx="89996" cy="63555"/>
              </a:xfrm>
              <a:custGeom>
                <a:avLst/>
                <a:gdLst/>
                <a:ahLst/>
                <a:cxnLst/>
                <a:rect l="l" t="t" r="r" b="b"/>
                <a:pathLst>
                  <a:path w="2808" h="1983" extrusionOk="0">
                    <a:moveTo>
                      <a:pt x="568" y="1"/>
                    </a:moveTo>
                    <a:cubicBezTo>
                      <a:pt x="434" y="1"/>
                      <a:pt x="284" y="18"/>
                      <a:pt x="150" y="51"/>
                    </a:cubicBezTo>
                    <a:cubicBezTo>
                      <a:pt x="50" y="84"/>
                      <a:pt x="0" y="101"/>
                      <a:pt x="0" y="118"/>
                    </a:cubicBezTo>
                    <a:cubicBezTo>
                      <a:pt x="0" y="120"/>
                      <a:pt x="5" y="121"/>
                      <a:pt x="15" y="121"/>
                    </a:cubicBezTo>
                    <a:cubicBezTo>
                      <a:pt x="61" y="121"/>
                      <a:pt x="215" y="98"/>
                      <a:pt x="428" y="98"/>
                    </a:cubicBezTo>
                    <a:cubicBezTo>
                      <a:pt x="472" y="98"/>
                      <a:pt x="519" y="99"/>
                      <a:pt x="568" y="101"/>
                    </a:cubicBezTo>
                    <a:cubicBezTo>
                      <a:pt x="769" y="118"/>
                      <a:pt x="952" y="201"/>
                      <a:pt x="1086" y="335"/>
                    </a:cubicBezTo>
                    <a:cubicBezTo>
                      <a:pt x="1236" y="485"/>
                      <a:pt x="1253" y="736"/>
                      <a:pt x="1287" y="1020"/>
                    </a:cubicBezTo>
                    <a:cubicBezTo>
                      <a:pt x="1303" y="1287"/>
                      <a:pt x="1437" y="1538"/>
                      <a:pt x="1654" y="1722"/>
                    </a:cubicBezTo>
                    <a:cubicBezTo>
                      <a:pt x="1805" y="1855"/>
                      <a:pt x="2022" y="1956"/>
                      <a:pt x="2239" y="1972"/>
                    </a:cubicBezTo>
                    <a:cubicBezTo>
                      <a:pt x="2280" y="1979"/>
                      <a:pt x="2321" y="1983"/>
                      <a:pt x="2362" y="1983"/>
                    </a:cubicBezTo>
                    <a:cubicBezTo>
                      <a:pt x="2520" y="1983"/>
                      <a:pt x="2674" y="1932"/>
                      <a:pt x="2807" y="1839"/>
                    </a:cubicBezTo>
                    <a:lnTo>
                      <a:pt x="2807" y="1839"/>
                    </a:lnTo>
                    <a:cubicBezTo>
                      <a:pt x="2673" y="1863"/>
                      <a:pt x="2538" y="1879"/>
                      <a:pt x="2403" y="1879"/>
                    </a:cubicBezTo>
                    <a:cubicBezTo>
                      <a:pt x="2354" y="1879"/>
                      <a:pt x="2305" y="1877"/>
                      <a:pt x="2256" y="1872"/>
                    </a:cubicBezTo>
                    <a:cubicBezTo>
                      <a:pt x="2055" y="1839"/>
                      <a:pt x="1871" y="1755"/>
                      <a:pt x="1738" y="1622"/>
                    </a:cubicBezTo>
                    <a:cubicBezTo>
                      <a:pt x="1554" y="1454"/>
                      <a:pt x="1454" y="1237"/>
                      <a:pt x="1420" y="987"/>
                    </a:cubicBezTo>
                    <a:cubicBezTo>
                      <a:pt x="1404" y="870"/>
                      <a:pt x="1404" y="736"/>
                      <a:pt x="1370" y="602"/>
                    </a:cubicBezTo>
                    <a:cubicBezTo>
                      <a:pt x="1337" y="469"/>
                      <a:pt x="1270" y="335"/>
                      <a:pt x="1186" y="251"/>
                    </a:cubicBezTo>
                    <a:cubicBezTo>
                      <a:pt x="1019" y="101"/>
                      <a:pt x="802" y="1"/>
                      <a:pt x="568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" name="Google Shape;2649;p53"/>
              <p:cNvSpPr/>
              <p:nvPr/>
            </p:nvSpPr>
            <p:spPr>
              <a:xfrm>
                <a:off x="5792037" y="2418854"/>
                <a:ext cx="89996" cy="63299"/>
              </a:xfrm>
              <a:custGeom>
                <a:avLst/>
                <a:gdLst/>
                <a:ahLst/>
                <a:cxnLst/>
                <a:rect l="l" t="t" r="r" b="b"/>
                <a:pathLst>
                  <a:path w="2808" h="1975" extrusionOk="0">
                    <a:moveTo>
                      <a:pt x="585" y="0"/>
                    </a:moveTo>
                    <a:cubicBezTo>
                      <a:pt x="435" y="0"/>
                      <a:pt x="301" y="17"/>
                      <a:pt x="151" y="51"/>
                    </a:cubicBezTo>
                    <a:cubicBezTo>
                      <a:pt x="51" y="67"/>
                      <a:pt x="1" y="101"/>
                      <a:pt x="1" y="101"/>
                    </a:cubicBezTo>
                    <a:lnTo>
                      <a:pt x="17" y="101"/>
                    </a:lnTo>
                    <a:cubicBezTo>
                      <a:pt x="17" y="108"/>
                      <a:pt x="27" y="110"/>
                      <a:pt x="45" y="110"/>
                    </a:cubicBezTo>
                    <a:cubicBezTo>
                      <a:pt x="96" y="110"/>
                      <a:pt x="212" y="91"/>
                      <a:pt x="373" y="91"/>
                    </a:cubicBezTo>
                    <a:cubicBezTo>
                      <a:pt x="433" y="91"/>
                      <a:pt x="498" y="94"/>
                      <a:pt x="569" y="101"/>
                    </a:cubicBezTo>
                    <a:cubicBezTo>
                      <a:pt x="769" y="117"/>
                      <a:pt x="953" y="201"/>
                      <a:pt x="1087" y="335"/>
                    </a:cubicBezTo>
                    <a:cubicBezTo>
                      <a:pt x="1254" y="485"/>
                      <a:pt x="1254" y="736"/>
                      <a:pt x="1287" y="1003"/>
                    </a:cubicBezTo>
                    <a:cubicBezTo>
                      <a:pt x="1320" y="1270"/>
                      <a:pt x="1454" y="1521"/>
                      <a:pt x="1655" y="1705"/>
                    </a:cubicBezTo>
                    <a:cubicBezTo>
                      <a:pt x="1822" y="1855"/>
                      <a:pt x="2022" y="1939"/>
                      <a:pt x="2256" y="1955"/>
                    </a:cubicBezTo>
                    <a:cubicBezTo>
                      <a:pt x="2304" y="1968"/>
                      <a:pt x="2355" y="1975"/>
                      <a:pt x="2405" y="1975"/>
                    </a:cubicBezTo>
                    <a:cubicBezTo>
                      <a:pt x="2549" y="1975"/>
                      <a:pt x="2696" y="1925"/>
                      <a:pt x="2808" y="1838"/>
                    </a:cubicBezTo>
                    <a:lnTo>
                      <a:pt x="2808" y="1838"/>
                    </a:lnTo>
                    <a:cubicBezTo>
                      <a:pt x="2685" y="1863"/>
                      <a:pt x="2545" y="1878"/>
                      <a:pt x="2407" y="1878"/>
                    </a:cubicBezTo>
                    <a:cubicBezTo>
                      <a:pt x="2356" y="1878"/>
                      <a:pt x="2305" y="1876"/>
                      <a:pt x="2256" y="1872"/>
                    </a:cubicBezTo>
                    <a:cubicBezTo>
                      <a:pt x="2072" y="1838"/>
                      <a:pt x="1889" y="1738"/>
                      <a:pt x="1738" y="1604"/>
                    </a:cubicBezTo>
                    <a:cubicBezTo>
                      <a:pt x="1571" y="1437"/>
                      <a:pt x="1454" y="1220"/>
                      <a:pt x="1421" y="986"/>
                    </a:cubicBezTo>
                    <a:cubicBezTo>
                      <a:pt x="1404" y="853"/>
                      <a:pt x="1404" y="719"/>
                      <a:pt x="1371" y="585"/>
                    </a:cubicBezTo>
                    <a:cubicBezTo>
                      <a:pt x="1354" y="452"/>
                      <a:pt x="1287" y="335"/>
                      <a:pt x="1187" y="234"/>
                    </a:cubicBezTo>
                    <a:cubicBezTo>
                      <a:pt x="1020" y="84"/>
                      <a:pt x="803" y="0"/>
                      <a:pt x="585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" name="Google Shape;2650;p53"/>
              <p:cNvSpPr/>
              <p:nvPr/>
            </p:nvSpPr>
            <p:spPr>
              <a:xfrm>
                <a:off x="5724571" y="2266552"/>
                <a:ext cx="33236" cy="100381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3132" extrusionOk="0">
                    <a:moveTo>
                      <a:pt x="26" y="1"/>
                    </a:moveTo>
                    <a:cubicBezTo>
                      <a:pt x="20" y="1"/>
                      <a:pt x="17" y="3"/>
                      <a:pt x="17" y="7"/>
                    </a:cubicBezTo>
                    <a:cubicBezTo>
                      <a:pt x="0" y="24"/>
                      <a:pt x="201" y="124"/>
                      <a:pt x="451" y="358"/>
                    </a:cubicBezTo>
                    <a:cubicBezTo>
                      <a:pt x="585" y="508"/>
                      <a:pt x="669" y="676"/>
                      <a:pt x="685" y="876"/>
                    </a:cubicBezTo>
                    <a:cubicBezTo>
                      <a:pt x="719" y="1093"/>
                      <a:pt x="568" y="1294"/>
                      <a:pt x="401" y="1511"/>
                    </a:cubicBezTo>
                    <a:cubicBezTo>
                      <a:pt x="251" y="1745"/>
                      <a:pt x="201" y="2029"/>
                      <a:pt x="234" y="2296"/>
                    </a:cubicBezTo>
                    <a:cubicBezTo>
                      <a:pt x="268" y="2513"/>
                      <a:pt x="368" y="2714"/>
                      <a:pt x="518" y="2864"/>
                    </a:cubicBezTo>
                    <a:cubicBezTo>
                      <a:pt x="652" y="3031"/>
                      <a:pt x="836" y="3115"/>
                      <a:pt x="1036" y="3132"/>
                    </a:cubicBezTo>
                    <a:cubicBezTo>
                      <a:pt x="869" y="3048"/>
                      <a:pt x="719" y="2931"/>
                      <a:pt x="602" y="2798"/>
                    </a:cubicBezTo>
                    <a:cubicBezTo>
                      <a:pt x="468" y="2647"/>
                      <a:pt x="385" y="2463"/>
                      <a:pt x="368" y="2280"/>
                    </a:cubicBezTo>
                    <a:cubicBezTo>
                      <a:pt x="334" y="2029"/>
                      <a:pt x="385" y="1795"/>
                      <a:pt x="535" y="1595"/>
                    </a:cubicBezTo>
                    <a:cubicBezTo>
                      <a:pt x="602" y="1478"/>
                      <a:pt x="685" y="1377"/>
                      <a:pt x="735" y="1260"/>
                    </a:cubicBezTo>
                    <a:cubicBezTo>
                      <a:pt x="802" y="1143"/>
                      <a:pt x="836" y="993"/>
                      <a:pt x="819" y="859"/>
                    </a:cubicBezTo>
                    <a:cubicBezTo>
                      <a:pt x="802" y="642"/>
                      <a:pt x="685" y="442"/>
                      <a:pt x="518" y="291"/>
                    </a:cubicBezTo>
                    <a:cubicBezTo>
                      <a:pt x="401" y="191"/>
                      <a:pt x="284" y="124"/>
                      <a:pt x="151" y="57"/>
                    </a:cubicBezTo>
                    <a:cubicBezTo>
                      <a:pt x="88" y="20"/>
                      <a:pt x="44" y="1"/>
                      <a:pt x="26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" name="Google Shape;2651;p53"/>
              <p:cNvSpPr/>
              <p:nvPr/>
            </p:nvSpPr>
            <p:spPr>
              <a:xfrm>
                <a:off x="6158849" y="2653203"/>
                <a:ext cx="87336" cy="65767"/>
              </a:xfrm>
              <a:custGeom>
                <a:avLst/>
                <a:gdLst/>
                <a:ahLst/>
                <a:cxnLst/>
                <a:rect l="l" t="t" r="r" b="b"/>
                <a:pathLst>
                  <a:path w="2725" h="2052" extrusionOk="0">
                    <a:moveTo>
                      <a:pt x="459" y="0"/>
                    </a:moveTo>
                    <a:cubicBezTo>
                      <a:pt x="356" y="0"/>
                      <a:pt x="249" y="16"/>
                      <a:pt x="151" y="40"/>
                    </a:cubicBezTo>
                    <a:cubicBezTo>
                      <a:pt x="70" y="54"/>
                      <a:pt x="22" y="67"/>
                      <a:pt x="6" y="81"/>
                    </a:cubicBezTo>
                    <a:lnTo>
                      <a:pt x="6" y="81"/>
                    </a:lnTo>
                    <a:cubicBezTo>
                      <a:pt x="3" y="79"/>
                      <a:pt x="1" y="77"/>
                      <a:pt x="1" y="74"/>
                    </a:cubicBezTo>
                    <a:lnTo>
                      <a:pt x="1" y="90"/>
                    </a:lnTo>
                    <a:cubicBezTo>
                      <a:pt x="1" y="87"/>
                      <a:pt x="3" y="84"/>
                      <a:pt x="6" y="81"/>
                    </a:cubicBezTo>
                    <a:lnTo>
                      <a:pt x="6" y="81"/>
                    </a:lnTo>
                    <a:cubicBezTo>
                      <a:pt x="14" y="85"/>
                      <a:pt x="31" y="86"/>
                      <a:pt x="56" y="86"/>
                    </a:cubicBezTo>
                    <a:cubicBezTo>
                      <a:pt x="95" y="86"/>
                      <a:pt x="152" y="83"/>
                      <a:pt x="226" y="83"/>
                    </a:cubicBezTo>
                    <a:cubicBezTo>
                      <a:pt x="317" y="83"/>
                      <a:pt x="433" y="88"/>
                      <a:pt x="569" y="107"/>
                    </a:cubicBezTo>
                    <a:cubicBezTo>
                      <a:pt x="753" y="124"/>
                      <a:pt x="937" y="207"/>
                      <a:pt x="1070" y="358"/>
                    </a:cubicBezTo>
                    <a:cubicBezTo>
                      <a:pt x="1221" y="508"/>
                      <a:pt x="1221" y="759"/>
                      <a:pt x="1237" y="1043"/>
                    </a:cubicBezTo>
                    <a:cubicBezTo>
                      <a:pt x="1254" y="1310"/>
                      <a:pt x="1371" y="1561"/>
                      <a:pt x="1571" y="1761"/>
                    </a:cubicBezTo>
                    <a:cubicBezTo>
                      <a:pt x="1739" y="1912"/>
                      <a:pt x="1939" y="2012"/>
                      <a:pt x="2156" y="2028"/>
                    </a:cubicBezTo>
                    <a:cubicBezTo>
                      <a:pt x="2216" y="2044"/>
                      <a:pt x="2277" y="2051"/>
                      <a:pt x="2336" y="2051"/>
                    </a:cubicBezTo>
                    <a:cubicBezTo>
                      <a:pt x="2474" y="2051"/>
                      <a:pt x="2607" y="2010"/>
                      <a:pt x="2724" y="1928"/>
                    </a:cubicBezTo>
                    <a:lnTo>
                      <a:pt x="2724" y="1928"/>
                    </a:lnTo>
                    <a:cubicBezTo>
                      <a:pt x="2617" y="1948"/>
                      <a:pt x="2509" y="1956"/>
                      <a:pt x="2401" y="1956"/>
                    </a:cubicBezTo>
                    <a:cubicBezTo>
                      <a:pt x="2325" y="1956"/>
                      <a:pt x="2249" y="1952"/>
                      <a:pt x="2173" y="1945"/>
                    </a:cubicBezTo>
                    <a:cubicBezTo>
                      <a:pt x="1972" y="1895"/>
                      <a:pt x="1805" y="1795"/>
                      <a:pt x="1672" y="1661"/>
                    </a:cubicBezTo>
                    <a:cubicBezTo>
                      <a:pt x="1505" y="1494"/>
                      <a:pt x="1388" y="1260"/>
                      <a:pt x="1388" y="1026"/>
                    </a:cubicBezTo>
                    <a:cubicBezTo>
                      <a:pt x="1371" y="892"/>
                      <a:pt x="1371" y="759"/>
                      <a:pt x="1338" y="625"/>
                    </a:cubicBezTo>
                    <a:cubicBezTo>
                      <a:pt x="1321" y="491"/>
                      <a:pt x="1254" y="358"/>
                      <a:pt x="1170" y="257"/>
                    </a:cubicBezTo>
                    <a:cubicBezTo>
                      <a:pt x="1003" y="107"/>
                      <a:pt x="803" y="7"/>
                      <a:pt x="569" y="7"/>
                    </a:cubicBezTo>
                    <a:cubicBezTo>
                      <a:pt x="533" y="2"/>
                      <a:pt x="496" y="0"/>
                      <a:pt x="459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" name="Google Shape;2652;p53"/>
              <p:cNvSpPr/>
              <p:nvPr/>
            </p:nvSpPr>
            <p:spPr>
              <a:xfrm>
                <a:off x="5908763" y="2847779"/>
                <a:ext cx="99131" cy="37563"/>
              </a:xfrm>
              <a:custGeom>
                <a:avLst/>
                <a:gdLst/>
                <a:ahLst/>
                <a:cxnLst/>
                <a:rect l="l" t="t" r="r" b="b"/>
                <a:pathLst>
                  <a:path w="3093" h="1172" extrusionOk="0">
                    <a:moveTo>
                      <a:pt x="3092" y="1"/>
                    </a:moveTo>
                    <a:cubicBezTo>
                      <a:pt x="3009" y="168"/>
                      <a:pt x="2908" y="335"/>
                      <a:pt x="2775" y="469"/>
                    </a:cubicBezTo>
                    <a:cubicBezTo>
                      <a:pt x="2641" y="602"/>
                      <a:pt x="2457" y="686"/>
                      <a:pt x="2257" y="719"/>
                    </a:cubicBezTo>
                    <a:cubicBezTo>
                      <a:pt x="2209" y="726"/>
                      <a:pt x="2160" y="730"/>
                      <a:pt x="2112" y="730"/>
                    </a:cubicBezTo>
                    <a:cubicBezTo>
                      <a:pt x="1922" y="730"/>
                      <a:pt x="1731" y="679"/>
                      <a:pt x="1572" y="586"/>
                    </a:cubicBezTo>
                    <a:cubicBezTo>
                      <a:pt x="1455" y="519"/>
                      <a:pt x="1354" y="435"/>
                      <a:pt x="1221" y="385"/>
                    </a:cubicBezTo>
                    <a:cubicBezTo>
                      <a:pt x="1131" y="334"/>
                      <a:pt x="1032" y="312"/>
                      <a:pt x="931" y="312"/>
                    </a:cubicBezTo>
                    <a:cubicBezTo>
                      <a:pt x="900" y="312"/>
                      <a:pt x="868" y="314"/>
                      <a:pt x="836" y="318"/>
                    </a:cubicBezTo>
                    <a:cubicBezTo>
                      <a:pt x="619" y="352"/>
                      <a:pt x="419" y="469"/>
                      <a:pt x="268" y="653"/>
                    </a:cubicBezTo>
                    <a:cubicBezTo>
                      <a:pt x="185" y="753"/>
                      <a:pt x="101" y="887"/>
                      <a:pt x="51" y="1020"/>
                    </a:cubicBezTo>
                    <a:cubicBezTo>
                      <a:pt x="18" y="1104"/>
                      <a:pt x="1" y="1154"/>
                      <a:pt x="1" y="1171"/>
                    </a:cubicBezTo>
                    <a:cubicBezTo>
                      <a:pt x="2" y="1171"/>
                      <a:pt x="3" y="1171"/>
                      <a:pt x="5" y="1171"/>
                    </a:cubicBezTo>
                    <a:cubicBezTo>
                      <a:pt x="41" y="1171"/>
                      <a:pt x="126" y="961"/>
                      <a:pt x="352" y="719"/>
                    </a:cubicBezTo>
                    <a:cubicBezTo>
                      <a:pt x="486" y="569"/>
                      <a:pt x="653" y="469"/>
                      <a:pt x="853" y="452"/>
                    </a:cubicBezTo>
                    <a:cubicBezTo>
                      <a:pt x="876" y="449"/>
                      <a:pt x="899" y="447"/>
                      <a:pt x="921" y="447"/>
                    </a:cubicBezTo>
                    <a:cubicBezTo>
                      <a:pt x="1113" y="447"/>
                      <a:pt x="1295" y="568"/>
                      <a:pt x="1505" y="703"/>
                    </a:cubicBezTo>
                    <a:cubicBezTo>
                      <a:pt x="1680" y="815"/>
                      <a:pt x="1874" y="872"/>
                      <a:pt x="2080" y="872"/>
                    </a:cubicBezTo>
                    <a:cubicBezTo>
                      <a:pt x="2149" y="872"/>
                      <a:pt x="2219" y="866"/>
                      <a:pt x="2290" y="853"/>
                    </a:cubicBezTo>
                    <a:cubicBezTo>
                      <a:pt x="2507" y="803"/>
                      <a:pt x="2691" y="703"/>
                      <a:pt x="2841" y="536"/>
                    </a:cubicBezTo>
                    <a:cubicBezTo>
                      <a:pt x="2992" y="402"/>
                      <a:pt x="3092" y="201"/>
                      <a:pt x="3092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" name="Google Shape;2653;p53"/>
              <p:cNvSpPr/>
              <p:nvPr/>
            </p:nvSpPr>
            <p:spPr>
              <a:xfrm>
                <a:off x="6060872" y="2865470"/>
                <a:ext cx="57337" cy="95894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2992" extrusionOk="0">
                    <a:moveTo>
                      <a:pt x="1571" y="0"/>
                    </a:moveTo>
                    <a:cubicBezTo>
                      <a:pt x="1638" y="167"/>
                      <a:pt x="1671" y="351"/>
                      <a:pt x="1671" y="535"/>
                    </a:cubicBezTo>
                    <a:cubicBezTo>
                      <a:pt x="1671" y="736"/>
                      <a:pt x="1604" y="919"/>
                      <a:pt x="1487" y="1086"/>
                    </a:cubicBezTo>
                    <a:cubicBezTo>
                      <a:pt x="1354" y="1270"/>
                      <a:pt x="1136" y="1421"/>
                      <a:pt x="902" y="1471"/>
                    </a:cubicBezTo>
                    <a:cubicBezTo>
                      <a:pt x="769" y="1504"/>
                      <a:pt x="652" y="1538"/>
                      <a:pt x="518" y="1571"/>
                    </a:cubicBezTo>
                    <a:cubicBezTo>
                      <a:pt x="385" y="1621"/>
                      <a:pt x="268" y="1688"/>
                      <a:pt x="184" y="1805"/>
                    </a:cubicBezTo>
                    <a:cubicBezTo>
                      <a:pt x="67" y="1989"/>
                      <a:pt x="0" y="2206"/>
                      <a:pt x="34" y="2440"/>
                    </a:cubicBezTo>
                    <a:cubicBezTo>
                      <a:pt x="34" y="2573"/>
                      <a:pt x="67" y="2707"/>
                      <a:pt x="134" y="2841"/>
                    </a:cubicBezTo>
                    <a:cubicBezTo>
                      <a:pt x="167" y="2941"/>
                      <a:pt x="201" y="2991"/>
                      <a:pt x="201" y="2991"/>
                    </a:cubicBezTo>
                    <a:cubicBezTo>
                      <a:pt x="234" y="2974"/>
                      <a:pt x="134" y="2774"/>
                      <a:pt x="134" y="2423"/>
                    </a:cubicBezTo>
                    <a:cubicBezTo>
                      <a:pt x="117" y="2239"/>
                      <a:pt x="184" y="2039"/>
                      <a:pt x="301" y="1888"/>
                    </a:cubicBezTo>
                    <a:cubicBezTo>
                      <a:pt x="418" y="1705"/>
                      <a:pt x="669" y="1671"/>
                      <a:pt x="936" y="1604"/>
                    </a:cubicBezTo>
                    <a:cubicBezTo>
                      <a:pt x="1203" y="1538"/>
                      <a:pt x="1437" y="1387"/>
                      <a:pt x="1588" y="1153"/>
                    </a:cubicBezTo>
                    <a:cubicBezTo>
                      <a:pt x="1721" y="969"/>
                      <a:pt x="1788" y="752"/>
                      <a:pt x="1771" y="535"/>
                    </a:cubicBezTo>
                    <a:cubicBezTo>
                      <a:pt x="1788" y="335"/>
                      <a:pt x="1721" y="134"/>
                      <a:pt x="157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" name="Google Shape;2654;p53"/>
              <p:cNvSpPr/>
              <p:nvPr/>
            </p:nvSpPr>
            <p:spPr>
              <a:xfrm>
                <a:off x="5974113" y="2766179"/>
                <a:ext cx="106053" cy="3634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1134" extrusionOk="0">
                    <a:moveTo>
                      <a:pt x="898" y="1"/>
                    </a:moveTo>
                    <a:cubicBezTo>
                      <a:pt x="744" y="1"/>
                      <a:pt x="590" y="38"/>
                      <a:pt x="452" y="108"/>
                    </a:cubicBezTo>
                    <a:cubicBezTo>
                      <a:pt x="335" y="174"/>
                      <a:pt x="218" y="258"/>
                      <a:pt x="101" y="358"/>
                    </a:cubicBezTo>
                    <a:cubicBezTo>
                      <a:pt x="34" y="425"/>
                      <a:pt x="0" y="475"/>
                      <a:pt x="0" y="475"/>
                    </a:cubicBezTo>
                    <a:cubicBezTo>
                      <a:pt x="1" y="476"/>
                      <a:pt x="3" y="476"/>
                      <a:pt x="4" y="476"/>
                    </a:cubicBezTo>
                    <a:cubicBezTo>
                      <a:pt x="35" y="476"/>
                      <a:pt x="201" y="335"/>
                      <a:pt x="502" y="208"/>
                    </a:cubicBezTo>
                    <a:cubicBezTo>
                      <a:pt x="606" y="156"/>
                      <a:pt x="724" y="129"/>
                      <a:pt x="846" y="129"/>
                    </a:cubicBezTo>
                    <a:cubicBezTo>
                      <a:pt x="919" y="129"/>
                      <a:pt x="995" y="139"/>
                      <a:pt x="1070" y="158"/>
                    </a:cubicBezTo>
                    <a:cubicBezTo>
                      <a:pt x="1270" y="208"/>
                      <a:pt x="1404" y="425"/>
                      <a:pt x="1554" y="659"/>
                    </a:cubicBezTo>
                    <a:cubicBezTo>
                      <a:pt x="1721" y="876"/>
                      <a:pt x="1955" y="1043"/>
                      <a:pt x="2223" y="1110"/>
                    </a:cubicBezTo>
                    <a:cubicBezTo>
                      <a:pt x="2287" y="1126"/>
                      <a:pt x="2355" y="1134"/>
                      <a:pt x="2424" y="1134"/>
                    </a:cubicBezTo>
                    <a:cubicBezTo>
                      <a:pt x="2570" y="1134"/>
                      <a:pt x="2721" y="1100"/>
                      <a:pt x="2858" y="1043"/>
                    </a:cubicBezTo>
                    <a:cubicBezTo>
                      <a:pt x="3208" y="893"/>
                      <a:pt x="3309" y="659"/>
                      <a:pt x="3292" y="659"/>
                    </a:cubicBezTo>
                    <a:lnTo>
                      <a:pt x="3292" y="659"/>
                    </a:lnTo>
                    <a:cubicBezTo>
                      <a:pt x="3158" y="776"/>
                      <a:pt x="2991" y="876"/>
                      <a:pt x="2824" y="943"/>
                    </a:cubicBezTo>
                    <a:cubicBezTo>
                      <a:pt x="2713" y="983"/>
                      <a:pt x="2595" y="1005"/>
                      <a:pt x="2476" y="1005"/>
                    </a:cubicBezTo>
                    <a:cubicBezTo>
                      <a:pt x="2398" y="1005"/>
                      <a:pt x="2318" y="996"/>
                      <a:pt x="2239" y="976"/>
                    </a:cubicBezTo>
                    <a:cubicBezTo>
                      <a:pt x="2005" y="910"/>
                      <a:pt x="1805" y="776"/>
                      <a:pt x="1671" y="575"/>
                    </a:cubicBezTo>
                    <a:cubicBezTo>
                      <a:pt x="1604" y="475"/>
                      <a:pt x="1521" y="358"/>
                      <a:pt x="1437" y="241"/>
                    </a:cubicBezTo>
                    <a:cubicBezTo>
                      <a:pt x="1354" y="141"/>
                      <a:pt x="1237" y="74"/>
                      <a:pt x="1103" y="24"/>
                    </a:cubicBezTo>
                    <a:cubicBezTo>
                      <a:pt x="1036" y="8"/>
                      <a:pt x="967" y="1"/>
                      <a:pt x="898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" name="Google Shape;2655;p53"/>
              <p:cNvSpPr/>
              <p:nvPr/>
            </p:nvSpPr>
            <p:spPr>
              <a:xfrm>
                <a:off x="5943056" y="2565194"/>
                <a:ext cx="106053" cy="34646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1081" extrusionOk="0">
                    <a:moveTo>
                      <a:pt x="931" y="0"/>
                    </a:moveTo>
                    <a:cubicBezTo>
                      <a:pt x="762" y="0"/>
                      <a:pt x="602" y="38"/>
                      <a:pt x="451" y="113"/>
                    </a:cubicBezTo>
                    <a:cubicBezTo>
                      <a:pt x="334" y="180"/>
                      <a:pt x="218" y="263"/>
                      <a:pt x="101" y="363"/>
                    </a:cubicBezTo>
                    <a:cubicBezTo>
                      <a:pt x="34" y="447"/>
                      <a:pt x="0" y="480"/>
                      <a:pt x="17" y="497"/>
                    </a:cubicBezTo>
                    <a:cubicBezTo>
                      <a:pt x="18" y="498"/>
                      <a:pt x="19" y="498"/>
                      <a:pt x="20" y="498"/>
                    </a:cubicBezTo>
                    <a:cubicBezTo>
                      <a:pt x="48" y="498"/>
                      <a:pt x="199" y="340"/>
                      <a:pt x="502" y="196"/>
                    </a:cubicBezTo>
                    <a:cubicBezTo>
                      <a:pt x="606" y="144"/>
                      <a:pt x="723" y="118"/>
                      <a:pt x="842" y="118"/>
                    </a:cubicBezTo>
                    <a:cubicBezTo>
                      <a:pt x="913" y="118"/>
                      <a:pt x="984" y="127"/>
                      <a:pt x="1053" y="146"/>
                    </a:cubicBezTo>
                    <a:cubicBezTo>
                      <a:pt x="1270" y="196"/>
                      <a:pt x="1404" y="414"/>
                      <a:pt x="1571" y="631"/>
                    </a:cubicBezTo>
                    <a:cubicBezTo>
                      <a:pt x="1721" y="848"/>
                      <a:pt x="1972" y="1015"/>
                      <a:pt x="2239" y="1065"/>
                    </a:cubicBezTo>
                    <a:cubicBezTo>
                      <a:pt x="2305" y="1075"/>
                      <a:pt x="2371" y="1081"/>
                      <a:pt x="2436" y="1081"/>
                    </a:cubicBezTo>
                    <a:cubicBezTo>
                      <a:pt x="2586" y="1081"/>
                      <a:pt x="2734" y="1052"/>
                      <a:pt x="2874" y="982"/>
                    </a:cubicBezTo>
                    <a:cubicBezTo>
                      <a:pt x="3225" y="831"/>
                      <a:pt x="3309" y="597"/>
                      <a:pt x="3309" y="597"/>
                    </a:cubicBezTo>
                    <a:lnTo>
                      <a:pt x="3309" y="597"/>
                    </a:lnTo>
                    <a:cubicBezTo>
                      <a:pt x="3158" y="714"/>
                      <a:pt x="3008" y="815"/>
                      <a:pt x="2841" y="898"/>
                    </a:cubicBezTo>
                    <a:cubicBezTo>
                      <a:pt x="2729" y="939"/>
                      <a:pt x="2612" y="961"/>
                      <a:pt x="2492" y="961"/>
                    </a:cubicBezTo>
                    <a:cubicBezTo>
                      <a:pt x="2414" y="961"/>
                      <a:pt x="2335" y="951"/>
                      <a:pt x="2256" y="932"/>
                    </a:cubicBezTo>
                    <a:cubicBezTo>
                      <a:pt x="2022" y="881"/>
                      <a:pt x="1822" y="748"/>
                      <a:pt x="1688" y="547"/>
                    </a:cubicBezTo>
                    <a:cubicBezTo>
                      <a:pt x="1604" y="447"/>
                      <a:pt x="1521" y="330"/>
                      <a:pt x="1437" y="230"/>
                    </a:cubicBezTo>
                    <a:cubicBezTo>
                      <a:pt x="1354" y="130"/>
                      <a:pt x="1220" y="63"/>
                      <a:pt x="1103" y="13"/>
                    </a:cubicBezTo>
                    <a:cubicBezTo>
                      <a:pt x="1045" y="4"/>
                      <a:pt x="987" y="0"/>
                      <a:pt x="93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" name="Google Shape;2656;p53"/>
              <p:cNvSpPr/>
              <p:nvPr/>
            </p:nvSpPr>
            <p:spPr>
              <a:xfrm>
                <a:off x="5819343" y="1778847"/>
                <a:ext cx="526966" cy="752374"/>
              </a:xfrm>
              <a:custGeom>
                <a:avLst/>
                <a:gdLst/>
                <a:ahLst/>
                <a:cxnLst/>
                <a:rect l="l" t="t" r="r" b="b"/>
                <a:pathLst>
                  <a:path w="16442" h="23475" extrusionOk="0">
                    <a:moveTo>
                      <a:pt x="7574" y="1"/>
                    </a:moveTo>
                    <a:cubicBezTo>
                      <a:pt x="6650" y="1"/>
                      <a:pt x="5736" y="224"/>
                      <a:pt x="4913" y="671"/>
                    </a:cubicBezTo>
                    <a:cubicBezTo>
                      <a:pt x="3918" y="1259"/>
                      <a:pt x="3181" y="2214"/>
                      <a:pt x="2973" y="3279"/>
                    </a:cubicBezTo>
                    <a:lnTo>
                      <a:pt x="2973" y="3279"/>
                    </a:lnTo>
                    <a:cubicBezTo>
                      <a:pt x="2742" y="3831"/>
                      <a:pt x="2612" y="4435"/>
                      <a:pt x="2557" y="5015"/>
                    </a:cubicBezTo>
                    <a:cubicBezTo>
                      <a:pt x="2423" y="6436"/>
                      <a:pt x="2557" y="7906"/>
                      <a:pt x="2022" y="9226"/>
                    </a:cubicBezTo>
                    <a:cubicBezTo>
                      <a:pt x="1571" y="10329"/>
                      <a:pt x="619" y="11348"/>
                      <a:pt x="719" y="12534"/>
                    </a:cubicBezTo>
                    <a:cubicBezTo>
                      <a:pt x="803" y="13420"/>
                      <a:pt x="1471" y="14205"/>
                      <a:pt x="1588" y="15091"/>
                    </a:cubicBezTo>
                    <a:cubicBezTo>
                      <a:pt x="1822" y="16812"/>
                      <a:pt x="1" y="18332"/>
                      <a:pt x="335" y="20036"/>
                    </a:cubicBezTo>
                    <a:cubicBezTo>
                      <a:pt x="485" y="20822"/>
                      <a:pt x="1087" y="21490"/>
                      <a:pt x="1788" y="21941"/>
                    </a:cubicBezTo>
                    <a:cubicBezTo>
                      <a:pt x="2540" y="22375"/>
                      <a:pt x="3326" y="22726"/>
                      <a:pt x="4161" y="22960"/>
                    </a:cubicBezTo>
                    <a:cubicBezTo>
                      <a:pt x="4932" y="23217"/>
                      <a:pt x="5769" y="23474"/>
                      <a:pt x="6567" y="23474"/>
                    </a:cubicBezTo>
                    <a:cubicBezTo>
                      <a:pt x="6911" y="23474"/>
                      <a:pt x="7248" y="23427"/>
                      <a:pt x="7570" y="23311"/>
                    </a:cubicBezTo>
                    <a:cubicBezTo>
                      <a:pt x="8539" y="22960"/>
                      <a:pt x="9190" y="22091"/>
                      <a:pt x="10193" y="21841"/>
                    </a:cubicBezTo>
                    <a:cubicBezTo>
                      <a:pt x="10419" y="21781"/>
                      <a:pt x="10648" y="21759"/>
                      <a:pt x="10880" y="21759"/>
                    </a:cubicBezTo>
                    <a:cubicBezTo>
                      <a:pt x="11627" y="21759"/>
                      <a:pt x="12402" y="21995"/>
                      <a:pt x="13167" y="22008"/>
                    </a:cubicBezTo>
                    <a:cubicBezTo>
                      <a:pt x="13209" y="22009"/>
                      <a:pt x="13251" y="22010"/>
                      <a:pt x="13293" y="22010"/>
                    </a:cubicBezTo>
                    <a:cubicBezTo>
                      <a:pt x="14166" y="22010"/>
                      <a:pt x="15001" y="21678"/>
                      <a:pt x="15623" y="21072"/>
                    </a:cubicBezTo>
                    <a:cubicBezTo>
                      <a:pt x="16241" y="20454"/>
                      <a:pt x="16442" y="19552"/>
                      <a:pt x="16141" y="18733"/>
                    </a:cubicBezTo>
                    <a:cubicBezTo>
                      <a:pt x="15690" y="17630"/>
                      <a:pt x="14320" y="16928"/>
                      <a:pt x="14103" y="15776"/>
                    </a:cubicBezTo>
                    <a:cubicBezTo>
                      <a:pt x="13919" y="14740"/>
                      <a:pt x="14771" y="13704"/>
                      <a:pt x="14504" y="12685"/>
                    </a:cubicBezTo>
                    <a:cubicBezTo>
                      <a:pt x="14203" y="11532"/>
                      <a:pt x="12666" y="10930"/>
                      <a:pt x="12298" y="9811"/>
                    </a:cubicBezTo>
                    <a:cubicBezTo>
                      <a:pt x="11847" y="8457"/>
                      <a:pt x="13267" y="7004"/>
                      <a:pt x="12716" y="5684"/>
                    </a:cubicBezTo>
                    <a:cubicBezTo>
                      <a:pt x="12398" y="4915"/>
                      <a:pt x="11463" y="4431"/>
                      <a:pt x="11212" y="3628"/>
                    </a:cubicBezTo>
                    <a:cubicBezTo>
                      <a:pt x="11028" y="3077"/>
                      <a:pt x="11212" y="2492"/>
                      <a:pt x="11095" y="1924"/>
                    </a:cubicBezTo>
                    <a:cubicBezTo>
                      <a:pt x="10878" y="972"/>
                      <a:pt x="9792" y="337"/>
                      <a:pt x="8739" y="120"/>
                    </a:cubicBezTo>
                    <a:cubicBezTo>
                      <a:pt x="8353" y="40"/>
                      <a:pt x="7963" y="1"/>
                      <a:pt x="757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" name="Google Shape;2657;p53"/>
              <p:cNvSpPr/>
              <p:nvPr/>
            </p:nvSpPr>
            <p:spPr>
              <a:xfrm>
                <a:off x="6034623" y="1783943"/>
                <a:ext cx="282777" cy="627860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19590" extrusionOk="0">
                    <a:moveTo>
                      <a:pt x="1669" y="1"/>
                    </a:moveTo>
                    <a:cubicBezTo>
                      <a:pt x="1117" y="1"/>
                      <a:pt x="553" y="100"/>
                      <a:pt x="0" y="312"/>
                    </a:cubicBezTo>
                    <a:lnTo>
                      <a:pt x="2657" y="18557"/>
                    </a:lnTo>
                    <a:cubicBezTo>
                      <a:pt x="3295" y="19267"/>
                      <a:pt x="4126" y="19589"/>
                      <a:pt x="4943" y="19589"/>
                    </a:cubicBezTo>
                    <a:cubicBezTo>
                      <a:pt x="6414" y="19589"/>
                      <a:pt x="7844" y="18544"/>
                      <a:pt x="8037" y="16836"/>
                    </a:cubicBezTo>
                    <a:cubicBezTo>
                      <a:pt x="8171" y="15650"/>
                      <a:pt x="7620" y="14464"/>
                      <a:pt x="7803" y="13277"/>
                    </a:cubicBezTo>
                    <a:cubicBezTo>
                      <a:pt x="7970" y="12141"/>
                      <a:pt x="8823" y="11122"/>
                      <a:pt x="8639" y="9986"/>
                    </a:cubicBezTo>
                    <a:cubicBezTo>
                      <a:pt x="8472" y="8800"/>
                      <a:pt x="7285" y="8064"/>
                      <a:pt x="6767" y="6995"/>
                    </a:cubicBezTo>
                    <a:cubicBezTo>
                      <a:pt x="6300" y="6009"/>
                      <a:pt x="6467" y="4840"/>
                      <a:pt x="6249" y="3770"/>
                    </a:cubicBezTo>
                    <a:cubicBezTo>
                      <a:pt x="5797" y="1510"/>
                      <a:pt x="3822" y="1"/>
                      <a:pt x="166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" name="Google Shape;2658;p53"/>
              <p:cNvSpPr/>
              <p:nvPr/>
            </p:nvSpPr>
            <p:spPr>
              <a:xfrm>
                <a:off x="6144394" y="1794231"/>
                <a:ext cx="170346" cy="160570"/>
              </a:xfrm>
              <a:custGeom>
                <a:avLst/>
                <a:gdLst/>
                <a:ahLst/>
                <a:cxnLst/>
                <a:rect l="l" t="t" r="r" b="b"/>
                <a:pathLst>
                  <a:path w="5315" h="5010" extrusionOk="0">
                    <a:moveTo>
                      <a:pt x="2909" y="1"/>
                    </a:moveTo>
                    <a:cubicBezTo>
                      <a:pt x="1588" y="1"/>
                      <a:pt x="374" y="978"/>
                      <a:pt x="201" y="2397"/>
                    </a:cubicBezTo>
                    <a:lnTo>
                      <a:pt x="352" y="2079"/>
                    </a:lnTo>
                    <a:lnTo>
                      <a:pt x="352" y="2079"/>
                    </a:lnTo>
                    <a:cubicBezTo>
                      <a:pt x="1" y="2915"/>
                      <a:pt x="235" y="3900"/>
                      <a:pt x="953" y="4485"/>
                    </a:cubicBezTo>
                    <a:cubicBezTo>
                      <a:pt x="1400" y="4828"/>
                      <a:pt x="1936" y="5009"/>
                      <a:pt x="2479" y="5009"/>
                    </a:cubicBezTo>
                    <a:cubicBezTo>
                      <a:pt x="2810" y="5009"/>
                      <a:pt x="3143" y="4942"/>
                      <a:pt x="3459" y="4803"/>
                    </a:cubicBezTo>
                    <a:cubicBezTo>
                      <a:pt x="4278" y="4418"/>
                      <a:pt x="4896" y="3700"/>
                      <a:pt x="5130" y="2831"/>
                    </a:cubicBezTo>
                    <a:cubicBezTo>
                      <a:pt x="5314" y="2263"/>
                      <a:pt x="5281" y="1661"/>
                      <a:pt x="5030" y="1143"/>
                    </a:cubicBezTo>
                    <a:cubicBezTo>
                      <a:pt x="4796" y="709"/>
                      <a:pt x="4412" y="392"/>
                      <a:pt x="3944" y="208"/>
                    </a:cubicBezTo>
                    <a:cubicBezTo>
                      <a:pt x="3603" y="67"/>
                      <a:pt x="3252" y="1"/>
                      <a:pt x="29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" name="Google Shape;2659;p53"/>
              <p:cNvSpPr/>
              <p:nvPr/>
            </p:nvSpPr>
            <p:spPr>
              <a:xfrm>
                <a:off x="6120293" y="1826057"/>
                <a:ext cx="97496" cy="124482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3884" extrusionOk="0">
                    <a:moveTo>
                      <a:pt x="1287" y="0"/>
                    </a:moveTo>
                    <a:cubicBezTo>
                      <a:pt x="1221" y="17"/>
                      <a:pt x="1137" y="67"/>
                      <a:pt x="1070" y="117"/>
                    </a:cubicBezTo>
                    <a:cubicBezTo>
                      <a:pt x="886" y="251"/>
                      <a:pt x="719" y="401"/>
                      <a:pt x="569" y="585"/>
                    </a:cubicBezTo>
                    <a:cubicBezTo>
                      <a:pt x="352" y="852"/>
                      <a:pt x="185" y="1170"/>
                      <a:pt x="101" y="1504"/>
                    </a:cubicBezTo>
                    <a:cubicBezTo>
                      <a:pt x="1" y="1922"/>
                      <a:pt x="34" y="2373"/>
                      <a:pt x="218" y="2757"/>
                    </a:cubicBezTo>
                    <a:cubicBezTo>
                      <a:pt x="385" y="3158"/>
                      <a:pt x="703" y="3475"/>
                      <a:pt x="1104" y="3659"/>
                    </a:cubicBezTo>
                    <a:cubicBezTo>
                      <a:pt x="1421" y="3793"/>
                      <a:pt x="1755" y="3860"/>
                      <a:pt x="2106" y="3876"/>
                    </a:cubicBezTo>
                    <a:cubicBezTo>
                      <a:pt x="2175" y="3881"/>
                      <a:pt x="2243" y="3883"/>
                      <a:pt x="2311" y="3883"/>
                    </a:cubicBezTo>
                    <a:cubicBezTo>
                      <a:pt x="2476" y="3883"/>
                      <a:pt x="2638" y="3872"/>
                      <a:pt x="2791" y="3860"/>
                    </a:cubicBezTo>
                    <a:cubicBezTo>
                      <a:pt x="2875" y="3860"/>
                      <a:pt x="2958" y="3860"/>
                      <a:pt x="3042" y="3826"/>
                    </a:cubicBezTo>
                    <a:cubicBezTo>
                      <a:pt x="3042" y="3810"/>
                      <a:pt x="2691" y="3826"/>
                      <a:pt x="2123" y="3776"/>
                    </a:cubicBezTo>
                    <a:cubicBezTo>
                      <a:pt x="1789" y="3760"/>
                      <a:pt x="1455" y="3676"/>
                      <a:pt x="1154" y="3542"/>
                    </a:cubicBezTo>
                    <a:cubicBezTo>
                      <a:pt x="786" y="3375"/>
                      <a:pt x="502" y="3074"/>
                      <a:pt x="335" y="2707"/>
                    </a:cubicBezTo>
                    <a:cubicBezTo>
                      <a:pt x="185" y="2339"/>
                      <a:pt x="151" y="1922"/>
                      <a:pt x="235" y="1537"/>
                    </a:cubicBezTo>
                    <a:cubicBezTo>
                      <a:pt x="302" y="1220"/>
                      <a:pt x="452" y="902"/>
                      <a:pt x="652" y="652"/>
                    </a:cubicBezTo>
                    <a:cubicBezTo>
                      <a:pt x="836" y="401"/>
                      <a:pt x="1054" y="184"/>
                      <a:pt x="1287" y="0"/>
                    </a:cubicBezTo>
                    <a:close/>
                  </a:path>
                </a:pathLst>
              </a:custGeom>
              <a:solidFill>
                <a:srgbClr val="19B5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" name="Google Shape;2660;p53"/>
              <p:cNvSpPr/>
              <p:nvPr/>
            </p:nvSpPr>
            <p:spPr>
              <a:xfrm>
                <a:off x="6102088" y="1902079"/>
                <a:ext cx="165506" cy="304731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9508" extrusionOk="0">
                    <a:moveTo>
                      <a:pt x="619" y="1"/>
                    </a:moveTo>
                    <a:lnTo>
                      <a:pt x="619" y="1"/>
                    </a:lnTo>
                    <a:cubicBezTo>
                      <a:pt x="469" y="218"/>
                      <a:pt x="368" y="452"/>
                      <a:pt x="285" y="702"/>
                    </a:cubicBezTo>
                    <a:cubicBezTo>
                      <a:pt x="51" y="1371"/>
                      <a:pt x="1" y="2106"/>
                      <a:pt x="151" y="2808"/>
                    </a:cubicBezTo>
                    <a:cubicBezTo>
                      <a:pt x="251" y="3292"/>
                      <a:pt x="452" y="3760"/>
                      <a:pt x="736" y="4178"/>
                    </a:cubicBezTo>
                    <a:cubicBezTo>
                      <a:pt x="1037" y="4629"/>
                      <a:pt x="1454" y="5013"/>
                      <a:pt x="1805" y="5498"/>
                    </a:cubicBezTo>
                    <a:cubicBezTo>
                      <a:pt x="1989" y="5748"/>
                      <a:pt x="2123" y="6016"/>
                      <a:pt x="2190" y="6317"/>
                    </a:cubicBezTo>
                    <a:cubicBezTo>
                      <a:pt x="2256" y="6617"/>
                      <a:pt x="2273" y="6935"/>
                      <a:pt x="2223" y="7252"/>
                    </a:cubicBezTo>
                    <a:cubicBezTo>
                      <a:pt x="2089" y="7921"/>
                      <a:pt x="1839" y="8555"/>
                      <a:pt x="1505" y="9140"/>
                    </a:cubicBezTo>
                    <a:lnTo>
                      <a:pt x="1471" y="9224"/>
                    </a:lnTo>
                    <a:lnTo>
                      <a:pt x="1555" y="9241"/>
                    </a:lnTo>
                    <a:cubicBezTo>
                      <a:pt x="1661" y="9264"/>
                      <a:pt x="1768" y="9276"/>
                      <a:pt x="1874" y="9276"/>
                    </a:cubicBezTo>
                    <a:cubicBezTo>
                      <a:pt x="2219" y="9276"/>
                      <a:pt x="2556" y="9153"/>
                      <a:pt x="2825" y="8923"/>
                    </a:cubicBezTo>
                    <a:cubicBezTo>
                      <a:pt x="2912" y="8844"/>
                      <a:pt x="2995" y="8756"/>
                      <a:pt x="3067" y="8659"/>
                    </a:cubicBezTo>
                    <a:lnTo>
                      <a:pt x="3067" y="8659"/>
                    </a:lnTo>
                    <a:cubicBezTo>
                      <a:pt x="3049" y="8918"/>
                      <a:pt x="3037" y="9176"/>
                      <a:pt x="3025" y="9424"/>
                    </a:cubicBezTo>
                    <a:lnTo>
                      <a:pt x="3025" y="9508"/>
                    </a:lnTo>
                    <a:lnTo>
                      <a:pt x="3109" y="9491"/>
                    </a:lnTo>
                    <a:cubicBezTo>
                      <a:pt x="3777" y="9357"/>
                      <a:pt x="4362" y="8956"/>
                      <a:pt x="4729" y="8372"/>
                    </a:cubicBezTo>
                    <a:cubicBezTo>
                      <a:pt x="5063" y="7837"/>
                      <a:pt x="5164" y="7185"/>
                      <a:pt x="5030" y="6584"/>
                    </a:cubicBezTo>
                    <a:cubicBezTo>
                      <a:pt x="4913" y="6032"/>
                      <a:pt x="4713" y="5531"/>
                      <a:pt x="4462" y="5047"/>
                    </a:cubicBezTo>
                    <a:cubicBezTo>
                      <a:pt x="4228" y="4579"/>
                      <a:pt x="3994" y="4178"/>
                      <a:pt x="3844" y="3777"/>
                    </a:cubicBezTo>
                    <a:cubicBezTo>
                      <a:pt x="3710" y="3426"/>
                      <a:pt x="3610" y="3058"/>
                      <a:pt x="3576" y="2674"/>
                    </a:cubicBezTo>
                    <a:cubicBezTo>
                      <a:pt x="3543" y="2390"/>
                      <a:pt x="3560" y="2106"/>
                      <a:pt x="3627" y="1822"/>
                    </a:cubicBezTo>
                    <a:cubicBezTo>
                      <a:pt x="3677" y="1588"/>
                      <a:pt x="3794" y="1371"/>
                      <a:pt x="3927" y="1170"/>
                    </a:cubicBezTo>
                    <a:lnTo>
                      <a:pt x="3927" y="1170"/>
                    </a:lnTo>
                    <a:cubicBezTo>
                      <a:pt x="3877" y="1220"/>
                      <a:pt x="3844" y="1254"/>
                      <a:pt x="3810" y="1321"/>
                    </a:cubicBezTo>
                    <a:cubicBezTo>
                      <a:pt x="3693" y="1471"/>
                      <a:pt x="3627" y="1638"/>
                      <a:pt x="3576" y="1805"/>
                    </a:cubicBezTo>
                    <a:cubicBezTo>
                      <a:pt x="3493" y="2089"/>
                      <a:pt x="3476" y="2390"/>
                      <a:pt x="3493" y="2674"/>
                    </a:cubicBezTo>
                    <a:cubicBezTo>
                      <a:pt x="3526" y="3058"/>
                      <a:pt x="3627" y="3443"/>
                      <a:pt x="3760" y="3810"/>
                    </a:cubicBezTo>
                    <a:cubicBezTo>
                      <a:pt x="3944" y="4245"/>
                      <a:pt x="4144" y="4679"/>
                      <a:pt x="4362" y="5097"/>
                    </a:cubicBezTo>
                    <a:cubicBezTo>
                      <a:pt x="4612" y="5565"/>
                      <a:pt x="4796" y="6066"/>
                      <a:pt x="4913" y="6601"/>
                    </a:cubicBezTo>
                    <a:cubicBezTo>
                      <a:pt x="5030" y="7185"/>
                      <a:pt x="4930" y="7787"/>
                      <a:pt x="4612" y="8305"/>
                    </a:cubicBezTo>
                    <a:cubicBezTo>
                      <a:pt x="4294" y="8814"/>
                      <a:pt x="3765" y="9186"/>
                      <a:pt x="3167" y="9336"/>
                    </a:cubicBezTo>
                    <a:lnTo>
                      <a:pt x="3167" y="9336"/>
                    </a:lnTo>
                    <a:cubicBezTo>
                      <a:pt x="3194" y="9032"/>
                      <a:pt x="3210" y="8703"/>
                      <a:pt x="3225" y="8374"/>
                    </a:cubicBezTo>
                    <a:lnTo>
                      <a:pt x="3225" y="8374"/>
                    </a:lnTo>
                    <a:cubicBezTo>
                      <a:pt x="3225" y="8373"/>
                      <a:pt x="3225" y="8372"/>
                      <a:pt x="3226" y="8372"/>
                    </a:cubicBezTo>
                    <a:lnTo>
                      <a:pt x="3225" y="8371"/>
                    </a:lnTo>
                    <a:lnTo>
                      <a:pt x="3225" y="8371"/>
                    </a:lnTo>
                    <a:cubicBezTo>
                      <a:pt x="3225" y="8366"/>
                      <a:pt x="3225" y="8360"/>
                      <a:pt x="3226" y="8355"/>
                    </a:cubicBezTo>
                    <a:lnTo>
                      <a:pt x="3259" y="7921"/>
                    </a:lnTo>
                    <a:lnTo>
                      <a:pt x="3092" y="8322"/>
                    </a:lnTo>
                    <a:cubicBezTo>
                      <a:pt x="3008" y="8505"/>
                      <a:pt x="2891" y="8672"/>
                      <a:pt x="2724" y="8806"/>
                    </a:cubicBezTo>
                    <a:cubicBezTo>
                      <a:pt x="2488" y="9016"/>
                      <a:pt x="2179" y="9133"/>
                      <a:pt x="1855" y="9133"/>
                    </a:cubicBezTo>
                    <a:cubicBezTo>
                      <a:pt x="1799" y="9133"/>
                      <a:pt x="1742" y="9130"/>
                      <a:pt x="1684" y="9123"/>
                    </a:cubicBezTo>
                    <a:lnTo>
                      <a:pt x="1684" y="9123"/>
                    </a:lnTo>
                    <a:cubicBezTo>
                      <a:pt x="1996" y="8545"/>
                      <a:pt x="2229" y="7922"/>
                      <a:pt x="2357" y="7269"/>
                    </a:cubicBezTo>
                    <a:cubicBezTo>
                      <a:pt x="2407" y="6935"/>
                      <a:pt x="2390" y="6601"/>
                      <a:pt x="2323" y="6283"/>
                    </a:cubicBezTo>
                    <a:cubicBezTo>
                      <a:pt x="2240" y="5966"/>
                      <a:pt x="2106" y="5682"/>
                      <a:pt x="1906" y="5431"/>
                    </a:cubicBezTo>
                    <a:cubicBezTo>
                      <a:pt x="1555" y="4930"/>
                      <a:pt x="1120" y="4545"/>
                      <a:pt x="819" y="4111"/>
                    </a:cubicBezTo>
                    <a:cubicBezTo>
                      <a:pt x="552" y="3710"/>
                      <a:pt x="352" y="3259"/>
                      <a:pt x="251" y="2791"/>
                    </a:cubicBezTo>
                    <a:cubicBezTo>
                      <a:pt x="101" y="2106"/>
                      <a:pt x="118" y="1388"/>
                      <a:pt x="335" y="719"/>
                    </a:cubicBezTo>
                    <a:cubicBezTo>
                      <a:pt x="418" y="469"/>
                      <a:pt x="519" y="235"/>
                      <a:pt x="61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" name="Google Shape;2661;p53"/>
              <p:cNvSpPr/>
              <p:nvPr/>
            </p:nvSpPr>
            <p:spPr>
              <a:xfrm>
                <a:off x="6175996" y="1799808"/>
                <a:ext cx="89452" cy="14194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4429" extrusionOk="0">
                    <a:moveTo>
                      <a:pt x="2574" y="0"/>
                    </a:moveTo>
                    <a:cubicBezTo>
                      <a:pt x="2557" y="0"/>
                      <a:pt x="2641" y="318"/>
                      <a:pt x="2641" y="819"/>
                    </a:cubicBezTo>
                    <a:cubicBezTo>
                      <a:pt x="2641" y="2172"/>
                      <a:pt x="1905" y="3409"/>
                      <a:pt x="736" y="4061"/>
                    </a:cubicBezTo>
                    <a:cubicBezTo>
                      <a:pt x="301" y="4328"/>
                      <a:pt x="1" y="4395"/>
                      <a:pt x="1" y="4428"/>
                    </a:cubicBezTo>
                    <a:cubicBezTo>
                      <a:pt x="84" y="4428"/>
                      <a:pt x="151" y="4411"/>
                      <a:pt x="218" y="4378"/>
                    </a:cubicBezTo>
                    <a:cubicBezTo>
                      <a:pt x="418" y="4328"/>
                      <a:pt x="602" y="4244"/>
                      <a:pt x="786" y="4161"/>
                    </a:cubicBezTo>
                    <a:cubicBezTo>
                      <a:pt x="2039" y="3526"/>
                      <a:pt x="2791" y="2223"/>
                      <a:pt x="2741" y="819"/>
                    </a:cubicBezTo>
                    <a:cubicBezTo>
                      <a:pt x="2724" y="619"/>
                      <a:pt x="2691" y="418"/>
                      <a:pt x="2657" y="218"/>
                    </a:cubicBezTo>
                    <a:cubicBezTo>
                      <a:pt x="2641" y="134"/>
                      <a:pt x="2607" y="67"/>
                      <a:pt x="2574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" name="Google Shape;2662;p53"/>
              <p:cNvSpPr/>
              <p:nvPr/>
            </p:nvSpPr>
            <p:spPr>
              <a:xfrm>
                <a:off x="6148144" y="1838364"/>
                <a:ext cx="85734" cy="73074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280" extrusionOk="0">
                    <a:moveTo>
                      <a:pt x="17" y="0"/>
                    </a:moveTo>
                    <a:cubicBezTo>
                      <a:pt x="1" y="201"/>
                      <a:pt x="17" y="385"/>
                      <a:pt x="84" y="568"/>
                    </a:cubicBezTo>
                    <a:cubicBezTo>
                      <a:pt x="385" y="1471"/>
                      <a:pt x="1170" y="2139"/>
                      <a:pt x="2106" y="2256"/>
                    </a:cubicBezTo>
                    <a:cubicBezTo>
                      <a:pt x="2196" y="2271"/>
                      <a:pt x="2283" y="2279"/>
                      <a:pt x="2368" y="2279"/>
                    </a:cubicBezTo>
                    <a:cubicBezTo>
                      <a:pt x="2472" y="2279"/>
                      <a:pt x="2573" y="2267"/>
                      <a:pt x="2674" y="2239"/>
                    </a:cubicBezTo>
                    <a:cubicBezTo>
                      <a:pt x="2674" y="2206"/>
                      <a:pt x="2457" y="2223"/>
                      <a:pt x="2123" y="2156"/>
                    </a:cubicBezTo>
                    <a:cubicBezTo>
                      <a:pt x="1237" y="1989"/>
                      <a:pt x="502" y="1370"/>
                      <a:pt x="185" y="535"/>
                    </a:cubicBezTo>
                    <a:cubicBezTo>
                      <a:pt x="68" y="218"/>
                      <a:pt x="34" y="0"/>
                      <a:pt x="1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" name="Google Shape;2663;p53"/>
              <p:cNvSpPr/>
              <p:nvPr/>
            </p:nvSpPr>
            <p:spPr>
              <a:xfrm>
                <a:off x="6015874" y="1785353"/>
                <a:ext cx="114643" cy="740643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23109" extrusionOk="0">
                    <a:moveTo>
                      <a:pt x="301" y="0"/>
                    </a:moveTo>
                    <a:cubicBezTo>
                      <a:pt x="585" y="184"/>
                      <a:pt x="853" y="401"/>
                      <a:pt x="1103" y="635"/>
                    </a:cubicBezTo>
                    <a:cubicBezTo>
                      <a:pt x="2190" y="1805"/>
                      <a:pt x="2657" y="3409"/>
                      <a:pt x="2390" y="4979"/>
                    </a:cubicBezTo>
                    <a:cubicBezTo>
                      <a:pt x="2240" y="5698"/>
                      <a:pt x="1989" y="6383"/>
                      <a:pt x="1638" y="7035"/>
                    </a:cubicBezTo>
                    <a:cubicBezTo>
                      <a:pt x="1304" y="7736"/>
                      <a:pt x="886" y="8455"/>
                      <a:pt x="552" y="9240"/>
                    </a:cubicBezTo>
                    <a:cubicBezTo>
                      <a:pt x="184" y="10059"/>
                      <a:pt x="1" y="10944"/>
                      <a:pt x="34" y="11830"/>
                    </a:cubicBezTo>
                    <a:cubicBezTo>
                      <a:pt x="68" y="12281"/>
                      <a:pt x="168" y="12732"/>
                      <a:pt x="368" y="13150"/>
                    </a:cubicBezTo>
                    <a:cubicBezTo>
                      <a:pt x="552" y="13534"/>
                      <a:pt x="769" y="13918"/>
                      <a:pt x="1037" y="14269"/>
                    </a:cubicBezTo>
                    <a:cubicBezTo>
                      <a:pt x="1538" y="14954"/>
                      <a:pt x="2073" y="15573"/>
                      <a:pt x="2440" y="16258"/>
                    </a:cubicBezTo>
                    <a:cubicBezTo>
                      <a:pt x="3209" y="17611"/>
                      <a:pt x="3459" y="19048"/>
                      <a:pt x="3242" y="20201"/>
                    </a:cubicBezTo>
                    <a:cubicBezTo>
                      <a:pt x="3092" y="21120"/>
                      <a:pt x="2641" y="21972"/>
                      <a:pt x="1939" y="22590"/>
                    </a:cubicBezTo>
                    <a:cubicBezTo>
                      <a:pt x="1688" y="22807"/>
                      <a:pt x="1388" y="22974"/>
                      <a:pt x="1070" y="23108"/>
                    </a:cubicBezTo>
                    <a:cubicBezTo>
                      <a:pt x="1087" y="23108"/>
                      <a:pt x="1120" y="23091"/>
                      <a:pt x="1137" y="23091"/>
                    </a:cubicBezTo>
                    <a:cubicBezTo>
                      <a:pt x="1187" y="23075"/>
                      <a:pt x="1237" y="23058"/>
                      <a:pt x="1321" y="23025"/>
                    </a:cubicBezTo>
                    <a:cubicBezTo>
                      <a:pt x="1555" y="22924"/>
                      <a:pt x="1789" y="22791"/>
                      <a:pt x="1989" y="22640"/>
                    </a:cubicBezTo>
                    <a:cubicBezTo>
                      <a:pt x="2707" y="22022"/>
                      <a:pt x="3192" y="21153"/>
                      <a:pt x="3342" y="20218"/>
                    </a:cubicBezTo>
                    <a:cubicBezTo>
                      <a:pt x="3576" y="19048"/>
                      <a:pt x="3326" y="17561"/>
                      <a:pt x="2557" y="16191"/>
                    </a:cubicBezTo>
                    <a:cubicBezTo>
                      <a:pt x="2190" y="15489"/>
                      <a:pt x="1638" y="14871"/>
                      <a:pt x="1154" y="14186"/>
                    </a:cubicBezTo>
                    <a:cubicBezTo>
                      <a:pt x="652" y="13501"/>
                      <a:pt x="218" y="12715"/>
                      <a:pt x="168" y="11813"/>
                    </a:cubicBezTo>
                    <a:cubicBezTo>
                      <a:pt x="151" y="10944"/>
                      <a:pt x="318" y="10092"/>
                      <a:pt x="686" y="9290"/>
                    </a:cubicBezTo>
                    <a:cubicBezTo>
                      <a:pt x="1003" y="8522"/>
                      <a:pt x="1421" y="7803"/>
                      <a:pt x="1755" y="7101"/>
                    </a:cubicBezTo>
                    <a:cubicBezTo>
                      <a:pt x="2106" y="6433"/>
                      <a:pt x="2357" y="5731"/>
                      <a:pt x="2507" y="4996"/>
                    </a:cubicBezTo>
                    <a:cubicBezTo>
                      <a:pt x="2607" y="4344"/>
                      <a:pt x="2591" y="3693"/>
                      <a:pt x="2457" y="3058"/>
                    </a:cubicBezTo>
                    <a:cubicBezTo>
                      <a:pt x="2256" y="2122"/>
                      <a:pt x="1805" y="1287"/>
                      <a:pt x="1137" y="602"/>
                    </a:cubicBezTo>
                    <a:cubicBezTo>
                      <a:pt x="953" y="418"/>
                      <a:pt x="753" y="268"/>
                      <a:pt x="535" y="134"/>
                    </a:cubicBezTo>
                    <a:lnTo>
                      <a:pt x="368" y="34"/>
                    </a:lnTo>
                    <a:cubicBezTo>
                      <a:pt x="352" y="17"/>
                      <a:pt x="335" y="0"/>
                      <a:pt x="301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" name="Google Shape;2664;p53"/>
              <p:cNvSpPr/>
              <p:nvPr/>
            </p:nvSpPr>
            <p:spPr>
              <a:xfrm>
                <a:off x="5917897" y="1886022"/>
                <a:ext cx="136020" cy="636225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9851" extrusionOk="0">
                    <a:moveTo>
                      <a:pt x="17" y="0"/>
                    </a:moveTo>
                    <a:lnTo>
                      <a:pt x="17" y="0"/>
                    </a:lnTo>
                    <a:cubicBezTo>
                      <a:pt x="0" y="84"/>
                      <a:pt x="17" y="168"/>
                      <a:pt x="33" y="251"/>
                    </a:cubicBezTo>
                    <a:cubicBezTo>
                      <a:pt x="100" y="468"/>
                      <a:pt x="217" y="669"/>
                      <a:pt x="368" y="836"/>
                    </a:cubicBezTo>
                    <a:cubicBezTo>
                      <a:pt x="635" y="1087"/>
                      <a:pt x="919" y="1320"/>
                      <a:pt x="1203" y="1521"/>
                    </a:cubicBezTo>
                    <a:cubicBezTo>
                      <a:pt x="1387" y="1655"/>
                      <a:pt x="1554" y="1805"/>
                      <a:pt x="1704" y="1972"/>
                    </a:cubicBezTo>
                    <a:cubicBezTo>
                      <a:pt x="1855" y="2173"/>
                      <a:pt x="1988" y="2373"/>
                      <a:pt x="2072" y="2607"/>
                    </a:cubicBezTo>
                    <a:cubicBezTo>
                      <a:pt x="2272" y="3142"/>
                      <a:pt x="2323" y="3726"/>
                      <a:pt x="2239" y="4295"/>
                    </a:cubicBezTo>
                    <a:cubicBezTo>
                      <a:pt x="2122" y="4929"/>
                      <a:pt x="1922" y="5564"/>
                      <a:pt x="1671" y="6166"/>
                    </a:cubicBezTo>
                    <a:cubicBezTo>
                      <a:pt x="1370" y="6851"/>
                      <a:pt x="1153" y="7553"/>
                      <a:pt x="1019" y="8288"/>
                    </a:cubicBezTo>
                    <a:cubicBezTo>
                      <a:pt x="952" y="8672"/>
                      <a:pt x="952" y="9073"/>
                      <a:pt x="1019" y="9457"/>
                    </a:cubicBezTo>
                    <a:cubicBezTo>
                      <a:pt x="1103" y="9875"/>
                      <a:pt x="1253" y="10259"/>
                      <a:pt x="1487" y="10594"/>
                    </a:cubicBezTo>
                    <a:cubicBezTo>
                      <a:pt x="1955" y="11279"/>
                      <a:pt x="2573" y="11780"/>
                      <a:pt x="3091" y="12331"/>
                    </a:cubicBezTo>
                    <a:cubicBezTo>
                      <a:pt x="3609" y="12833"/>
                      <a:pt x="3943" y="13501"/>
                      <a:pt x="4060" y="14203"/>
                    </a:cubicBezTo>
                    <a:cubicBezTo>
                      <a:pt x="4110" y="14537"/>
                      <a:pt x="4060" y="14871"/>
                      <a:pt x="3910" y="15172"/>
                    </a:cubicBezTo>
                    <a:cubicBezTo>
                      <a:pt x="3743" y="15439"/>
                      <a:pt x="3526" y="15656"/>
                      <a:pt x="3241" y="15807"/>
                    </a:cubicBezTo>
                    <a:cubicBezTo>
                      <a:pt x="2724" y="16124"/>
                      <a:pt x="2155" y="16325"/>
                      <a:pt x="1754" y="16709"/>
                    </a:cubicBezTo>
                    <a:cubicBezTo>
                      <a:pt x="1420" y="17060"/>
                      <a:pt x="1203" y="17511"/>
                      <a:pt x="1153" y="18012"/>
                    </a:cubicBezTo>
                    <a:cubicBezTo>
                      <a:pt x="1119" y="18380"/>
                      <a:pt x="1153" y="18747"/>
                      <a:pt x="1287" y="19082"/>
                    </a:cubicBezTo>
                    <a:cubicBezTo>
                      <a:pt x="1370" y="19299"/>
                      <a:pt x="1487" y="19499"/>
                      <a:pt x="1621" y="19683"/>
                    </a:cubicBezTo>
                    <a:cubicBezTo>
                      <a:pt x="1688" y="19733"/>
                      <a:pt x="1721" y="19783"/>
                      <a:pt x="1754" y="19800"/>
                    </a:cubicBezTo>
                    <a:cubicBezTo>
                      <a:pt x="1788" y="19833"/>
                      <a:pt x="1805" y="19850"/>
                      <a:pt x="1805" y="19850"/>
                    </a:cubicBezTo>
                    <a:cubicBezTo>
                      <a:pt x="1587" y="19616"/>
                      <a:pt x="1437" y="19349"/>
                      <a:pt x="1337" y="19065"/>
                    </a:cubicBezTo>
                    <a:cubicBezTo>
                      <a:pt x="1220" y="18731"/>
                      <a:pt x="1186" y="18363"/>
                      <a:pt x="1236" y="18012"/>
                    </a:cubicBezTo>
                    <a:cubicBezTo>
                      <a:pt x="1287" y="17544"/>
                      <a:pt x="1504" y="17110"/>
                      <a:pt x="1838" y="16776"/>
                    </a:cubicBezTo>
                    <a:cubicBezTo>
                      <a:pt x="2206" y="16408"/>
                      <a:pt x="2774" y="16224"/>
                      <a:pt x="3308" y="15907"/>
                    </a:cubicBezTo>
                    <a:cubicBezTo>
                      <a:pt x="3609" y="15757"/>
                      <a:pt x="3843" y="15506"/>
                      <a:pt x="4010" y="15222"/>
                    </a:cubicBezTo>
                    <a:cubicBezTo>
                      <a:pt x="4177" y="14904"/>
                      <a:pt x="4244" y="14554"/>
                      <a:pt x="4194" y="14203"/>
                    </a:cubicBezTo>
                    <a:cubicBezTo>
                      <a:pt x="4077" y="13451"/>
                      <a:pt x="3726" y="12766"/>
                      <a:pt x="3191" y="12231"/>
                    </a:cubicBezTo>
                    <a:cubicBezTo>
                      <a:pt x="2673" y="11680"/>
                      <a:pt x="2055" y="11178"/>
                      <a:pt x="1604" y="10510"/>
                    </a:cubicBezTo>
                    <a:cubicBezTo>
                      <a:pt x="1387" y="10193"/>
                      <a:pt x="1236" y="9825"/>
                      <a:pt x="1170" y="9441"/>
                    </a:cubicBezTo>
                    <a:cubicBezTo>
                      <a:pt x="1103" y="9056"/>
                      <a:pt x="1103" y="8672"/>
                      <a:pt x="1170" y="8305"/>
                    </a:cubicBezTo>
                    <a:cubicBezTo>
                      <a:pt x="1287" y="7586"/>
                      <a:pt x="1504" y="6884"/>
                      <a:pt x="1788" y="6216"/>
                    </a:cubicBezTo>
                    <a:cubicBezTo>
                      <a:pt x="2055" y="5598"/>
                      <a:pt x="2239" y="4963"/>
                      <a:pt x="2356" y="4295"/>
                    </a:cubicBezTo>
                    <a:cubicBezTo>
                      <a:pt x="2439" y="3726"/>
                      <a:pt x="2373" y="3125"/>
                      <a:pt x="2172" y="2574"/>
                    </a:cubicBezTo>
                    <a:cubicBezTo>
                      <a:pt x="2072" y="2340"/>
                      <a:pt x="1938" y="2106"/>
                      <a:pt x="1771" y="1922"/>
                    </a:cubicBezTo>
                    <a:cubicBezTo>
                      <a:pt x="1604" y="1755"/>
                      <a:pt x="1437" y="1604"/>
                      <a:pt x="1253" y="1471"/>
                    </a:cubicBezTo>
                    <a:cubicBezTo>
                      <a:pt x="969" y="1270"/>
                      <a:pt x="685" y="1036"/>
                      <a:pt x="418" y="802"/>
                    </a:cubicBezTo>
                    <a:cubicBezTo>
                      <a:pt x="251" y="635"/>
                      <a:pt x="134" y="452"/>
                      <a:pt x="67" y="234"/>
                    </a:cubicBezTo>
                    <a:cubicBezTo>
                      <a:pt x="17" y="84"/>
                      <a:pt x="17" y="1"/>
                      <a:pt x="1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" name="Google Shape;2665;p53"/>
              <p:cNvSpPr/>
              <p:nvPr/>
            </p:nvSpPr>
            <p:spPr>
              <a:xfrm>
                <a:off x="6109043" y="2047202"/>
                <a:ext cx="123745" cy="413445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12900" extrusionOk="0">
                    <a:moveTo>
                      <a:pt x="803" y="1"/>
                    </a:moveTo>
                    <a:lnTo>
                      <a:pt x="803" y="1"/>
                    </a:lnTo>
                    <a:cubicBezTo>
                      <a:pt x="770" y="34"/>
                      <a:pt x="753" y="84"/>
                      <a:pt x="736" y="134"/>
                    </a:cubicBezTo>
                    <a:cubicBezTo>
                      <a:pt x="703" y="218"/>
                      <a:pt x="653" y="352"/>
                      <a:pt x="602" y="519"/>
                    </a:cubicBezTo>
                    <a:cubicBezTo>
                      <a:pt x="419" y="1003"/>
                      <a:pt x="285" y="1504"/>
                      <a:pt x="185" y="2006"/>
                    </a:cubicBezTo>
                    <a:cubicBezTo>
                      <a:pt x="1" y="2758"/>
                      <a:pt x="51" y="3543"/>
                      <a:pt x="285" y="4278"/>
                    </a:cubicBezTo>
                    <a:cubicBezTo>
                      <a:pt x="452" y="4696"/>
                      <a:pt x="703" y="5097"/>
                      <a:pt x="987" y="5431"/>
                    </a:cubicBezTo>
                    <a:cubicBezTo>
                      <a:pt x="1304" y="5799"/>
                      <a:pt x="1655" y="6149"/>
                      <a:pt x="2006" y="6467"/>
                    </a:cubicBezTo>
                    <a:cubicBezTo>
                      <a:pt x="2357" y="6784"/>
                      <a:pt x="2691" y="7135"/>
                      <a:pt x="3009" y="7486"/>
                    </a:cubicBezTo>
                    <a:cubicBezTo>
                      <a:pt x="3293" y="7820"/>
                      <a:pt x="3510" y="8205"/>
                      <a:pt x="3643" y="8622"/>
                    </a:cubicBezTo>
                    <a:cubicBezTo>
                      <a:pt x="3694" y="8823"/>
                      <a:pt x="3727" y="9023"/>
                      <a:pt x="3744" y="9224"/>
                    </a:cubicBezTo>
                    <a:cubicBezTo>
                      <a:pt x="3744" y="9424"/>
                      <a:pt x="3727" y="9608"/>
                      <a:pt x="3694" y="9809"/>
                    </a:cubicBezTo>
                    <a:cubicBezTo>
                      <a:pt x="3643" y="10176"/>
                      <a:pt x="3560" y="10527"/>
                      <a:pt x="3510" y="10845"/>
                    </a:cubicBezTo>
                    <a:cubicBezTo>
                      <a:pt x="3443" y="11129"/>
                      <a:pt x="3393" y="11413"/>
                      <a:pt x="3359" y="11713"/>
                    </a:cubicBezTo>
                    <a:cubicBezTo>
                      <a:pt x="3343" y="11931"/>
                      <a:pt x="3359" y="12148"/>
                      <a:pt x="3410" y="12365"/>
                    </a:cubicBezTo>
                    <a:cubicBezTo>
                      <a:pt x="3426" y="12515"/>
                      <a:pt x="3476" y="12649"/>
                      <a:pt x="3543" y="12766"/>
                    </a:cubicBezTo>
                    <a:cubicBezTo>
                      <a:pt x="3560" y="12816"/>
                      <a:pt x="3577" y="12850"/>
                      <a:pt x="3610" y="12900"/>
                    </a:cubicBezTo>
                    <a:cubicBezTo>
                      <a:pt x="3543" y="12716"/>
                      <a:pt x="3493" y="12549"/>
                      <a:pt x="3460" y="12365"/>
                    </a:cubicBezTo>
                    <a:cubicBezTo>
                      <a:pt x="3426" y="12148"/>
                      <a:pt x="3426" y="11931"/>
                      <a:pt x="3443" y="11713"/>
                    </a:cubicBezTo>
                    <a:cubicBezTo>
                      <a:pt x="3476" y="11429"/>
                      <a:pt x="3526" y="11145"/>
                      <a:pt x="3593" y="10861"/>
                    </a:cubicBezTo>
                    <a:cubicBezTo>
                      <a:pt x="3677" y="10544"/>
                      <a:pt x="3760" y="10210"/>
                      <a:pt x="3811" y="9825"/>
                    </a:cubicBezTo>
                    <a:cubicBezTo>
                      <a:pt x="3844" y="9625"/>
                      <a:pt x="3861" y="9424"/>
                      <a:pt x="3861" y="9224"/>
                    </a:cubicBezTo>
                    <a:cubicBezTo>
                      <a:pt x="3844" y="9007"/>
                      <a:pt x="3827" y="8806"/>
                      <a:pt x="3760" y="8589"/>
                    </a:cubicBezTo>
                    <a:cubicBezTo>
                      <a:pt x="3643" y="8154"/>
                      <a:pt x="3410" y="7753"/>
                      <a:pt x="3109" y="7403"/>
                    </a:cubicBezTo>
                    <a:cubicBezTo>
                      <a:pt x="2808" y="7035"/>
                      <a:pt x="2457" y="6684"/>
                      <a:pt x="2106" y="6367"/>
                    </a:cubicBezTo>
                    <a:cubicBezTo>
                      <a:pt x="1388" y="5698"/>
                      <a:pt x="703" y="5030"/>
                      <a:pt x="419" y="4228"/>
                    </a:cubicBezTo>
                    <a:cubicBezTo>
                      <a:pt x="168" y="3510"/>
                      <a:pt x="118" y="2758"/>
                      <a:pt x="285" y="2022"/>
                    </a:cubicBezTo>
                    <a:cubicBezTo>
                      <a:pt x="369" y="1521"/>
                      <a:pt x="502" y="1020"/>
                      <a:pt x="653" y="535"/>
                    </a:cubicBezTo>
                    <a:cubicBezTo>
                      <a:pt x="703" y="385"/>
                      <a:pt x="736" y="251"/>
                      <a:pt x="770" y="151"/>
                    </a:cubicBezTo>
                    <a:cubicBezTo>
                      <a:pt x="786" y="101"/>
                      <a:pt x="803" y="51"/>
                      <a:pt x="803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85" name="Google Shape;8797;p63"/>
          <p:cNvGrpSpPr/>
          <p:nvPr/>
        </p:nvGrpSpPr>
        <p:grpSpPr>
          <a:xfrm>
            <a:off x="288966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8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8" name="Google Shape;8797;p63"/>
          <p:cNvGrpSpPr/>
          <p:nvPr/>
        </p:nvGrpSpPr>
        <p:grpSpPr>
          <a:xfrm>
            <a:off x="604841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8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1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92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6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67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00492824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3"/>
          <p:cNvSpPr>
            <a:spLocks noGrp="1" noChangeArrowheads="1"/>
          </p:cNvSpPr>
          <p:nvPr>
            <p:ph idx="1"/>
          </p:nvPr>
        </p:nvSpPr>
        <p:spPr>
          <a:xfrm>
            <a:off x="871250" y="1479037"/>
            <a:ext cx="10971057" cy="4428320"/>
          </a:xfrm>
        </p:spPr>
        <p:txBody>
          <a:bodyPr/>
          <a:lstStyle/>
          <a:p>
            <a:pPr marL="0" indent="0">
              <a:buNone/>
            </a:pPr>
            <a:r>
              <a:rPr lang="en-GB" sz="1867" dirty="0">
                <a:solidFill>
                  <a:srgbClr val="000000"/>
                </a:solidFill>
              </a:rPr>
              <a:t>Remember Caroline’s </a:t>
            </a:r>
            <a:r>
              <a:rPr lang="fr-FR" sz="1867" dirty="0">
                <a:solidFill>
                  <a:srgbClr val="000000"/>
                </a:solidFill>
              </a:rPr>
              <a:t>goal:</a:t>
            </a:r>
            <a:endParaRPr lang="de-DE" sz="1867" dirty="0">
              <a:solidFill>
                <a:srgbClr val="92D050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67" i="1" dirty="0">
                <a:solidFill>
                  <a:srgbClr val="000000"/>
                </a:solidFill>
                <a:cs typeface="Arial" panose="020B0604020202020204" pitchFamily="34" charset="0"/>
              </a:rPr>
              <a:t>"I </a:t>
            </a:r>
            <a:r>
              <a:rPr lang="fr-FR" sz="1867" i="1" dirty="0" err="1">
                <a:solidFill>
                  <a:srgbClr val="000000"/>
                </a:solidFill>
                <a:cs typeface="Arial" panose="020B0604020202020204" pitchFamily="34" charset="0"/>
              </a:rPr>
              <a:t>want</a:t>
            </a:r>
            <a:r>
              <a:rPr lang="fr-FR" sz="1867" i="1" dirty="0">
                <a:solidFill>
                  <a:srgbClr val="000000"/>
                </a:solidFill>
                <a:cs typeface="Arial" panose="020B0604020202020204" pitchFamily="34" charset="0"/>
              </a:rPr>
              <a:t> to </a:t>
            </a:r>
            <a:r>
              <a:rPr lang="fr-FR" sz="1867" i="1" dirty="0" err="1">
                <a:solidFill>
                  <a:srgbClr val="000000"/>
                </a:solidFill>
                <a:cs typeface="Arial" panose="020B0604020202020204" pitchFamily="34" charset="0"/>
              </a:rPr>
              <a:t>increase</a:t>
            </a:r>
            <a:r>
              <a:rPr lang="fr-FR" sz="1867" i="1" dirty="0">
                <a:solidFill>
                  <a:srgbClr val="000000"/>
                </a:solidFill>
                <a:cs typeface="Arial" panose="020B0604020202020204" pitchFamily="34" charset="0"/>
              </a:rPr>
              <a:t> the </a:t>
            </a:r>
            <a:r>
              <a:rPr lang="fr-FR" sz="1867" i="1" dirty="0" err="1">
                <a:solidFill>
                  <a:srgbClr val="000000"/>
                </a:solidFill>
                <a:cs typeface="Arial" panose="020B0604020202020204" pitchFamily="34" charset="0"/>
              </a:rPr>
              <a:t>number</a:t>
            </a:r>
            <a:r>
              <a:rPr lang="fr-FR" sz="1867" i="1" dirty="0">
                <a:solidFill>
                  <a:srgbClr val="000000"/>
                </a:solidFill>
                <a:cs typeface="Arial" panose="020B0604020202020204" pitchFamily="34" charset="0"/>
              </a:rPr>
              <a:t> of </a:t>
            </a:r>
            <a:r>
              <a:rPr lang="en-GB" sz="1867" dirty="0">
                <a:solidFill>
                  <a:srgbClr val="47362D"/>
                </a:solidFill>
                <a:cs typeface="Arial" panose="020B0604020202020204" pitchFamily="34" charset="0"/>
              </a:rPr>
              <a:t>customers</a:t>
            </a: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 </a:t>
            </a:r>
            <a:r>
              <a:rPr lang="fr-FR" sz="1867" b="1" i="1" dirty="0" err="1">
                <a:cs typeface="Arial" panose="020B0604020202020204" pitchFamily="34" charset="0"/>
              </a:rPr>
              <a:t>from</a:t>
            </a:r>
            <a:r>
              <a:rPr lang="fr-FR" sz="1867" b="1" i="1" dirty="0">
                <a:cs typeface="Arial" panose="020B0604020202020204" pitchFamily="34" charset="0"/>
              </a:rPr>
              <a:t> 25 to 35 per </a:t>
            </a:r>
            <a:r>
              <a:rPr lang="en-GB" sz="1867" b="1" i="1" dirty="0">
                <a:cs typeface="Arial" panose="020B0604020202020204" pitchFamily="34" charset="0"/>
              </a:rPr>
              <a:t>month</a:t>
            </a:r>
            <a:r>
              <a:rPr lang="fr-FR" sz="1867" b="1" i="1" dirty="0">
                <a:cs typeface="Arial" panose="020B0604020202020204" pitchFamily="34" charset="0"/>
              </a:rPr>
              <a:t> over the </a:t>
            </a:r>
            <a:r>
              <a:rPr lang="en-GB" sz="1867" b="1" i="1" dirty="0">
                <a:cs typeface="Arial" panose="020B0604020202020204" pitchFamily="34" charset="0"/>
              </a:rPr>
              <a:t>next</a:t>
            </a:r>
            <a:r>
              <a:rPr lang="fr-FR" sz="1867" b="1" i="1" dirty="0">
                <a:cs typeface="Arial" panose="020B0604020202020204" pitchFamily="34" charset="0"/>
              </a:rPr>
              <a:t> 4 </a:t>
            </a:r>
            <a:r>
              <a:rPr lang="en-GB" sz="1867" b="1" i="1" dirty="0">
                <a:cs typeface="Arial" panose="020B0604020202020204" pitchFamily="34" charset="0"/>
              </a:rPr>
              <a:t>months </a:t>
            </a:r>
            <a:r>
              <a:rPr lang="fr-FR" sz="1867" i="1" dirty="0">
                <a:cs typeface="Arial" panose="020B0604020202020204" pitchFamily="34" charset="0"/>
              </a:rPr>
              <a:t>by </a:t>
            </a:r>
            <a:r>
              <a:rPr lang="en-GB" sz="1867" i="1" dirty="0">
                <a:cs typeface="Arial" panose="020B0604020202020204" pitchFamily="34" charset="0"/>
              </a:rPr>
              <a:t>distributing</a:t>
            </a:r>
            <a:r>
              <a:rPr lang="fr-FR" sz="1867" i="1" dirty="0">
                <a:cs typeface="Arial" panose="020B0604020202020204" pitchFamily="34" charset="0"/>
              </a:rPr>
              <a:t> miniature T-shirts as business </a:t>
            </a:r>
            <a:r>
              <a:rPr lang="fr-FR" sz="1867" i="1" dirty="0" err="1">
                <a:cs typeface="Arial" panose="020B0604020202020204" pitchFamily="34" charset="0"/>
              </a:rPr>
              <a:t>cards</a:t>
            </a:r>
            <a:r>
              <a:rPr lang="fr-FR" sz="1867" i="1" dirty="0">
                <a:cs typeface="Arial" panose="020B0604020202020204" pitchFamily="34" charset="0"/>
              </a:rPr>
              <a:t>."</a:t>
            </a:r>
          </a:p>
          <a:p>
            <a:pPr marL="152396" indent="0">
              <a:buNone/>
            </a:pPr>
            <a:r>
              <a:rPr lang="fr-FR" sz="1867" b="1" dirty="0"/>
              <a:t>Instruction:</a:t>
            </a:r>
          </a:p>
          <a:p>
            <a:pPr marL="152396" indent="0">
              <a:buNone/>
            </a:pPr>
            <a:r>
              <a:rPr lang="fr-FR" sz="1867" dirty="0" err="1"/>
              <a:t>Form </a:t>
            </a:r>
            <a:r>
              <a:rPr lang="fr-FR" sz="1867" dirty="0"/>
              <a:t>groups of </a:t>
            </a:r>
            <a:r>
              <a:rPr lang="fr-FR" sz="1867" b="1" dirty="0">
                <a:cs typeface="Arial" panose="020B0604020202020204" pitchFamily="34" charset="0"/>
              </a:rPr>
              <a:t>four (04) people</a:t>
            </a:r>
            <a:r>
              <a:rPr lang="fr-FR" sz="1867" dirty="0"/>
              <a:t>. </a:t>
            </a:r>
          </a:p>
          <a:p>
            <a:endParaRPr lang="fr-FR" sz="1867" dirty="0">
              <a:cs typeface="Arial" panose="020B0604020202020204" pitchFamily="34" charset="0"/>
            </a:endParaRPr>
          </a:p>
        </p:txBody>
      </p:sp>
      <p:sp>
        <p:nvSpPr>
          <p:cNvPr id="44" name="Google Shape;9647;p65"/>
          <p:cNvSpPr/>
          <p:nvPr/>
        </p:nvSpPr>
        <p:spPr>
          <a:xfrm>
            <a:off x="11294195" y="193623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>
              <a:buClr>
                <a:schemeClr val="accent5"/>
              </a:buClr>
              <a:buFont typeface="+mj-lt"/>
              <a:buAutoNum type="arabicPeriod"/>
            </a:pPr>
            <a:endParaRPr sz="2400"/>
          </a:p>
        </p:txBody>
      </p:sp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grpSp>
        <p:nvGrpSpPr>
          <p:cNvPr id="9" name="Gruppieren 8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10" name="Gruppieren 9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2" name="Grafik 11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3" name="Rechteck 12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1" name="Rechteck 10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14" name="Textfeld 13"/>
          <p:cNvSpPr txBox="1"/>
          <p:nvPr/>
        </p:nvSpPr>
        <p:spPr>
          <a:xfrm>
            <a:off x="135570" y="283185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31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1571171" y="3341796"/>
            <a:ext cx="932398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570" indent="-609570">
              <a:spcBef>
                <a:spcPct val="20000"/>
              </a:spcBef>
              <a:buClr>
                <a:schemeClr val="accent3"/>
              </a:buClr>
              <a:buFont typeface="+mj-lt"/>
              <a:buAutoNum type="arabicPeriod"/>
            </a:pPr>
            <a:r>
              <a:rPr lang="fr-FR" sz="2000" dirty="0" err="1">
                <a:latin typeface="Poppins" panose="020B0604020202020204" charset="0"/>
                <a:cs typeface="Poppins" panose="020B0604020202020204" charset="0"/>
              </a:rPr>
              <a:t>Think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about </a:t>
            </a:r>
            <a:r>
              <a:rPr lang="en-GB" sz="2000" dirty="0">
                <a:latin typeface="Poppins" panose="020B0604020202020204" charset="0"/>
                <a:cs typeface="Poppins" panose="020B0604020202020204" charset="0"/>
              </a:rPr>
              <a:t>what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Caroline will need to achieve this goal and where she can get the required resources. </a:t>
            </a:r>
          </a:p>
          <a:p>
            <a:pPr marL="609570" indent="-609570">
              <a:spcBef>
                <a:spcPct val="20000"/>
              </a:spcBef>
              <a:buClr>
                <a:schemeClr val="accent3"/>
              </a:buClr>
              <a:buFont typeface="+mj-lt"/>
              <a:buAutoNum type="arabicPeriod"/>
            </a:pPr>
            <a:endParaRPr lang="fr-FR" sz="2000" dirty="0">
              <a:latin typeface="Poppins" panose="020B0604020202020204" charset="0"/>
              <a:cs typeface="Poppins" panose="020B0604020202020204" charset="0"/>
            </a:endParaRPr>
          </a:p>
          <a:p>
            <a:pPr marL="609570" indent="-609570">
              <a:spcBef>
                <a:spcPct val="20000"/>
              </a:spcBef>
              <a:buClr>
                <a:schemeClr val="accent3"/>
              </a:buClr>
              <a:buFont typeface="+mj-lt"/>
              <a:buAutoNum type="arabicPeriod"/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Make a plan of the important steps for Caroline to achieve her goal and be prepared for potential obstacles. </a:t>
            </a:r>
          </a:p>
          <a:p>
            <a:pPr marL="609570" indent="-609570">
              <a:spcBef>
                <a:spcPct val="20000"/>
              </a:spcBef>
              <a:buClr>
                <a:schemeClr val="accent3"/>
              </a:buClr>
              <a:buFont typeface="+mj-lt"/>
              <a:buAutoNum type="arabicPeriod"/>
            </a:pPr>
            <a:endParaRPr lang="fr-FR" sz="2000" dirty="0">
              <a:latin typeface="Poppins" panose="020B0604020202020204" charset="0"/>
              <a:cs typeface="Poppins" panose="020B0604020202020204" charset="0"/>
            </a:endParaRPr>
          </a:p>
          <a:p>
            <a:pPr marL="609570" indent="-609570">
              <a:spcBef>
                <a:spcPct val="20000"/>
              </a:spcBef>
              <a:buClr>
                <a:schemeClr val="accent3"/>
              </a:buClr>
              <a:buFont typeface="+mj-lt"/>
              <a:buAutoNum type="arabicPeriod"/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Develop a weekly plan of next steps.  </a:t>
            </a:r>
            <a:r>
              <a:rPr lang="en-GB" sz="2000" dirty="0">
                <a:latin typeface="Poppins" panose="020B0604020202020204" charset="0"/>
                <a:cs typeface="Poppins" panose="020B0604020202020204" charset="0"/>
              </a:rPr>
              <a:t>Create 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the first week’s plan for Caroline. </a:t>
            </a:r>
          </a:p>
        </p:txBody>
      </p:sp>
      <p:sp>
        <p:nvSpPr>
          <p:cNvPr id="38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967914" y="715437"/>
            <a:ext cx="11087929" cy="763600"/>
          </a:xfrm>
        </p:spPr>
        <p:txBody>
          <a:bodyPr/>
          <a:lstStyle/>
          <a:p>
            <a:r>
              <a:rPr lang="fr-FR" sz="3067" dirty="0"/>
              <a:t>EXERCISE: "Creating a Plan From a Goal</a:t>
            </a:r>
          </a:p>
        </p:txBody>
      </p:sp>
      <p:grpSp>
        <p:nvGrpSpPr>
          <p:cNvPr id="37" name="Google Shape;8797;p63"/>
          <p:cNvGrpSpPr/>
          <p:nvPr/>
        </p:nvGrpSpPr>
        <p:grpSpPr>
          <a:xfrm>
            <a:off x="288966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9" name="Google Shape;8797;p63"/>
          <p:cNvGrpSpPr/>
          <p:nvPr/>
        </p:nvGrpSpPr>
        <p:grpSpPr>
          <a:xfrm>
            <a:off x="604841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0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3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5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8546293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647;p65"/>
          <p:cNvSpPr/>
          <p:nvPr/>
        </p:nvSpPr>
        <p:spPr>
          <a:xfrm>
            <a:off x="11294195" y="193623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>
              <a:buClr>
                <a:schemeClr val="accent5"/>
              </a:buClr>
              <a:buFont typeface="+mj-lt"/>
              <a:buAutoNum type="arabicPeriod"/>
            </a:pPr>
            <a:endParaRPr sz="2400"/>
          </a:p>
        </p:txBody>
      </p:sp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grpSp>
        <p:nvGrpSpPr>
          <p:cNvPr id="9" name="Gruppieren 8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10" name="Gruppieren 9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2" name="Grafik 11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3" name="Rechteck 12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1" name="Rechteck 10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14" name="Textfeld 13"/>
          <p:cNvSpPr txBox="1"/>
          <p:nvPr/>
        </p:nvSpPr>
        <p:spPr>
          <a:xfrm>
            <a:off x="135570" y="283185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31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38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967914" y="715437"/>
            <a:ext cx="11087929" cy="763600"/>
          </a:xfrm>
        </p:spPr>
        <p:txBody>
          <a:bodyPr/>
          <a:lstStyle/>
          <a:p>
            <a:r>
              <a:rPr lang="fr-FR" sz="3067" dirty="0"/>
              <a:t>EXERCISE: "Creating a Plan From a Goal</a:t>
            </a:r>
          </a:p>
        </p:txBody>
      </p:sp>
      <p:grpSp>
        <p:nvGrpSpPr>
          <p:cNvPr id="37" name="Google Shape;8797;p63"/>
          <p:cNvGrpSpPr/>
          <p:nvPr/>
        </p:nvGrpSpPr>
        <p:grpSpPr>
          <a:xfrm>
            <a:off x="288966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9" name="Google Shape;8797;p63"/>
          <p:cNvGrpSpPr/>
          <p:nvPr/>
        </p:nvGrpSpPr>
        <p:grpSpPr>
          <a:xfrm>
            <a:off x="604841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0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3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5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D1638A-DD6A-17B3-64B4-021588418964}"/>
              </a:ext>
            </a:extLst>
          </p:cNvPr>
          <p:cNvGraphicFramePr>
            <a:graphicFrameLocks noGrp="1"/>
          </p:cNvGraphicFramePr>
          <p:nvPr/>
        </p:nvGraphicFramePr>
        <p:xfrm>
          <a:off x="414868" y="2203004"/>
          <a:ext cx="11362266" cy="3222457"/>
        </p:xfrm>
        <a:graphic>
          <a:graphicData uri="http://schemas.openxmlformats.org/drawingml/2006/table">
            <a:tbl>
              <a:tblPr firstRow="1" firstCol="1" bandRow="1"/>
              <a:tblGrid>
                <a:gridCol w="5680735">
                  <a:extLst>
                    <a:ext uri="{9D8B030D-6E8A-4147-A177-3AD203B41FA5}">
                      <a16:colId xmlns:a16="http://schemas.microsoft.com/office/drawing/2014/main" val="958489589"/>
                    </a:ext>
                  </a:extLst>
                </a:gridCol>
                <a:gridCol w="5681531">
                  <a:extLst>
                    <a:ext uri="{9D8B030D-6E8A-4147-A177-3AD203B41FA5}">
                      <a16:colId xmlns:a16="http://schemas.microsoft.com/office/drawing/2014/main" val="2096091407"/>
                    </a:ext>
                  </a:extLst>
                </a:gridCol>
              </a:tblGrid>
              <a:tr h="6262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cap="small">
                          <a:effectLst/>
                        </a:rPr>
                        <a:t>What does Caroline need to achieve her</a:t>
                      </a:r>
                      <a:r>
                        <a:rPr lang="fr-FR" sz="1600" cap="small">
                          <a:effectLst/>
                        </a:rPr>
                        <a:t> goal?</a:t>
                      </a:r>
                      <a:endParaRPr lang="en-GB" sz="13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fr-FR" sz="15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 cap="small">
                          <a:effectLst/>
                        </a:rPr>
                        <a:t>Origin of resources</a:t>
                      </a:r>
                      <a:endParaRPr lang="en-GB" sz="13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1747411171"/>
                  </a:ext>
                </a:extLst>
              </a:tr>
              <a:tr h="43270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>
                          <a:effectLst/>
                        </a:rPr>
                        <a:t>Material: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</a:pPr>
                      <a:r>
                        <a:rPr lang="fr-FR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3952518226"/>
                  </a:ext>
                </a:extLst>
              </a:tr>
              <a:tr h="43270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>
                          <a:effectLst/>
                        </a:rPr>
                        <a:t>Employees and others :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</a:pPr>
                      <a:r>
                        <a:rPr lang="fr-FR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728113273"/>
                  </a:ext>
                </a:extLst>
              </a:tr>
              <a:tr h="43270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>
                          <a:effectLst/>
                        </a:rPr>
                        <a:t>Free time per week :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</a:pPr>
                      <a:r>
                        <a:rPr lang="fr-FR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247133127"/>
                  </a:ext>
                </a:extLst>
              </a:tr>
              <a:tr h="43270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>
                          <a:effectLst/>
                        </a:rPr>
                        <a:t>Costs: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</a:pPr>
                      <a:r>
                        <a:rPr lang="fr-FR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1114840926"/>
                  </a:ext>
                </a:extLst>
              </a:tr>
              <a:tr h="43270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>
                          <a:effectLst/>
                        </a:rPr>
                        <a:t>Information: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</a:pPr>
                      <a:r>
                        <a:rPr lang="fr-FR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2648647699"/>
                  </a:ext>
                </a:extLst>
              </a:tr>
              <a:tr h="43270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  <a:tabLst>
                          <a:tab pos="2743200" algn="l"/>
                        </a:tabLst>
                      </a:pPr>
                      <a:r>
                        <a:rPr lang="en-US" sz="1600">
                          <a:effectLst/>
                        </a:rPr>
                        <a:t>Other: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200"/>
                        </a:spcAft>
                      </a:pPr>
                      <a:r>
                        <a:rPr lang="fr-FR" sz="1300" dirty="0">
                          <a:effectLst/>
                        </a:rPr>
                        <a:t> 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51" marR="85951" marT="0" marB="0"/>
                </a:tc>
                <a:extLst>
                  <a:ext uri="{0D108BD9-81ED-4DB2-BD59-A6C34878D82A}">
                    <a16:rowId xmlns:a16="http://schemas.microsoft.com/office/drawing/2014/main" val="313927704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03B424A-A4F6-C321-5035-BA4EB7CB8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67" y="2262031"/>
            <a:ext cx="2462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12418493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647;p65"/>
          <p:cNvSpPr/>
          <p:nvPr/>
        </p:nvSpPr>
        <p:spPr>
          <a:xfrm>
            <a:off x="11294195" y="193623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>
              <a:buClr>
                <a:schemeClr val="accent5"/>
              </a:buClr>
              <a:buFont typeface="+mj-lt"/>
              <a:buAutoNum type="arabicPeriod"/>
            </a:pPr>
            <a:endParaRPr sz="2400"/>
          </a:p>
        </p:txBody>
      </p:sp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grpSp>
        <p:nvGrpSpPr>
          <p:cNvPr id="9" name="Gruppieren 8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10" name="Gruppieren 9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2" name="Grafik 11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3" name="Rechteck 12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1" name="Rechteck 10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14" name="Textfeld 13"/>
          <p:cNvSpPr txBox="1"/>
          <p:nvPr/>
        </p:nvSpPr>
        <p:spPr>
          <a:xfrm>
            <a:off x="135570" y="283185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31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38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967914" y="715437"/>
            <a:ext cx="11087929" cy="763600"/>
          </a:xfrm>
        </p:spPr>
        <p:txBody>
          <a:bodyPr/>
          <a:lstStyle/>
          <a:p>
            <a:r>
              <a:rPr lang="fr-FR" sz="3067" dirty="0"/>
              <a:t>EXERCISE: "Creating a Plan From a Goal</a:t>
            </a:r>
          </a:p>
        </p:txBody>
      </p:sp>
      <p:grpSp>
        <p:nvGrpSpPr>
          <p:cNvPr id="37" name="Google Shape;8797;p63"/>
          <p:cNvGrpSpPr/>
          <p:nvPr/>
        </p:nvGrpSpPr>
        <p:grpSpPr>
          <a:xfrm>
            <a:off x="288966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9" name="Google Shape;8797;p63"/>
          <p:cNvGrpSpPr/>
          <p:nvPr/>
        </p:nvGrpSpPr>
        <p:grpSpPr>
          <a:xfrm>
            <a:off x="604841" y="159229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0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3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5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5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3D53BF-2389-A736-7580-31CC92F60A11}"/>
              </a:ext>
            </a:extLst>
          </p:cNvPr>
          <p:cNvGraphicFramePr>
            <a:graphicFrameLocks noGrp="1"/>
          </p:cNvGraphicFramePr>
          <p:nvPr/>
        </p:nvGraphicFramePr>
        <p:xfrm>
          <a:off x="195382" y="1997383"/>
          <a:ext cx="11362265" cy="3835094"/>
        </p:xfrm>
        <a:graphic>
          <a:graphicData uri="http://schemas.openxmlformats.org/drawingml/2006/table">
            <a:tbl>
              <a:tblPr firstRow="1" bandRow="1"/>
              <a:tblGrid>
                <a:gridCol w="3060857">
                  <a:extLst>
                    <a:ext uri="{9D8B030D-6E8A-4147-A177-3AD203B41FA5}">
                      <a16:colId xmlns:a16="http://schemas.microsoft.com/office/drawing/2014/main" val="1624535875"/>
                    </a:ext>
                  </a:extLst>
                </a:gridCol>
                <a:gridCol w="2448687">
                  <a:extLst>
                    <a:ext uri="{9D8B030D-6E8A-4147-A177-3AD203B41FA5}">
                      <a16:colId xmlns:a16="http://schemas.microsoft.com/office/drawing/2014/main" val="954814326"/>
                    </a:ext>
                  </a:extLst>
                </a:gridCol>
                <a:gridCol w="2448687">
                  <a:extLst>
                    <a:ext uri="{9D8B030D-6E8A-4147-A177-3AD203B41FA5}">
                      <a16:colId xmlns:a16="http://schemas.microsoft.com/office/drawing/2014/main" val="3264836362"/>
                    </a:ext>
                  </a:extLst>
                </a:gridCol>
                <a:gridCol w="1955653">
                  <a:extLst>
                    <a:ext uri="{9D8B030D-6E8A-4147-A177-3AD203B41FA5}">
                      <a16:colId xmlns:a16="http://schemas.microsoft.com/office/drawing/2014/main" val="807156317"/>
                    </a:ext>
                  </a:extLst>
                </a:gridCol>
                <a:gridCol w="1448381">
                  <a:extLst>
                    <a:ext uri="{9D8B030D-6E8A-4147-A177-3AD203B41FA5}">
                      <a16:colId xmlns:a16="http://schemas.microsoft.com/office/drawing/2014/main" val="1999264206"/>
                    </a:ext>
                  </a:extLst>
                </a:gridCol>
              </a:tblGrid>
              <a:tr h="1558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300">
                          <a:effectLst/>
                        </a:rPr>
                        <a:t>  ACTIONS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300">
                          <a:effectLst/>
                        </a:rPr>
                        <a:t>DATES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300">
                          <a:effectLst/>
                        </a:rPr>
                        <a:t>POTENTIAL </a:t>
                      </a:r>
                      <a:br>
                        <a:rPr lang="en-GB" sz="1300">
                          <a:effectLst/>
                        </a:rPr>
                      </a:br>
                      <a:r>
                        <a:rPr lang="en-GB" sz="1300">
                          <a:effectLst/>
                        </a:rPr>
                        <a:t>BARRIERS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300">
                          <a:effectLst/>
                        </a:rPr>
                        <a:t>PLAN B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 dirty="0">
                          <a:effectLst/>
                        </a:rPr>
                        <a:t>PROGRESS</a:t>
                      </a:r>
                      <a:endParaRPr lang="en-GB" sz="1500" dirty="0">
                        <a:effectLst/>
                      </a:endParaRPr>
                    </a:p>
                  </a:txBody>
                  <a:tcPr marL="118152" marR="118152" marT="59076" marB="59076" anchor="ctr"/>
                </a:tc>
                <a:extLst>
                  <a:ext uri="{0D108BD9-81ED-4DB2-BD59-A6C34878D82A}">
                    <a16:rowId xmlns:a16="http://schemas.microsoft.com/office/drawing/2014/main" val="1536636145"/>
                  </a:ext>
                </a:extLst>
              </a:tr>
              <a:tr h="455377">
                <a:tc row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extLst>
                  <a:ext uri="{0D108BD9-81ED-4DB2-BD59-A6C34878D82A}">
                    <a16:rowId xmlns:a16="http://schemas.microsoft.com/office/drawing/2014/main" val="2897030481"/>
                  </a:ext>
                </a:extLst>
              </a:tr>
              <a:tr h="4553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extLst>
                  <a:ext uri="{0D108BD9-81ED-4DB2-BD59-A6C34878D82A}">
                    <a16:rowId xmlns:a16="http://schemas.microsoft.com/office/drawing/2014/main" val="1943184005"/>
                  </a:ext>
                </a:extLst>
              </a:tr>
              <a:tr h="4553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extLst>
                  <a:ext uri="{0D108BD9-81ED-4DB2-BD59-A6C34878D82A}">
                    <a16:rowId xmlns:a16="http://schemas.microsoft.com/office/drawing/2014/main" val="1899704694"/>
                  </a:ext>
                </a:extLst>
              </a:tr>
              <a:tr h="4553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extLst>
                  <a:ext uri="{0D108BD9-81ED-4DB2-BD59-A6C34878D82A}">
                    <a16:rowId xmlns:a16="http://schemas.microsoft.com/office/drawing/2014/main" val="591183788"/>
                  </a:ext>
                </a:extLst>
              </a:tr>
              <a:tr h="4553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5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52" marR="118152" marT="59076" marB="59076"/>
                </a:tc>
                <a:extLst>
                  <a:ext uri="{0D108BD9-81ED-4DB2-BD59-A6C34878D82A}">
                    <a16:rowId xmlns:a16="http://schemas.microsoft.com/office/drawing/2014/main" val="3030382966"/>
                  </a:ext>
                </a:extLst>
              </a:tr>
            </a:tbl>
          </a:graphicData>
        </a:graphic>
      </p:graphicFrame>
      <p:pic>
        <p:nvPicPr>
          <p:cNvPr id="4107" name="Grafik 26">
            <a:extLst>
              <a:ext uri="{FF2B5EF4-FFF2-40B4-BE49-F238E27FC236}">
                <a16:creationId xmlns:a16="http://schemas.microsoft.com/office/drawing/2014/main" id="{A5AD13AA-30C2-5FDA-CF70-EAAAE5917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51"/>
          <a:stretch>
            <a:fillRect/>
          </a:stretch>
        </p:blipFill>
        <p:spPr bwMode="auto">
          <a:xfrm>
            <a:off x="1695284" y="2276149"/>
            <a:ext cx="740833" cy="63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Grafik 100">
            <a:extLst>
              <a:ext uri="{FF2B5EF4-FFF2-40B4-BE49-F238E27FC236}">
                <a16:creationId xmlns:a16="http://schemas.microsoft.com/office/drawing/2014/main" id="{8FC1A886-BB6F-0362-1C91-477D892A7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03"/>
          <a:stretch>
            <a:fillRect/>
          </a:stretch>
        </p:blipFill>
        <p:spPr bwMode="auto">
          <a:xfrm>
            <a:off x="7158819" y="2170315"/>
            <a:ext cx="878416" cy="7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CC4AD32E-45B2-0B93-AE02-C6E2EDB11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514" y="2103201"/>
            <a:ext cx="2462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07341129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9"/>
          <p:cNvSpPr/>
          <p:nvPr/>
        </p:nvSpPr>
        <p:spPr>
          <a:xfrm>
            <a:off x="11569833" y="1041400"/>
            <a:ext cx="222819" cy="5402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Textfeld 1"/>
          <p:cNvSpPr txBox="1"/>
          <p:nvPr/>
        </p:nvSpPr>
        <p:spPr>
          <a:xfrm>
            <a:off x="1075659" y="1250073"/>
            <a:ext cx="50473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latin typeface="Josefin Sans" panose="020B0604020202020204" charset="0"/>
              <a:cs typeface="Poppins Light" panose="020B0604020202020204" charset="0"/>
            </a:endParaRPr>
          </a:p>
          <a:p>
            <a:r>
              <a:rPr lang="fr-FR" sz="2400" dirty="0">
                <a:latin typeface="Josefin Sans" panose="020B0604020202020204" charset="0"/>
                <a:cs typeface="Poppins Light" panose="020B0604020202020204" charset="0"/>
              </a:rPr>
              <a:t>Review the self-assessment questionnaire "</a:t>
            </a:r>
            <a:r>
              <a:rPr lang="fr-FR" sz="2400" b="1" dirty="0">
                <a:latin typeface="Josefin Sans" panose="020B0604020202020204" charset="0"/>
                <a:cs typeface="Poppins Light" panose="020B0604020202020204" charset="0"/>
              </a:rPr>
              <a:t>Planning of activities</a:t>
            </a:r>
            <a:r>
              <a:rPr lang="fr-FR" sz="2400" dirty="0">
                <a:latin typeface="Josefin Sans" panose="020B0604020202020204" charset="0"/>
                <a:cs typeface="Poppins Light" panose="020B0604020202020204" charset="0"/>
              </a:rPr>
              <a:t>". </a:t>
            </a:r>
          </a:p>
          <a:p>
            <a:endParaRPr lang="fr-FR" sz="2400" dirty="0">
              <a:latin typeface="Josefin Sans" panose="020B0604020202020204" charset="0"/>
              <a:cs typeface="Poppins Light" panose="020B0604020202020204" charset="0"/>
            </a:endParaRPr>
          </a:p>
          <a:p>
            <a:r>
              <a:rPr lang="fr-FR" sz="2400" dirty="0">
                <a:latin typeface="Josefin Sans" panose="020B0604020202020204" charset="0"/>
                <a:cs typeface="Poppins Light" panose="020B0604020202020204" charset="0"/>
              </a:rPr>
              <a:t>Mark the points you want to improve</a:t>
            </a:r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.</a:t>
            </a:r>
          </a:p>
        </p:txBody>
      </p:sp>
      <p:pic>
        <p:nvPicPr>
          <p:cNvPr id="124" name="Grafik 12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0405083" y="181755"/>
            <a:ext cx="765371" cy="671992"/>
          </a:xfrm>
          <a:prstGeom prst="rect">
            <a:avLst/>
          </a:prstGeom>
        </p:spPr>
      </p:pic>
      <p:grpSp>
        <p:nvGrpSpPr>
          <p:cNvPr id="107" name="Gruppieren 106"/>
          <p:cNvGrpSpPr/>
          <p:nvPr/>
        </p:nvGrpSpPr>
        <p:grpSpPr>
          <a:xfrm>
            <a:off x="130117" y="162554"/>
            <a:ext cx="972127" cy="998229"/>
            <a:chOff x="97587" y="121915"/>
            <a:chExt cx="729095" cy="748672"/>
          </a:xfrm>
        </p:grpSpPr>
        <p:grpSp>
          <p:nvGrpSpPr>
            <p:cNvPr id="108" name="Gruppieren 107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12" name="Grafik 111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13" name="Rechteck 112"/>
              <p:cNvSpPr/>
              <p:nvPr userDrawn="1"/>
            </p:nvSpPr>
            <p:spPr>
              <a:xfrm>
                <a:off x="3263729" y="657940"/>
                <a:ext cx="777978" cy="303812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09" name="Rechteck 108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  <p:sp>
          <p:nvSpPr>
            <p:cNvPr id="110" name="Rechteck 109"/>
            <p:cNvSpPr/>
            <p:nvPr/>
          </p:nvSpPr>
          <p:spPr>
            <a:xfrm>
              <a:off x="384628" y="314934"/>
              <a:ext cx="273005" cy="327533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11" name="Textfeld 110"/>
            <p:cNvSpPr txBox="1"/>
            <p:nvPr/>
          </p:nvSpPr>
          <p:spPr>
            <a:xfrm>
              <a:off x="117354" y="247339"/>
              <a:ext cx="6893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latin typeface="Poppins" panose="020B0604020202020204" charset="0"/>
                  <a:cs typeface="Poppins" panose="020B0604020202020204" charset="0"/>
                </a:rPr>
                <a:t>WS 32 </a:t>
              </a:r>
              <a:endParaRPr lang="en-GB" sz="24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  <p:pic>
        <p:nvPicPr>
          <p:cNvPr id="114" name="Grafik 11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9603" y="126505"/>
            <a:ext cx="782367" cy="682999"/>
          </a:xfrm>
          <a:prstGeom prst="rect">
            <a:avLst/>
          </a:prstGeom>
        </p:spPr>
      </p:pic>
      <p:grpSp>
        <p:nvGrpSpPr>
          <p:cNvPr id="121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22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6" name="Gruppieren 115"/>
          <p:cNvGrpSpPr/>
          <p:nvPr/>
        </p:nvGrpSpPr>
        <p:grpSpPr>
          <a:xfrm>
            <a:off x="6174996" y="1380601"/>
            <a:ext cx="5121905" cy="5141321"/>
            <a:chOff x="4631246" y="1035450"/>
            <a:chExt cx="3841429" cy="3855991"/>
          </a:xfrm>
        </p:grpSpPr>
        <p:grpSp>
          <p:nvGrpSpPr>
            <p:cNvPr id="117" name="Gruppieren 116"/>
            <p:cNvGrpSpPr/>
            <p:nvPr/>
          </p:nvGrpSpPr>
          <p:grpSpPr>
            <a:xfrm>
              <a:off x="4631246" y="1525203"/>
              <a:ext cx="741890" cy="941771"/>
              <a:chOff x="4631246" y="1525203"/>
              <a:chExt cx="741890" cy="941771"/>
            </a:xfrm>
          </p:grpSpPr>
          <p:sp>
            <p:nvSpPr>
              <p:cNvPr id="279" name="Google Shape;3995;p60"/>
              <p:cNvSpPr/>
              <p:nvPr/>
            </p:nvSpPr>
            <p:spPr>
              <a:xfrm>
                <a:off x="4631246" y="1525203"/>
                <a:ext cx="741890" cy="941771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13301" extrusionOk="0">
                    <a:moveTo>
                      <a:pt x="1" y="1"/>
                    </a:moveTo>
                    <a:lnTo>
                      <a:pt x="285" y="13267"/>
                    </a:lnTo>
                    <a:lnTo>
                      <a:pt x="10477" y="13301"/>
                    </a:lnTo>
                    <a:lnTo>
                      <a:pt x="1019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0" name="Google Shape;3996;p60"/>
              <p:cNvSpPr/>
              <p:nvPr/>
            </p:nvSpPr>
            <p:spPr>
              <a:xfrm>
                <a:off x="4675004" y="1557207"/>
                <a:ext cx="649561" cy="860132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12148" extrusionOk="0">
                    <a:moveTo>
                      <a:pt x="1" y="0"/>
                    </a:moveTo>
                    <a:lnTo>
                      <a:pt x="252" y="12030"/>
                    </a:lnTo>
                    <a:lnTo>
                      <a:pt x="9174" y="12147"/>
                    </a:lnTo>
                    <a:lnTo>
                      <a:pt x="8907" y="2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1" name="Google Shape;3997;p60"/>
              <p:cNvSpPr/>
              <p:nvPr/>
            </p:nvSpPr>
            <p:spPr>
              <a:xfrm>
                <a:off x="4779158" y="1694427"/>
                <a:ext cx="431837" cy="595111"/>
              </a:xfrm>
              <a:custGeom>
                <a:avLst/>
                <a:gdLst/>
                <a:ahLst/>
                <a:cxnLst/>
                <a:rect l="l" t="t" r="r" b="b"/>
                <a:pathLst>
                  <a:path w="6099" h="8405" extrusionOk="0">
                    <a:moveTo>
                      <a:pt x="0" y="0"/>
                    </a:moveTo>
                    <a:lnTo>
                      <a:pt x="184" y="8405"/>
                    </a:lnTo>
                    <a:lnTo>
                      <a:pt x="6099" y="8288"/>
                    </a:lnTo>
                    <a:lnTo>
                      <a:pt x="5915" y="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2" name="Google Shape;3998;p60"/>
              <p:cNvSpPr/>
              <p:nvPr/>
            </p:nvSpPr>
            <p:spPr>
              <a:xfrm>
                <a:off x="4779158" y="1694427"/>
                <a:ext cx="424756" cy="595111"/>
              </a:xfrm>
              <a:custGeom>
                <a:avLst/>
                <a:gdLst/>
                <a:ahLst/>
                <a:cxnLst/>
                <a:rect l="l" t="t" r="r" b="b"/>
                <a:pathLst>
                  <a:path w="5999" h="8405" extrusionOk="0">
                    <a:moveTo>
                      <a:pt x="0" y="0"/>
                    </a:moveTo>
                    <a:lnTo>
                      <a:pt x="184" y="8405"/>
                    </a:lnTo>
                    <a:lnTo>
                      <a:pt x="5999" y="39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8" name="Google Shape;3408;p59"/>
            <p:cNvGrpSpPr/>
            <p:nvPr/>
          </p:nvGrpSpPr>
          <p:grpSpPr>
            <a:xfrm rot="759368">
              <a:off x="5917168" y="2112487"/>
              <a:ext cx="2294716" cy="2635055"/>
              <a:chOff x="5882689" y="2014348"/>
              <a:chExt cx="2294716" cy="2635055"/>
            </a:xfrm>
          </p:grpSpPr>
          <p:sp>
            <p:nvSpPr>
              <p:cNvPr id="277" name="Google Shape;3409;p59"/>
              <p:cNvSpPr/>
              <p:nvPr/>
            </p:nvSpPr>
            <p:spPr>
              <a:xfrm>
                <a:off x="5882689" y="2014348"/>
                <a:ext cx="2294716" cy="2635055"/>
              </a:xfrm>
              <a:custGeom>
                <a:avLst/>
                <a:gdLst/>
                <a:ahLst/>
                <a:cxnLst/>
                <a:rect l="l" t="t" r="r" b="b"/>
                <a:pathLst>
                  <a:path w="71598" h="82217" extrusionOk="0">
                    <a:moveTo>
                      <a:pt x="16257" y="1"/>
                    </a:moveTo>
                    <a:cubicBezTo>
                      <a:pt x="14893" y="1"/>
                      <a:pt x="13664" y="957"/>
                      <a:pt x="13384" y="2343"/>
                    </a:cubicBezTo>
                    <a:cubicBezTo>
                      <a:pt x="11045" y="13922"/>
                      <a:pt x="2574" y="57447"/>
                      <a:pt x="302" y="69060"/>
                    </a:cubicBezTo>
                    <a:cubicBezTo>
                      <a:pt x="1" y="70647"/>
                      <a:pt x="1020" y="72184"/>
                      <a:pt x="2607" y="72502"/>
                    </a:cubicBezTo>
                    <a:lnTo>
                      <a:pt x="50260" y="82159"/>
                    </a:lnTo>
                    <a:cubicBezTo>
                      <a:pt x="50455" y="82198"/>
                      <a:pt x="50649" y="82216"/>
                      <a:pt x="50841" y="82216"/>
                    </a:cubicBezTo>
                    <a:cubicBezTo>
                      <a:pt x="52224" y="82216"/>
                      <a:pt x="53457" y="81246"/>
                      <a:pt x="53736" y="79837"/>
                    </a:cubicBezTo>
                    <a:lnTo>
                      <a:pt x="60252" y="46186"/>
                    </a:lnTo>
                    <a:lnTo>
                      <a:pt x="64312" y="46804"/>
                    </a:lnTo>
                    <a:cubicBezTo>
                      <a:pt x="64414" y="46821"/>
                      <a:pt x="64515" y="46829"/>
                      <a:pt x="64614" y="46829"/>
                    </a:cubicBezTo>
                    <a:cubicBezTo>
                      <a:pt x="65497" y="46829"/>
                      <a:pt x="66269" y="46186"/>
                      <a:pt x="66434" y="45300"/>
                    </a:cubicBezTo>
                    <a:lnTo>
                      <a:pt x="71413" y="18132"/>
                    </a:lnTo>
                    <a:cubicBezTo>
                      <a:pt x="71597" y="17113"/>
                      <a:pt x="70929" y="16144"/>
                      <a:pt x="69909" y="15960"/>
                    </a:cubicBezTo>
                    <a:lnTo>
                      <a:pt x="66250" y="15275"/>
                    </a:lnTo>
                    <a:lnTo>
                      <a:pt x="66735" y="12652"/>
                    </a:lnTo>
                    <a:cubicBezTo>
                      <a:pt x="67019" y="11064"/>
                      <a:pt x="65983" y="9561"/>
                      <a:pt x="64412" y="9260"/>
                    </a:cubicBezTo>
                    <a:lnTo>
                      <a:pt x="16810" y="53"/>
                    </a:lnTo>
                    <a:cubicBezTo>
                      <a:pt x="16624" y="18"/>
                      <a:pt x="16440" y="1"/>
                      <a:pt x="1625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8" name="Google Shape;3410;p59"/>
              <p:cNvSpPr/>
              <p:nvPr/>
            </p:nvSpPr>
            <p:spPr>
              <a:xfrm>
                <a:off x="5921245" y="2125305"/>
                <a:ext cx="2060687" cy="2492817"/>
              </a:xfrm>
              <a:custGeom>
                <a:avLst/>
                <a:gdLst/>
                <a:ahLst/>
                <a:cxnLst/>
                <a:rect l="l" t="t" r="r" b="b"/>
                <a:pathLst>
                  <a:path w="64296" h="77779" extrusionOk="0">
                    <a:moveTo>
                      <a:pt x="15740" y="0"/>
                    </a:moveTo>
                    <a:lnTo>
                      <a:pt x="1" y="66583"/>
                    </a:lnTo>
                    <a:lnTo>
                      <a:pt x="48890" y="77778"/>
                    </a:lnTo>
                    <a:lnTo>
                      <a:pt x="64295" y="11679"/>
                    </a:lnTo>
                    <a:lnTo>
                      <a:pt x="157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9" name="Gruppieren 118"/>
            <p:cNvGrpSpPr>
              <a:grpSpLocks noChangeAspect="1"/>
            </p:cNvGrpSpPr>
            <p:nvPr/>
          </p:nvGrpSpPr>
          <p:grpSpPr>
            <a:xfrm rot="1368619">
              <a:off x="6163861" y="2254850"/>
              <a:ext cx="1656259" cy="2299323"/>
              <a:chOff x="5588311" y="1412837"/>
              <a:chExt cx="2001787" cy="2779008"/>
            </a:xfrm>
          </p:grpSpPr>
          <p:sp>
            <p:nvSpPr>
              <p:cNvPr id="213" name="Google Shape;4009;p60"/>
              <p:cNvSpPr/>
              <p:nvPr/>
            </p:nvSpPr>
            <p:spPr>
              <a:xfrm>
                <a:off x="5640424" y="1449514"/>
                <a:ext cx="1949674" cy="2742331"/>
              </a:xfrm>
              <a:custGeom>
                <a:avLst/>
                <a:gdLst/>
                <a:ahLst/>
                <a:cxnLst/>
                <a:rect l="l" t="t" r="r" b="b"/>
                <a:pathLst>
                  <a:path w="27536" h="38731" extrusionOk="0">
                    <a:moveTo>
                      <a:pt x="0" y="1"/>
                    </a:moveTo>
                    <a:lnTo>
                      <a:pt x="0" y="38731"/>
                    </a:lnTo>
                    <a:lnTo>
                      <a:pt x="27536" y="38731"/>
                    </a:lnTo>
                    <a:lnTo>
                      <a:pt x="27536" y="33902"/>
                    </a:lnTo>
                    <a:lnTo>
                      <a:pt x="27536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4" name="Google Shape;4010;p60"/>
              <p:cNvSpPr/>
              <p:nvPr/>
            </p:nvSpPr>
            <p:spPr>
              <a:xfrm>
                <a:off x="5626192" y="1412837"/>
                <a:ext cx="1933175" cy="2728170"/>
              </a:xfrm>
              <a:custGeom>
                <a:avLst/>
                <a:gdLst/>
                <a:ahLst/>
                <a:cxnLst/>
                <a:rect l="l" t="t" r="r" b="b"/>
                <a:pathLst>
                  <a:path w="27303" h="38531" extrusionOk="0">
                    <a:moveTo>
                      <a:pt x="1" y="1"/>
                    </a:moveTo>
                    <a:lnTo>
                      <a:pt x="1" y="38530"/>
                    </a:lnTo>
                    <a:lnTo>
                      <a:pt x="27302" y="38530"/>
                    </a:lnTo>
                    <a:lnTo>
                      <a:pt x="27302" y="33735"/>
                    </a:lnTo>
                    <a:lnTo>
                      <a:pt x="2730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5" name="Google Shape;4011;p60"/>
              <p:cNvSpPr/>
              <p:nvPr/>
            </p:nvSpPr>
            <p:spPr>
              <a:xfrm>
                <a:off x="5590719" y="1419917"/>
                <a:ext cx="1949744" cy="2689155"/>
              </a:xfrm>
              <a:custGeom>
                <a:avLst/>
                <a:gdLst/>
                <a:ahLst/>
                <a:cxnLst/>
                <a:rect l="l" t="t" r="r" b="b"/>
                <a:pathLst>
                  <a:path w="27537" h="37980" extrusionOk="0">
                    <a:moveTo>
                      <a:pt x="0" y="1"/>
                    </a:moveTo>
                    <a:lnTo>
                      <a:pt x="0" y="37979"/>
                    </a:lnTo>
                    <a:lnTo>
                      <a:pt x="21722" y="37979"/>
                    </a:lnTo>
                    <a:lnTo>
                      <a:pt x="24879" y="35423"/>
                    </a:lnTo>
                    <a:lnTo>
                      <a:pt x="27536" y="33251"/>
                    </a:lnTo>
                    <a:lnTo>
                      <a:pt x="275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6" name="Google Shape;4012;p60"/>
              <p:cNvSpPr/>
              <p:nvPr/>
            </p:nvSpPr>
            <p:spPr>
              <a:xfrm>
                <a:off x="5588311" y="1417580"/>
                <a:ext cx="1954487" cy="2693828"/>
              </a:xfrm>
              <a:custGeom>
                <a:avLst/>
                <a:gdLst/>
                <a:ahLst/>
                <a:cxnLst/>
                <a:rect l="l" t="t" r="r" b="b"/>
                <a:pathLst>
                  <a:path w="27604" h="38046" extrusionOk="0">
                    <a:moveTo>
                      <a:pt x="25080" y="35322"/>
                    </a:moveTo>
                    <a:lnTo>
                      <a:pt x="25080" y="35322"/>
                    </a:lnTo>
                    <a:cubicBezTo>
                      <a:pt x="24963" y="35406"/>
                      <a:pt x="24897" y="35456"/>
                      <a:pt x="24897" y="35456"/>
                    </a:cubicBezTo>
                    <a:lnTo>
                      <a:pt x="24913" y="35456"/>
                    </a:lnTo>
                    <a:cubicBezTo>
                      <a:pt x="24913" y="35456"/>
                      <a:pt x="24964" y="35406"/>
                      <a:pt x="25080" y="35322"/>
                    </a:cubicBezTo>
                    <a:close/>
                    <a:moveTo>
                      <a:pt x="24897" y="35456"/>
                    </a:moveTo>
                    <a:lnTo>
                      <a:pt x="24897" y="35456"/>
                    </a:lnTo>
                    <a:cubicBezTo>
                      <a:pt x="24897" y="35456"/>
                      <a:pt x="24830" y="35506"/>
                      <a:pt x="24713" y="35623"/>
                    </a:cubicBezTo>
                    <a:cubicBezTo>
                      <a:pt x="24847" y="35506"/>
                      <a:pt x="24897" y="35456"/>
                      <a:pt x="24897" y="35456"/>
                    </a:cubicBezTo>
                    <a:close/>
                    <a:moveTo>
                      <a:pt x="1" y="0"/>
                    </a:moveTo>
                    <a:lnTo>
                      <a:pt x="1" y="34"/>
                    </a:lnTo>
                    <a:cubicBezTo>
                      <a:pt x="1" y="14320"/>
                      <a:pt x="1" y="27486"/>
                      <a:pt x="1" y="38012"/>
                    </a:cubicBezTo>
                    <a:lnTo>
                      <a:pt x="1" y="38046"/>
                    </a:lnTo>
                    <a:lnTo>
                      <a:pt x="34" y="38046"/>
                    </a:lnTo>
                    <a:lnTo>
                      <a:pt x="21756" y="38029"/>
                    </a:lnTo>
                    <a:lnTo>
                      <a:pt x="21772" y="38029"/>
                    </a:lnTo>
                    <a:lnTo>
                      <a:pt x="24128" y="36108"/>
                    </a:lnTo>
                    <a:lnTo>
                      <a:pt x="24713" y="35623"/>
                    </a:lnTo>
                    <a:lnTo>
                      <a:pt x="24713" y="35623"/>
                    </a:lnTo>
                    <a:lnTo>
                      <a:pt x="24111" y="36091"/>
                    </a:lnTo>
                    <a:lnTo>
                      <a:pt x="21756" y="38012"/>
                    </a:lnTo>
                    <a:lnTo>
                      <a:pt x="68" y="37996"/>
                    </a:lnTo>
                    <a:lnTo>
                      <a:pt x="68" y="37996"/>
                    </a:lnTo>
                    <a:cubicBezTo>
                      <a:pt x="68" y="27480"/>
                      <a:pt x="68" y="14333"/>
                      <a:pt x="68" y="67"/>
                    </a:cubicBezTo>
                    <a:lnTo>
                      <a:pt x="27553" y="67"/>
                    </a:lnTo>
                    <a:cubicBezTo>
                      <a:pt x="27553" y="15707"/>
                      <a:pt x="27570" y="27841"/>
                      <a:pt x="27570" y="33284"/>
                    </a:cubicBezTo>
                    <a:lnTo>
                      <a:pt x="25582" y="34905"/>
                    </a:lnTo>
                    <a:lnTo>
                      <a:pt x="25081" y="35322"/>
                    </a:lnTo>
                    <a:lnTo>
                      <a:pt x="25582" y="34921"/>
                    </a:lnTo>
                    <a:lnTo>
                      <a:pt x="27587" y="33301"/>
                    </a:lnTo>
                    <a:cubicBezTo>
                      <a:pt x="27587" y="27837"/>
                      <a:pt x="27604" y="15690"/>
                      <a:pt x="27604" y="34"/>
                    </a:cubicBezTo>
                    <a:lnTo>
                      <a:pt x="2760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217" name="Gruppieren 216"/>
              <p:cNvGrpSpPr/>
              <p:nvPr/>
            </p:nvGrpSpPr>
            <p:grpSpPr>
              <a:xfrm>
                <a:off x="5732827" y="1740028"/>
                <a:ext cx="694000" cy="209438"/>
                <a:chOff x="6262653" y="1925108"/>
                <a:chExt cx="1021072" cy="209438"/>
              </a:xfrm>
            </p:grpSpPr>
            <p:sp>
              <p:nvSpPr>
                <p:cNvPr id="273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4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5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6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218" name="Google Shape;4038;p60"/>
              <p:cNvSpPr/>
              <p:nvPr/>
            </p:nvSpPr>
            <p:spPr>
              <a:xfrm>
                <a:off x="6976080" y="3664138"/>
                <a:ext cx="214183" cy="442529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6250" extrusionOk="0">
                    <a:moveTo>
                      <a:pt x="3024" y="1"/>
                    </a:moveTo>
                    <a:lnTo>
                      <a:pt x="0" y="6250"/>
                    </a:lnTo>
                    <a:lnTo>
                      <a:pt x="2156" y="6250"/>
                    </a:lnTo>
                    <a:lnTo>
                      <a:pt x="3024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219" name="Gruppieren 218"/>
              <p:cNvGrpSpPr/>
              <p:nvPr/>
            </p:nvGrpSpPr>
            <p:grpSpPr>
              <a:xfrm>
                <a:off x="6500110" y="3806192"/>
                <a:ext cx="853377" cy="108000"/>
                <a:chOff x="6500110" y="1780140"/>
                <a:chExt cx="853377" cy="108000"/>
              </a:xfrm>
            </p:grpSpPr>
            <p:sp>
              <p:nvSpPr>
                <p:cNvPr id="268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9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0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1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2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220" name="Google Shape;4040;p60"/>
              <p:cNvSpPr/>
              <p:nvPr/>
            </p:nvSpPr>
            <p:spPr>
              <a:xfrm>
                <a:off x="7128664" y="3664138"/>
                <a:ext cx="417676" cy="444935"/>
              </a:xfrm>
              <a:custGeom>
                <a:avLst/>
                <a:gdLst/>
                <a:ahLst/>
                <a:cxnLst/>
                <a:rect l="l" t="t" r="r" b="b"/>
                <a:pathLst>
                  <a:path w="5899" h="6284" extrusionOk="0">
                    <a:moveTo>
                      <a:pt x="17" y="6201"/>
                    </a:moveTo>
                    <a:cubicBezTo>
                      <a:pt x="14" y="6220"/>
                      <a:pt x="11" y="6237"/>
                      <a:pt x="8" y="6251"/>
                    </a:cubicBezTo>
                    <a:lnTo>
                      <a:pt x="8" y="6251"/>
                    </a:lnTo>
                    <a:cubicBezTo>
                      <a:pt x="14" y="6235"/>
                      <a:pt x="16" y="6221"/>
                      <a:pt x="17" y="6201"/>
                    </a:cubicBezTo>
                    <a:close/>
                    <a:moveTo>
                      <a:pt x="8" y="6251"/>
                    </a:moveTo>
                    <a:cubicBezTo>
                      <a:pt x="6" y="6256"/>
                      <a:pt x="3" y="6261"/>
                      <a:pt x="1" y="6267"/>
                    </a:cubicBezTo>
                    <a:cubicBezTo>
                      <a:pt x="1" y="6267"/>
                      <a:pt x="1" y="6283"/>
                      <a:pt x="1" y="6283"/>
                    </a:cubicBezTo>
                    <a:cubicBezTo>
                      <a:pt x="3" y="6274"/>
                      <a:pt x="5" y="6263"/>
                      <a:pt x="8" y="6251"/>
                    </a:cubicBezTo>
                    <a:close/>
                    <a:moveTo>
                      <a:pt x="836" y="1"/>
                    </a:moveTo>
                    <a:lnTo>
                      <a:pt x="836" y="34"/>
                    </a:lnTo>
                    <a:cubicBezTo>
                      <a:pt x="585" y="1856"/>
                      <a:pt x="385" y="3426"/>
                      <a:pt x="234" y="4546"/>
                    </a:cubicBezTo>
                    <a:cubicBezTo>
                      <a:pt x="168" y="5097"/>
                      <a:pt x="101" y="5531"/>
                      <a:pt x="67" y="5832"/>
                    </a:cubicBezTo>
                    <a:cubicBezTo>
                      <a:pt x="51" y="5983"/>
                      <a:pt x="34" y="6100"/>
                      <a:pt x="17" y="6166"/>
                    </a:cubicBezTo>
                    <a:cubicBezTo>
                      <a:pt x="17" y="6180"/>
                      <a:pt x="17" y="6192"/>
                      <a:pt x="17" y="6201"/>
                    </a:cubicBezTo>
                    <a:lnTo>
                      <a:pt x="17" y="6201"/>
                    </a:lnTo>
                    <a:cubicBezTo>
                      <a:pt x="55" y="5983"/>
                      <a:pt x="124" y="5445"/>
                      <a:pt x="268" y="4512"/>
                    </a:cubicBezTo>
                    <a:cubicBezTo>
                      <a:pt x="417" y="3419"/>
                      <a:pt x="632" y="1882"/>
                      <a:pt x="896" y="81"/>
                    </a:cubicBezTo>
                    <a:lnTo>
                      <a:pt x="896" y="81"/>
                    </a:lnTo>
                    <a:lnTo>
                      <a:pt x="3894" y="1003"/>
                    </a:lnTo>
                    <a:lnTo>
                      <a:pt x="5758" y="1571"/>
                    </a:lnTo>
                    <a:lnTo>
                      <a:pt x="5758" y="1571"/>
                    </a:lnTo>
                    <a:lnTo>
                      <a:pt x="1671" y="4913"/>
                    </a:lnTo>
                    <a:lnTo>
                      <a:pt x="1" y="6283"/>
                    </a:lnTo>
                    <a:cubicBezTo>
                      <a:pt x="1" y="6283"/>
                      <a:pt x="17" y="6283"/>
                      <a:pt x="34" y="6267"/>
                    </a:cubicBezTo>
                    <a:lnTo>
                      <a:pt x="118" y="6200"/>
                    </a:lnTo>
                    <a:lnTo>
                      <a:pt x="435" y="5949"/>
                    </a:lnTo>
                    <a:lnTo>
                      <a:pt x="1655" y="4963"/>
                    </a:lnTo>
                    <a:lnTo>
                      <a:pt x="5849" y="1588"/>
                    </a:lnTo>
                    <a:lnTo>
                      <a:pt x="5899" y="1555"/>
                    </a:lnTo>
                    <a:lnTo>
                      <a:pt x="5832" y="1538"/>
                    </a:lnTo>
                    <a:lnTo>
                      <a:pt x="3927" y="937"/>
                    </a:lnTo>
                    <a:lnTo>
                      <a:pt x="886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1" name="Google Shape;4039;p60"/>
              <p:cNvSpPr/>
              <p:nvPr/>
            </p:nvSpPr>
            <p:spPr>
              <a:xfrm>
                <a:off x="7128664" y="3666546"/>
                <a:ext cx="411799" cy="442529"/>
              </a:xfrm>
              <a:custGeom>
                <a:avLst/>
                <a:gdLst/>
                <a:ahLst/>
                <a:cxnLst/>
                <a:rect l="l" t="t" r="r" b="b"/>
                <a:pathLst>
                  <a:path w="5816" h="6250" extrusionOk="0">
                    <a:moveTo>
                      <a:pt x="869" y="0"/>
                    </a:moveTo>
                    <a:lnTo>
                      <a:pt x="1" y="6249"/>
                    </a:lnTo>
                    <a:lnTo>
                      <a:pt x="1" y="6249"/>
                    </a:lnTo>
                    <a:lnTo>
                      <a:pt x="5815" y="1538"/>
                    </a:lnTo>
                    <a:lnTo>
                      <a:pt x="86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222" name="Gruppieren 221"/>
              <p:cNvGrpSpPr/>
              <p:nvPr/>
            </p:nvGrpSpPr>
            <p:grpSpPr>
              <a:xfrm>
                <a:off x="5727282" y="2241895"/>
                <a:ext cx="694000" cy="209438"/>
                <a:chOff x="6262653" y="1925108"/>
                <a:chExt cx="1021072" cy="209438"/>
              </a:xfrm>
            </p:grpSpPr>
            <p:sp>
              <p:nvSpPr>
                <p:cNvPr id="264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5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6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7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3" name="Gruppieren 222"/>
              <p:cNvGrpSpPr/>
              <p:nvPr/>
            </p:nvGrpSpPr>
            <p:grpSpPr>
              <a:xfrm>
                <a:off x="5735882" y="2778194"/>
                <a:ext cx="694000" cy="209438"/>
                <a:chOff x="6262653" y="1925108"/>
                <a:chExt cx="1021072" cy="209438"/>
              </a:xfrm>
            </p:grpSpPr>
            <p:sp>
              <p:nvSpPr>
                <p:cNvPr id="260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1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2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3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4" name="Gruppieren 223"/>
              <p:cNvGrpSpPr/>
              <p:nvPr/>
            </p:nvGrpSpPr>
            <p:grpSpPr>
              <a:xfrm>
                <a:off x="5740964" y="3279011"/>
                <a:ext cx="694000" cy="209438"/>
                <a:chOff x="6262653" y="1925108"/>
                <a:chExt cx="1021072" cy="209438"/>
              </a:xfrm>
            </p:grpSpPr>
            <p:sp>
              <p:nvSpPr>
                <p:cNvPr id="256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7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8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9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5" name="Gruppieren 224"/>
              <p:cNvGrpSpPr/>
              <p:nvPr/>
            </p:nvGrpSpPr>
            <p:grpSpPr>
              <a:xfrm>
                <a:off x="5727282" y="3744414"/>
                <a:ext cx="694000" cy="209438"/>
                <a:chOff x="6262653" y="1925108"/>
                <a:chExt cx="1021072" cy="209438"/>
              </a:xfrm>
            </p:grpSpPr>
            <p:sp>
              <p:nvSpPr>
                <p:cNvPr id="252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3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4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5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6" name="Gruppieren 225"/>
              <p:cNvGrpSpPr/>
              <p:nvPr/>
            </p:nvGrpSpPr>
            <p:grpSpPr>
              <a:xfrm>
                <a:off x="6500110" y="1780140"/>
                <a:ext cx="853377" cy="108000"/>
                <a:chOff x="6500110" y="1780140"/>
                <a:chExt cx="853377" cy="108000"/>
              </a:xfrm>
            </p:grpSpPr>
            <p:sp>
              <p:nvSpPr>
                <p:cNvPr id="247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8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9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0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1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7" name="Gruppieren 226"/>
              <p:cNvGrpSpPr/>
              <p:nvPr/>
            </p:nvGrpSpPr>
            <p:grpSpPr>
              <a:xfrm>
                <a:off x="6500110" y="2288400"/>
                <a:ext cx="853377" cy="108000"/>
                <a:chOff x="6500110" y="1780140"/>
                <a:chExt cx="853377" cy="108000"/>
              </a:xfrm>
            </p:grpSpPr>
            <p:sp>
              <p:nvSpPr>
                <p:cNvPr id="242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3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4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5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6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8" name="Gruppieren 227"/>
              <p:cNvGrpSpPr/>
              <p:nvPr/>
            </p:nvGrpSpPr>
            <p:grpSpPr>
              <a:xfrm>
                <a:off x="6495391" y="2822745"/>
                <a:ext cx="853377" cy="108000"/>
                <a:chOff x="6500110" y="1780140"/>
                <a:chExt cx="853377" cy="108000"/>
              </a:xfrm>
            </p:grpSpPr>
            <p:sp>
              <p:nvSpPr>
                <p:cNvPr id="237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8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9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0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1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29" name="Gruppieren 228"/>
              <p:cNvGrpSpPr/>
              <p:nvPr/>
            </p:nvGrpSpPr>
            <p:grpSpPr>
              <a:xfrm>
                <a:off x="6495391" y="3327595"/>
                <a:ext cx="853377" cy="108000"/>
                <a:chOff x="6500110" y="1780140"/>
                <a:chExt cx="853377" cy="108000"/>
              </a:xfrm>
            </p:grpSpPr>
            <p:sp>
              <p:nvSpPr>
                <p:cNvPr id="232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3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4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5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6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230" name="Google Shape;9650;p71"/>
              <p:cNvSpPr>
                <a:spLocks noChangeAspect="1"/>
              </p:cNvSpPr>
              <p:nvPr/>
            </p:nvSpPr>
            <p:spPr>
              <a:xfrm>
                <a:off x="6469945" y="2841491"/>
                <a:ext cx="138847" cy="137461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002" extrusionOk="0">
                    <a:moveTo>
                      <a:pt x="2619" y="0"/>
                    </a:moveTo>
                    <a:cubicBezTo>
                      <a:pt x="2492" y="0"/>
                      <a:pt x="2366" y="49"/>
                      <a:pt x="2268" y="146"/>
                    </a:cubicBezTo>
                    <a:lnTo>
                      <a:pt x="201" y="2213"/>
                    </a:lnTo>
                    <a:cubicBezTo>
                      <a:pt x="7" y="2407"/>
                      <a:pt x="7" y="2719"/>
                      <a:pt x="201" y="2914"/>
                    </a:cubicBezTo>
                    <a:lnTo>
                      <a:pt x="2782" y="5501"/>
                    </a:lnTo>
                    <a:lnTo>
                      <a:pt x="195" y="8081"/>
                    </a:lnTo>
                    <a:cubicBezTo>
                      <a:pt x="0" y="8275"/>
                      <a:pt x="0" y="8587"/>
                      <a:pt x="195" y="8782"/>
                    </a:cubicBezTo>
                    <a:lnTo>
                      <a:pt x="2268" y="10856"/>
                    </a:lnTo>
                    <a:cubicBezTo>
                      <a:pt x="2366" y="10953"/>
                      <a:pt x="2492" y="11001"/>
                      <a:pt x="2619" y="11001"/>
                    </a:cubicBezTo>
                    <a:cubicBezTo>
                      <a:pt x="2745" y="11001"/>
                      <a:pt x="2872" y="10953"/>
                      <a:pt x="2969" y="10856"/>
                    </a:cubicBezTo>
                    <a:lnTo>
                      <a:pt x="5556" y="8268"/>
                    </a:lnTo>
                    <a:lnTo>
                      <a:pt x="8143" y="10856"/>
                    </a:lnTo>
                    <a:cubicBezTo>
                      <a:pt x="8241" y="10953"/>
                      <a:pt x="8367" y="11001"/>
                      <a:pt x="8494" y="11001"/>
                    </a:cubicBezTo>
                    <a:cubicBezTo>
                      <a:pt x="8620" y="11001"/>
                      <a:pt x="8747" y="10953"/>
                      <a:pt x="8844" y="10856"/>
                    </a:cubicBezTo>
                    <a:lnTo>
                      <a:pt x="10911" y="8789"/>
                    </a:lnTo>
                    <a:cubicBezTo>
                      <a:pt x="11105" y="8594"/>
                      <a:pt x="11105" y="8275"/>
                      <a:pt x="10911" y="8081"/>
                    </a:cubicBezTo>
                    <a:lnTo>
                      <a:pt x="8331" y="5501"/>
                    </a:lnTo>
                    <a:lnTo>
                      <a:pt x="10918" y="2914"/>
                    </a:lnTo>
                    <a:cubicBezTo>
                      <a:pt x="11112" y="2719"/>
                      <a:pt x="11112" y="2407"/>
                      <a:pt x="10918" y="2213"/>
                    </a:cubicBezTo>
                    <a:lnTo>
                      <a:pt x="8844" y="146"/>
                    </a:lnTo>
                    <a:cubicBezTo>
                      <a:pt x="8747" y="49"/>
                      <a:pt x="8620" y="0"/>
                      <a:pt x="8494" y="0"/>
                    </a:cubicBezTo>
                    <a:cubicBezTo>
                      <a:pt x="8367" y="0"/>
                      <a:pt x="8241" y="49"/>
                      <a:pt x="8143" y="146"/>
                    </a:cubicBezTo>
                    <a:lnTo>
                      <a:pt x="5556" y="2726"/>
                    </a:lnTo>
                    <a:lnTo>
                      <a:pt x="2969" y="146"/>
                    </a:lnTo>
                    <a:cubicBezTo>
                      <a:pt x="2872" y="49"/>
                      <a:pt x="2745" y="0"/>
                      <a:pt x="261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1" name="Google Shape;9650;p71"/>
              <p:cNvSpPr>
                <a:spLocks noChangeAspect="1"/>
              </p:cNvSpPr>
              <p:nvPr/>
            </p:nvSpPr>
            <p:spPr>
              <a:xfrm>
                <a:off x="7068515" y="2302135"/>
                <a:ext cx="138848" cy="137461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002" extrusionOk="0">
                    <a:moveTo>
                      <a:pt x="2619" y="0"/>
                    </a:moveTo>
                    <a:cubicBezTo>
                      <a:pt x="2492" y="0"/>
                      <a:pt x="2366" y="49"/>
                      <a:pt x="2268" y="146"/>
                    </a:cubicBezTo>
                    <a:lnTo>
                      <a:pt x="201" y="2213"/>
                    </a:lnTo>
                    <a:cubicBezTo>
                      <a:pt x="7" y="2407"/>
                      <a:pt x="7" y="2719"/>
                      <a:pt x="201" y="2914"/>
                    </a:cubicBezTo>
                    <a:lnTo>
                      <a:pt x="2782" y="5501"/>
                    </a:lnTo>
                    <a:lnTo>
                      <a:pt x="195" y="8081"/>
                    </a:lnTo>
                    <a:cubicBezTo>
                      <a:pt x="0" y="8275"/>
                      <a:pt x="0" y="8587"/>
                      <a:pt x="195" y="8782"/>
                    </a:cubicBezTo>
                    <a:lnTo>
                      <a:pt x="2268" y="10856"/>
                    </a:lnTo>
                    <a:cubicBezTo>
                      <a:pt x="2366" y="10953"/>
                      <a:pt x="2492" y="11001"/>
                      <a:pt x="2619" y="11001"/>
                    </a:cubicBezTo>
                    <a:cubicBezTo>
                      <a:pt x="2745" y="11001"/>
                      <a:pt x="2872" y="10953"/>
                      <a:pt x="2969" y="10856"/>
                    </a:cubicBezTo>
                    <a:lnTo>
                      <a:pt x="5556" y="8268"/>
                    </a:lnTo>
                    <a:lnTo>
                      <a:pt x="8143" y="10856"/>
                    </a:lnTo>
                    <a:cubicBezTo>
                      <a:pt x="8241" y="10953"/>
                      <a:pt x="8367" y="11001"/>
                      <a:pt x="8494" y="11001"/>
                    </a:cubicBezTo>
                    <a:cubicBezTo>
                      <a:pt x="8620" y="11001"/>
                      <a:pt x="8747" y="10953"/>
                      <a:pt x="8844" y="10856"/>
                    </a:cubicBezTo>
                    <a:lnTo>
                      <a:pt x="10911" y="8789"/>
                    </a:lnTo>
                    <a:cubicBezTo>
                      <a:pt x="11105" y="8594"/>
                      <a:pt x="11105" y="8275"/>
                      <a:pt x="10911" y="8081"/>
                    </a:cubicBezTo>
                    <a:lnTo>
                      <a:pt x="8331" y="5501"/>
                    </a:lnTo>
                    <a:lnTo>
                      <a:pt x="10918" y="2914"/>
                    </a:lnTo>
                    <a:cubicBezTo>
                      <a:pt x="11112" y="2719"/>
                      <a:pt x="11112" y="2407"/>
                      <a:pt x="10918" y="2213"/>
                    </a:cubicBezTo>
                    <a:lnTo>
                      <a:pt x="8844" y="146"/>
                    </a:lnTo>
                    <a:cubicBezTo>
                      <a:pt x="8747" y="49"/>
                      <a:pt x="8620" y="0"/>
                      <a:pt x="8494" y="0"/>
                    </a:cubicBezTo>
                    <a:cubicBezTo>
                      <a:pt x="8367" y="0"/>
                      <a:pt x="8241" y="49"/>
                      <a:pt x="8143" y="146"/>
                    </a:cubicBezTo>
                    <a:lnTo>
                      <a:pt x="5556" y="2726"/>
                    </a:lnTo>
                    <a:lnTo>
                      <a:pt x="2969" y="146"/>
                    </a:lnTo>
                    <a:cubicBezTo>
                      <a:pt x="2872" y="49"/>
                      <a:pt x="2745" y="0"/>
                      <a:pt x="261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0" name="Gruppieren 119"/>
            <p:cNvGrpSpPr/>
            <p:nvPr/>
          </p:nvGrpSpPr>
          <p:grpSpPr>
            <a:xfrm>
              <a:off x="6185618" y="2035861"/>
              <a:ext cx="768367" cy="830741"/>
              <a:chOff x="1661326" y="225805"/>
              <a:chExt cx="664076" cy="732631"/>
            </a:xfrm>
          </p:grpSpPr>
          <p:sp>
            <p:nvSpPr>
              <p:cNvPr id="210" name="Google Shape;3956;p60"/>
              <p:cNvSpPr/>
              <p:nvPr/>
            </p:nvSpPr>
            <p:spPr>
              <a:xfrm>
                <a:off x="1681678" y="243048"/>
                <a:ext cx="643724" cy="715388"/>
              </a:xfrm>
              <a:custGeom>
                <a:avLst/>
                <a:gdLst/>
                <a:ahLst/>
                <a:cxnLst/>
                <a:rect l="l" t="t" r="r" b="b"/>
                <a:pathLst>
                  <a:path w="20085" h="22321" extrusionOk="0">
                    <a:moveTo>
                      <a:pt x="11829" y="1278"/>
                    </a:moveTo>
                    <a:cubicBezTo>
                      <a:pt x="13730" y="1278"/>
                      <a:pt x="15596" y="2122"/>
                      <a:pt x="16859" y="3690"/>
                    </a:cubicBezTo>
                    <a:cubicBezTo>
                      <a:pt x="17929" y="5010"/>
                      <a:pt x="18430" y="6715"/>
                      <a:pt x="18246" y="8419"/>
                    </a:cubicBezTo>
                    <a:cubicBezTo>
                      <a:pt x="17929" y="11476"/>
                      <a:pt x="15473" y="13882"/>
                      <a:pt x="12415" y="14167"/>
                    </a:cubicBezTo>
                    <a:cubicBezTo>
                      <a:pt x="12224" y="14183"/>
                      <a:pt x="12034" y="14191"/>
                      <a:pt x="11846" y="14191"/>
                    </a:cubicBezTo>
                    <a:cubicBezTo>
                      <a:pt x="8998" y="14191"/>
                      <a:pt x="6463" y="12329"/>
                      <a:pt x="5648" y="9555"/>
                    </a:cubicBezTo>
                    <a:cubicBezTo>
                      <a:pt x="4779" y="6598"/>
                      <a:pt x="6116" y="3440"/>
                      <a:pt x="8839" y="2019"/>
                    </a:cubicBezTo>
                    <a:cubicBezTo>
                      <a:pt x="9788" y="1519"/>
                      <a:pt x="10813" y="1278"/>
                      <a:pt x="11829" y="1278"/>
                    </a:cubicBezTo>
                    <a:close/>
                    <a:moveTo>
                      <a:pt x="11831" y="0"/>
                    </a:moveTo>
                    <a:cubicBezTo>
                      <a:pt x="11107" y="0"/>
                      <a:pt x="10375" y="103"/>
                      <a:pt x="9658" y="315"/>
                    </a:cubicBezTo>
                    <a:cubicBezTo>
                      <a:pt x="6651" y="1201"/>
                      <a:pt x="4478" y="3807"/>
                      <a:pt x="4144" y="6915"/>
                    </a:cubicBezTo>
                    <a:cubicBezTo>
                      <a:pt x="3877" y="9421"/>
                      <a:pt x="4863" y="11894"/>
                      <a:pt x="6751" y="13565"/>
                    </a:cubicBezTo>
                    <a:lnTo>
                      <a:pt x="1" y="21502"/>
                    </a:lnTo>
                    <a:lnTo>
                      <a:pt x="970" y="22320"/>
                    </a:lnTo>
                    <a:lnTo>
                      <a:pt x="7787" y="14317"/>
                    </a:lnTo>
                    <a:cubicBezTo>
                      <a:pt x="8773" y="14918"/>
                      <a:pt x="9875" y="15303"/>
                      <a:pt x="11011" y="15420"/>
                    </a:cubicBezTo>
                    <a:cubicBezTo>
                      <a:pt x="11296" y="15453"/>
                      <a:pt x="11563" y="15470"/>
                      <a:pt x="11847" y="15470"/>
                    </a:cubicBezTo>
                    <a:cubicBezTo>
                      <a:pt x="14821" y="15453"/>
                      <a:pt x="17528" y="13749"/>
                      <a:pt x="18814" y="11059"/>
                    </a:cubicBezTo>
                    <a:cubicBezTo>
                      <a:pt x="20084" y="8385"/>
                      <a:pt x="19717" y="5194"/>
                      <a:pt x="17845" y="2888"/>
                    </a:cubicBezTo>
                    <a:cubicBezTo>
                      <a:pt x="16359" y="1034"/>
                      <a:pt x="14129" y="0"/>
                      <a:pt x="118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1" name="Google Shape;3957;p60"/>
              <p:cNvSpPr/>
              <p:nvPr/>
            </p:nvSpPr>
            <p:spPr>
              <a:xfrm>
                <a:off x="1661326" y="225805"/>
                <a:ext cx="646929" cy="717632"/>
              </a:xfrm>
              <a:custGeom>
                <a:avLst/>
                <a:gdLst/>
                <a:ahLst/>
                <a:cxnLst/>
                <a:rect l="l" t="t" r="r" b="b"/>
                <a:pathLst>
                  <a:path w="20185" h="22391" extrusionOk="0">
                    <a:moveTo>
                      <a:pt x="11913" y="1276"/>
                    </a:moveTo>
                    <a:cubicBezTo>
                      <a:pt x="13821" y="1276"/>
                      <a:pt x="15688" y="2117"/>
                      <a:pt x="16943" y="3677"/>
                    </a:cubicBezTo>
                    <a:cubicBezTo>
                      <a:pt x="18029" y="5014"/>
                      <a:pt x="18530" y="6718"/>
                      <a:pt x="18347" y="8422"/>
                    </a:cubicBezTo>
                    <a:cubicBezTo>
                      <a:pt x="18012" y="11480"/>
                      <a:pt x="15573" y="13886"/>
                      <a:pt x="12499" y="14153"/>
                    </a:cubicBezTo>
                    <a:cubicBezTo>
                      <a:pt x="12300" y="14172"/>
                      <a:pt x="12102" y="14181"/>
                      <a:pt x="11905" y="14181"/>
                    </a:cubicBezTo>
                    <a:cubicBezTo>
                      <a:pt x="9080" y="14181"/>
                      <a:pt x="6544" y="12308"/>
                      <a:pt x="5732" y="9558"/>
                    </a:cubicBezTo>
                    <a:cubicBezTo>
                      <a:pt x="4863" y="6601"/>
                      <a:pt x="6199" y="3443"/>
                      <a:pt x="8923" y="2006"/>
                    </a:cubicBezTo>
                    <a:cubicBezTo>
                      <a:pt x="9874" y="1513"/>
                      <a:pt x="10899" y="1276"/>
                      <a:pt x="11913" y="1276"/>
                    </a:cubicBezTo>
                    <a:close/>
                    <a:moveTo>
                      <a:pt x="11938" y="1"/>
                    </a:moveTo>
                    <a:cubicBezTo>
                      <a:pt x="11207" y="1"/>
                      <a:pt x="10468" y="105"/>
                      <a:pt x="9742" y="318"/>
                    </a:cubicBezTo>
                    <a:cubicBezTo>
                      <a:pt x="6751" y="1204"/>
                      <a:pt x="4579" y="3794"/>
                      <a:pt x="4245" y="6902"/>
                    </a:cubicBezTo>
                    <a:cubicBezTo>
                      <a:pt x="3977" y="9408"/>
                      <a:pt x="4946" y="11897"/>
                      <a:pt x="6851" y="13552"/>
                    </a:cubicBezTo>
                    <a:lnTo>
                      <a:pt x="1" y="21555"/>
                    </a:lnTo>
                    <a:lnTo>
                      <a:pt x="1037" y="22390"/>
                    </a:lnTo>
                    <a:lnTo>
                      <a:pt x="7870" y="14320"/>
                    </a:lnTo>
                    <a:cubicBezTo>
                      <a:pt x="8856" y="14922"/>
                      <a:pt x="9959" y="15289"/>
                      <a:pt x="11112" y="15406"/>
                    </a:cubicBezTo>
                    <a:cubicBezTo>
                      <a:pt x="11379" y="15440"/>
                      <a:pt x="11663" y="15456"/>
                      <a:pt x="11947" y="15456"/>
                    </a:cubicBezTo>
                    <a:cubicBezTo>
                      <a:pt x="14921" y="15456"/>
                      <a:pt x="17628" y="13735"/>
                      <a:pt x="18898" y="11062"/>
                    </a:cubicBezTo>
                    <a:cubicBezTo>
                      <a:pt x="20185" y="8372"/>
                      <a:pt x="19800" y="5197"/>
                      <a:pt x="17946" y="2875"/>
                    </a:cubicBezTo>
                    <a:cubicBezTo>
                      <a:pt x="16450" y="1025"/>
                      <a:pt x="14234" y="1"/>
                      <a:pt x="1193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2" name="Google Shape;3958;p60"/>
              <p:cNvSpPr/>
              <p:nvPr/>
            </p:nvSpPr>
            <p:spPr>
              <a:xfrm>
                <a:off x="1878753" y="381665"/>
                <a:ext cx="52498" cy="226017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7052" extrusionOk="0">
                    <a:moveTo>
                      <a:pt x="1036" y="0"/>
                    </a:moveTo>
                    <a:lnTo>
                      <a:pt x="1036" y="0"/>
                    </a:lnTo>
                    <a:cubicBezTo>
                      <a:pt x="1020" y="17"/>
                      <a:pt x="1003" y="34"/>
                      <a:pt x="1003" y="67"/>
                    </a:cubicBezTo>
                    <a:cubicBezTo>
                      <a:pt x="1020" y="50"/>
                      <a:pt x="1036" y="17"/>
                      <a:pt x="1036" y="0"/>
                    </a:cubicBezTo>
                    <a:close/>
                    <a:moveTo>
                      <a:pt x="1003" y="67"/>
                    </a:moveTo>
                    <a:cubicBezTo>
                      <a:pt x="969" y="100"/>
                      <a:pt x="936" y="167"/>
                      <a:pt x="886" y="251"/>
                    </a:cubicBezTo>
                    <a:cubicBezTo>
                      <a:pt x="769" y="501"/>
                      <a:pt x="669" y="735"/>
                      <a:pt x="585" y="1003"/>
                    </a:cubicBezTo>
                    <a:cubicBezTo>
                      <a:pt x="0" y="2690"/>
                      <a:pt x="151" y="4562"/>
                      <a:pt x="1020" y="6149"/>
                    </a:cubicBezTo>
                    <a:cubicBezTo>
                      <a:pt x="1153" y="6383"/>
                      <a:pt x="1287" y="6600"/>
                      <a:pt x="1454" y="6817"/>
                    </a:cubicBezTo>
                    <a:cubicBezTo>
                      <a:pt x="1504" y="6901"/>
                      <a:pt x="1554" y="6951"/>
                      <a:pt x="1588" y="7001"/>
                    </a:cubicBezTo>
                    <a:cubicBezTo>
                      <a:pt x="1604" y="7018"/>
                      <a:pt x="1621" y="7034"/>
                      <a:pt x="1638" y="7051"/>
                    </a:cubicBezTo>
                    <a:cubicBezTo>
                      <a:pt x="1621" y="7034"/>
                      <a:pt x="1604" y="7001"/>
                      <a:pt x="1588" y="6984"/>
                    </a:cubicBezTo>
                    <a:cubicBezTo>
                      <a:pt x="1571" y="6951"/>
                      <a:pt x="1521" y="6884"/>
                      <a:pt x="1471" y="6801"/>
                    </a:cubicBezTo>
                    <a:cubicBezTo>
                      <a:pt x="1320" y="6583"/>
                      <a:pt x="1187" y="6366"/>
                      <a:pt x="1070" y="6116"/>
                    </a:cubicBezTo>
                    <a:cubicBezTo>
                      <a:pt x="234" y="4545"/>
                      <a:pt x="67" y="2707"/>
                      <a:pt x="635" y="1019"/>
                    </a:cubicBezTo>
                    <a:cubicBezTo>
                      <a:pt x="702" y="752"/>
                      <a:pt x="802" y="501"/>
                      <a:pt x="919" y="268"/>
                    </a:cubicBezTo>
                    <a:cubicBezTo>
                      <a:pt x="953" y="184"/>
                      <a:pt x="986" y="117"/>
                      <a:pt x="1003" y="6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5" name="Gruppieren 124"/>
            <p:cNvGrpSpPr/>
            <p:nvPr/>
          </p:nvGrpSpPr>
          <p:grpSpPr>
            <a:xfrm flipH="1">
              <a:off x="5160288" y="1879594"/>
              <a:ext cx="1224231" cy="3011847"/>
              <a:chOff x="2559745" y="1296701"/>
              <a:chExt cx="451286" cy="1334370"/>
            </a:xfrm>
          </p:grpSpPr>
          <p:sp>
            <p:nvSpPr>
              <p:cNvPr id="142" name="Google Shape;3785;p60"/>
              <p:cNvSpPr/>
              <p:nvPr/>
            </p:nvSpPr>
            <p:spPr>
              <a:xfrm>
                <a:off x="2774822" y="2353582"/>
                <a:ext cx="75029" cy="18236"/>
              </a:xfrm>
              <a:custGeom>
                <a:avLst/>
                <a:gdLst/>
                <a:ahLst/>
                <a:cxnLst/>
                <a:rect l="l" t="t" r="r" b="b"/>
                <a:pathLst>
                  <a:path w="2341" h="569" extrusionOk="0">
                    <a:moveTo>
                      <a:pt x="1" y="0"/>
                    </a:moveTo>
                    <a:lnTo>
                      <a:pt x="1" y="568"/>
                    </a:lnTo>
                    <a:lnTo>
                      <a:pt x="2340" y="568"/>
                    </a:lnTo>
                    <a:lnTo>
                      <a:pt x="23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" name="Google Shape;3786;p60"/>
              <p:cNvSpPr/>
              <p:nvPr/>
            </p:nvSpPr>
            <p:spPr>
              <a:xfrm>
                <a:off x="2765207" y="2394253"/>
                <a:ext cx="96406" cy="38588"/>
              </a:xfrm>
              <a:custGeom>
                <a:avLst/>
                <a:gdLst/>
                <a:ahLst/>
                <a:cxnLst/>
                <a:rect l="l" t="t" r="r" b="b"/>
                <a:pathLst>
                  <a:path w="3008" h="1204" extrusionOk="0">
                    <a:moveTo>
                      <a:pt x="0" y="1"/>
                    </a:moveTo>
                    <a:lnTo>
                      <a:pt x="0" y="1204"/>
                    </a:lnTo>
                    <a:lnTo>
                      <a:pt x="3008" y="1204"/>
                    </a:lnTo>
                    <a:lnTo>
                      <a:pt x="30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" name="Google Shape;3790;p60"/>
              <p:cNvSpPr/>
              <p:nvPr/>
            </p:nvSpPr>
            <p:spPr>
              <a:xfrm>
                <a:off x="2757162" y="2507806"/>
                <a:ext cx="74997" cy="17692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552" extrusionOk="0">
                    <a:moveTo>
                      <a:pt x="0" y="0"/>
                    </a:moveTo>
                    <a:lnTo>
                      <a:pt x="0" y="552"/>
                    </a:lnTo>
                    <a:lnTo>
                      <a:pt x="2340" y="552"/>
                    </a:lnTo>
                    <a:lnTo>
                      <a:pt x="23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" name="Google Shape;3791;p60"/>
              <p:cNvSpPr/>
              <p:nvPr/>
            </p:nvSpPr>
            <p:spPr>
              <a:xfrm>
                <a:off x="2747515" y="2548478"/>
                <a:ext cx="96438" cy="38075"/>
              </a:xfrm>
              <a:custGeom>
                <a:avLst/>
                <a:gdLst/>
                <a:ahLst/>
                <a:cxnLst/>
                <a:rect l="l" t="t" r="r" b="b"/>
                <a:pathLst>
                  <a:path w="3009" h="1188" extrusionOk="0">
                    <a:moveTo>
                      <a:pt x="1" y="1"/>
                    </a:moveTo>
                    <a:lnTo>
                      <a:pt x="1" y="1187"/>
                    </a:lnTo>
                    <a:lnTo>
                      <a:pt x="3008" y="1187"/>
                    </a:lnTo>
                    <a:lnTo>
                      <a:pt x="30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" name="Google Shape;3837;p60"/>
              <p:cNvSpPr/>
              <p:nvPr/>
            </p:nvSpPr>
            <p:spPr>
              <a:xfrm>
                <a:off x="2559745" y="1582462"/>
                <a:ext cx="135849" cy="116720"/>
              </a:xfrm>
              <a:custGeom>
                <a:avLst/>
                <a:gdLst>
                  <a:gd name="connsiteX0" fmla="*/ 17967 w 22707"/>
                  <a:gd name="connsiteY0" fmla="*/ 0 h 9994"/>
                  <a:gd name="connsiteX1" fmla="*/ 0 w 22707"/>
                  <a:gd name="connsiteY1" fmla="*/ 7390 h 9994"/>
                  <a:gd name="connsiteX2" fmla="*/ 15812 w 22707"/>
                  <a:gd name="connsiteY2" fmla="*/ 9994 h 9994"/>
                  <a:gd name="connsiteX3" fmla="*/ 22707 w 22707"/>
                  <a:gd name="connsiteY3" fmla="*/ 6740 h 9994"/>
                  <a:gd name="connsiteX4" fmla="*/ 17967 w 22707"/>
                  <a:gd name="connsiteY4" fmla="*/ 0 h 9994"/>
                  <a:gd name="connsiteX0" fmla="*/ 7540 w 9627"/>
                  <a:gd name="connsiteY0" fmla="*/ 0 h 10000"/>
                  <a:gd name="connsiteX1" fmla="*/ 0 w 9627"/>
                  <a:gd name="connsiteY1" fmla="*/ 8659 h 10000"/>
                  <a:gd name="connsiteX2" fmla="*/ 6590 w 9627"/>
                  <a:gd name="connsiteY2" fmla="*/ 10000 h 10000"/>
                  <a:gd name="connsiteX3" fmla="*/ 9627 w 9627"/>
                  <a:gd name="connsiteY3" fmla="*/ 6744 h 10000"/>
                  <a:gd name="connsiteX4" fmla="*/ 7540 w 9627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27" h="10000" extrusionOk="0">
                    <a:moveTo>
                      <a:pt x="7540" y="0"/>
                    </a:moveTo>
                    <a:lnTo>
                      <a:pt x="0" y="8659"/>
                    </a:lnTo>
                    <a:lnTo>
                      <a:pt x="6590" y="10000"/>
                    </a:lnTo>
                    <a:lnTo>
                      <a:pt x="9627" y="6744"/>
                    </a:lnTo>
                    <a:lnTo>
                      <a:pt x="7540" y="0"/>
                    </a:ln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" name="Google Shape;3838;p60"/>
              <p:cNvSpPr/>
              <p:nvPr/>
            </p:nvSpPr>
            <p:spPr>
              <a:xfrm>
                <a:off x="2673608" y="2221311"/>
                <a:ext cx="333673" cy="107111"/>
              </a:xfrm>
              <a:custGeom>
                <a:avLst/>
                <a:gdLst/>
                <a:ahLst/>
                <a:cxnLst/>
                <a:rect l="l" t="t" r="r" b="b"/>
                <a:pathLst>
                  <a:path w="10411" h="3342" extrusionOk="0">
                    <a:moveTo>
                      <a:pt x="4245" y="0"/>
                    </a:moveTo>
                    <a:lnTo>
                      <a:pt x="1" y="2055"/>
                    </a:lnTo>
                    <a:cubicBezTo>
                      <a:pt x="222" y="2407"/>
                      <a:pt x="768" y="2535"/>
                      <a:pt x="1244" y="2535"/>
                    </a:cubicBezTo>
                    <a:cubicBezTo>
                      <a:pt x="1378" y="2535"/>
                      <a:pt x="1507" y="2525"/>
                      <a:pt x="1622" y="2506"/>
                    </a:cubicBezTo>
                    <a:cubicBezTo>
                      <a:pt x="2156" y="2440"/>
                      <a:pt x="2641" y="2206"/>
                      <a:pt x="3176" y="2139"/>
                    </a:cubicBezTo>
                    <a:cubicBezTo>
                      <a:pt x="3296" y="2124"/>
                      <a:pt x="3417" y="2116"/>
                      <a:pt x="3538" y="2116"/>
                    </a:cubicBezTo>
                    <a:cubicBezTo>
                      <a:pt x="4083" y="2116"/>
                      <a:pt x="4618" y="2269"/>
                      <a:pt x="5097" y="2556"/>
                    </a:cubicBezTo>
                    <a:cubicBezTo>
                      <a:pt x="5398" y="2740"/>
                      <a:pt x="5682" y="2957"/>
                      <a:pt x="5999" y="3125"/>
                    </a:cubicBezTo>
                    <a:cubicBezTo>
                      <a:pt x="6249" y="3269"/>
                      <a:pt x="6529" y="3341"/>
                      <a:pt x="6808" y="3341"/>
                    </a:cubicBezTo>
                    <a:cubicBezTo>
                      <a:pt x="6884" y="3341"/>
                      <a:pt x="6960" y="3336"/>
                      <a:pt x="7035" y="3325"/>
                    </a:cubicBezTo>
                    <a:cubicBezTo>
                      <a:pt x="7436" y="3225"/>
                      <a:pt x="7737" y="2924"/>
                      <a:pt x="8038" y="2657"/>
                    </a:cubicBezTo>
                    <a:cubicBezTo>
                      <a:pt x="8328" y="2397"/>
                      <a:pt x="8659" y="2166"/>
                      <a:pt x="9020" y="2166"/>
                    </a:cubicBezTo>
                    <a:cubicBezTo>
                      <a:pt x="9055" y="2166"/>
                      <a:pt x="9089" y="2168"/>
                      <a:pt x="9124" y="2172"/>
                    </a:cubicBezTo>
                    <a:cubicBezTo>
                      <a:pt x="9324" y="2206"/>
                      <a:pt x="9525" y="2272"/>
                      <a:pt x="9725" y="2339"/>
                    </a:cubicBezTo>
                    <a:cubicBezTo>
                      <a:pt x="9785" y="2364"/>
                      <a:pt x="9848" y="2376"/>
                      <a:pt x="9910" y="2376"/>
                    </a:cubicBezTo>
                    <a:cubicBezTo>
                      <a:pt x="10058" y="2376"/>
                      <a:pt x="10204" y="2311"/>
                      <a:pt x="10310" y="2206"/>
                    </a:cubicBezTo>
                    <a:cubicBezTo>
                      <a:pt x="10377" y="2072"/>
                      <a:pt x="10410" y="1922"/>
                      <a:pt x="10360" y="1771"/>
                    </a:cubicBezTo>
                    <a:cubicBezTo>
                      <a:pt x="10293" y="1320"/>
                      <a:pt x="10043" y="919"/>
                      <a:pt x="9692" y="652"/>
                    </a:cubicBezTo>
                    <a:lnTo>
                      <a:pt x="4245" y="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" name="Google Shape;3839;p60"/>
              <p:cNvSpPr/>
              <p:nvPr/>
            </p:nvSpPr>
            <p:spPr>
              <a:xfrm>
                <a:off x="2726651" y="1819116"/>
                <a:ext cx="270983" cy="769585"/>
              </a:xfrm>
              <a:custGeom>
                <a:avLst/>
                <a:gdLst/>
                <a:ahLst/>
                <a:cxnLst/>
                <a:rect l="l" t="t" r="r" b="b"/>
                <a:pathLst>
                  <a:path w="8455" h="24012" extrusionOk="0">
                    <a:moveTo>
                      <a:pt x="5648" y="1"/>
                    </a:moveTo>
                    <a:lnTo>
                      <a:pt x="1821" y="34"/>
                    </a:lnTo>
                    <a:cubicBezTo>
                      <a:pt x="1821" y="34"/>
                      <a:pt x="1821" y="51"/>
                      <a:pt x="1805" y="68"/>
                    </a:cubicBezTo>
                    <a:lnTo>
                      <a:pt x="0" y="118"/>
                    </a:lnTo>
                    <a:lnTo>
                      <a:pt x="802" y="23677"/>
                    </a:lnTo>
                    <a:lnTo>
                      <a:pt x="3158" y="23861"/>
                    </a:lnTo>
                    <a:lnTo>
                      <a:pt x="3141" y="16075"/>
                    </a:lnTo>
                    <a:lnTo>
                      <a:pt x="3141" y="16075"/>
                    </a:lnTo>
                    <a:cubicBezTo>
                      <a:pt x="4628" y="19834"/>
                      <a:pt x="6349" y="24011"/>
                      <a:pt x="6349" y="24011"/>
                    </a:cubicBezTo>
                    <a:lnTo>
                      <a:pt x="8455" y="23025"/>
                    </a:lnTo>
                    <a:cubicBezTo>
                      <a:pt x="8455" y="23025"/>
                      <a:pt x="4979" y="11179"/>
                      <a:pt x="4912" y="10795"/>
                    </a:cubicBezTo>
                    <a:cubicBezTo>
                      <a:pt x="4862" y="10461"/>
                      <a:pt x="5397" y="2156"/>
                      <a:pt x="5648" y="1"/>
                    </a:cubicBezTo>
                    <a:close/>
                  </a:path>
                </a:pathLst>
              </a:custGeom>
              <a:solidFill>
                <a:srgbClr val="6D534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" name="Google Shape;3840;p60"/>
              <p:cNvSpPr/>
              <p:nvPr/>
            </p:nvSpPr>
            <p:spPr>
              <a:xfrm>
                <a:off x="2775367" y="2147949"/>
                <a:ext cx="57337" cy="201370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6283" extrusionOk="0">
                    <a:moveTo>
                      <a:pt x="67" y="0"/>
                    </a:moveTo>
                    <a:cubicBezTo>
                      <a:pt x="67" y="17"/>
                      <a:pt x="67" y="33"/>
                      <a:pt x="51" y="50"/>
                    </a:cubicBezTo>
                    <a:cubicBezTo>
                      <a:pt x="51" y="100"/>
                      <a:pt x="34" y="167"/>
                      <a:pt x="34" y="251"/>
                    </a:cubicBezTo>
                    <a:cubicBezTo>
                      <a:pt x="1" y="485"/>
                      <a:pt x="1" y="718"/>
                      <a:pt x="17" y="952"/>
                    </a:cubicBezTo>
                    <a:cubicBezTo>
                      <a:pt x="34" y="1303"/>
                      <a:pt x="84" y="1654"/>
                      <a:pt x="168" y="1988"/>
                    </a:cubicBezTo>
                    <a:cubicBezTo>
                      <a:pt x="218" y="2189"/>
                      <a:pt x="285" y="2389"/>
                      <a:pt x="351" y="2590"/>
                    </a:cubicBezTo>
                    <a:cubicBezTo>
                      <a:pt x="435" y="2790"/>
                      <a:pt x="502" y="3008"/>
                      <a:pt x="585" y="3208"/>
                    </a:cubicBezTo>
                    <a:cubicBezTo>
                      <a:pt x="903" y="4060"/>
                      <a:pt x="1204" y="4829"/>
                      <a:pt x="1421" y="5380"/>
                    </a:cubicBezTo>
                    <a:lnTo>
                      <a:pt x="1688" y="6048"/>
                    </a:lnTo>
                    <a:cubicBezTo>
                      <a:pt x="1705" y="6132"/>
                      <a:pt x="1738" y="6199"/>
                      <a:pt x="1788" y="6282"/>
                    </a:cubicBezTo>
                    <a:cubicBezTo>
                      <a:pt x="1772" y="6199"/>
                      <a:pt x="1738" y="6115"/>
                      <a:pt x="1705" y="6032"/>
                    </a:cubicBezTo>
                    <a:cubicBezTo>
                      <a:pt x="1655" y="5865"/>
                      <a:pt x="1571" y="5647"/>
                      <a:pt x="1471" y="5363"/>
                    </a:cubicBezTo>
                    <a:cubicBezTo>
                      <a:pt x="1270" y="4812"/>
                      <a:pt x="986" y="4043"/>
                      <a:pt x="652" y="3191"/>
                    </a:cubicBezTo>
                    <a:cubicBezTo>
                      <a:pt x="485" y="2790"/>
                      <a:pt x="351" y="2389"/>
                      <a:pt x="234" y="1972"/>
                    </a:cubicBezTo>
                    <a:cubicBezTo>
                      <a:pt x="151" y="1637"/>
                      <a:pt x="101" y="1303"/>
                      <a:pt x="67" y="952"/>
                    </a:cubicBezTo>
                    <a:cubicBezTo>
                      <a:pt x="51" y="718"/>
                      <a:pt x="51" y="485"/>
                      <a:pt x="51" y="251"/>
                    </a:cubicBezTo>
                    <a:cubicBezTo>
                      <a:pt x="67" y="84"/>
                      <a:pt x="84" y="0"/>
                      <a:pt x="67" y="0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" name="Google Shape;3841;p60"/>
              <p:cNvSpPr/>
              <p:nvPr/>
            </p:nvSpPr>
            <p:spPr>
              <a:xfrm>
                <a:off x="2800526" y="2266758"/>
                <a:ext cx="28973" cy="158071"/>
              </a:xfrm>
              <a:custGeom>
                <a:avLst/>
                <a:gdLst/>
                <a:ahLst/>
                <a:cxnLst/>
                <a:rect l="l" t="t" r="r" b="b"/>
                <a:pathLst>
                  <a:path w="904" h="4932" extrusionOk="0">
                    <a:moveTo>
                      <a:pt x="20" y="0"/>
                    </a:moveTo>
                    <a:cubicBezTo>
                      <a:pt x="19" y="0"/>
                      <a:pt x="18" y="1"/>
                      <a:pt x="18" y="2"/>
                    </a:cubicBezTo>
                    <a:cubicBezTo>
                      <a:pt x="1" y="69"/>
                      <a:pt x="853" y="4931"/>
                      <a:pt x="853" y="4931"/>
                    </a:cubicBezTo>
                    <a:cubicBezTo>
                      <a:pt x="853" y="4864"/>
                      <a:pt x="903" y="2308"/>
                      <a:pt x="903" y="2308"/>
                    </a:cubicBezTo>
                    <a:cubicBezTo>
                      <a:pt x="903" y="2308"/>
                      <a:pt x="80" y="0"/>
                      <a:pt x="20" y="0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" name="Google Shape;3842;p60"/>
              <p:cNvSpPr/>
              <p:nvPr/>
            </p:nvSpPr>
            <p:spPr>
              <a:xfrm>
                <a:off x="2680595" y="2568829"/>
                <a:ext cx="147815" cy="3118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973" extrusionOk="0">
                    <a:moveTo>
                      <a:pt x="2122" y="1"/>
                    </a:moveTo>
                    <a:lnTo>
                      <a:pt x="2105" y="268"/>
                    </a:lnTo>
                    <a:cubicBezTo>
                      <a:pt x="2105" y="268"/>
                      <a:pt x="0" y="703"/>
                      <a:pt x="501" y="870"/>
                    </a:cubicBezTo>
                    <a:cubicBezTo>
                      <a:pt x="737" y="948"/>
                      <a:pt x="1619" y="972"/>
                      <a:pt x="2504" y="972"/>
                    </a:cubicBezTo>
                    <a:cubicBezTo>
                      <a:pt x="3310" y="972"/>
                      <a:pt x="4118" y="953"/>
                      <a:pt x="4445" y="937"/>
                    </a:cubicBezTo>
                    <a:lnTo>
                      <a:pt x="4595" y="937"/>
                    </a:lnTo>
                    <a:lnTo>
                      <a:pt x="4612" y="51"/>
                    </a:lnTo>
                    <a:lnTo>
                      <a:pt x="21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" name="Google Shape;3843;p60"/>
              <p:cNvSpPr/>
              <p:nvPr/>
            </p:nvSpPr>
            <p:spPr>
              <a:xfrm>
                <a:off x="2799468" y="2575175"/>
                <a:ext cx="28941" cy="22082"/>
              </a:xfrm>
              <a:custGeom>
                <a:avLst/>
                <a:gdLst/>
                <a:ahLst/>
                <a:cxnLst/>
                <a:rect l="l" t="t" r="r" b="b"/>
                <a:pathLst>
                  <a:path w="903" h="689" extrusionOk="0">
                    <a:moveTo>
                      <a:pt x="828" y="0"/>
                    </a:moveTo>
                    <a:cubicBezTo>
                      <a:pt x="649" y="0"/>
                      <a:pt x="464" y="53"/>
                      <a:pt x="318" y="170"/>
                    </a:cubicBezTo>
                    <a:cubicBezTo>
                      <a:pt x="151" y="304"/>
                      <a:pt x="34" y="488"/>
                      <a:pt x="0" y="688"/>
                    </a:cubicBezTo>
                    <a:lnTo>
                      <a:pt x="886" y="688"/>
                    </a:lnTo>
                    <a:lnTo>
                      <a:pt x="903" y="3"/>
                    </a:lnTo>
                    <a:cubicBezTo>
                      <a:pt x="878" y="1"/>
                      <a:pt x="853" y="0"/>
                      <a:pt x="828" y="0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" name="Google Shape;3844;p60"/>
              <p:cNvSpPr/>
              <p:nvPr/>
            </p:nvSpPr>
            <p:spPr>
              <a:xfrm>
                <a:off x="2691300" y="2585431"/>
                <a:ext cx="136565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4261" h="461" extrusionOk="0">
                    <a:moveTo>
                      <a:pt x="735" y="1"/>
                    </a:moveTo>
                    <a:cubicBezTo>
                      <a:pt x="735" y="1"/>
                      <a:pt x="0" y="201"/>
                      <a:pt x="84" y="335"/>
                    </a:cubicBezTo>
                    <a:cubicBezTo>
                      <a:pt x="150" y="412"/>
                      <a:pt x="1396" y="460"/>
                      <a:pt x="2598" y="460"/>
                    </a:cubicBezTo>
                    <a:cubicBezTo>
                      <a:pt x="3221" y="460"/>
                      <a:pt x="3833" y="447"/>
                      <a:pt x="4261" y="419"/>
                    </a:cubicBezTo>
                    <a:lnTo>
                      <a:pt x="4261" y="352"/>
                    </a:lnTo>
                    <a:lnTo>
                      <a:pt x="953" y="318"/>
                    </a:lnTo>
                    <a:cubicBezTo>
                      <a:pt x="953" y="318"/>
                      <a:pt x="886" y="18"/>
                      <a:pt x="735" y="1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" name="Google Shape;3845;p60"/>
              <p:cNvSpPr/>
              <p:nvPr/>
            </p:nvSpPr>
            <p:spPr>
              <a:xfrm>
                <a:off x="2695562" y="2594533"/>
                <a:ext cx="132302" cy="3109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97" extrusionOk="0">
                    <a:moveTo>
                      <a:pt x="1" y="1"/>
                    </a:moveTo>
                    <a:lnTo>
                      <a:pt x="118" y="18"/>
                    </a:lnTo>
                    <a:lnTo>
                      <a:pt x="569" y="34"/>
                    </a:lnTo>
                    <a:cubicBezTo>
                      <a:pt x="953" y="68"/>
                      <a:pt x="1488" y="84"/>
                      <a:pt x="2056" y="84"/>
                    </a:cubicBezTo>
                    <a:cubicBezTo>
                      <a:pt x="2349" y="93"/>
                      <a:pt x="2628" y="97"/>
                      <a:pt x="2883" y="97"/>
                    </a:cubicBezTo>
                    <a:cubicBezTo>
                      <a:pt x="3138" y="97"/>
                      <a:pt x="3368" y="93"/>
                      <a:pt x="3560" y="84"/>
                    </a:cubicBezTo>
                    <a:lnTo>
                      <a:pt x="4011" y="84"/>
                    </a:lnTo>
                    <a:lnTo>
                      <a:pt x="4128" y="68"/>
                    </a:lnTo>
                    <a:lnTo>
                      <a:pt x="2073" y="68"/>
                    </a:lnTo>
                    <a:cubicBezTo>
                      <a:pt x="1488" y="51"/>
                      <a:pt x="953" y="34"/>
                      <a:pt x="569" y="18"/>
                    </a:cubicBez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" name="Google Shape;3846;p60"/>
              <p:cNvSpPr/>
              <p:nvPr/>
            </p:nvSpPr>
            <p:spPr>
              <a:xfrm>
                <a:off x="2714312" y="2584374"/>
                <a:ext cx="8077" cy="12884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0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34" y="101"/>
                      <a:pt x="218" y="251"/>
                      <a:pt x="235" y="401"/>
                    </a:cubicBezTo>
                    <a:cubicBezTo>
                      <a:pt x="251" y="234"/>
                      <a:pt x="151" y="84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" name="Google Shape;3847;p60"/>
              <p:cNvSpPr/>
              <p:nvPr/>
            </p:nvSpPr>
            <p:spPr>
              <a:xfrm>
                <a:off x="2741105" y="2579021"/>
                <a:ext cx="4840" cy="657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05" extrusionOk="0">
                    <a:moveTo>
                      <a:pt x="17" y="0"/>
                    </a:moveTo>
                    <a:cubicBezTo>
                      <a:pt x="0" y="0"/>
                      <a:pt x="34" y="50"/>
                      <a:pt x="67" y="117"/>
                    </a:cubicBezTo>
                    <a:cubicBezTo>
                      <a:pt x="96" y="161"/>
                      <a:pt x="125" y="204"/>
                      <a:pt x="143" y="204"/>
                    </a:cubicBezTo>
                    <a:cubicBezTo>
                      <a:pt x="146" y="204"/>
                      <a:pt x="148" y="203"/>
                      <a:pt x="151" y="201"/>
                    </a:cubicBezTo>
                    <a:cubicBezTo>
                      <a:pt x="151" y="201"/>
                      <a:pt x="134" y="151"/>
                      <a:pt x="84" y="101"/>
                    </a:cubicBezTo>
                    <a:cubicBezTo>
                      <a:pt x="50" y="34"/>
                      <a:pt x="17" y="0"/>
                      <a:pt x="1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" name="Google Shape;3848;p60"/>
              <p:cNvSpPr/>
              <p:nvPr/>
            </p:nvSpPr>
            <p:spPr>
              <a:xfrm>
                <a:off x="2746971" y="2577803"/>
                <a:ext cx="5416" cy="4615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44" extrusionOk="0">
                    <a:moveTo>
                      <a:pt x="12" y="1"/>
                    </a:moveTo>
                    <a:cubicBezTo>
                      <a:pt x="8" y="1"/>
                      <a:pt x="4" y="2"/>
                      <a:pt x="1" y="5"/>
                    </a:cubicBezTo>
                    <a:cubicBezTo>
                      <a:pt x="1" y="5"/>
                      <a:pt x="34" y="38"/>
                      <a:pt x="68" y="88"/>
                    </a:cubicBezTo>
                    <a:cubicBezTo>
                      <a:pt x="109" y="116"/>
                      <a:pt x="139" y="143"/>
                      <a:pt x="157" y="143"/>
                    </a:cubicBezTo>
                    <a:cubicBezTo>
                      <a:pt x="161" y="143"/>
                      <a:pt x="165" y="142"/>
                      <a:pt x="168" y="139"/>
                    </a:cubicBezTo>
                    <a:cubicBezTo>
                      <a:pt x="168" y="139"/>
                      <a:pt x="135" y="105"/>
                      <a:pt x="101" y="55"/>
                    </a:cubicBezTo>
                    <a:cubicBezTo>
                      <a:pt x="60" y="28"/>
                      <a:pt x="31" y="1"/>
                      <a:pt x="1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" name="Google Shape;3849;p60"/>
              <p:cNvSpPr/>
              <p:nvPr/>
            </p:nvSpPr>
            <p:spPr>
              <a:xfrm>
                <a:off x="2748605" y="2569374"/>
                <a:ext cx="9134" cy="1538"/>
              </a:xfrm>
              <a:custGeom>
                <a:avLst/>
                <a:gdLst/>
                <a:ahLst/>
                <a:cxnLst/>
                <a:rect l="l" t="t" r="r" b="b"/>
                <a:pathLst>
                  <a:path w="285" h="48" extrusionOk="0">
                    <a:moveTo>
                      <a:pt x="284" y="1"/>
                    </a:moveTo>
                    <a:cubicBezTo>
                      <a:pt x="234" y="1"/>
                      <a:pt x="184" y="17"/>
                      <a:pt x="134" y="17"/>
                    </a:cubicBezTo>
                    <a:lnTo>
                      <a:pt x="0" y="17"/>
                    </a:lnTo>
                    <a:cubicBezTo>
                      <a:pt x="35" y="38"/>
                      <a:pt x="76" y="48"/>
                      <a:pt x="118" y="48"/>
                    </a:cubicBezTo>
                    <a:cubicBezTo>
                      <a:pt x="176" y="48"/>
                      <a:pt x="236" y="30"/>
                      <a:pt x="2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" name="Google Shape;3850;p60"/>
              <p:cNvSpPr/>
              <p:nvPr/>
            </p:nvSpPr>
            <p:spPr>
              <a:xfrm>
                <a:off x="2728253" y="2571329"/>
                <a:ext cx="15031" cy="8782"/>
              </a:xfrm>
              <a:custGeom>
                <a:avLst/>
                <a:gdLst/>
                <a:ahLst/>
                <a:cxnLst/>
                <a:rect l="l" t="t" r="r" b="b"/>
                <a:pathLst>
                  <a:path w="469" h="274" extrusionOk="0">
                    <a:moveTo>
                      <a:pt x="151" y="29"/>
                    </a:moveTo>
                    <a:cubicBezTo>
                      <a:pt x="179" y="29"/>
                      <a:pt x="206" y="33"/>
                      <a:pt x="234" y="40"/>
                    </a:cubicBezTo>
                    <a:cubicBezTo>
                      <a:pt x="284" y="57"/>
                      <a:pt x="334" y="90"/>
                      <a:pt x="368" y="140"/>
                    </a:cubicBezTo>
                    <a:cubicBezTo>
                      <a:pt x="389" y="162"/>
                      <a:pt x="404" y="190"/>
                      <a:pt x="416" y="221"/>
                    </a:cubicBezTo>
                    <a:lnTo>
                      <a:pt x="416" y="221"/>
                    </a:lnTo>
                    <a:cubicBezTo>
                      <a:pt x="387" y="219"/>
                      <a:pt x="348" y="215"/>
                      <a:pt x="301" y="207"/>
                    </a:cubicBezTo>
                    <a:cubicBezTo>
                      <a:pt x="251" y="190"/>
                      <a:pt x="201" y="174"/>
                      <a:pt x="134" y="157"/>
                    </a:cubicBezTo>
                    <a:cubicBezTo>
                      <a:pt x="117" y="140"/>
                      <a:pt x="84" y="140"/>
                      <a:pt x="50" y="123"/>
                    </a:cubicBezTo>
                    <a:cubicBezTo>
                      <a:pt x="17" y="107"/>
                      <a:pt x="17" y="73"/>
                      <a:pt x="34" y="57"/>
                    </a:cubicBezTo>
                    <a:cubicBezTo>
                      <a:pt x="73" y="37"/>
                      <a:pt x="112" y="29"/>
                      <a:pt x="151" y="29"/>
                    </a:cubicBezTo>
                    <a:close/>
                    <a:moveTo>
                      <a:pt x="139" y="1"/>
                    </a:moveTo>
                    <a:cubicBezTo>
                      <a:pt x="99" y="1"/>
                      <a:pt x="57" y="8"/>
                      <a:pt x="17" y="23"/>
                    </a:cubicBezTo>
                    <a:cubicBezTo>
                      <a:pt x="0" y="40"/>
                      <a:pt x="0" y="73"/>
                      <a:pt x="0" y="90"/>
                    </a:cubicBezTo>
                    <a:cubicBezTo>
                      <a:pt x="0" y="107"/>
                      <a:pt x="17" y="123"/>
                      <a:pt x="34" y="140"/>
                    </a:cubicBezTo>
                    <a:cubicBezTo>
                      <a:pt x="67" y="157"/>
                      <a:pt x="100" y="174"/>
                      <a:pt x="134" y="190"/>
                    </a:cubicBezTo>
                    <a:cubicBezTo>
                      <a:pt x="184" y="207"/>
                      <a:pt x="251" y="224"/>
                      <a:pt x="301" y="224"/>
                    </a:cubicBezTo>
                    <a:cubicBezTo>
                      <a:pt x="326" y="232"/>
                      <a:pt x="351" y="236"/>
                      <a:pt x="378" y="236"/>
                    </a:cubicBezTo>
                    <a:cubicBezTo>
                      <a:pt x="392" y="236"/>
                      <a:pt x="406" y="235"/>
                      <a:pt x="421" y="233"/>
                    </a:cubicBezTo>
                    <a:lnTo>
                      <a:pt x="421" y="233"/>
                    </a:lnTo>
                    <a:cubicBezTo>
                      <a:pt x="425" y="246"/>
                      <a:pt x="430" y="260"/>
                      <a:pt x="435" y="274"/>
                    </a:cubicBezTo>
                    <a:cubicBezTo>
                      <a:pt x="435" y="259"/>
                      <a:pt x="435" y="245"/>
                      <a:pt x="435" y="231"/>
                    </a:cubicBezTo>
                    <a:lnTo>
                      <a:pt x="435" y="231"/>
                    </a:lnTo>
                    <a:cubicBezTo>
                      <a:pt x="445" y="229"/>
                      <a:pt x="456" y="227"/>
                      <a:pt x="468" y="224"/>
                    </a:cubicBezTo>
                    <a:cubicBezTo>
                      <a:pt x="468" y="224"/>
                      <a:pt x="456" y="224"/>
                      <a:pt x="434" y="222"/>
                    </a:cubicBezTo>
                    <a:lnTo>
                      <a:pt x="434" y="222"/>
                    </a:lnTo>
                    <a:cubicBezTo>
                      <a:pt x="417" y="189"/>
                      <a:pt x="401" y="156"/>
                      <a:pt x="384" y="123"/>
                    </a:cubicBezTo>
                    <a:cubicBezTo>
                      <a:pt x="326" y="42"/>
                      <a:pt x="235" y="1"/>
                      <a:pt x="1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" name="Google Shape;3851;p60"/>
              <p:cNvSpPr/>
              <p:nvPr/>
            </p:nvSpPr>
            <p:spPr>
              <a:xfrm>
                <a:off x="2741105" y="2568829"/>
                <a:ext cx="7532" cy="10224"/>
              </a:xfrm>
              <a:custGeom>
                <a:avLst/>
                <a:gdLst/>
                <a:ahLst/>
                <a:cxnLst/>
                <a:rect l="l" t="t" r="r" b="b"/>
                <a:pathLst>
                  <a:path w="235" h="319" extrusionOk="0">
                    <a:moveTo>
                      <a:pt x="184" y="1"/>
                    </a:moveTo>
                    <a:cubicBezTo>
                      <a:pt x="134" y="1"/>
                      <a:pt x="84" y="34"/>
                      <a:pt x="50" y="84"/>
                    </a:cubicBezTo>
                    <a:cubicBezTo>
                      <a:pt x="17" y="118"/>
                      <a:pt x="17" y="168"/>
                      <a:pt x="0" y="201"/>
                    </a:cubicBezTo>
                    <a:cubicBezTo>
                      <a:pt x="0" y="235"/>
                      <a:pt x="0" y="285"/>
                      <a:pt x="17" y="318"/>
                    </a:cubicBezTo>
                    <a:cubicBezTo>
                      <a:pt x="17" y="285"/>
                      <a:pt x="17" y="235"/>
                      <a:pt x="17" y="201"/>
                    </a:cubicBezTo>
                    <a:cubicBezTo>
                      <a:pt x="34" y="168"/>
                      <a:pt x="50" y="135"/>
                      <a:pt x="67" y="101"/>
                    </a:cubicBezTo>
                    <a:cubicBezTo>
                      <a:pt x="100" y="68"/>
                      <a:pt x="134" y="34"/>
                      <a:pt x="184" y="34"/>
                    </a:cubicBezTo>
                    <a:cubicBezTo>
                      <a:pt x="217" y="51"/>
                      <a:pt x="201" y="101"/>
                      <a:pt x="184" y="135"/>
                    </a:cubicBezTo>
                    <a:cubicBezTo>
                      <a:pt x="167" y="168"/>
                      <a:pt x="134" y="201"/>
                      <a:pt x="117" y="235"/>
                    </a:cubicBezTo>
                    <a:cubicBezTo>
                      <a:pt x="67" y="285"/>
                      <a:pt x="34" y="302"/>
                      <a:pt x="34" y="318"/>
                    </a:cubicBezTo>
                    <a:cubicBezTo>
                      <a:pt x="67" y="302"/>
                      <a:pt x="100" y="268"/>
                      <a:pt x="117" y="252"/>
                    </a:cubicBezTo>
                    <a:cubicBezTo>
                      <a:pt x="151" y="218"/>
                      <a:pt x="184" y="185"/>
                      <a:pt x="201" y="151"/>
                    </a:cubicBezTo>
                    <a:cubicBezTo>
                      <a:pt x="217" y="135"/>
                      <a:pt x="234" y="101"/>
                      <a:pt x="234" y="84"/>
                    </a:cubicBezTo>
                    <a:cubicBezTo>
                      <a:pt x="234" y="51"/>
                      <a:pt x="217" y="18"/>
                      <a:pt x="1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" name="Google Shape;3852;p60"/>
              <p:cNvSpPr/>
              <p:nvPr/>
            </p:nvSpPr>
            <p:spPr>
              <a:xfrm>
                <a:off x="2799468" y="2574182"/>
                <a:ext cx="28396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20" extrusionOk="0">
                    <a:moveTo>
                      <a:pt x="702" y="1"/>
                    </a:moveTo>
                    <a:cubicBezTo>
                      <a:pt x="385" y="18"/>
                      <a:pt x="117" y="235"/>
                      <a:pt x="34" y="536"/>
                    </a:cubicBezTo>
                    <a:cubicBezTo>
                      <a:pt x="17" y="569"/>
                      <a:pt x="0" y="619"/>
                      <a:pt x="0" y="669"/>
                    </a:cubicBezTo>
                    <a:cubicBezTo>
                      <a:pt x="0" y="686"/>
                      <a:pt x="0" y="703"/>
                      <a:pt x="0" y="719"/>
                    </a:cubicBezTo>
                    <a:cubicBezTo>
                      <a:pt x="0" y="719"/>
                      <a:pt x="0" y="636"/>
                      <a:pt x="51" y="536"/>
                    </a:cubicBezTo>
                    <a:cubicBezTo>
                      <a:pt x="151" y="252"/>
                      <a:pt x="401" y="51"/>
                      <a:pt x="702" y="34"/>
                    </a:cubicBezTo>
                    <a:cubicBezTo>
                      <a:pt x="761" y="26"/>
                      <a:pt x="807" y="26"/>
                      <a:pt x="838" y="26"/>
                    </a:cubicBezTo>
                    <a:cubicBezTo>
                      <a:pt x="869" y="26"/>
                      <a:pt x="886" y="26"/>
                      <a:pt x="886" y="18"/>
                    </a:cubicBezTo>
                    <a:lnTo>
                      <a:pt x="836" y="18"/>
                    </a:lnTo>
                    <a:cubicBezTo>
                      <a:pt x="802" y="1"/>
                      <a:pt x="752" y="1"/>
                      <a:pt x="7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" name="Google Shape;3853;p60"/>
              <p:cNvSpPr/>
              <p:nvPr/>
            </p:nvSpPr>
            <p:spPr>
              <a:xfrm>
                <a:off x="2766265" y="2589181"/>
                <a:ext cx="23044" cy="1314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1" extrusionOk="0">
                    <a:moveTo>
                      <a:pt x="0" y="1"/>
                    </a:moveTo>
                    <a:cubicBezTo>
                      <a:pt x="129" y="28"/>
                      <a:pt x="263" y="41"/>
                      <a:pt x="396" y="41"/>
                    </a:cubicBezTo>
                    <a:cubicBezTo>
                      <a:pt x="505" y="41"/>
                      <a:pt x="614" y="33"/>
                      <a:pt x="719" y="18"/>
                    </a:cubicBezTo>
                    <a:cubicBezTo>
                      <a:pt x="719" y="12"/>
                      <a:pt x="700" y="10"/>
                      <a:pt x="668" y="10"/>
                    </a:cubicBezTo>
                    <a:cubicBezTo>
                      <a:pt x="604" y="10"/>
                      <a:pt x="485" y="18"/>
                      <a:pt x="351" y="18"/>
                    </a:cubicBezTo>
                    <a:cubicBezTo>
                      <a:pt x="151" y="18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" name="Google Shape;3854;p60"/>
              <p:cNvSpPr/>
              <p:nvPr/>
            </p:nvSpPr>
            <p:spPr>
              <a:xfrm>
                <a:off x="2802129" y="2589726"/>
                <a:ext cx="3269" cy="445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39" extrusionOk="0">
                    <a:moveTo>
                      <a:pt x="85" y="1"/>
                    </a:moveTo>
                    <a:cubicBezTo>
                      <a:pt x="85" y="1"/>
                      <a:pt x="51" y="17"/>
                      <a:pt x="34" y="67"/>
                    </a:cubicBezTo>
                    <a:cubicBezTo>
                      <a:pt x="1" y="101"/>
                      <a:pt x="18" y="134"/>
                      <a:pt x="18" y="134"/>
                    </a:cubicBezTo>
                    <a:cubicBezTo>
                      <a:pt x="21" y="137"/>
                      <a:pt x="23" y="139"/>
                      <a:pt x="25" y="139"/>
                    </a:cubicBezTo>
                    <a:cubicBezTo>
                      <a:pt x="35" y="139"/>
                      <a:pt x="37" y="109"/>
                      <a:pt x="51" y="67"/>
                    </a:cubicBezTo>
                    <a:cubicBezTo>
                      <a:pt x="68" y="34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" name="Google Shape;3855;p60"/>
              <p:cNvSpPr/>
              <p:nvPr/>
            </p:nvSpPr>
            <p:spPr>
              <a:xfrm>
                <a:off x="2807513" y="2582547"/>
                <a:ext cx="3750" cy="3141"/>
              </a:xfrm>
              <a:custGeom>
                <a:avLst/>
                <a:gdLst/>
                <a:ahLst/>
                <a:cxnLst/>
                <a:rect l="l" t="t" r="r" b="b"/>
                <a:pathLst>
                  <a:path w="117" h="98" extrusionOk="0">
                    <a:moveTo>
                      <a:pt x="97" y="1"/>
                    </a:moveTo>
                    <a:cubicBezTo>
                      <a:pt x="90" y="1"/>
                      <a:pt x="75" y="16"/>
                      <a:pt x="50" y="41"/>
                    </a:cubicBezTo>
                    <a:cubicBezTo>
                      <a:pt x="17" y="57"/>
                      <a:pt x="0" y="91"/>
                      <a:pt x="17" y="91"/>
                    </a:cubicBezTo>
                    <a:cubicBezTo>
                      <a:pt x="17" y="95"/>
                      <a:pt x="19" y="97"/>
                      <a:pt x="23" y="97"/>
                    </a:cubicBezTo>
                    <a:cubicBezTo>
                      <a:pt x="33" y="97"/>
                      <a:pt x="55" y="82"/>
                      <a:pt x="67" y="57"/>
                    </a:cubicBezTo>
                    <a:cubicBezTo>
                      <a:pt x="100" y="24"/>
                      <a:pt x="117" y="7"/>
                      <a:pt x="100" y="7"/>
                    </a:cubicBezTo>
                    <a:cubicBezTo>
                      <a:pt x="100" y="3"/>
                      <a:pt x="99" y="1"/>
                      <a:pt x="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" name="Google Shape;3856;p60"/>
              <p:cNvSpPr/>
              <p:nvPr/>
            </p:nvSpPr>
            <p:spPr>
              <a:xfrm>
                <a:off x="2814468" y="2578797"/>
                <a:ext cx="4840" cy="2083"/>
              </a:xfrm>
              <a:custGeom>
                <a:avLst/>
                <a:gdLst/>
                <a:ahLst/>
                <a:cxnLst/>
                <a:rect l="l" t="t" r="r" b="b"/>
                <a:pathLst>
                  <a:path w="151" h="65" extrusionOk="0">
                    <a:moveTo>
                      <a:pt x="106" y="0"/>
                    </a:moveTo>
                    <a:cubicBezTo>
                      <a:pt x="95" y="0"/>
                      <a:pt x="82" y="2"/>
                      <a:pt x="67" y="7"/>
                    </a:cubicBezTo>
                    <a:cubicBezTo>
                      <a:pt x="34" y="24"/>
                      <a:pt x="0" y="57"/>
                      <a:pt x="17" y="57"/>
                    </a:cubicBezTo>
                    <a:cubicBezTo>
                      <a:pt x="17" y="62"/>
                      <a:pt x="20" y="64"/>
                      <a:pt x="25" y="64"/>
                    </a:cubicBezTo>
                    <a:cubicBezTo>
                      <a:pt x="37" y="64"/>
                      <a:pt x="60" y="53"/>
                      <a:pt x="84" y="41"/>
                    </a:cubicBezTo>
                    <a:cubicBezTo>
                      <a:pt x="117" y="24"/>
                      <a:pt x="151" y="24"/>
                      <a:pt x="151" y="24"/>
                    </a:cubicBezTo>
                    <a:cubicBezTo>
                      <a:pt x="151" y="12"/>
                      <a:pt x="134" y="0"/>
                      <a:pt x="10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6" name="Google Shape;3857;p60"/>
              <p:cNvSpPr/>
              <p:nvPr/>
            </p:nvSpPr>
            <p:spPr>
              <a:xfrm>
                <a:off x="2823025" y="2577547"/>
                <a:ext cx="2724" cy="1506"/>
              </a:xfrm>
              <a:custGeom>
                <a:avLst/>
                <a:gdLst/>
                <a:ahLst/>
                <a:cxnLst/>
                <a:rect l="l" t="t" r="r" b="b"/>
                <a:pathLst>
                  <a:path w="85" h="47" extrusionOk="0">
                    <a:moveTo>
                      <a:pt x="57" y="0"/>
                    </a:moveTo>
                    <a:cubicBezTo>
                      <a:pt x="51" y="0"/>
                      <a:pt x="42" y="5"/>
                      <a:pt x="34" y="13"/>
                    </a:cubicBezTo>
                    <a:cubicBezTo>
                      <a:pt x="17" y="13"/>
                      <a:pt x="1" y="30"/>
                      <a:pt x="1" y="46"/>
                    </a:cubicBezTo>
                    <a:lnTo>
                      <a:pt x="51" y="46"/>
                    </a:lnTo>
                    <a:cubicBezTo>
                      <a:pt x="67" y="30"/>
                      <a:pt x="84" y="13"/>
                      <a:pt x="67" y="13"/>
                    </a:cubicBezTo>
                    <a:cubicBezTo>
                      <a:pt x="67" y="5"/>
                      <a:pt x="63" y="0"/>
                      <a:pt x="5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7" name="Google Shape;3858;p60"/>
              <p:cNvSpPr/>
              <p:nvPr/>
            </p:nvSpPr>
            <p:spPr>
              <a:xfrm>
                <a:off x="2878151" y="2548478"/>
                <a:ext cx="132879" cy="82593"/>
              </a:xfrm>
              <a:custGeom>
                <a:avLst/>
                <a:gdLst/>
                <a:ahLst/>
                <a:cxnLst/>
                <a:rect l="l" t="t" r="r" b="b"/>
                <a:pathLst>
                  <a:path w="4146" h="2577" extrusionOk="0">
                    <a:moveTo>
                      <a:pt x="3761" y="1"/>
                    </a:moveTo>
                    <a:lnTo>
                      <a:pt x="1505" y="1070"/>
                    </a:lnTo>
                    <a:lnTo>
                      <a:pt x="1622" y="1304"/>
                    </a:lnTo>
                    <a:cubicBezTo>
                      <a:pt x="1622" y="1304"/>
                      <a:pt x="0" y="2577"/>
                      <a:pt x="418" y="2577"/>
                    </a:cubicBezTo>
                    <a:cubicBezTo>
                      <a:pt x="428" y="2577"/>
                      <a:pt x="440" y="2576"/>
                      <a:pt x="453" y="2574"/>
                    </a:cubicBezTo>
                    <a:cubicBezTo>
                      <a:pt x="921" y="2491"/>
                      <a:pt x="3410" y="1187"/>
                      <a:pt x="4012" y="870"/>
                    </a:cubicBezTo>
                    <a:lnTo>
                      <a:pt x="4145" y="786"/>
                    </a:lnTo>
                    <a:lnTo>
                      <a:pt x="37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8" name="Google Shape;3859;p60"/>
              <p:cNvSpPr/>
              <p:nvPr/>
            </p:nvSpPr>
            <p:spPr>
              <a:xfrm>
                <a:off x="2982602" y="2552772"/>
                <a:ext cx="27883" cy="3269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1020" extrusionOk="0">
                    <a:moveTo>
                      <a:pt x="569" y="1"/>
                    </a:moveTo>
                    <a:cubicBezTo>
                      <a:pt x="368" y="67"/>
                      <a:pt x="218" y="218"/>
                      <a:pt x="118" y="418"/>
                    </a:cubicBezTo>
                    <a:cubicBezTo>
                      <a:pt x="34" y="602"/>
                      <a:pt x="1" y="819"/>
                      <a:pt x="68" y="1020"/>
                    </a:cubicBezTo>
                    <a:lnTo>
                      <a:pt x="870" y="619"/>
                    </a:lnTo>
                    <a:lnTo>
                      <a:pt x="569" y="1"/>
                    </a:ln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9" name="Google Shape;3860;p60"/>
              <p:cNvSpPr/>
              <p:nvPr/>
            </p:nvSpPr>
            <p:spPr>
              <a:xfrm>
                <a:off x="2885683" y="2572066"/>
                <a:ext cx="125348" cy="59004"/>
              </a:xfrm>
              <a:custGeom>
                <a:avLst/>
                <a:gdLst/>
                <a:ahLst/>
                <a:cxnLst/>
                <a:rect l="l" t="t" r="r" b="b"/>
                <a:pathLst>
                  <a:path w="3911" h="1841" extrusionOk="0">
                    <a:moveTo>
                      <a:pt x="3877" y="0"/>
                    </a:moveTo>
                    <a:lnTo>
                      <a:pt x="903" y="1454"/>
                    </a:lnTo>
                    <a:cubicBezTo>
                      <a:pt x="903" y="1454"/>
                      <a:pt x="737" y="1247"/>
                      <a:pt x="607" y="1247"/>
                    </a:cubicBezTo>
                    <a:cubicBezTo>
                      <a:pt x="593" y="1247"/>
                      <a:pt x="581" y="1249"/>
                      <a:pt x="569" y="1253"/>
                    </a:cubicBezTo>
                    <a:cubicBezTo>
                      <a:pt x="569" y="1253"/>
                      <a:pt x="0" y="1771"/>
                      <a:pt x="134" y="1838"/>
                    </a:cubicBezTo>
                    <a:cubicBezTo>
                      <a:pt x="138" y="1840"/>
                      <a:pt x="143" y="1841"/>
                      <a:pt x="150" y="1841"/>
                    </a:cubicBezTo>
                    <a:cubicBezTo>
                      <a:pt x="402" y="1841"/>
                      <a:pt x="2853" y="668"/>
                      <a:pt x="3910" y="50"/>
                    </a:cubicBezTo>
                    <a:lnTo>
                      <a:pt x="3877" y="0"/>
                    </a:ln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" name="Google Shape;3861;p60"/>
              <p:cNvSpPr/>
              <p:nvPr/>
            </p:nvSpPr>
            <p:spPr>
              <a:xfrm>
                <a:off x="2889433" y="2571522"/>
                <a:ext cx="121598" cy="5839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1822" extrusionOk="0">
                    <a:moveTo>
                      <a:pt x="3793" y="0"/>
                    </a:moveTo>
                    <a:cubicBezTo>
                      <a:pt x="3793" y="0"/>
                      <a:pt x="3777" y="17"/>
                      <a:pt x="3760" y="17"/>
                    </a:cubicBezTo>
                    <a:lnTo>
                      <a:pt x="3643" y="67"/>
                    </a:lnTo>
                    <a:lnTo>
                      <a:pt x="3242" y="284"/>
                    </a:lnTo>
                    <a:cubicBezTo>
                      <a:pt x="2908" y="452"/>
                      <a:pt x="2440" y="685"/>
                      <a:pt x="1905" y="936"/>
                    </a:cubicBezTo>
                    <a:cubicBezTo>
                      <a:pt x="1387" y="1187"/>
                      <a:pt x="903" y="1404"/>
                      <a:pt x="552" y="1571"/>
                    </a:cubicBezTo>
                    <a:lnTo>
                      <a:pt x="151" y="1755"/>
                    </a:lnTo>
                    <a:lnTo>
                      <a:pt x="569" y="1588"/>
                    </a:lnTo>
                    <a:cubicBezTo>
                      <a:pt x="919" y="1437"/>
                      <a:pt x="1404" y="1220"/>
                      <a:pt x="1922" y="970"/>
                    </a:cubicBezTo>
                    <a:cubicBezTo>
                      <a:pt x="2457" y="719"/>
                      <a:pt x="2924" y="468"/>
                      <a:pt x="3259" y="301"/>
                    </a:cubicBezTo>
                    <a:lnTo>
                      <a:pt x="3660" y="84"/>
                    </a:lnTo>
                    <a:lnTo>
                      <a:pt x="3760" y="34"/>
                    </a:lnTo>
                    <a:cubicBezTo>
                      <a:pt x="3777" y="17"/>
                      <a:pt x="3793" y="17"/>
                      <a:pt x="3793" y="0"/>
                    </a:cubicBezTo>
                    <a:close/>
                    <a:moveTo>
                      <a:pt x="34" y="1805"/>
                    </a:moveTo>
                    <a:cubicBezTo>
                      <a:pt x="17" y="1805"/>
                      <a:pt x="17" y="1822"/>
                      <a:pt x="0" y="1822"/>
                    </a:cubicBezTo>
                    <a:cubicBezTo>
                      <a:pt x="17" y="1822"/>
                      <a:pt x="17" y="1822"/>
                      <a:pt x="34" y="1805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1" name="Google Shape;3862;p60"/>
              <p:cNvSpPr/>
              <p:nvPr/>
            </p:nvSpPr>
            <p:spPr>
              <a:xfrm>
                <a:off x="2903343" y="2611680"/>
                <a:ext cx="11826" cy="8077"/>
              </a:xfrm>
              <a:custGeom>
                <a:avLst/>
                <a:gdLst/>
                <a:ahLst/>
                <a:cxnLst/>
                <a:rect l="l" t="t" r="r" b="b"/>
                <a:pathLst>
                  <a:path w="369" h="252" extrusionOk="0">
                    <a:moveTo>
                      <a:pt x="1" y="1"/>
                    </a:moveTo>
                    <a:cubicBezTo>
                      <a:pt x="68" y="34"/>
                      <a:pt x="135" y="51"/>
                      <a:pt x="201" y="101"/>
                    </a:cubicBezTo>
                    <a:cubicBezTo>
                      <a:pt x="268" y="134"/>
                      <a:pt x="318" y="201"/>
                      <a:pt x="368" y="251"/>
                    </a:cubicBezTo>
                    <a:cubicBezTo>
                      <a:pt x="318" y="101"/>
                      <a:pt x="151" y="1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2" name="Google Shape;3863;p60"/>
              <p:cNvSpPr/>
              <p:nvPr/>
            </p:nvSpPr>
            <p:spPr>
              <a:xfrm>
                <a:off x="2924784" y="2594533"/>
                <a:ext cx="6987" cy="4487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40" extrusionOk="0">
                    <a:moveTo>
                      <a:pt x="0" y="1"/>
                    </a:moveTo>
                    <a:cubicBezTo>
                      <a:pt x="0" y="18"/>
                      <a:pt x="34" y="51"/>
                      <a:pt x="100" y="84"/>
                    </a:cubicBezTo>
                    <a:cubicBezTo>
                      <a:pt x="141" y="112"/>
                      <a:pt x="182" y="139"/>
                      <a:pt x="196" y="139"/>
                    </a:cubicBezTo>
                    <a:cubicBezTo>
                      <a:pt x="199" y="139"/>
                      <a:pt x="201" y="138"/>
                      <a:pt x="201" y="135"/>
                    </a:cubicBezTo>
                    <a:cubicBezTo>
                      <a:pt x="217" y="135"/>
                      <a:pt x="167" y="101"/>
                      <a:pt x="117" y="68"/>
                    </a:cubicBezTo>
                    <a:cubicBezTo>
                      <a:pt x="50" y="1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3" name="Google Shape;3864;p60"/>
              <p:cNvSpPr/>
              <p:nvPr/>
            </p:nvSpPr>
            <p:spPr>
              <a:xfrm>
                <a:off x="2929047" y="2591104"/>
                <a:ext cx="7019" cy="2083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5" extrusionOk="0">
                    <a:moveTo>
                      <a:pt x="26" y="1"/>
                    </a:moveTo>
                    <a:cubicBezTo>
                      <a:pt x="20" y="1"/>
                      <a:pt x="18" y="3"/>
                      <a:pt x="18" y="8"/>
                    </a:cubicBezTo>
                    <a:cubicBezTo>
                      <a:pt x="1" y="8"/>
                      <a:pt x="51" y="24"/>
                      <a:pt x="101" y="41"/>
                    </a:cubicBezTo>
                    <a:cubicBezTo>
                      <a:pt x="148" y="53"/>
                      <a:pt x="179" y="65"/>
                      <a:pt x="199" y="65"/>
                    </a:cubicBezTo>
                    <a:cubicBezTo>
                      <a:pt x="207" y="65"/>
                      <a:pt x="213" y="63"/>
                      <a:pt x="218" y="58"/>
                    </a:cubicBezTo>
                    <a:cubicBezTo>
                      <a:pt x="218" y="58"/>
                      <a:pt x="168" y="41"/>
                      <a:pt x="118" y="24"/>
                    </a:cubicBezTo>
                    <a:cubicBezTo>
                      <a:pt x="71" y="13"/>
                      <a:pt x="40" y="1"/>
                      <a:pt x="2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4" name="Google Shape;3865;p60"/>
              <p:cNvSpPr/>
              <p:nvPr/>
            </p:nvSpPr>
            <p:spPr>
              <a:xfrm>
                <a:off x="2928534" y="2584374"/>
                <a:ext cx="8045" cy="378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18" extrusionOk="0">
                    <a:moveTo>
                      <a:pt x="234" y="0"/>
                    </a:moveTo>
                    <a:lnTo>
                      <a:pt x="234" y="0"/>
                    </a:lnTo>
                    <a:cubicBezTo>
                      <a:pt x="201" y="17"/>
                      <a:pt x="151" y="17"/>
                      <a:pt x="117" y="51"/>
                    </a:cubicBezTo>
                    <a:cubicBezTo>
                      <a:pt x="50" y="84"/>
                      <a:pt x="0" y="117"/>
                      <a:pt x="0" y="117"/>
                    </a:cubicBezTo>
                    <a:cubicBezTo>
                      <a:pt x="50" y="117"/>
                      <a:pt x="100" y="101"/>
                      <a:pt x="134" y="84"/>
                    </a:cubicBezTo>
                    <a:cubicBezTo>
                      <a:pt x="201" y="51"/>
                      <a:pt x="251" y="17"/>
                      <a:pt x="2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5" name="Google Shape;3866;p60"/>
              <p:cNvSpPr/>
              <p:nvPr/>
            </p:nvSpPr>
            <p:spPr>
              <a:xfrm>
                <a:off x="2926931" y="2579021"/>
                <a:ext cx="8589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51" extrusionOk="0">
                    <a:moveTo>
                      <a:pt x="251" y="0"/>
                    </a:moveTo>
                    <a:cubicBezTo>
                      <a:pt x="167" y="50"/>
                      <a:pt x="84" y="101"/>
                      <a:pt x="0" y="151"/>
                    </a:cubicBezTo>
                    <a:cubicBezTo>
                      <a:pt x="50" y="151"/>
                      <a:pt x="100" y="134"/>
                      <a:pt x="150" y="101"/>
                    </a:cubicBezTo>
                    <a:cubicBezTo>
                      <a:pt x="217" y="67"/>
                      <a:pt x="267" y="17"/>
                      <a:pt x="2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" name="Google Shape;3867;p60"/>
              <p:cNvSpPr/>
              <p:nvPr/>
            </p:nvSpPr>
            <p:spPr>
              <a:xfrm>
                <a:off x="2910329" y="2590784"/>
                <a:ext cx="15544" cy="6698"/>
              </a:xfrm>
              <a:custGeom>
                <a:avLst/>
                <a:gdLst/>
                <a:ahLst/>
                <a:cxnLst/>
                <a:rect l="l" t="t" r="r" b="b"/>
                <a:pathLst>
                  <a:path w="485" h="209" extrusionOk="0">
                    <a:moveTo>
                      <a:pt x="248" y="27"/>
                    </a:moveTo>
                    <a:cubicBezTo>
                      <a:pt x="288" y="27"/>
                      <a:pt x="332" y="39"/>
                      <a:pt x="368" y="51"/>
                    </a:cubicBezTo>
                    <a:cubicBezTo>
                      <a:pt x="390" y="62"/>
                      <a:pt x="420" y="81"/>
                      <a:pt x="447" y="107"/>
                    </a:cubicBezTo>
                    <a:lnTo>
                      <a:pt x="447" y="107"/>
                    </a:lnTo>
                    <a:cubicBezTo>
                      <a:pt x="422" y="118"/>
                      <a:pt x="385" y="135"/>
                      <a:pt x="334" y="151"/>
                    </a:cubicBezTo>
                    <a:cubicBezTo>
                      <a:pt x="284" y="151"/>
                      <a:pt x="234" y="168"/>
                      <a:pt x="167" y="168"/>
                    </a:cubicBezTo>
                    <a:cubicBezTo>
                      <a:pt x="134" y="185"/>
                      <a:pt x="100" y="185"/>
                      <a:pt x="67" y="185"/>
                    </a:cubicBezTo>
                    <a:cubicBezTo>
                      <a:pt x="34" y="168"/>
                      <a:pt x="17" y="151"/>
                      <a:pt x="34" y="118"/>
                    </a:cubicBezTo>
                    <a:cubicBezTo>
                      <a:pt x="67" y="68"/>
                      <a:pt x="134" y="34"/>
                      <a:pt x="201" y="34"/>
                    </a:cubicBezTo>
                    <a:cubicBezTo>
                      <a:pt x="215" y="29"/>
                      <a:pt x="231" y="27"/>
                      <a:pt x="248" y="27"/>
                    </a:cubicBezTo>
                    <a:close/>
                    <a:moveTo>
                      <a:pt x="239" y="0"/>
                    </a:moveTo>
                    <a:cubicBezTo>
                      <a:pt x="153" y="0"/>
                      <a:pt x="66" y="41"/>
                      <a:pt x="0" y="118"/>
                    </a:cubicBezTo>
                    <a:cubicBezTo>
                      <a:pt x="0" y="135"/>
                      <a:pt x="0" y="168"/>
                      <a:pt x="17" y="185"/>
                    </a:cubicBezTo>
                    <a:cubicBezTo>
                      <a:pt x="34" y="201"/>
                      <a:pt x="50" y="201"/>
                      <a:pt x="67" y="201"/>
                    </a:cubicBezTo>
                    <a:cubicBezTo>
                      <a:pt x="78" y="207"/>
                      <a:pt x="89" y="209"/>
                      <a:pt x="100" y="209"/>
                    </a:cubicBezTo>
                    <a:cubicBezTo>
                      <a:pt x="123" y="209"/>
                      <a:pt x="145" y="201"/>
                      <a:pt x="167" y="201"/>
                    </a:cubicBezTo>
                    <a:cubicBezTo>
                      <a:pt x="234" y="201"/>
                      <a:pt x="284" y="185"/>
                      <a:pt x="351" y="168"/>
                    </a:cubicBezTo>
                    <a:cubicBezTo>
                      <a:pt x="389" y="156"/>
                      <a:pt x="426" y="134"/>
                      <a:pt x="457" y="116"/>
                    </a:cubicBezTo>
                    <a:lnTo>
                      <a:pt x="457" y="116"/>
                    </a:lnTo>
                    <a:cubicBezTo>
                      <a:pt x="467" y="127"/>
                      <a:pt x="476" y="139"/>
                      <a:pt x="485" y="151"/>
                    </a:cubicBezTo>
                    <a:cubicBezTo>
                      <a:pt x="485" y="151"/>
                      <a:pt x="485" y="137"/>
                      <a:pt x="471" y="108"/>
                    </a:cubicBezTo>
                    <a:lnTo>
                      <a:pt x="471" y="108"/>
                    </a:lnTo>
                    <a:cubicBezTo>
                      <a:pt x="476" y="106"/>
                      <a:pt x="480" y="103"/>
                      <a:pt x="485" y="101"/>
                    </a:cubicBezTo>
                    <a:cubicBezTo>
                      <a:pt x="485" y="98"/>
                      <a:pt x="483" y="97"/>
                      <a:pt x="480" y="97"/>
                    </a:cubicBezTo>
                    <a:cubicBezTo>
                      <a:pt x="476" y="97"/>
                      <a:pt x="472" y="98"/>
                      <a:pt x="466" y="100"/>
                    </a:cubicBezTo>
                    <a:lnTo>
                      <a:pt x="466" y="100"/>
                    </a:lnTo>
                    <a:cubicBezTo>
                      <a:pt x="433" y="83"/>
                      <a:pt x="400" y="51"/>
                      <a:pt x="368" y="34"/>
                    </a:cubicBezTo>
                    <a:cubicBezTo>
                      <a:pt x="328" y="11"/>
                      <a:pt x="283" y="0"/>
                      <a:pt x="23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" name="Google Shape;3868;p60"/>
              <p:cNvSpPr/>
              <p:nvPr/>
            </p:nvSpPr>
            <p:spPr>
              <a:xfrm>
                <a:off x="2922092" y="2583316"/>
                <a:ext cx="5929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351" extrusionOk="0">
                    <a:moveTo>
                      <a:pt x="101" y="0"/>
                    </a:moveTo>
                    <a:cubicBezTo>
                      <a:pt x="51" y="33"/>
                      <a:pt x="17" y="84"/>
                      <a:pt x="17" y="134"/>
                    </a:cubicBezTo>
                    <a:cubicBezTo>
                      <a:pt x="1" y="184"/>
                      <a:pt x="17" y="217"/>
                      <a:pt x="17" y="267"/>
                    </a:cubicBezTo>
                    <a:cubicBezTo>
                      <a:pt x="34" y="301"/>
                      <a:pt x="51" y="334"/>
                      <a:pt x="84" y="351"/>
                    </a:cubicBezTo>
                    <a:cubicBezTo>
                      <a:pt x="68" y="317"/>
                      <a:pt x="51" y="284"/>
                      <a:pt x="51" y="251"/>
                    </a:cubicBezTo>
                    <a:cubicBezTo>
                      <a:pt x="34" y="217"/>
                      <a:pt x="34" y="184"/>
                      <a:pt x="34" y="134"/>
                    </a:cubicBezTo>
                    <a:cubicBezTo>
                      <a:pt x="51" y="100"/>
                      <a:pt x="68" y="50"/>
                      <a:pt x="101" y="33"/>
                    </a:cubicBezTo>
                    <a:cubicBezTo>
                      <a:pt x="106" y="32"/>
                      <a:pt x="111" y="31"/>
                      <a:pt x="116" y="31"/>
                    </a:cubicBezTo>
                    <a:cubicBezTo>
                      <a:pt x="151" y="31"/>
                      <a:pt x="151" y="87"/>
                      <a:pt x="151" y="117"/>
                    </a:cubicBezTo>
                    <a:cubicBezTo>
                      <a:pt x="151" y="167"/>
                      <a:pt x="151" y="201"/>
                      <a:pt x="134" y="234"/>
                    </a:cubicBezTo>
                    <a:cubicBezTo>
                      <a:pt x="118" y="301"/>
                      <a:pt x="101" y="351"/>
                      <a:pt x="101" y="351"/>
                    </a:cubicBezTo>
                    <a:cubicBezTo>
                      <a:pt x="118" y="317"/>
                      <a:pt x="151" y="284"/>
                      <a:pt x="151" y="251"/>
                    </a:cubicBezTo>
                    <a:cubicBezTo>
                      <a:pt x="168" y="201"/>
                      <a:pt x="184" y="167"/>
                      <a:pt x="184" y="134"/>
                    </a:cubicBezTo>
                    <a:cubicBezTo>
                      <a:pt x="184" y="100"/>
                      <a:pt x="184" y="84"/>
                      <a:pt x="168" y="50"/>
                    </a:cubicBezTo>
                    <a:cubicBezTo>
                      <a:pt x="168" y="17"/>
                      <a:pt x="134" y="0"/>
                      <a:pt x="1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" name="Google Shape;3869;p60"/>
              <p:cNvSpPr/>
              <p:nvPr/>
            </p:nvSpPr>
            <p:spPr>
              <a:xfrm>
                <a:off x="2981545" y="2552772"/>
                <a:ext cx="18781" cy="3217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004" extrusionOk="0">
                    <a:moveTo>
                      <a:pt x="535" y="1"/>
                    </a:moveTo>
                    <a:cubicBezTo>
                      <a:pt x="502" y="17"/>
                      <a:pt x="451" y="34"/>
                      <a:pt x="418" y="67"/>
                    </a:cubicBezTo>
                    <a:cubicBezTo>
                      <a:pt x="151" y="218"/>
                      <a:pt x="0" y="519"/>
                      <a:pt x="34" y="836"/>
                    </a:cubicBezTo>
                    <a:cubicBezTo>
                      <a:pt x="50" y="869"/>
                      <a:pt x="67" y="920"/>
                      <a:pt x="67" y="970"/>
                    </a:cubicBezTo>
                    <a:cubicBezTo>
                      <a:pt x="84" y="986"/>
                      <a:pt x="84" y="1003"/>
                      <a:pt x="101" y="1003"/>
                    </a:cubicBezTo>
                    <a:cubicBezTo>
                      <a:pt x="101" y="1003"/>
                      <a:pt x="67" y="936"/>
                      <a:pt x="67" y="836"/>
                    </a:cubicBezTo>
                    <a:cubicBezTo>
                      <a:pt x="34" y="535"/>
                      <a:pt x="167" y="235"/>
                      <a:pt x="418" y="84"/>
                    </a:cubicBezTo>
                    <a:cubicBezTo>
                      <a:pt x="518" y="17"/>
                      <a:pt x="585" y="1"/>
                      <a:pt x="5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" name="Google Shape;3870;p60"/>
              <p:cNvSpPr/>
              <p:nvPr/>
            </p:nvSpPr>
            <p:spPr>
              <a:xfrm>
                <a:off x="2951001" y="2582771"/>
                <a:ext cx="21474" cy="10192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8" extrusionOk="0">
                    <a:moveTo>
                      <a:pt x="669" y="0"/>
                    </a:moveTo>
                    <a:cubicBezTo>
                      <a:pt x="653" y="0"/>
                      <a:pt x="519" y="84"/>
                      <a:pt x="335" y="167"/>
                    </a:cubicBezTo>
                    <a:cubicBezTo>
                      <a:pt x="168" y="251"/>
                      <a:pt x="1" y="318"/>
                      <a:pt x="18" y="318"/>
                    </a:cubicBezTo>
                    <a:cubicBezTo>
                      <a:pt x="252" y="251"/>
                      <a:pt x="469" y="151"/>
                      <a:pt x="66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" name="Google Shape;3871;p60"/>
              <p:cNvSpPr/>
              <p:nvPr/>
            </p:nvSpPr>
            <p:spPr>
              <a:xfrm>
                <a:off x="2985294" y="2576329"/>
                <a:ext cx="1635" cy="4872"/>
              </a:xfrm>
              <a:custGeom>
                <a:avLst/>
                <a:gdLst/>
                <a:ahLst/>
                <a:cxnLst/>
                <a:rect l="l" t="t" r="r" b="b"/>
                <a:pathLst>
                  <a:path w="51" h="152" extrusionOk="0">
                    <a:moveTo>
                      <a:pt x="34" y="1"/>
                    </a:moveTo>
                    <a:cubicBezTo>
                      <a:pt x="34" y="1"/>
                      <a:pt x="0" y="34"/>
                      <a:pt x="17" y="68"/>
                    </a:cubicBezTo>
                    <a:cubicBezTo>
                      <a:pt x="17" y="118"/>
                      <a:pt x="34" y="151"/>
                      <a:pt x="34" y="151"/>
                    </a:cubicBezTo>
                    <a:cubicBezTo>
                      <a:pt x="50" y="151"/>
                      <a:pt x="34" y="118"/>
                      <a:pt x="34" y="68"/>
                    </a:cubicBezTo>
                    <a:cubicBezTo>
                      <a:pt x="34" y="34"/>
                      <a:pt x="50" y="1"/>
                      <a:pt x="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1" name="Google Shape;3872;p60"/>
              <p:cNvSpPr/>
              <p:nvPr/>
            </p:nvSpPr>
            <p:spPr>
              <a:xfrm>
                <a:off x="2986897" y="2567099"/>
                <a:ext cx="2179" cy="391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22" extrusionOk="0">
                    <a:moveTo>
                      <a:pt x="49" y="0"/>
                    </a:moveTo>
                    <a:cubicBezTo>
                      <a:pt x="44" y="0"/>
                      <a:pt x="31" y="28"/>
                      <a:pt x="17" y="55"/>
                    </a:cubicBezTo>
                    <a:cubicBezTo>
                      <a:pt x="0" y="88"/>
                      <a:pt x="0" y="122"/>
                      <a:pt x="0" y="122"/>
                    </a:cubicBezTo>
                    <a:cubicBezTo>
                      <a:pt x="17" y="122"/>
                      <a:pt x="34" y="105"/>
                      <a:pt x="51" y="72"/>
                    </a:cubicBezTo>
                    <a:cubicBezTo>
                      <a:pt x="51" y="38"/>
                      <a:pt x="67" y="5"/>
                      <a:pt x="51" y="5"/>
                    </a:cubicBezTo>
                    <a:cubicBezTo>
                      <a:pt x="51" y="2"/>
                      <a:pt x="50" y="0"/>
                      <a:pt x="4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2" name="Google Shape;3873;p60"/>
              <p:cNvSpPr/>
              <p:nvPr/>
            </p:nvSpPr>
            <p:spPr>
              <a:xfrm>
                <a:off x="2991192" y="2560272"/>
                <a:ext cx="3782" cy="3397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06" extrusionOk="0">
                    <a:moveTo>
                      <a:pt x="117" y="1"/>
                    </a:moveTo>
                    <a:cubicBezTo>
                      <a:pt x="100" y="1"/>
                      <a:pt x="67" y="1"/>
                      <a:pt x="34" y="34"/>
                    </a:cubicBezTo>
                    <a:cubicBezTo>
                      <a:pt x="0" y="67"/>
                      <a:pt x="0" y="101"/>
                      <a:pt x="0" y="101"/>
                    </a:cubicBezTo>
                    <a:cubicBezTo>
                      <a:pt x="3" y="104"/>
                      <a:pt x="6" y="105"/>
                      <a:pt x="9" y="105"/>
                    </a:cubicBezTo>
                    <a:cubicBezTo>
                      <a:pt x="23" y="105"/>
                      <a:pt x="37" y="78"/>
                      <a:pt x="50" y="51"/>
                    </a:cubicBezTo>
                    <a:cubicBezTo>
                      <a:pt x="84" y="34"/>
                      <a:pt x="117" y="17"/>
                      <a:pt x="1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3" name="Google Shape;3874;p60"/>
              <p:cNvSpPr/>
              <p:nvPr/>
            </p:nvSpPr>
            <p:spPr>
              <a:xfrm>
                <a:off x="2997602" y="2556298"/>
                <a:ext cx="2179" cy="2083"/>
              </a:xfrm>
              <a:custGeom>
                <a:avLst/>
                <a:gdLst/>
                <a:ahLst/>
                <a:cxnLst/>
                <a:rect l="l" t="t" r="r" b="b"/>
                <a:pathLst>
                  <a:path w="68" h="65" extrusionOk="0">
                    <a:moveTo>
                      <a:pt x="47" y="1"/>
                    </a:moveTo>
                    <a:cubicBezTo>
                      <a:pt x="41" y="1"/>
                      <a:pt x="29" y="12"/>
                      <a:pt x="17" y="24"/>
                    </a:cubicBezTo>
                    <a:cubicBezTo>
                      <a:pt x="1" y="41"/>
                      <a:pt x="1" y="58"/>
                      <a:pt x="1" y="58"/>
                    </a:cubicBezTo>
                    <a:cubicBezTo>
                      <a:pt x="1" y="63"/>
                      <a:pt x="2" y="65"/>
                      <a:pt x="4" y="65"/>
                    </a:cubicBezTo>
                    <a:cubicBezTo>
                      <a:pt x="10" y="65"/>
                      <a:pt x="22" y="53"/>
                      <a:pt x="34" y="41"/>
                    </a:cubicBezTo>
                    <a:cubicBezTo>
                      <a:pt x="51" y="24"/>
                      <a:pt x="67" y="8"/>
                      <a:pt x="51" y="8"/>
                    </a:cubicBezTo>
                    <a:cubicBezTo>
                      <a:pt x="51" y="3"/>
                      <a:pt x="49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4" name="Google Shape;3875;p60"/>
              <p:cNvSpPr/>
              <p:nvPr/>
            </p:nvSpPr>
            <p:spPr>
              <a:xfrm>
                <a:off x="2648449" y="1512622"/>
                <a:ext cx="352390" cy="780033"/>
              </a:xfrm>
              <a:custGeom>
                <a:avLst/>
                <a:gdLst/>
                <a:ahLst/>
                <a:cxnLst/>
                <a:rect l="l" t="t" r="r" b="b"/>
                <a:pathLst>
                  <a:path w="10995" h="24338" extrusionOk="0">
                    <a:moveTo>
                      <a:pt x="5977" y="0"/>
                    </a:moveTo>
                    <a:cubicBezTo>
                      <a:pt x="5917" y="0"/>
                      <a:pt x="5858" y="2"/>
                      <a:pt x="5798" y="7"/>
                    </a:cubicBezTo>
                    <a:lnTo>
                      <a:pt x="3676" y="140"/>
                    </a:lnTo>
                    <a:cubicBezTo>
                      <a:pt x="3676" y="140"/>
                      <a:pt x="3624" y="129"/>
                      <a:pt x="3524" y="129"/>
                    </a:cubicBezTo>
                    <a:cubicBezTo>
                      <a:pt x="3179" y="129"/>
                      <a:pt x="2276" y="260"/>
                      <a:pt x="1070" y="1427"/>
                    </a:cubicBezTo>
                    <a:lnTo>
                      <a:pt x="1" y="2413"/>
                    </a:lnTo>
                    <a:lnTo>
                      <a:pt x="1354" y="4986"/>
                    </a:lnTo>
                    <a:lnTo>
                      <a:pt x="1421" y="6139"/>
                    </a:lnTo>
                    <a:lnTo>
                      <a:pt x="2390" y="9313"/>
                    </a:lnTo>
                    <a:lnTo>
                      <a:pt x="2123" y="10717"/>
                    </a:lnTo>
                    <a:cubicBezTo>
                      <a:pt x="2022" y="11786"/>
                      <a:pt x="585" y="24017"/>
                      <a:pt x="786" y="24201"/>
                    </a:cubicBezTo>
                    <a:cubicBezTo>
                      <a:pt x="800" y="24215"/>
                      <a:pt x="826" y="24222"/>
                      <a:pt x="864" y="24222"/>
                    </a:cubicBezTo>
                    <a:cubicBezTo>
                      <a:pt x="1288" y="24222"/>
                      <a:pt x="3120" y="23382"/>
                      <a:pt x="4146" y="23382"/>
                    </a:cubicBezTo>
                    <a:cubicBezTo>
                      <a:pt x="4380" y="23382"/>
                      <a:pt x="4572" y="23426"/>
                      <a:pt x="4696" y="23532"/>
                    </a:cubicBezTo>
                    <a:cubicBezTo>
                      <a:pt x="5255" y="24001"/>
                      <a:pt x="6260" y="24337"/>
                      <a:pt x="7072" y="24337"/>
                    </a:cubicBezTo>
                    <a:cubicBezTo>
                      <a:pt x="7303" y="24337"/>
                      <a:pt x="7518" y="24310"/>
                      <a:pt x="7703" y="24251"/>
                    </a:cubicBezTo>
                    <a:cubicBezTo>
                      <a:pt x="8320" y="24049"/>
                      <a:pt x="9173" y="23071"/>
                      <a:pt x="10085" y="23071"/>
                    </a:cubicBezTo>
                    <a:cubicBezTo>
                      <a:pt x="10384" y="23071"/>
                      <a:pt x="10689" y="23176"/>
                      <a:pt x="10995" y="23449"/>
                    </a:cubicBezTo>
                    <a:cubicBezTo>
                      <a:pt x="10995" y="23449"/>
                      <a:pt x="10594" y="12605"/>
                      <a:pt x="7987" y="8896"/>
                    </a:cubicBezTo>
                    <a:cubicBezTo>
                      <a:pt x="6935" y="7091"/>
                      <a:pt x="6667" y="7292"/>
                      <a:pt x="7018" y="6239"/>
                    </a:cubicBezTo>
                    <a:lnTo>
                      <a:pt x="8054" y="2814"/>
                    </a:lnTo>
                    <a:lnTo>
                      <a:pt x="7620" y="658"/>
                    </a:lnTo>
                    <a:cubicBezTo>
                      <a:pt x="7178" y="232"/>
                      <a:pt x="6584" y="0"/>
                      <a:pt x="597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5" name="Google Shape;3876;p60"/>
              <p:cNvSpPr/>
              <p:nvPr/>
            </p:nvSpPr>
            <p:spPr>
              <a:xfrm>
                <a:off x="2806968" y="1517109"/>
                <a:ext cx="130700" cy="147302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4596" extrusionOk="0">
                    <a:moveTo>
                      <a:pt x="1855" y="0"/>
                    </a:moveTo>
                    <a:lnTo>
                      <a:pt x="0" y="3409"/>
                    </a:lnTo>
                    <a:lnTo>
                      <a:pt x="2523" y="4595"/>
                    </a:lnTo>
                    <a:cubicBezTo>
                      <a:pt x="2523" y="4595"/>
                      <a:pt x="3593" y="2974"/>
                      <a:pt x="3760" y="2189"/>
                    </a:cubicBezTo>
                    <a:cubicBezTo>
                      <a:pt x="4077" y="602"/>
                      <a:pt x="1855" y="0"/>
                      <a:pt x="185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6" name="Google Shape;3877;p60"/>
              <p:cNvSpPr/>
              <p:nvPr/>
            </p:nvSpPr>
            <p:spPr>
              <a:xfrm>
                <a:off x="2703607" y="1814116"/>
                <a:ext cx="119450" cy="199095"/>
              </a:xfrm>
              <a:custGeom>
                <a:avLst/>
                <a:gdLst/>
                <a:ahLst/>
                <a:cxnLst/>
                <a:rect l="l" t="t" r="r" b="b"/>
                <a:pathLst>
                  <a:path w="3727" h="6212" extrusionOk="0">
                    <a:moveTo>
                      <a:pt x="579" y="535"/>
                    </a:moveTo>
                    <a:lnTo>
                      <a:pt x="569" y="541"/>
                    </a:lnTo>
                    <a:cubicBezTo>
                      <a:pt x="569" y="542"/>
                      <a:pt x="569" y="543"/>
                      <a:pt x="569" y="544"/>
                    </a:cubicBezTo>
                    <a:lnTo>
                      <a:pt x="569" y="544"/>
                    </a:lnTo>
                    <a:cubicBezTo>
                      <a:pt x="572" y="541"/>
                      <a:pt x="576" y="538"/>
                      <a:pt x="579" y="535"/>
                    </a:cubicBezTo>
                    <a:close/>
                    <a:moveTo>
                      <a:pt x="569" y="544"/>
                    </a:moveTo>
                    <a:lnTo>
                      <a:pt x="569" y="544"/>
                    </a:lnTo>
                    <a:cubicBezTo>
                      <a:pt x="563" y="549"/>
                      <a:pt x="557" y="553"/>
                      <a:pt x="552" y="558"/>
                    </a:cubicBezTo>
                    <a:cubicBezTo>
                      <a:pt x="552" y="558"/>
                      <a:pt x="567" y="558"/>
                      <a:pt x="569" y="544"/>
                    </a:cubicBezTo>
                    <a:close/>
                    <a:moveTo>
                      <a:pt x="1" y="4969"/>
                    </a:moveTo>
                    <a:cubicBezTo>
                      <a:pt x="1" y="4977"/>
                      <a:pt x="4" y="4981"/>
                      <a:pt x="8" y="4983"/>
                    </a:cubicBezTo>
                    <a:lnTo>
                      <a:pt x="8" y="4983"/>
                    </a:lnTo>
                    <a:cubicBezTo>
                      <a:pt x="3" y="4978"/>
                      <a:pt x="1" y="4974"/>
                      <a:pt x="1" y="4969"/>
                    </a:cubicBezTo>
                    <a:close/>
                    <a:moveTo>
                      <a:pt x="1976" y="0"/>
                    </a:moveTo>
                    <a:cubicBezTo>
                      <a:pt x="1600" y="0"/>
                      <a:pt x="1241" y="101"/>
                      <a:pt x="920" y="291"/>
                    </a:cubicBezTo>
                    <a:cubicBezTo>
                      <a:pt x="796" y="368"/>
                      <a:pt x="687" y="445"/>
                      <a:pt x="579" y="535"/>
                    </a:cubicBezTo>
                    <a:lnTo>
                      <a:pt x="579" y="535"/>
                    </a:lnTo>
                    <a:lnTo>
                      <a:pt x="652" y="491"/>
                    </a:lnTo>
                    <a:cubicBezTo>
                      <a:pt x="736" y="441"/>
                      <a:pt x="836" y="374"/>
                      <a:pt x="936" y="324"/>
                    </a:cubicBezTo>
                    <a:cubicBezTo>
                      <a:pt x="1277" y="138"/>
                      <a:pt x="1662" y="38"/>
                      <a:pt x="2049" y="38"/>
                    </a:cubicBezTo>
                    <a:cubicBezTo>
                      <a:pt x="2079" y="38"/>
                      <a:pt x="2109" y="39"/>
                      <a:pt x="2139" y="40"/>
                    </a:cubicBezTo>
                    <a:cubicBezTo>
                      <a:pt x="2423" y="57"/>
                      <a:pt x="2691" y="140"/>
                      <a:pt x="2941" y="291"/>
                    </a:cubicBezTo>
                    <a:cubicBezTo>
                      <a:pt x="3225" y="458"/>
                      <a:pt x="3443" y="725"/>
                      <a:pt x="3560" y="1026"/>
                    </a:cubicBezTo>
                    <a:cubicBezTo>
                      <a:pt x="3626" y="1193"/>
                      <a:pt x="3660" y="1360"/>
                      <a:pt x="3643" y="1527"/>
                    </a:cubicBezTo>
                    <a:cubicBezTo>
                      <a:pt x="3626" y="1711"/>
                      <a:pt x="3576" y="1895"/>
                      <a:pt x="3493" y="2062"/>
                    </a:cubicBezTo>
                    <a:cubicBezTo>
                      <a:pt x="3309" y="2379"/>
                      <a:pt x="3025" y="2680"/>
                      <a:pt x="2841" y="3031"/>
                    </a:cubicBezTo>
                    <a:cubicBezTo>
                      <a:pt x="2741" y="3215"/>
                      <a:pt x="2674" y="3415"/>
                      <a:pt x="2657" y="3616"/>
                    </a:cubicBezTo>
                    <a:cubicBezTo>
                      <a:pt x="2641" y="3816"/>
                      <a:pt x="2641" y="4000"/>
                      <a:pt x="2657" y="4200"/>
                    </a:cubicBezTo>
                    <a:cubicBezTo>
                      <a:pt x="2707" y="4568"/>
                      <a:pt x="2707" y="4919"/>
                      <a:pt x="2657" y="5286"/>
                    </a:cubicBezTo>
                    <a:cubicBezTo>
                      <a:pt x="2624" y="5454"/>
                      <a:pt x="2557" y="5604"/>
                      <a:pt x="2473" y="5754"/>
                    </a:cubicBezTo>
                    <a:cubicBezTo>
                      <a:pt x="2390" y="5888"/>
                      <a:pt x="2290" y="6005"/>
                      <a:pt x="2139" y="6072"/>
                    </a:cubicBezTo>
                    <a:cubicBezTo>
                      <a:pt x="2042" y="6127"/>
                      <a:pt x="1923" y="6160"/>
                      <a:pt x="1799" y="6160"/>
                    </a:cubicBezTo>
                    <a:cubicBezTo>
                      <a:pt x="1773" y="6160"/>
                      <a:pt x="1747" y="6158"/>
                      <a:pt x="1722" y="6155"/>
                    </a:cubicBezTo>
                    <a:cubicBezTo>
                      <a:pt x="1588" y="6122"/>
                      <a:pt x="1471" y="6088"/>
                      <a:pt x="1354" y="6005"/>
                    </a:cubicBezTo>
                    <a:cubicBezTo>
                      <a:pt x="1153" y="5871"/>
                      <a:pt x="970" y="5721"/>
                      <a:pt x="803" y="5554"/>
                    </a:cubicBezTo>
                    <a:cubicBezTo>
                      <a:pt x="669" y="5437"/>
                      <a:pt x="535" y="5320"/>
                      <a:pt x="402" y="5203"/>
                    </a:cubicBezTo>
                    <a:cubicBezTo>
                      <a:pt x="301" y="5136"/>
                      <a:pt x="201" y="5069"/>
                      <a:pt x="101" y="5019"/>
                    </a:cubicBezTo>
                    <a:cubicBezTo>
                      <a:pt x="84" y="5002"/>
                      <a:pt x="51" y="5002"/>
                      <a:pt x="17" y="4986"/>
                    </a:cubicBezTo>
                    <a:cubicBezTo>
                      <a:pt x="17" y="4986"/>
                      <a:pt x="13" y="4986"/>
                      <a:pt x="8" y="4983"/>
                    </a:cubicBezTo>
                    <a:lnTo>
                      <a:pt x="8" y="4983"/>
                    </a:lnTo>
                    <a:cubicBezTo>
                      <a:pt x="22" y="4996"/>
                      <a:pt x="53" y="5012"/>
                      <a:pt x="101" y="5036"/>
                    </a:cubicBezTo>
                    <a:cubicBezTo>
                      <a:pt x="201" y="5086"/>
                      <a:pt x="285" y="5153"/>
                      <a:pt x="385" y="5220"/>
                    </a:cubicBezTo>
                    <a:cubicBezTo>
                      <a:pt x="519" y="5337"/>
                      <a:pt x="652" y="5454"/>
                      <a:pt x="786" y="5587"/>
                    </a:cubicBezTo>
                    <a:cubicBezTo>
                      <a:pt x="936" y="5754"/>
                      <a:pt x="1120" y="5921"/>
                      <a:pt x="1321" y="6055"/>
                    </a:cubicBezTo>
                    <a:cubicBezTo>
                      <a:pt x="1438" y="6122"/>
                      <a:pt x="1571" y="6172"/>
                      <a:pt x="1722" y="6205"/>
                    </a:cubicBezTo>
                    <a:cubicBezTo>
                      <a:pt x="1755" y="6209"/>
                      <a:pt x="1790" y="6211"/>
                      <a:pt x="1825" y="6211"/>
                    </a:cubicBezTo>
                    <a:cubicBezTo>
                      <a:pt x="1945" y="6211"/>
                      <a:pt x="2069" y="6187"/>
                      <a:pt x="2173" y="6122"/>
                    </a:cubicBezTo>
                    <a:cubicBezTo>
                      <a:pt x="2323" y="6038"/>
                      <a:pt x="2440" y="5921"/>
                      <a:pt x="2524" y="5788"/>
                    </a:cubicBezTo>
                    <a:cubicBezTo>
                      <a:pt x="2624" y="5637"/>
                      <a:pt x="2674" y="5470"/>
                      <a:pt x="2724" y="5303"/>
                    </a:cubicBezTo>
                    <a:cubicBezTo>
                      <a:pt x="2774" y="4936"/>
                      <a:pt x="2774" y="4568"/>
                      <a:pt x="2724" y="4200"/>
                    </a:cubicBezTo>
                    <a:cubicBezTo>
                      <a:pt x="2657" y="3816"/>
                      <a:pt x="2724" y="3415"/>
                      <a:pt x="2891" y="3064"/>
                    </a:cubicBezTo>
                    <a:cubicBezTo>
                      <a:pt x="3092" y="2713"/>
                      <a:pt x="3359" y="2429"/>
                      <a:pt x="3543" y="2078"/>
                    </a:cubicBezTo>
                    <a:cubicBezTo>
                      <a:pt x="3643" y="1911"/>
                      <a:pt x="3693" y="1728"/>
                      <a:pt x="3710" y="1544"/>
                    </a:cubicBezTo>
                    <a:cubicBezTo>
                      <a:pt x="3727" y="1360"/>
                      <a:pt x="3693" y="1176"/>
                      <a:pt x="3626" y="1009"/>
                    </a:cubicBezTo>
                    <a:cubicBezTo>
                      <a:pt x="3493" y="692"/>
                      <a:pt x="3259" y="424"/>
                      <a:pt x="2975" y="241"/>
                    </a:cubicBezTo>
                    <a:cubicBezTo>
                      <a:pt x="2724" y="90"/>
                      <a:pt x="2423" y="7"/>
                      <a:pt x="2139" y="7"/>
                    </a:cubicBezTo>
                    <a:cubicBezTo>
                      <a:pt x="2085" y="2"/>
                      <a:pt x="2030" y="0"/>
                      <a:pt x="19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7" name="Google Shape;3878;p60"/>
              <p:cNvSpPr/>
              <p:nvPr/>
            </p:nvSpPr>
            <p:spPr>
              <a:xfrm>
                <a:off x="2827833" y="1902670"/>
                <a:ext cx="160154" cy="261368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8155" extrusionOk="0">
                    <a:moveTo>
                      <a:pt x="3526" y="1"/>
                    </a:moveTo>
                    <a:cubicBezTo>
                      <a:pt x="3393" y="17"/>
                      <a:pt x="3259" y="51"/>
                      <a:pt x="3142" y="84"/>
                    </a:cubicBezTo>
                    <a:cubicBezTo>
                      <a:pt x="2942" y="151"/>
                      <a:pt x="2741" y="251"/>
                      <a:pt x="2574" y="368"/>
                    </a:cubicBezTo>
                    <a:cubicBezTo>
                      <a:pt x="2056" y="752"/>
                      <a:pt x="1755" y="1337"/>
                      <a:pt x="1772" y="1972"/>
                    </a:cubicBezTo>
                    <a:cubicBezTo>
                      <a:pt x="1772" y="2356"/>
                      <a:pt x="1755" y="2741"/>
                      <a:pt x="1705" y="3125"/>
                    </a:cubicBezTo>
                    <a:cubicBezTo>
                      <a:pt x="1655" y="3325"/>
                      <a:pt x="1572" y="3526"/>
                      <a:pt x="1455" y="3676"/>
                    </a:cubicBezTo>
                    <a:cubicBezTo>
                      <a:pt x="1304" y="3843"/>
                      <a:pt x="1154" y="3994"/>
                      <a:pt x="970" y="4128"/>
                    </a:cubicBezTo>
                    <a:cubicBezTo>
                      <a:pt x="803" y="4261"/>
                      <a:pt x="619" y="4412"/>
                      <a:pt x="469" y="4579"/>
                    </a:cubicBezTo>
                    <a:cubicBezTo>
                      <a:pt x="302" y="4762"/>
                      <a:pt x="201" y="4963"/>
                      <a:pt x="135" y="5197"/>
                    </a:cubicBezTo>
                    <a:cubicBezTo>
                      <a:pt x="1" y="5648"/>
                      <a:pt x="51" y="6133"/>
                      <a:pt x="235" y="6567"/>
                    </a:cubicBezTo>
                    <a:cubicBezTo>
                      <a:pt x="419" y="6968"/>
                      <a:pt x="703" y="7302"/>
                      <a:pt x="1070" y="7536"/>
                    </a:cubicBezTo>
                    <a:cubicBezTo>
                      <a:pt x="1404" y="7753"/>
                      <a:pt x="1755" y="7920"/>
                      <a:pt x="2140" y="8021"/>
                    </a:cubicBezTo>
                    <a:cubicBezTo>
                      <a:pt x="2474" y="8104"/>
                      <a:pt x="2808" y="8138"/>
                      <a:pt x="3142" y="8154"/>
                    </a:cubicBezTo>
                    <a:cubicBezTo>
                      <a:pt x="3627" y="8154"/>
                      <a:pt x="4128" y="8121"/>
                      <a:pt x="4613" y="8054"/>
                    </a:cubicBezTo>
                    <a:cubicBezTo>
                      <a:pt x="4780" y="8037"/>
                      <a:pt x="4913" y="8004"/>
                      <a:pt x="4997" y="7987"/>
                    </a:cubicBezTo>
                    <a:lnTo>
                      <a:pt x="4997" y="7987"/>
                    </a:lnTo>
                    <a:lnTo>
                      <a:pt x="4596" y="8021"/>
                    </a:lnTo>
                    <a:cubicBezTo>
                      <a:pt x="4194" y="8076"/>
                      <a:pt x="3793" y="8108"/>
                      <a:pt x="3392" y="8108"/>
                    </a:cubicBezTo>
                    <a:cubicBezTo>
                      <a:pt x="3308" y="8108"/>
                      <a:pt x="3225" y="8107"/>
                      <a:pt x="3142" y="8104"/>
                    </a:cubicBezTo>
                    <a:cubicBezTo>
                      <a:pt x="2808" y="8087"/>
                      <a:pt x="2474" y="8037"/>
                      <a:pt x="2156" y="7954"/>
                    </a:cubicBezTo>
                    <a:cubicBezTo>
                      <a:pt x="1772" y="7870"/>
                      <a:pt x="1421" y="7703"/>
                      <a:pt x="1104" y="7486"/>
                    </a:cubicBezTo>
                    <a:cubicBezTo>
                      <a:pt x="753" y="7252"/>
                      <a:pt x="469" y="6918"/>
                      <a:pt x="302" y="6534"/>
                    </a:cubicBezTo>
                    <a:cubicBezTo>
                      <a:pt x="118" y="6116"/>
                      <a:pt x="85" y="5665"/>
                      <a:pt x="185" y="5214"/>
                    </a:cubicBezTo>
                    <a:cubicBezTo>
                      <a:pt x="252" y="4996"/>
                      <a:pt x="369" y="4796"/>
                      <a:pt x="519" y="4629"/>
                    </a:cubicBezTo>
                    <a:cubicBezTo>
                      <a:pt x="669" y="4462"/>
                      <a:pt x="836" y="4311"/>
                      <a:pt x="1020" y="4178"/>
                    </a:cubicBezTo>
                    <a:cubicBezTo>
                      <a:pt x="1204" y="4044"/>
                      <a:pt x="1354" y="3894"/>
                      <a:pt x="1505" y="3727"/>
                    </a:cubicBezTo>
                    <a:cubicBezTo>
                      <a:pt x="1638" y="3543"/>
                      <a:pt x="1722" y="3359"/>
                      <a:pt x="1772" y="3142"/>
                    </a:cubicBezTo>
                    <a:cubicBezTo>
                      <a:pt x="1822" y="2757"/>
                      <a:pt x="1839" y="2373"/>
                      <a:pt x="1822" y="1972"/>
                    </a:cubicBezTo>
                    <a:cubicBezTo>
                      <a:pt x="1805" y="1354"/>
                      <a:pt x="2106" y="769"/>
                      <a:pt x="2608" y="402"/>
                    </a:cubicBezTo>
                    <a:cubicBezTo>
                      <a:pt x="2758" y="285"/>
                      <a:pt x="2958" y="184"/>
                      <a:pt x="3142" y="117"/>
                    </a:cubicBezTo>
                    <a:cubicBezTo>
                      <a:pt x="3326" y="51"/>
                      <a:pt x="3493" y="17"/>
                      <a:pt x="36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8" name="Google Shape;3879;p60"/>
              <p:cNvSpPr/>
              <p:nvPr/>
            </p:nvSpPr>
            <p:spPr>
              <a:xfrm>
                <a:off x="2680595" y="2169679"/>
                <a:ext cx="118906" cy="93426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2915" extrusionOk="0">
                    <a:moveTo>
                      <a:pt x="962" y="0"/>
                    </a:moveTo>
                    <a:cubicBezTo>
                      <a:pt x="869" y="0"/>
                      <a:pt x="776" y="8"/>
                      <a:pt x="685" y="24"/>
                    </a:cubicBezTo>
                    <a:cubicBezTo>
                      <a:pt x="485" y="74"/>
                      <a:pt x="301" y="157"/>
                      <a:pt x="150" y="274"/>
                    </a:cubicBezTo>
                    <a:cubicBezTo>
                      <a:pt x="117" y="308"/>
                      <a:pt x="67" y="358"/>
                      <a:pt x="34" y="391"/>
                    </a:cubicBezTo>
                    <a:cubicBezTo>
                      <a:pt x="17" y="425"/>
                      <a:pt x="0" y="441"/>
                      <a:pt x="0" y="441"/>
                    </a:cubicBezTo>
                    <a:cubicBezTo>
                      <a:pt x="17" y="441"/>
                      <a:pt x="67" y="391"/>
                      <a:pt x="167" y="308"/>
                    </a:cubicBezTo>
                    <a:cubicBezTo>
                      <a:pt x="318" y="191"/>
                      <a:pt x="501" y="107"/>
                      <a:pt x="702" y="74"/>
                    </a:cubicBezTo>
                    <a:cubicBezTo>
                      <a:pt x="783" y="64"/>
                      <a:pt x="867" y="58"/>
                      <a:pt x="952" y="58"/>
                    </a:cubicBezTo>
                    <a:cubicBezTo>
                      <a:pt x="1148" y="58"/>
                      <a:pt x="1351" y="88"/>
                      <a:pt x="1537" y="157"/>
                    </a:cubicBezTo>
                    <a:cubicBezTo>
                      <a:pt x="1871" y="274"/>
                      <a:pt x="2172" y="458"/>
                      <a:pt x="2423" y="709"/>
                    </a:cubicBezTo>
                    <a:cubicBezTo>
                      <a:pt x="2673" y="943"/>
                      <a:pt x="2891" y="1227"/>
                      <a:pt x="3074" y="1528"/>
                    </a:cubicBezTo>
                    <a:cubicBezTo>
                      <a:pt x="3242" y="1795"/>
                      <a:pt x="3392" y="2062"/>
                      <a:pt x="3509" y="2279"/>
                    </a:cubicBezTo>
                    <a:cubicBezTo>
                      <a:pt x="3559" y="2363"/>
                      <a:pt x="3609" y="2463"/>
                      <a:pt x="3643" y="2563"/>
                    </a:cubicBezTo>
                    <a:cubicBezTo>
                      <a:pt x="3676" y="2664"/>
                      <a:pt x="3693" y="2747"/>
                      <a:pt x="3643" y="2797"/>
                    </a:cubicBezTo>
                    <a:cubicBezTo>
                      <a:pt x="3609" y="2831"/>
                      <a:pt x="3576" y="2864"/>
                      <a:pt x="3526" y="2881"/>
                    </a:cubicBezTo>
                    <a:cubicBezTo>
                      <a:pt x="3492" y="2898"/>
                      <a:pt x="3475" y="2914"/>
                      <a:pt x="3475" y="2914"/>
                    </a:cubicBezTo>
                    <a:cubicBezTo>
                      <a:pt x="3492" y="2914"/>
                      <a:pt x="3509" y="2898"/>
                      <a:pt x="3526" y="2898"/>
                    </a:cubicBezTo>
                    <a:cubicBezTo>
                      <a:pt x="3576" y="2881"/>
                      <a:pt x="3626" y="2848"/>
                      <a:pt x="3676" y="2814"/>
                    </a:cubicBezTo>
                    <a:cubicBezTo>
                      <a:pt x="3693" y="2781"/>
                      <a:pt x="3709" y="2731"/>
                      <a:pt x="3709" y="2697"/>
                    </a:cubicBezTo>
                    <a:cubicBezTo>
                      <a:pt x="3709" y="2647"/>
                      <a:pt x="3693" y="2597"/>
                      <a:pt x="3693" y="2563"/>
                    </a:cubicBezTo>
                    <a:cubicBezTo>
                      <a:pt x="3643" y="2446"/>
                      <a:pt x="3609" y="2346"/>
                      <a:pt x="3542" y="2246"/>
                    </a:cubicBezTo>
                    <a:cubicBezTo>
                      <a:pt x="3425" y="2029"/>
                      <a:pt x="3292" y="1778"/>
                      <a:pt x="3125" y="1494"/>
                    </a:cubicBezTo>
                    <a:cubicBezTo>
                      <a:pt x="2941" y="1193"/>
                      <a:pt x="2724" y="909"/>
                      <a:pt x="2456" y="659"/>
                    </a:cubicBezTo>
                    <a:cubicBezTo>
                      <a:pt x="2206" y="408"/>
                      <a:pt x="1888" y="208"/>
                      <a:pt x="1554" y="91"/>
                    </a:cubicBezTo>
                    <a:cubicBezTo>
                      <a:pt x="1361" y="34"/>
                      <a:pt x="1160" y="0"/>
                      <a:pt x="9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9" name="Google Shape;3880;p60"/>
              <p:cNvSpPr/>
              <p:nvPr/>
            </p:nvSpPr>
            <p:spPr>
              <a:xfrm>
                <a:off x="2843922" y="1728094"/>
                <a:ext cx="40191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461" extrusionOk="0">
                    <a:moveTo>
                      <a:pt x="100" y="1"/>
                    </a:moveTo>
                    <a:cubicBezTo>
                      <a:pt x="67" y="101"/>
                      <a:pt x="34" y="218"/>
                      <a:pt x="34" y="335"/>
                    </a:cubicBezTo>
                    <a:cubicBezTo>
                      <a:pt x="0" y="619"/>
                      <a:pt x="67" y="903"/>
                      <a:pt x="217" y="1137"/>
                    </a:cubicBezTo>
                    <a:cubicBezTo>
                      <a:pt x="318" y="1254"/>
                      <a:pt x="435" y="1354"/>
                      <a:pt x="585" y="1421"/>
                    </a:cubicBezTo>
                    <a:cubicBezTo>
                      <a:pt x="671" y="1445"/>
                      <a:pt x="765" y="1461"/>
                      <a:pt x="856" y="1461"/>
                    </a:cubicBezTo>
                    <a:cubicBezTo>
                      <a:pt x="889" y="1461"/>
                      <a:pt x="921" y="1459"/>
                      <a:pt x="953" y="1454"/>
                    </a:cubicBezTo>
                    <a:cubicBezTo>
                      <a:pt x="1036" y="1437"/>
                      <a:pt x="1120" y="1404"/>
                      <a:pt x="1187" y="1337"/>
                    </a:cubicBezTo>
                    <a:cubicBezTo>
                      <a:pt x="1237" y="1304"/>
                      <a:pt x="1253" y="1287"/>
                      <a:pt x="1253" y="1270"/>
                    </a:cubicBezTo>
                    <a:lnTo>
                      <a:pt x="1253" y="1270"/>
                    </a:lnTo>
                    <a:cubicBezTo>
                      <a:pt x="1153" y="1337"/>
                      <a:pt x="1053" y="1371"/>
                      <a:pt x="953" y="1404"/>
                    </a:cubicBezTo>
                    <a:cubicBezTo>
                      <a:pt x="923" y="1408"/>
                      <a:pt x="894" y="1410"/>
                      <a:pt x="865" y="1410"/>
                    </a:cubicBezTo>
                    <a:cubicBezTo>
                      <a:pt x="777" y="1410"/>
                      <a:pt x="689" y="1392"/>
                      <a:pt x="602" y="1354"/>
                    </a:cubicBezTo>
                    <a:cubicBezTo>
                      <a:pt x="468" y="1304"/>
                      <a:pt x="351" y="1204"/>
                      <a:pt x="284" y="1087"/>
                    </a:cubicBezTo>
                    <a:cubicBezTo>
                      <a:pt x="134" y="869"/>
                      <a:pt x="67" y="602"/>
                      <a:pt x="84" y="335"/>
                    </a:cubicBezTo>
                    <a:cubicBezTo>
                      <a:pt x="84" y="134"/>
                      <a:pt x="117" y="1"/>
                      <a:pt x="1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0" name="Google Shape;3881;p60"/>
              <p:cNvSpPr/>
              <p:nvPr/>
            </p:nvSpPr>
            <p:spPr>
              <a:xfrm>
                <a:off x="2855171" y="1530794"/>
                <a:ext cx="36954" cy="118072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684" extrusionOk="0">
                    <a:moveTo>
                      <a:pt x="1003" y="0"/>
                    </a:moveTo>
                    <a:cubicBezTo>
                      <a:pt x="986" y="0"/>
                      <a:pt x="969" y="2"/>
                      <a:pt x="952" y="8"/>
                    </a:cubicBezTo>
                    <a:cubicBezTo>
                      <a:pt x="769" y="8"/>
                      <a:pt x="585" y="108"/>
                      <a:pt x="468" y="242"/>
                    </a:cubicBezTo>
                    <a:cubicBezTo>
                      <a:pt x="384" y="342"/>
                      <a:pt x="334" y="476"/>
                      <a:pt x="318" y="609"/>
                    </a:cubicBezTo>
                    <a:cubicBezTo>
                      <a:pt x="301" y="760"/>
                      <a:pt x="334" y="910"/>
                      <a:pt x="418" y="1044"/>
                    </a:cubicBezTo>
                    <a:cubicBezTo>
                      <a:pt x="501" y="1161"/>
                      <a:pt x="568" y="1311"/>
                      <a:pt x="602" y="1461"/>
                    </a:cubicBezTo>
                    <a:cubicBezTo>
                      <a:pt x="618" y="1528"/>
                      <a:pt x="602" y="1612"/>
                      <a:pt x="568" y="1679"/>
                    </a:cubicBezTo>
                    <a:cubicBezTo>
                      <a:pt x="518" y="1762"/>
                      <a:pt x="485" y="1829"/>
                      <a:pt x="418" y="1879"/>
                    </a:cubicBezTo>
                    <a:cubicBezTo>
                      <a:pt x="301" y="2013"/>
                      <a:pt x="184" y="2146"/>
                      <a:pt x="100" y="2297"/>
                    </a:cubicBezTo>
                    <a:cubicBezTo>
                      <a:pt x="34" y="2447"/>
                      <a:pt x="0" y="2614"/>
                      <a:pt x="0" y="2765"/>
                    </a:cubicBezTo>
                    <a:cubicBezTo>
                      <a:pt x="17" y="2915"/>
                      <a:pt x="50" y="3065"/>
                      <a:pt x="117" y="3199"/>
                    </a:cubicBezTo>
                    <a:cubicBezTo>
                      <a:pt x="184" y="3316"/>
                      <a:pt x="267" y="3400"/>
                      <a:pt x="384" y="3483"/>
                    </a:cubicBezTo>
                    <a:cubicBezTo>
                      <a:pt x="518" y="3600"/>
                      <a:pt x="702" y="3667"/>
                      <a:pt x="886" y="3684"/>
                    </a:cubicBezTo>
                    <a:cubicBezTo>
                      <a:pt x="936" y="3684"/>
                      <a:pt x="986" y="3684"/>
                      <a:pt x="1036" y="3667"/>
                    </a:cubicBezTo>
                    <a:lnTo>
                      <a:pt x="1086" y="3667"/>
                    </a:lnTo>
                    <a:cubicBezTo>
                      <a:pt x="1086" y="3659"/>
                      <a:pt x="1069" y="3659"/>
                      <a:pt x="1036" y="3659"/>
                    </a:cubicBezTo>
                    <a:cubicBezTo>
                      <a:pt x="1003" y="3659"/>
                      <a:pt x="952" y="3659"/>
                      <a:pt x="886" y="3650"/>
                    </a:cubicBezTo>
                    <a:cubicBezTo>
                      <a:pt x="719" y="3634"/>
                      <a:pt x="551" y="3550"/>
                      <a:pt x="401" y="3450"/>
                    </a:cubicBezTo>
                    <a:cubicBezTo>
                      <a:pt x="201" y="3283"/>
                      <a:pt x="67" y="3032"/>
                      <a:pt x="67" y="2765"/>
                    </a:cubicBezTo>
                    <a:cubicBezTo>
                      <a:pt x="67" y="2614"/>
                      <a:pt x="100" y="2464"/>
                      <a:pt x="167" y="2330"/>
                    </a:cubicBezTo>
                    <a:cubicBezTo>
                      <a:pt x="251" y="2180"/>
                      <a:pt x="351" y="2046"/>
                      <a:pt x="468" y="1929"/>
                    </a:cubicBezTo>
                    <a:cubicBezTo>
                      <a:pt x="535" y="1862"/>
                      <a:pt x="585" y="1796"/>
                      <a:pt x="618" y="1712"/>
                    </a:cubicBezTo>
                    <a:cubicBezTo>
                      <a:pt x="668" y="1629"/>
                      <a:pt x="685" y="1545"/>
                      <a:pt x="668" y="1445"/>
                    </a:cubicBezTo>
                    <a:cubicBezTo>
                      <a:pt x="618" y="1294"/>
                      <a:pt x="551" y="1144"/>
                      <a:pt x="468" y="1010"/>
                    </a:cubicBezTo>
                    <a:cubicBezTo>
                      <a:pt x="334" y="776"/>
                      <a:pt x="351" y="492"/>
                      <a:pt x="501" y="275"/>
                    </a:cubicBezTo>
                    <a:cubicBezTo>
                      <a:pt x="618" y="141"/>
                      <a:pt x="785" y="41"/>
                      <a:pt x="952" y="24"/>
                    </a:cubicBezTo>
                    <a:lnTo>
                      <a:pt x="1153" y="24"/>
                    </a:lnTo>
                    <a:cubicBezTo>
                      <a:pt x="1136" y="24"/>
                      <a:pt x="1120" y="8"/>
                      <a:pt x="1103" y="8"/>
                    </a:cubicBezTo>
                    <a:cubicBezTo>
                      <a:pt x="1069" y="8"/>
                      <a:pt x="1036" y="0"/>
                      <a:pt x="10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" name="Google Shape;3882;p60"/>
              <p:cNvSpPr/>
              <p:nvPr/>
            </p:nvSpPr>
            <p:spPr>
              <a:xfrm>
                <a:off x="2681108" y="1562075"/>
                <a:ext cx="50927" cy="12749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3978" extrusionOk="0">
                    <a:moveTo>
                      <a:pt x="51" y="1"/>
                    </a:moveTo>
                    <a:cubicBezTo>
                      <a:pt x="34" y="18"/>
                      <a:pt x="18" y="18"/>
                      <a:pt x="1" y="18"/>
                    </a:cubicBezTo>
                    <a:cubicBezTo>
                      <a:pt x="68" y="18"/>
                      <a:pt x="134" y="18"/>
                      <a:pt x="201" y="34"/>
                    </a:cubicBezTo>
                    <a:cubicBezTo>
                      <a:pt x="402" y="68"/>
                      <a:pt x="569" y="151"/>
                      <a:pt x="686" y="302"/>
                    </a:cubicBezTo>
                    <a:cubicBezTo>
                      <a:pt x="769" y="419"/>
                      <a:pt x="820" y="536"/>
                      <a:pt x="836" y="669"/>
                    </a:cubicBezTo>
                    <a:cubicBezTo>
                      <a:pt x="836" y="820"/>
                      <a:pt x="836" y="970"/>
                      <a:pt x="803" y="1120"/>
                    </a:cubicBezTo>
                    <a:cubicBezTo>
                      <a:pt x="769" y="1271"/>
                      <a:pt x="736" y="1438"/>
                      <a:pt x="719" y="1622"/>
                    </a:cubicBezTo>
                    <a:cubicBezTo>
                      <a:pt x="686" y="1805"/>
                      <a:pt x="719" y="2006"/>
                      <a:pt x="803" y="2173"/>
                    </a:cubicBezTo>
                    <a:cubicBezTo>
                      <a:pt x="903" y="2323"/>
                      <a:pt x="1037" y="2457"/>
                      <a:pt x="1187" y="2574"/>
                    </a:cubicBezTo>
                    <a:cubicBezTo>
                      <a:pt x="1321" y="2674"/>
                      <a:pt x="1404" y="2825"/>
                      <a:pt x="1438" y="2975"/>
                    </a:cubicBezTo>
                    <a:cubicBezTo>
                      <a:pt x="1521" y="3259"/>
                      <a:pt x="1438" y="3543"/>
                      <a:pt x="1237" y="3744"/>
                    </a:cubicBezTo>
                    <a:cubicBezTo>
                      <a:pt x="1087" y="3877"/>
                      <a:pt x="903" y="3944"/>
                      <a:pt x="719" y="3961"/>
                    </a:cubicBezTo>
                    <a:cubicBezTo>
                      <a:pt x="636" y="3961"/>
                      <a:pt x="569" y="3961"/>
                      <a:pt x="502" y="3944"/>
                    </a:cubicBezTo>
                    <a:lnTo>
                      <a:pt x="502" y="3944"/>
                    </a:lnTo>
                    <a:cubicBezTo>
                      <a:pt x="519" y="3961"/>
                      <a:pt x="535" y="3961"/>
                      <a:pt x="552" y="3961"/>
                    </a:cubicBezTo>
                    <a:cubicBezTo>
                      <a:pt x="602" y="3978"/>
                      <a:pt x="669" y="3978"/>
                      <a:pt x="719" y="3978"/>
                    </a:cubicBezTo>
                    <a:cubicBezTo>
                      <a:pt x="920" y="3978"/>
                      <a:pt x="1104" y="3911"/>
                      <a:pt x="1254" y="3777"/>
                    </a:cubicBezTo>
                    <a:cubicBezTo>
                      <a:pt x="1488" y="3577"/>
                      <a:pt x="1588" y="3259"/>
                      <a:pt x="1505" y="2958"/>
                    </a:cubicBezTo>
                    <a:cubicBezTo>
                      <a:pt x="1471" y="2791"/>
                      <a:pt x="1371" y="2641"/>
                      <a:pt x="1237" y="2524"/>
                    </a:cubicBezTo>
                    <a:cubicBezTo>
                      <a:pt x="1087" y="2407"/>
                      <a:pt x="970" y="2290"/>
                      <a:pt x="853" y="2140"/>
                    </a:cubicBezTo>
                    <a:cubicBezTo>
                      <a:pt x="786" y="1972"/>
                      <a:pt x="753" y="1805"/>
                      <a:pt x="786" y="1622"/>
                    </a:cubicBezTo>
                    <a:cubicBezTo>
                      <a:pt x="803" y="1455"/>
                      <a:pt x="836" y="1287"/>
                      <a:pt x="870" y="1120"/>
                    </a:cubicBezTo>
                    <a:cubicBezTo>
                      <a:pt x="903" y="970"/>
                      <a:pt x="903" y="820"/>
                      <a:pt x="886" y="653"/>
                    </a:cubicBezTo>
                    <a:cubicBezTo>
                      <a:pt x="870" y="519"/>
                      <a:pt x="820" y="385"/>
                      <a:pt x="719" y="285"/>
                    </a:cubicBezTo>
                    <a:cubicBezTo>
                      <a:pt x="602" y="118"/>
                      <a:pt x="419" y="18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" name="Google Shape;3883;p60"/>
              <p:cNvSpPr/>
              <p:nvPr/>
            </p:nvSpPr>
            <p:spPr>
              <a:xfrm>
                <a:off x="2659154" y="1305547"/>
                <a:ext cx="237266" cy="196114"/>
              </a:xfrm>
              <a:custGeom>
                <a:avLst/>
                <a:gdLst/>
                <a:ahLst/>
                <a:cxnLst/>
                <a:rect l="l" t="t" r="r" b="b"/>
                <a:pathLst>
                  <a:path w="7403" h="6119" extrusionOk="0">
                    <a:moveTo>
                      <a:pt x="4751" y="1"/>
                    </a:moveTo>
                    <a:cubicBezTo>
                      <a:pt x="4645" y="1"/>
                      <a:pt x="4537" y="12"/>
                      <a:pt x="4429" y="35"/>
                    </a:cubicBezTo>
                    <a:lnTo>
                      <a:pt x="2006" y="453"/>
                    </a:lnTo>
                    <a:cubicBezTo>
                      <a:pt x="1722" y="586"/>
                      <a:pt x="1354" y="1104"/>
                      <a:pt x="1237" y="1388"/>
                    </a:cubicBezTo>
                    <a:cubicBezTo>
                      <a:pt x="1170" y="1606"/>
                      <a:pt x="1070" y="2057"/>
                      <a:pt x="970" y="2257"/>
                    </a:cubicBezTo>
                    <a:cubicBezTo>
                      <a:pt x="853" y="2491"/>
                      <a:pt x="619" y="2658"/>
                      <a:pt x="452" y="2859"/>
                    </a:cubicBezTo>
                    <a:cubicBezTo>
                      <a:pt x="1" y="3443"/>
                      <a:pt x="218" y="4312"/>
                      <a:pt x="886" y="4613"/>
                    </a:cubicBezTo>
                    <a:cubicBezTo>
                      <a:pt x="652" y="4964"/>
                      <a:pt x="686" y="5448"/>
                      <a:pt x="1003" y="5766"/>
                    </a:cubicBezTo>
                    <a:cubicBezTo>
                      <a:pt x="1233" y="5996"/>
                      <a:pt x="1551" y="6119"/>
                      <a:pt x="1875" y="6119"/>
                    </a:cubicBezTo>
                    <a:cubicBezTo>
                      <a:pt x="1975" y="6119"/>
                      <a:pt x="2075" y="6107"/>
                      <a:pt x="2173" y="6083"/>
                    </a:cubicBezTo>
                    <a:cubicBezTo>
                      <a:pt x="2591" y="5983"/>
                      <a:pt x="2958" y="5766"/>
                      <a:pt x="3259" y="5465"/>
                    </a:cubicBezTo>
                    <a:cubicBezTo>
                      <a:pt x="3459" y="5281"/>
                      <a:pt x="3660" y="5064"/>
                      <a:pt x="3927" y="5031"/>
                    </a:cubicBezTo>
                    <a:cubicBezTo>
                      <a:pt x="4004" y="5019"/>
                      <a:pt x="4104" y="5007"/>
                      <a:pt x="4201" y="5007"/>
                    </a:cubicBezTo>
                    <a:cubicBezTo>
                      <a:pt x="4380" y="5007"/>
                      <a:pt x="4551" y="5047"/>
                      <a:pt x="4562" y="5198"/>
                    </a:cubicBezTo>
                    <a:cubicBezTo>
                      <a:pt x="4618" y="5767"/>
                      <a:pt x="5100" y="6013"/>
                      <a:pt x="5635" y="6013"/>
                    </a:cubicBezTo>
                    <a:cubicBezTo>
                      <a:pt x="5744" y="6013"/>
                      <a:pt x="5855" y="6003"/>
                      <a:pt x="5966" y="5983"/>
                    </a:cubicBezTo>
                    <a:cubicBezTo>
                      <a:pt x="6450" y="5900"/>
                      <a:pt x="7319" y="5749"/>
                      <a:pt x="6968" y="4496"/>
                    </a:cubicBezTo>
                    <a:cubicBezTo>
                      <a:pt x="6918" y="4245"/>
                      <a:pt x="6952" y="3995"/>
                      <a:pt x="7052" y="3761"/>
                    </a:cubicBezTo>
                    <a:cubicBezTo>
                      <a:pt x="7102" y="3611"/>
                      <a:pt x="7219" y="3477"/>
                      <a:pt x="7286" y="3310"/>
                    </a:cubicBezTo>
                    <a:cubicBezTo>
                      <a:pt x="7403" y="2992"/>
                      <a:pt x="7269" y="2625"/>
                      <a:pt x="6968" y="2458"/>
                    </a:cubicBezTo>
                    <a:cubicBezTo>
                      <a:pt x="6801" y="2391"/>
                      <a:pt x="6634" y="2324"/>
                      <a:pt x="6484" y="2224"/>
                    </a:cubicBezTo>
                    <a:cubicBezTo>
                      <a:pt x="6317" y="2040"/>
                      <a:pt x="6350" y="1739"/>
                      <a:pt x="6333" y="1489"/>
                    </a:cubicBezTo>
                    <a:cubicBezTo>
                      <a:pt x="6274" y="647"/>
                      <a:pt x="5562" y="1"/>
                      <a:pt x="475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" name="Google Shape;3884;p60"/>
              <p:cNvSpPr/>
              <p:nvPr/>
            </p:nvSpPr>
            <p:spPr>
              <a:xfrm>
                <a:off x="2714312" y="1324680"/>
                <a:ext cx="124290" cy="201018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6272" extrusionOk="0">
                    <a:moveTo>
                      <a:pt x="1714" y="1"/>
                    </a:moveTo>
                    <a:cubicBezTo>
                      <a:pt x="1123" y="1"/>
                      <a:pt x="532" y="147"/>
                      <a:pt x="1" y="440"/>
                    </a:cubicBezTo>
                    <a:cubicBezTo>
                      <a:pt x="1" y="440"/>
                      <a:pt x="51" y="2780"/>
                      <a:pt x="151" y="3799"/>
                    </a:cubicBezTo>
                    <a:cubicBezTo>
                      <a:pt x="251" y="4818"/>
                      <a:pt x="1287" y="4885"/>
                      <a:pt x="1287" y="4885"/>
                    </a:cubicBezTo>
                    <a:cubicBezTo>
                      <a:pt x="1287" y="4885"/>
                      <a:pt x="1371" y="5988"/>
                      <a:pt x="1421" y="6272"/>
                    </a:cubicBezTo>
                    <a:lnTo>
                      <a:pt x="3877" y="6238"/>
                    </a:lnTo>
                    <a:lnTo>
                      <a:pt x="3760" y="641"/>
                    </a:lnTo>
                    <a:lnTo>
                      <a:pt x="3593" y="541"/>
                    </a:lnTo>
                    <a:cubicBezTo>
                      <a:pt x="3022" y="181"/>
                      <a:pt x="2368" y="1"/>
                      <a:pt x="1714" y="1"/>
                    </a:cubicBezTo>
                    <a:close/>
                  </a:path>
                </a:pathLst>
              </a:custGeom>
              <a:solidFill>
                <a:srgbClr val="6D534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" name="Google Shape;3885;p60"/>
              <p:cNvSpPr/>
              <p:nvPr/>
            </p:nvSpPr>
            <p:spPr>
              <a:xfrm>
                <a:off x="2741105" y="1385896"/>
                <a:ext cx="11794" cy="404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1261" extrusionOk="0">
                    <a:moveTo>
                      <a:pt x="334" y="1"/>
                    </a:moveTo>
                    <a:lnTo>
                      <a:pt x="334" y="1"/>
                    </a:lnTo>
                    <a:cubicBezTo>
                      <a:pt x="234" y="251"/>
                      <a:pt x="151" y="502"/>
                      <a:pt x="100" y="753"/>
                    </a:cubicBezTo>
                    <a:cubicBezTo>
                      <a:pt x="67" y="853"/>
                      <a:pt x="34" y="953"/>
                      <a:pt x="17" y="1053"/>
                    </a:cubicBezTo>
                    <a:cubicBezTo>
                      <a:pt x="0" y="1104"/>
                      <a:pt x="0" y="1154"/>
                      <a:pt x="17" y="1204"/>
                    </a:cubicBezTo>
                    <a:cubicBezTo>
                      <a:pt x="17" y="1237"/>
                      <a:pt x="50" y="1254"/>
                      <a:pt x="84" y="1254"/>
                    </a:cubicBezTo>
                    <a:lnTo>
                      <a:pt x="134" y="1254"/>
                    </a:lnTo>
                    <a:cubicBezTo>
                      <a:pt x="158" y="1259"/>
                      <a:pt x="183" y="1261"/>
                      <a:pt x="207" y="1261"/>
                    </a:cubicBezTo>
                    <a:cubicBezTo>
                      <a:pt x="265" y="1261"/>
                      <a:pt x="321" y="1249"/>
                      <a:pt x="368" y="1237"/>
                    </a:cubicBezTo>
                    <a:cubicBezTo>
                      <a:pt x="301" y="1204"/>
                      <a:pt x="217" y="1204"/>
                      <a:pt x="134" y="1204"/>
                    </a:cubicBezTo>
                    <a:cubicBezTo>
                      <a:pt x="100" y="1204"/>
                      <a:pt x="67" y="1204"/>
                      <a:pt x="67" y="1170"/>
                    </a:cubicBezTo>
                    <a:cubicBezTo>
                      <a:pt x="67" y="1137"/>
                      <a:pt x="67" y="1104"/>
                      <a:pt x="84" y="1070"/>
                    </a:cubicBezTo>
                    <a:lnTo>
                      <a:pt x="167" y="769"/>
                    </a:lnTo>
                    <a:cubicBezTo>
                      <a:pt x="251" y="519"/>
                      <a:pt x="301" y="268"/>
                      <a:pt x="3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" name="Google Shape;3886;p60"/>
              <p:cNvSpPr/>
              <p:nvPr/>
            </p:nvSpPr>
            <p:spPr>
              <a:xfrm>
                <a:off x="2755560" y="1464611"/>
                <a:ext cx="41248" cy="24678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770" extrusionOk="0">
                    <a:moveTo>
                      <a:pt x="1287" y="1"/>
                    </a:moveTo>
                    <a:cubicBezTo>
                      <a:pt x="919" y="285"/>
                      <a:pt x="468" y="469"/>
                      <a:pt x="0" y="502"/>
                    </a:cubicBezTo>
                    <a:lnTo>
                      <a:pt x="17" y="770"/>
                    </a:lnTo>
                    <a:cubicBezTo>
                      <a:pt x="1053" y="753"/>
                      <a:pt x="1287" y="1"/>
                      <a:pt x="1287" y="1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" name="Google Shape;3887;p60"/>
              <p:cNvSpPr/>
              <p:nvPr/>
            </p:nvSpPr>
            <p:spPr>
              <a:xfrm>
                <a:off x="2769470" y="1387498"/>
                <a:ext cx="8077" cy="8077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52" extrusionOk="0">
                    <a:moveTo>
                      <a:pt x="118" y="1"/>
                    </a:moveTo>
                    <a:cubicBezTo>
                      <a:pt x="51" y="1"/>
                      <a:pt x="1" y="51"/>
                      <a:pt x="1" y="135"/>
                    </a:cubicBezTo>
                    <a:cubicBezTo>
                      <a:pt x="1" y="201"/>
                      <a:pt x="51" y="252"/>
                      <a:pt x="134" y="252"/>
                    </a:cubicBezTo>
                    <a:cubicBezTo>
                      <a:pt x="201" y="252"/>
                      <a:pt x="251" y="185"/>
                      <a:pt x="251" y="118"/>
                    </a:cubicBezTo>
                    <a:cubicBezTo>
                      <a:pt x="251" y="51"/>
                      <a:pt x="185" y="1"/>
                      <a:pt x="11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7" name="Google Shape;3888;p60"/>
              <p:cNvSpPr/>
              <p:nvPr/>
            </p:nvSpPr>
            <p:spPr>
              <a:xfrm>
                <a:off x="2767867" y="1382146"/>
                <a:ext cx="16634" cy="4936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54" extrusionOk="0">
                    <a:moveTo>
                      <a:pt x="268" y="1"/>
                    </a:moveTo>
                    <a:cubicBezTo>
                      <a:pt x="201" y="1"/>
                      <a:pt x="118" y="18"/>
                      <a:pt x="67" y="68"/>
                    </a:cubicBezTo>
                    <a:cubicBezTo>
                      <a:pt x="17" y="101"/>
                      <a:pt x="1" y="118"/>
                      <a:pt x="1" y="134"/>
                    </a:cubicBezTo>
                    <a:cubicBezTo>
                      <a:pt x="2" y="136"/>
                      <a:pt x="6" y="137"/>
                      <a:pt x="10" y="137"/>
                    </a:cubicBezTo>
                    <a:cubicBezTo>
                      <a:pt x="44" y="137"/>
                      <a:pt x="149" y="84"/>
                      <a:pt x="268" y="84"/>
                    </a:cubicBezTo>
                    <a:cubicBezTo>
                      <a:pt x="389" y="84"/>
                      <a:pt x="483" y="153"/>
                      <a:pt x="512" y="153"/>
                    </a:cubicBezTo>
                    <a:cubicBezTo>
                      <a:pt x="515" y="153"/>
                      <a:pt x="517" y="153"/>
                      <a:pt x="519" y="151"/>
                    </a:cubicBezTo>
                    <a:cubicBezTo>
                      <a:pt x="519" y="134"/>
                      <a:pt x="502" y="101"/>
                      <a:pt x="468" y="68"/>
                    </a:cubicBezTo>
                    <a:cubicBezTo>
                      <a:pt x="402" y="34"/>
                      <a:pt x="335" y="1"/>
                      <a:pt x="2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8" name="Google Shape;3889;p60"/>
              <p:cNvSpPr/>
              <p:nvPr/>
            </p:nvSpPr>
            <p:spPr>
              <a:xfrm>
                <a:off x="2723959" y="1387434"/>
                <a:ext cx="8077" cy="7692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40" extrusionOk="0">
                    <a:moveTo>
                      <a:pt x="139" y="0"/>
                    </a:moveTo>
                    <a:cubicBezTo>
                      <a:pt x="132" y="0"/>
                      <a:pt x="125" y="1"/>
                      <a:pt x="117" y="3"/>
                    </a:cubicBezTo>
                    <a:cubicBezTo>
                      <a:pt x="51" y="3"/>
                      <a:pt x="1" y="53"/>
                      <a:pt x="1" y="120"/>
                    </a:cubicBezTo>
                    <a:cubicBezTo>
                      <a:pt x="1" y="180"/>
                      <a:pt x="41" y="239"/>
                      <a:pt x="109" y="239"/>
                    </a:cubicBezTo>
                    <a:cubicBezTo>
                      <a:pt x="117" y="239"/>
                      <a:pt x="125" y="239"/>
                      <a:pt x="134" y="237"/>
                    </a:cubicBezTo>
                    <a:cubicBezTo>
                      <a:pt x="201" y="237"/>
                      <a:pt x="251" y="187"/>
                      <a:pt x="251" y="120"/>
                    </a:cubicBezTo>
                    <a:cubicBezTo>
                      <a:pt x="251" y="60"/>
                      <a:pt x="198" y="0"/>
                      <a:pt x="13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9" name="Google Shape;3890;p60"/>
              <p:cNvSpPr/>
              <p:nvPr/>
            </p:nvSpPr>
            <p:spPr>
              <a:xfrm>
                <a:off x="2721266" y="1382691"/>
                <a:ext cx="17179" cy="4936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54" extrusionOk="0">
                    <a:moveTo>
                      <a:pt x="268" y="1"/>
                    </a:moveTo>
                    <a:cubicBezTo>
                      <a:pt x="201" y="1"/>
                      <a:pt x="135" y="34"/>
                      <a:pt x="68" y="67"/>
                    </a:cubicBezTo>
                    <a:cubicBezTo>
                      <a:pt x="18" y="101"/>
                      <a:pt x="1" y="134"/>
                      <a:pt x="18" y="134"/>
                    </a:cubicBezTo>
                    <a:cubicBezTo>
                      <a:pt x="20" y="136"/>
                      <a:pt x="22" y="137"/>
                      <a:pt x="26" y="137"/>
                    </a:cubicBezTo>
                    <a:cubicBezTo>
                      <a:pt x="57" y="137"/>
                      <a:pt x="149" y="84"/>
                      <a:pt x="268" y="84"/>
                    </a:cubicBezTo>
                    <a:cubicBezTo>
                      <a:pt x="390" y="84"/>
                      <a:pt x="484" y="153"/>
                      <a:pt x="512" y="153"/>
                    </a:cubicBezTo>
                    <a:cubicBezTo>
                      <a:pt x="515" y="153"/>
                      <a:pt x="517" y="152"/>
                      <a:pt x="519" y="151"/>
                    </a:cubicBezTo>
                    <a:cubicBezTo>
                      <a:pt x="536" y="134"/>
                      <a:pt x="519" y="117"/>
                      <a:pt x="469" y="84"/>
                    </a:cubicBezTo>
                    <a:cubicBezTo>
                      <a:pt x="419" y="34"/>
                      <a:pt x="352" y="17"/>
                      <a:pt x="2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0" name="Google Shape;3891;p60"/>
              <p:cNvSpPr/>
              <p:nvPr/>
            </p:nvSpPr>
            <p:spPr>
              <a:xfrm>
                <a:off x="2759823" y="1425542"/>
                <a:ext cx="15576" cy="13397"/>
              </a:xfrm>
              <a:custGeom>
                <a:avLst/>
                <a:gdLst/>
                <a:ahLst/>
                <a:cxnLst/>
                <a:rect l="l" t="t" r="r" b="b"/>
                <a:pathLst>
                  <a:path w="486" h="418" extrusionOk="0">
                    <a:moveTo>
                      <a:pt x="302" y="0"/>
                    </a:moveTo>
                    <a:cubicBezTo>
                      <a:pt x="252" y="0"/>
                      <a:pt x="201" y="17"/>
                      <a:pt x="168" y="50"/>
                    </a:cubicBezTo>
                    <a:cubicBezTo>
                      <a:pt x="151" y="84"/>
                      <a:pt x="151" y="134"/>
                      <a:pt x="135" y="151"/>
                    </a:cubicBezTo>
                    <a:cubicBezTo>
                      <a:pt x="118" y="159"/>
                      <a:pt x="105" y="159"/>
                      <a:pt x="93" y="159"/>
                    </a:cubicBezTo>
                    <a:cubicBezTo>
                      <a:pt x="80" y="159"/>
                      <a:pt x="68" y="159"/>
                      <a:pt x="51" y="167"/>
                    </a:cubicBezTo>
                    <a:cubicBezTo>
                      <a:pt x="18" y="184"/>
                      <a:pt x="1" y="217"/>
                      <a:pt x="1" y="251"/>
                    </a:cubicBezTo>
                    <a:cubicBezTo>
                      <a:pt x="1" y="284"/>
                      <a:pt x="1" y="318"/>
                      <a:pt x="18" y="351"/>
                    </a:cubicBezTo>
                    <a:lnTo>
                      <a:pt x="18" y="368"/>
                    </a:lnTo>
                    <a:cubicBezTo>
                      <a:pt x="18" y="385"/>
                      <a:pt x="18" y="401"/>
                      <a:pt x="34" y="401"/>
                    </a:cubicBezTo>
                    <a:cubicBezTo>
                      <a:pt x="51" y="401"/>
                      <a:pt x="68" y="418"/>
                      <a:pt x="85" y="418"/>
                    </a:cubicBezTo>
                    <a:cubicBezTo>
                      <a:pt x="151" y="418"/>
                      <a:pt x="201" y="418"/>
                      <a:pt x="268" y="401"/>
                    </a:cubicBezTo>
                    <a:cubicBezTo>
                      <a:pt x="318" y="401"/>
                      <a:pt x="369" y="385"/>
                      <a:pt x="419" y="351"/>
                    </a:cubicBezTo>
                    <a:cubicBezTo>
                      <a:pt x="452" y="318"/>
                      <a:pt x="486" y="268"/>
                      <a:pt x="486" y="217"/>
                    </a:cubicBezTo>
                    <a:cubicBezTo>
                      <a:pt x="486" y="167"/>
                      <a:pt x="452" y="117"/>
                      <a:pt x="419" y="84"/>
                    </a:cubicBezTo>
                    <a:cubicBezTo>
                      <a:pt x="385" y="50"/>
                      <a:pt x="335" y="17"/>
                      <a:pt x="302" y="0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1" name="Google Shape;3892;p60"/>
              <p:cNvSpPr/>
              <p:nvPr/>
            </p:nvSpPr>
            <p:spPr>
              <a:xfrm>
                <a:off x="2757162" y="1424997"/>
                <a:ext cx="17179" cy="12339"/>
              </a:xfrm>
              <a:custGeom>
                <a:avLst/>
                <a:gdLst/>
                <a:ahLst/>
                <a:cxnLst/>
                <a:rect l="l" t="t" r="r" b="b"/>
                <a:pathLst>
                  <a:path w="536" h="385" extrusionOk="0">
                    <a:moveTo>
                      <a:pt x="535" y="1"/>
                    </a:moveTo>
                    <a:lnTo>
                      <a:pt x="0" y="385"/>
                    </a:lnTo>
                    <a:cubicBezTo>
                      <a:pt x="234" y="368"/>
                      <a:pt x="435" y="218"/>
                      <a:pt x="535" y="1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2" name="Google Shape;3893;p60"/>
              <p:cNvSpPr/>
              <p:nvPr/>
            </p:nvSpPr>
            <p:spPr>
              <a:xfrm>
                <a:off x="2757162" y="1424965"/>
                <a:ext cx="17179" cy="12403"/>
              </a:xfrm>
              <a:custGeom>
                <a:avLst/>
                <a:gdLst/>
                <a:ahLst/>
                <a:cxnLst/>
                <a:rect l="l" t="t" r="r" b="b"/>
                <a:pathLst>
                  <a:path w="536" h="387" extrusionOk="0">
                    <a:moveTo>
                      <a:pt x="532" y="0"/>
                    </a:moveTo>
                    <a:cubicBezTo>
                      <a:pt x="511" y="0"/>
                      <a:pt x="444" y="140"/>
                      <a:pt x="301" y="235"/>
                    </a:cubicBezTo>
                    <a:cubicBezTo>
                      <a:pt x="201" y="286"/>
                      <a:pt x="101" y="352"/>
                      <a:pt x="0" y="386"/>
                    </a:cubicBezTo>
                    <a:cubicBezTo>
                      <a:pt x="12" y="387"/>
                      <a:pt x="24" y="387"/>
                      <a:pt x="35" y="387"/>
                    </a:cubicBezTo>
                    <a:cubicBezTo>
                      <a:pt x="272" y="387"/>
                      <a:pt x="487" y="225"/>
                      <a:pt x="535" y="2"/>
                    </a:cubicBezTo>
                    <a:cubicBezTo>
                      <a:pt x="534" y="1"/>
                      <a:pt x="533" y="0"/>
                      <a:pt x="532" y="0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3" name="Google Shape;3894;p60"/>
              <p:cNvSpPr/>
              <p:nvPr/>
            </p:nvSpPr>
            <p:spPr>
              <a:xfrm>
                <a:off x="2721811" y="1373557"/>
                <a:ext cx="12339" cy="1667"/>
              </a:xfrm>
              <a:custGeom>
                <a:avLst/>
                <a:gdLst/>
                <a:ahLst/>
                <a:cxnLst/>
                <a:rect l="l" t="t" r="r" b="b"/>
                <a:pathLst>
                  <a:path w="385" h="52" extrusionOk="0">
                    <a:moveTo>
                      <a:pt x="244" y="1"/>
                    </a:moveTo>
                    <a:cubicBezTo>
                      <a:pt x="159" y="1"/>
                      <a:pt x="76" y="19"/>
                      <a:pt x="1" y="52"/>
                    </a:cubicBezTo>
                    <a:lnTo>
                      <a:pt x="385" y="18"/>
                    </a:lnTo>
                    <a:cubicBezTo>
                      <a:pt x="338" y="6"/>
                      <a:pt x="290" y="1"/>
                      <a:pt x="244" y="1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4" name="Google Shape;3895;p60"/>
              <p:cNvSpPr/>
              <p:nvPr/>
            </p:nvSpPr>
            <p:spPr>
              <a:xfrm>
                <a:off x="2721266" y="1371377"/>
                <a:ext cx="12884" cy="47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48" extrusionOk="0">
                    <a:moveTo>
                      <a:pt x="238" y="0"/>
                    </a:moveTo>
                    <a:cubicBezTo>
                      <a:pt x="226" y="0"/>
                      <a:pt x="214" y="1"/>
                      <a:pt x="201" y="3"/>
                    </a:cubicBezTo>
                    <a:cubicBezTo>
                      <a:pt x="68" y="19"/>
                      <a:pt x="1" y="86"/>
                      <a:pt x="18" y="120"/>
                    </a:cubicBezTo>
                    <a:cubicBezTo>
                      <a:pt x="27" y="139"/>
                      <a:pt x="60" y="147"/>
                      <a:pt x="106" y="147"/>
                    </a:cubicBezTo>
                    <a:cubicBezTo>
                      <a:pt x="138" y="147"/>
                      <a:pt x="177" y="143"/>
                      <a:pt x="218" y="136"/>
                    </a:cubicBezTo>
                    <a:cubicBezTo>
                      <a:pt x="302" y="136"/>
                      <a:pt x="385" y="120"/>
                      <a:pt x="402" y="86"/>
                    </a:cubicBezTo>
                    <a:cubicBezTo>
                      <a:pt x="402" y="56"/>
                      <a:pt x="336" y="0"/>
                      <a:pt x="23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5" name="Google Shape;3896;p60"/>
              <p:cNvSpPr/>
              <p:nvPr/>
            </p:nvSpPr>
            <p:spPr>
              <a:xfrm>
                <a:off x="2767867" y="1374422"/>
                <a:ext cx="17179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5" extrusionOk="0">
                    <a:moveTo>
                      <a:pt x="222" y="0"/>
                    </a:moveTo>
                    <a:cubicBezTo>
                      <a:pt x="146" y="0"/>
                      <a:pt x="70" y="13"/>
                      <a:pt x="1" y="41"/>
                    </a:cubicBezTo>
                    <a:lnTo>
                      <a:pt x="535" y="75"/>
                    </a:lnTo>
                    <a:cubicBezTo>
                      <a:pt x="438" y="26"/>
                      <a:pt x="329" y="0"/>
                      <a:pt x="222" y="0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6" name="Google Shape;3897;p60"/>
              <p:cNvSpPr/>
              <p:nvPr/>
            </p:nvSpPr>
            <p:spPr>
              <a:xfrm>
                <a:off x="2767386" y="1372435"/>
                <a:ext cx="18172" cy="4872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52" extrusionOk="0">
                    <a:moveTo>
                      <a:pt x="239" y="1"/>
                    </a:moveTo>
                    <a:cubicBezTo>
                      <a:pt x="96" y="1"/>
                      <a:pt x="0" y="73"/>
                      <a:pt x="16" y="103"/>
                    </a:cubicBezTo>
                    <a:cubicBezTo>
                      <a:pt x="16" y="137"/>
                      <a:pt x="133" y="137"/>
                      <a:pt x="283" y="137"/>
                    </a:cubicBezTo>
                    <a:cubicBezTo>
                      <a:pt x="372" y="137"/>
                      <a:pt x="454" y="152"/>
                      <a:pt x="503" y="152"/>
                    </a:cubicBezTo>
                    <a:cubicBezTo>
                      <a:pt x="528" y="152"/>
                      <a:pt x="545" y="148"/>
                      <a:pt x="550" y="137"/>
                    </a:cubicBezTo>
                    <a:cubicBezTo>
                      <a:pt x="567" y="103"/>
                      <a:pt x="450" y="3"/>
                      <a:pt x="283" y="3"/>
                    </a:cubicBezTo>
                    <a:cubicBezTo>
                      <a:pt x="268" y="2"/>
                      <a:pt x="254" y="1"/>
                      <a:pt x="2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7" name="Google Shape;3898;p60"/>
              <p:cNvSpPr/>
              <p:nvPr/>
            </p:nvSpPr>
            <p:spPr>
              <a:xfrm>
                <a:off x="2700402" y="1296701"/>
                <a:ext cx="134963" cy="74580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2327" extrusionOk="0">
                    <a:moveTo>
                      <a:pt x="1887" y="1"/>
                    </a:moveTo>
                    <a:cubicBezTo>
                      <a:pt x="1283" y="1"/>
                      <a:pt x="699" y="295"/>
                      <a:pt x="335" y="795"/>
                    </a:cubicBezTo>
                    <a:cubicBezTo>
                      <a:pt x="117" y="1113"/>
                      <a:pt x="0" y="1564"/>
                      <a:pt x="201" y="1898"/>
                    </a:cubicBezTo>
                    <a:cubicBezTo>
                      <a:pt x="340" y="2118"/>
                      <a:pt x="565" y="2222"/>
                      <a:pt x="789" y="2222"/>
                    </a:cubicBezTo>
                    <a:cubicBezTo>
                      <a:pt x="1076" y="2222"/>
                      <a:pt x="1360" y="2050"/>
                      <a:pt x="1454" y="1731"/>
                    </a:cubicBezTo>
                    <a:cubicBezTo>
                      <a:pt x="1454" y="2111"/>
                      <a:pt x="1736" y="2296"/>
                      <a:pt x="2019" y="2296"/>
                    </a:cubicBezTo>
                    <a:cubicBezTo>
                      <a:pt x="2321" y="2296"/>
                      <a:pt x="2625" y="2086"/>
                      <a:pt x="2590" y="1681"/>
                    </a:cubicBezTo>
                    <a:lnTo>
                      <a:pt x="2590" y="1681"/>
                    </a:lnTo>
                    <a:cubicBezTo>
                      <a:pt x="2657" y="1882"/>
                      <a:pt x="2791" y="2065"/>
                      <a:pt x="2958" y="2199"/>
                    </a:cubicBezTo>
                    <a:cubicBezTo>
                      <a:pt x="3028" y="2250"/>
                      <a:pt x="3109" y="2275"/>
                      <a:pt x="3188" y="2275"/>
                    </a:cubicBezTo>
                    <a:cubicBezTo>
                      <a:pt x="3317" y="2275"/>
                      <a:pt x="3443" y="2212"/>
                      <a:pt x="3526" y="2099"/>
                    </a:cubicBezTo>
                    <a:cubicBezTo>
                      <a:pt x="3626" y="2213"/>
                      <a:pt x="3750" y="2327"/>
                      <a:pt x="3898" y="2327"/>
                    </a:cubicBezTo>
                    <a:cubicBezTo>
                      <a:pt x="3924" y="2327"/>
                      <a:pt x="3950" y="2323"/>
                      <a:pt x="3977" y="2316"/>
                    </a:cubicBezTo>
                    <a:cubicBezTo>
                      <a:pt x="4127" y="2266"/>
                      <a:pt x="4211" y="2132"/>
                      <a:pt x="4211" y="1965"/>
                    </a:cubicBezTo>
                    <a:cubicBezTo>
                      <a:pt x="4194" y="1815"/>
                      <a:pt x="4144" y="1681"/>
                      <a:pt x="4061" y="1547"/>
                    </a:cubicBezTo>
                    <a:cubicBezTo>
                      <a:pt x="3739" y="985"/>
                      <a:pt x="3263" y="468"/>
                      <a:pt x="2647" y="266"/>
                    </a:cubicBezTo>
                    <a:lnTo>
                      <a:pt x="2647" y="266"/>
                    </a:lnTo>
                    <a:cubicBezTo>
                      <a:pt x="2498" y="106"/>
                      <a:pt x="2301" y="10"/>
                      <a:pt x="2072" y="10"/>
                    </a:cubicBezTo>
                    <a:cubicBezTo>
                      <a:pt x="2011" y="4"/>
                      <a:pt x="1949" y="1"/>
                      <a:pt x="1887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8" name="Google Shape;3899;p60"/>
              <p:cNvSpPr/>
              <p:nvPr/>
            </p:nvSpPr>
            <p:spPr>
              <a:xfrm>
                <a:off x="2800013" y="1331283"/>
                <a:ext cx="71792" cy="16794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5240" extrusionOk="0">
                    <a:moveTo>
                      <a:pt x="1103" y="1"/>
                    </a:moveTo>
                    <a:lnTo>
                      <a:pt x="334" y="585"/>
                    </a:lnTo>
                    <a:cubicBezTo>
                      <a:pt x="652" y="1137"/>
                      <a:pt x="652" y="1805"/>
                      <a:pt x="351" y="2373"/>
                    </a:cubicBezTo>
                    <a:cubicBezTo>
                      <a:pt x="234" y="2523"/>
                      <a:pt x="151" y="2707"/>
                      <a:pt x="67" y="2874"/>
                    </a:cubicBezTo>
                    <a:cubicBezTo>
                      <a:pt x="0" y="3058"/>
                      <a:pt x="50" y="3275"/>
                      <a:pt x="184" y="3409"/>
                    </a:cubicBezTo>
                    <a:cubicBezTo>
                      <a:pt x="284" y="3493"/>
                      <a:pt x="435" y="3526"/>
                      <a:pt x="451" y="3643"/>
                    </a:cubicBezTo>
                    <a:cubicBezTo>
                      <a:pt x="451" y="3693"/>
                      <a:pt x="451" y="3760"/>
                      <a:pt x="418" y="3810"/>
                    </a:cubicBezTo>
                    <a:cubicBezTo>
                      <a:pt x="334" y="4044"/>
                      <a:pt x="318" y="4311"/>
                      <a:pt x="384" y="4545"/>
                    </a:cubicBezTo>
                    <a:cubicBezTo>
                      <a:pt x="418" y="4796"/>
                      <a:pt x="585" y="4996"/>
                      <a:pt x="819" y="5080"/>
                    </a:cubicBezTo>
                    <a:cubicBezTo>
                      <a:pt x="967" y="5142"/>
                      <a:pt x="1060" y="5240"/>
                      <a:pt x="1261" y="5240"/>
                    </a:cubicBezTo>
                    <a:cubicBezTo>
                      <a:pt x="1331" y="5240"/>
                      <a:pt x="1416" y="5227"/>
                      <a:pt x="1521" y="5197"/>
                    </a:cubicBezTo>
                    <a:cubicBezTo>
                      <a:pt x="2239" y="5013"/>
                      <a:pt x="1988" y="3409"/>
                      <a:pt x="1922" y="2674"/>
                    </a:cubicBezTo>
                    <a:cubicBezTo>
                      <a:pt x="1855" y="1939"/>
                      <a:pt x="1504" y="619"/>
                      <a:pt x="1103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9" name="Google Shape;3900;p60"/>
              <p:cNvSpPr/>
              <p:nvPr/>
            </p:nvSpPr>
            <p:spPr>
              <a:xfrm>
                <a:off x="2736298" y="1496212"/>
                <a:ext cx="102304" cy="96470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3010" extrusionOk="0">
                    <a:moveTo>
                      <a:pt x="2022" y="1"/>
                    </a:moveTo>
                    <a:lnTo>
                      <a:pt x="685" y="485"/>
                    </a:lnTo>
                    <a:cubicBezTo>
                      <a:pt x="685" y="485"/>
                      <a:pt x="1" y="3010"/>
                      <a:pt x="358" y="3010"/>
                    </a:cubicBezTo>
                    <a:cubicBezTo>
                      <a:pt x="376" y="3010"/>
                      <a:pt x="395" y="3004"/>
                      <a:pt x="418" y="2992"/>
                    </a:cubicBezTo>
                    <a:cubicBezTo>
                      <a:pt x="885" y="2708"/>
                      <a:pt x="3191" y="886"/>
                      <a:pt x="3191" y="886"/>
                    </a:cubicBezTo>
                    <a:lnTo>
                      <a:pt x="2022" y="1"/>
                    </a:lnTo>
                    <a:close/>
                  </a:path>
                </a:pathLst>
              </a:custGeom>
              <a:solidFill>
                <a:srgbClr val="6D534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26" name="Google Shape;687;p29"/>
            <p:cNvSpPr/>
            <p:nvPr/>
          </p:nvSpPr>
          <p:spPr>
            <a:xfrm>
              <a:off x="8153675" y="404892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3999;p60"/>
            <p:cNvSpPr/>
            <p:nvPr/>
          </p:nvSpPr>
          <p:spPr>
            <a:xfrm>
              <a:off x="7823114" y="1035450"/>
              <a:ext cx="649561" cy="826997"/>
            </a:xfrm>
            <a:custGeom>
              <a:avLst/>
              <a:gdLst/>
              <a:ahLst/>
              <a:cxnLst/>
              <a:rect l="l" t="t" r="r" b="b"/>
              <a:pathLst>
                <a:path w="9174" h="11680" extrusionOk="0">
                  <a:moveTo>
                    <a:pt x="0" y="1"/>
                  </a:moveTo>
                  <a:lnTo>
                    <a:pt x="234" y="11646"/>
                  </a:lnTo>
                  <a:lnTo>
                    <a:pt x="9173" y="11680"/>
                  </a:lnTo>
                  <a:lnTo>
                    <a:pt x="9173" y="11680"/>
                  </a:lnTo>
                  <a:lnTo>
                    <a:pt x="8923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4000;p60"/>
            <p:cNvSpPr/>
            <p:nvPr/>
          </p:nvSpPr>
          <p:spPr>
            <a:xfrm>
              <a:off x="7860995" y="1063842"/>
              <a:ext cx="569056" cy="754847"/>
            </a:xfrm>
            <a:custGeom>
              <a:avLst/>
              <a:gdLst/>
              <a:ahLst/>
              <a:cxnLst/>
              <a:rect l="l" t="t" r="r" b="b"/>
              <a:pathLst>
                <a:path w="8037" h="10661" extrusionOk="0">
                  <a:moveTo>
                    <a:pt x="0" y="1"/>
                  </a:moveTo>
                  <a:lnTo>
                    <a:pt x="217" y="10560"/>
                  </a:lnTo>
                  <a:lnTo>
                    <a:pt x="8037" y="10661"/>
                  </a:lnTo>
                  <a:lnTo>
                    <a:pt x="7820" y="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4001;p60"/>
            <p:cNvSpPr/>
            <p:nvPr/>
          </p:nvSpPr>
          <p:spPr>
            <a:xfrm>
              <a:off x="7952049" y="1184493"/>
              <a:ext cx="378662" cy="523032"/>
            </a:xfrm>
            <a:custGeom>
              <a:avLst/>
              <a:gdLst/>
              <a:ahLst/>
              <a:cxnLst/>
              <a:rect l="l" t="t" r="r" b="b"/>
              <a:pathLst>
                <a:path w="5348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347" y="7269"/>
                  </a:lnTo>
                  <a:lnTo>
                    <a:pt x="5197" y="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4002;p60"/>
            <p:cNvSpPr/>
            <p:nvPr/>
          </p:nvSpPr>
          <p:spPr>
            <a:xfrm>
              <a:off x="7952049" y="1184493"/>
              <a:ext cx="372715" cy="523032"/>
            </a:xfrm>
            <a:custGeom>
              <a:avLst/>
              <a:gdLst/>
              <a:ahLst/>
              <a:cxnLst/>
              <a:rect l="l" t="t" r="r" b="b"/>
              <a:pathLst>
                <a:path w="5264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264" y="34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4003;p60"/>
            <p:cNvSpPr/>
            <p:nvPr/>
          </p:nvSpPr>
          <p:spPr>
            <a:xfrm>
              <a:off x="7743883" y="4140936"/>
              <a:ext cx="159735" cy="366838"/>
            </a:xfrm>
            <a:custGeom>
              <a:avLst/>
              <a:gdLst/>
              <a:ahLst/>
              <a:cxnLst/>
              <a:rect l="l" t="t" r="r" b="b"/>
              <a:pathLst>
                <a:path w="2256" h="5181" extrusionOk="0">
                  <a:moveTo>
                    <a:pt x="33" y="0"/>
                  </a:moveTo>
                  <a:cubicBezTo>
                    <a:pt x="0" y="117"/>
                    <a:pt x="1337" y="5180"/>
                    <a:pt x="1337" y="5180"/>
                  </a:cubicBezTo>
                  <a:lnTo>
                    <a:pt x="2256" y="4996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4004;p60"/>
            <p:cNvSpPr/>
            <p:nvPr/>
          </p:nvSpPr>
          <p:spPr>
            <a:xfrm>
              <a:off x="8118865" y="4090027"/>
              <a:ext cx="198818" cy="417747"/>
            </a:xfrm>
            <a:custGeom>
              <a:avLst/>
              <a:gdLst/>
              <a:ahLst/>
              <a:cxnLst/>
              <a:rect l="l" t="t" r="r" b="b"/>
              <a:pathLst>
                <a:path w="2808" h="5900" extrusionOk="0">
                  <a:moveTo>
                    <a:pt x="1822" y="1"/>
                  </a:moveTo>
                  <a:lnTo>
                    <a:pt x="1" y="5899"/>
                  </a:lnTo>
                  <a:lnTo>
                    <a:pt x="1070" y="5899"/>
                  </a:lnTo>
                  <a:lnTo>
                    <a:pt x="2808" y="419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4005;p60"/>
            <p:cNvSpPr/>
            <p:nvPr/>
          </p:nvSpPr>
          <p:spPr>
            <a:xfrm>
              <a:off x="8218274" y="4025029"/>
              <a:ext cx="218928" cy="482745"/>
            </a:xfrm>
            <a:custGeom>
              <a:avLst/>
              <a:gdLst/>
              <a:ahLst/>
              <a:cxnLst/>
              <a:rect l="l" t="t" r="r" b="b"/>
              <a:pathLst>
                <a:path w="3092" h="6818" extrusionOk="0">
                  <a:moveTo>
                    <a:pt x="2089" y="0"/>
                  </a:moveTo>
                  <a:lnTo>
                    <a:pt x="0" y="6817"/>
                  </a:lnTo>
                  <a:lnTo>
                    <a:pt x="1069" y="6817"/>
                  </a:lnTo>
                  <a:lnTo>
                    <a:pt x="3091" y="434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4006;p60"/>
            <p:cNvSpPr/>
            <p:nvPr/>
          </p:nvSpPr>
          <p:spPr>
            <a:xfrm>
              <a:off x="7792384" y="4478107"/>
              <a:ext cx="525299" cy="261482"/>
            </a:xfrm>
            <a:custGeom>
              <a:avLst/>
              <a:gdLst/>
              <a:ahLst/>
              <a:cxnLst/>
              <a:rect l="l" t="t" r="r" b="b"/>
              <a:pathLst>
                <a:path w="7419" h="3693" extrusionOk="0">
                  <a:moveTo>
                    <a:pt x="0" y="0"/>
                  </a:moveTo>
                  <a:lnTo>
                    <a:pt x="1069" y="3693"/>
                  </a:lnTo>
                  <a:lnTo>
                    <a:pt x="6433" y="3693"/>
                  </a:lnTo>
                  <a:lnTo>
                    <a:pt x="74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4007;p60"/>
            <p:cNvSpPr/>
            <p:nvPr/>
          </p:nvSpPr>
          <p:spPr>
            <a:xfrm>
              <a:off x="7799464" y="3938647"/>
              <a:ext cx="189332" cy="539530"/>
            </a:xfrm>
            <a:custGeom>
              <a:avLst/>
              <a:gdLst/>
              <a:ahLst/>
              <a:cxnLst/>
              <a:rect l="l" t="t" r="r" b="b"/>
              <a:pathLst>
                <a:path w="2674" h="7620" extrusionOk="0">
                  <a:moveTo>
                    <a:pt x="0" y="0"/>
                  </a:moveTo>
                  <a:lnTo>
                    <a:pt x="17" y="50"/>
                  </a:lnTo>
                  <a:lnTo>
                    <a:pt x="1253" y="5431"/>
                  </a:lnTo>
                  <a:cubicBezTo>
                    <a:pt x="1404" y="6099"/>
                    <a:pt x="1538" y="6650"/>
                    <a:pt x="1621" y="7035"/>
                  </a:cubicBezTo>
                  <a:cubicBezTo>
                    <a:pt x="1671" y="7218"/>
                    <a:pt x="1705" y="7369"/>
                    <a:pt x="1721" y="7469"/>
                  </a:cubicBezTo>
                  <a:cubicBezTo>
                    <a:pt x="1738" y="7519"/>
                    <a:pt x="1755" y="7553"/>
                    <a:pt x="1755" y="7586"/>
                  </a:cubicBezTo>
                  <a:cubicBezTo>
                    <a:pt x="1755" y="7603"/>
                    <a:pt x="1771" y="7619"/>
                    <a:pt x="1771" y="7619"/>
                  </a:cubicBezTo>
                  <a:cubicBezTo>
                    <a:pt x="1771" y="7603"/>
                    <a:pt x="1771" y="7603"/>
                    <a:pt x="1771" y="7586"/>
                  </a:cubicBezTo>
                  <a:cubicBezTo>
                    <a:pt x="1755" y="7553"/>
                    <a:pt x="1755" y="7519"/>
                    <a:pt x="1738" y="7469"/>
                  </a:cubicBezTo>
                  <a:lnTo>
                    <a:pt x="1654" y="7035"/>
                  </a:lnTo>
                  <a:cubicBezTo>
                    <a:pt x="1554" y="6650"/>
                    <a:pt x="1437" y="6099"/>
                    <a:pt x="1287" y="5414"/>
                  </a:cubicBezTo>
                  <a:cubicBezTo>
                    <a:pt x="988" y="4051"/>
                    <a:pt x="556" y="2159"/>
                    <a:pt x="91" y="67"/>
                  </a:cubicBezTo>
                  <a:lnTo>
                    <a:pt x="956" y="67"/>
                  </a:lnTo>
                  <a:lnTo>
                    <a:pt x="2156" y="5431"/>
                  </a:lnTo>
                  <a:cubicBezTo>
                    <a:pt x="2306" y="6099"/>
                    <a:pt x="2440" y="6650"/>
                    <a:pt x="2523" y="7035"/>
                  </a:cubicBezTo>
                  <a:cubicBezTo>
                    <a:pt x="2573" y="7218"/>
                    <a:pt x="2607" y="7369"/>
                    <a:pt x="2624" y="7469"/>
                  </a:cubicBezTo>
                  <a:cubicBezTo>
                    <a:pt x="2640" y="7519"/>
                    <a:pt x="2657" y="7553"/>
                    <a:pt x="2657" y="7586"/>
                  </a:cubicBezTo>
                  <a:cubicBezTo>
                    <a:pt x="2657" y="7603"/>
                    <a:pt x="2657" y="7619"/>
                    <a:pt x="2674" y="7619"/>
                  </a:cubicBezTo>
                  <a:cubicBezTo>
                    <a:pt x="2674" y="7603"/>
                    <a:pt x="2674" y="7603"/>
                    <a:pt x="2674" y="7586"/>
                  </a:cubicBezTo>
                  <a:cubicBezTo>
                    <a:pt x="2657" y="7553"/>
                    <a:pt x="2657" y="7519"/>
                    <a:pt x="2640" y="7469"/>
                  </a:cubicBezTo>
                  <a:cubicBezTo>
                    <a:pt x="2624" y="7369"/>
                    <a:pt x="2590" y="7218"/>
                    <a:pt x="2557" y="7035"/>
                  </a:cubicBezTo>
                  <a:cubicBezTo>
                    <a:pt x="2473" y="6650"/>
                    <a:pt x="2356" y="6099"/>
                    <a:pt x="2206" y="5414"/>
                  </a:cubicBezTo>
                  <a:cubicBezTo>
                    <a:pt x="1905" y="4044"/>
                    <a:pt x="1487" y="2139"/>
                    <a:pt x="1020" y="34"/>
                  </a:cubicBezTo>
                  <a:lnTo>
                    <a:pt x="102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9650;p71"/>
            <p:cNvSpPr>
              <a:spLocks noChangeAspect="1"/>
            </p:cNvSpPr>
            <p:nvPr/>
          </p:nvSpPr>
          <p:spPr>
            <a:xfrm rot="1368619">
              <a:off x="7475989" y="2711091"/>
              <a:ext cx="114881" cy="113734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9650;p71"/>
            <p:cNvSpPr>
              <a:spLocks noChangeAspect="1"/>
            </p:cNvSpPr>
            <p:nvPr/>
          </p:nvSpPr>
          <p:spPr>
            <a:xfrm rot="1368619">
              <a:off x="6685134" y="4217123"/>
              <a:ext cx="114881" cy="113734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9650;p71"/>
            <p:cNvSpPr>
              <a:spLocks noChangeAspect="1"/>
            </p:cNvSpPr>
            <p:nvPr/>
          </p:nvSpPr>
          <p:spPr>
            <a:xfrm rot="1368619">
              <a:off x="7316064" y="4012722"/>
              <a:ext cx="114881" cy="113734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3961;p60"/>
            <p:cNvSpPr/>
            <p:nvPr/>
          </p:nvSpPr>
          <p:spPr>
            <a:xfrm rot="21063150">
              <a:off x="5501956" y="2570390"/>
              <a:ext cx="971830" cy="392885"/>
            </a:xfrm>
            <a:custGeom>
              <a:avLst/>
              <a:gdLst/>
              <a:ahLst/>
              <a:cxnLst/>
              <a:rect l="l" t="t" r="r" b="b"/>
              <a:pathLst>
                <a:path w="11479" h="5990" extrusionOk="0">
                  <a:moveTo>
                    <a:pt x="2273" y="0"/>
                  </a:moveTo>
                  <a:lnTo>
                    <a:pt x="234" y="686"/>
                  </a:lnTo>
                  <a:cubicBezTo>
                    <a:pt x="234" y="686"/>
                    <a:pt x="0" y="1371"/>
                    <a:pt x="1354" y="4612"/>
                  </a:cubicBezTo>
                  <a:cubicBezTo>
                    <a:pt x="1782" y="5641"/>
                    <a:pt x="2842" y="5989"/>
                    <a:pt x="4079" y="5989"/>
                  </a:cubicBezTo>
                  <a:cubicBezTo>
                    <a:pt x="6659" y="5989"/>
                    <a:pt x="10009" y="4478"/>
                    <a:pt x="10009" y="4478"/>
                  </a:cubicBezTo>
                  <a:lnTo>
                    <a:pt x="10460" y="4311"/>
                  </a:lnTo>
                  <a:cubicBezTo>
                    <a:pt x="11028" y="4044"/>
                    <a:pt x="11212" y="3125"/>
                    <a:pt x="11195" y="2991"/>
                  </a:cubicBezTo>
                  <a:cubicBezTo>
                    <a:pt x="11187" y="2937"/>
                    <a:pt x="11063" y="2922"/>
                    <a:pt x="10933" y="2922"/>
                  </a:cubicBezTo>
                  <a:cubicBezTo>
                    <a:pt x="10784" y="2922"/>
                    <a:pt x="10627" y="2941"/>
                    <a:pt x="10627" y="2941"/>
                  </a:cubicBezTo>
                  <a:cubicBezTo>
                    <a:pt x="10777" y="2891"/>
                    <a:pt x="10928" y="2824"/>
                    <a:pt x="11078" y="2757"/>
                  </a:cubicBezTo>
                  <a:cubicBezTo>
                    <a:pt x="11295" y="2657"/>
                    <a:pt x="11446" y="2457"/>
                    <a:pt x="11479" y="2223"/>
                  </a:cubicBezTo>
                  <a:lnTo>
                    <a:pt x="11479" y="2223"/>
                  </a:lnTo>
                  <a:cubicBezTo>
                    <a:pt x="11479" y="2223"/>
                    <a:pt x="10894" y="2440"/>
                    <a:pt x="10577" y="2523"/>
                  </a:cubicBezTo>
                  <a:cubicBezTo>
                    <a:pt x="10427" y="2568"/>
                    <a:pt x="10160" y="2654"/>
                    <a:pt x="9971" y="2654"/>
                  </a:cubicBezTo>
                  <a:cubicBezTo>
                    <a:pt x="9803" y="2654"/>
                    <a:pt x="9697" y="2585"/>
                    <a:pt x="9791" y="2356"/>
                  </a:cubicBezTo>
                  <a:cubicBezTo>
                    <a:pt x="9908" y="2089"/>
                    <a:pt x="10075" y="1855"/>
                    <a:pt x="10293" y="1655"/>
                  </a:cubicBezTo>
                  <a:cubicBezTo>
                    <a:pt x="10346" y="1570"/>
                    <a:pt x="10291" y="1471"/>
                    <a:pt x="10192" y="1471"/>
                  </a:cubicBezTo>
                  <a:cubicBezTo>
                    <a:pt x="10135" y="1471"/>
                    <a:pt x="10065" y="1503"/>
                    <a:pt x="9992" y="1588"/>
                  </a:cubicBezTo>
                  <a:cubicBezTo>
                    <a:pt x="9825" y="1688"/>
                    <a:pt x="9691" y="1822"/>
                    <a:pt x="9557" y="1955"/>
                  </a:cubicBezTo>
                  <a:cubicBezTo>
                    <a:pt x="9474" y="2072"/>
                    <a:pt x="9390" y="2223"/>
                    <a:pt x="9307" y="2340"/>
                  </a:cubicBezTo>
                  <a:cubicBezTo>
                    <a:pt x="9207" y="2473"/>
                    <a:pt x="9106" y="2574"/>
                    <a:pt x="9039" y="2657"/>
                  </a:cubicBezTo>
                  <a:cubicBezTo>
                    <a:pt x="8362" y="2893"/>
                    <a:pt x="6592" y="3441"/>
                    <a:pt x="4786" y="3441"/>
                  </a:cubicBezTo>
                  <a:cubicBezTo>
                    <a:pt x="4544" y="3441"/>
                    <a:pt x="4301" y="3431"/>
                    <a:pt x="4060" y="3409"/>
                  </a:cubicBezTo>
                  <a:cubicBezTo>
                    <a:pt x="3709" y="3376"/>
                    <a:pt x="2273" y="0"/>
                    <a:pt x="2273" y="0"/>
                  </a:cubicBezTo>
                  <a:close/>
                </a:path>
              </a:pathLst>
            </a:custGeom>
            <a:solidFill>
              <a:srgbClr val="7357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3068;p56"/>
            <p:cNvSpPr/>
            <p:nvPr/>
          </p:nvSpPr>
          <p:spPr>
            <a:xfrm>
              <a:off x="6696669" y="3344481"/>
              <a:ext cx="450765" cy="246804"/>
            </a:xfrm>
            <a:custGeom>
              <a:avLst/>
              <a:gdLst/>
              <a:ahLst/>
              <a:cxnLst/>
              <a:rect l="l" t="t" r="r" b="b"/>
              <a:pathLst>
                <a:path w="16692" h="15384" extrusionOk="0">
                  <a:moveTo>
                    <a:pt x="7253" y="1"/>
                  </a:moveTo>
                  <a:cubicBezTo>
                    <a:pt x="6697" y="1"/>
                    <a:pt x="6143" y="67"/>
                    <a:pt x="5597" y="213"/>
                  </a:cubicBezTo>
                  <a:cubicBezTo>
                    <a:pt x="4612" y="463"/>
                    <a:pt x="3676" y="914"/>
                    <a:pt x="2857" y="1549"/>
                  </a:cubicBezTo>
                  <a:cubicBezTo>
                    <a:pt x="1855" y="2318"/>
                    <a:pt x="1086" y="3354"/>
                    <a:pt x="635" y="4523"/>
                  </a:cubicBezTo>
                  <a:cubicBezTo>
                    <a:pt x="134" y="5877"/>
                    <a:pt x="0" y="7347"/>
                    <a:pt x="251" y="8784"/>
                  </a:cubicBezTo>
                  <a:cubicBezTo>
                    <a:pt x="518" y="10371"/>
                    <a:pt x="1287" y="11825"/>
                    <a:pt x="2439" y="12961"/>
                  </a:cubicBezTo>
                  <a:cubicBezTo>
                    <a:pt x="3676" y="14164"/>
                    <a:pt x="5247" y="14966"/>
                    <a:pt x="6951" y="15250"/>
                  </a:cubicBezTo>
                  <a:cubicBezTo>
                    <a:pt x="7450" y="15340"/>
                    <a:pt x="7950" y="15383"/>
                    <a:pt x="8445" y="15383"/>
                  </a:cubicBezTo>
                  <a:cubicBezTo>
                    <a:pt x="11279" y="15383"/>
                    <a:pt x="13958" y="13954"/>
                    <a:pt x="15522" y="11508"/>
                  </a:cubicBezTo>
                  <a:cubicBezTo>
                    <a:pt x="15923" y="10889"/>
                    <a:pt x="16224" y="10204"/>
                    <a:pt x="16425" y="9486"/>
                  </a:cubicBezTo>
                  <a:cubicBezTo>
                    <a:pt x="16608" y="8801"/>
                    <a:pt x="16692" y="8099"/>
                    <a:pt x="16675" y="7397"/>
                  </a:cubicBezTo>
                  <a:cubicBezTo>
                    <a:pt x="16675" y="6144"/>
                    <a:pt x="16341" y="4908"/>
                    <a:pt x="15723" y="3822"/>
                  </a:cubicBezTo>
                  <a:cubicBezTo>
                    <a:pt x="15188" y="2919"/>
                    <a:pt x="14470" y="2168"/>
                    <a:pt x="13601" y="1616"/>
                  </a:cubicBezTo>
                  <a:cubicBezTo>
                    <a:pt x="12966" y="1182"/>
                    <a:pt x="12247" y="881"/>
                    <a:pt x="11496" y="714"/>
                  </a:cubicBezTo>
                  <a:cubicBezTo>
                    <a:pt x="11086" y="612"/>
                    <a:pt x="10664" y="560"/>
                    <a:pt x="10240" y="560"/>
                  </a:cubicBezTo>
                  <a:cubicBezTo>
                    <a:pt x="10180" y="560"/>
                    <a:pt x="10119" y="561"/>
                    <a:pt x="10059" y="564"/>
                  </a:cubicBezTo>
                  <a:cubicBezTo>
                    <a:pt x="9741" y="580"/>
                    <a:pt x="9557" y="630"/>
                    <a:pt x="9574" y="647"/>
                  </a:cubicBezTo>
                  <a:cubicBezTo>
                    <a:pt x="9574" y="731"/>
                    <a:pt x="10259" y="664"/>
                    <a:pt x="11412" y="1031"/>
                  </a:cubicBezTo>
                  <a:cubicBezTo>
                    <a:pt x="12097" y="1249"/>
                    <a:pt x="12749" y="1583"/>
                    <a:pt x="13333" y="2000"/>
                  </a:cubicBezTo>
                  <a:cubicBezTo>
                    <a:pt x="14102" y="2552"/>
                    <a:pt x="14737" y="3287"/>
                    <a:pt x="15188" y="4106"/>
                  </a:cubicBezTo>
                  <a:cubicBezTo>
                    <a:pt x="15739" y="5125"/>
                    <a:pt x="16007" y="6261"/>
                    <a:pt x="15973" y="7397"/>
                  </a:cubicBezTo>
                  <a:cubicBezTo>
                    <a:pt x="15973" y="8032"/>
                    <a:pt x="15873" y="8667"/>
                    <a:pt x="15706" y="9269"/>
                  </a:cubicBezTo>
                  <a:cubicBezTo>
                    <a:pt x="15506" y="9920"/>
                    <a:pt x="15222" y="10522"/>
                    <a:pt x="14871" y="11090"/>
                  </a:cubicBezTo>
                  <a:cubicBezTo>
                    <a:pt x="13420" y="13265"/>
                    <a:pt x="11002" y="14533"/>
                    <a:pt x="8450" y="14533"/>
                  </a:cubicBezTo>
                  <a:cubicBezTo>
                    <a:pt x="8003" y="14533"/>
                    <a:pt x="7552" y="14495"/>
                    <a:pt x="7101" y="14415"/>
                  </a:cubicBezTo>
                  <a:cubicBezTo>
                    <a:pt x="5564" y="14148"/>
                    <a:pt x="4144" y="13446"/>
                    <a:pt x="3024" y="12376"/>
                  </a:cubicBezTo>
                  <a:cubicBezTo>
                    <a:pt x="1988" y="11357"/>
                    <a:pt x="1287" y="10054"/>
                    <a:pt x="1019" y="8634"/>
                  </a:cubicBezTo>
                  <a:cubicBezTo>
                    <a:pt x="769" y="7347"/>
                    <a:pt x="869" y="6010"/>
                    <a:pt x="1303" y="4774"/>
                  </a:cubicBezTo>
                  <a:cubicBezTo>
                    <a:pt x="1504" y="4223"/>
                    <a:pt x="1771" y="3688"/>
                    <a:pt x="2122" y="3203"/>
                  </a:cubicBezTo>
                  <a:cubicBezTo>
                    <a:pt x="2439" y="2769"/>
                    <a:pt x="2824" y="2368"/>
                    <a:pt x="3241" y="2017"/>
                  </a:cubicBezTo>
                  <a:cubicBezTo>
                    <a:pt x="3977" y="1399"/>
                    <a:pt x="4812" y="948"/>
                    <a:pt x="5731" y="664"/>
                  </a:cubicBezTo>
                  <a:cubicBezTo>
                    <a:pt x="6416" y="463"/>
                    <a:pt x="7151" y="346"/>
                    <a:pt x="7870" y="346"/>
                  </a:cubicBezTo>
                  <a:cubicBezTo>
                    <a:pt x="8911" y="361"/>
                    <a:pt x="9539" y="563"/>
                    <a:pt x="9700" y="563"/>
                  </a:cubicBezTo>
                  <a:cubicBezTo>
                    <a:pt x="9725" y="563"/>
                    <a:pt x="9739" y="558"/>
                    <a:pt x="9741" y="547"/>
                  </a:cubicBezTo>
                  <a:cubicBezTo>
                    <a:pt x="9758" y="530"/>
                    <a:pt x="9591" y="447"/>
                    <a:pt x="9290" y="313"/>
                  </a:cubicBezTo>
                  <a:cubicBezTo>
                    <a:pt x="9140" y="263"/>
                    <a:pt x="8939" y="213"/>
                    <a:pt x="8705" y="146"/>
                  </a:cubicBezTo>
                  <a:cubicBezTo>
                    <a:pt x="8588" y="112"/>
                    <a:pt x="8471" y="96"/>
                    <a:pt x="8321" y="79"/>
                  </a:cubicBezTo>
                  <a:cubicBezTo>
                    <a:pt x="8187" y="46"/>
                    <a:pt x="8037" y="29"/>
                    <a:pt x="7886" y="29"/>
                  </a:cubicBezTo>
                  <a:cubicBezTo>
                    <a:pt x="7675" y="10"/>
                    <a:pt x="7464" y="1"/>
                    <a:pt x="7253" y="1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3068;p56"/>
            <p:cNvSpPr/>
            <p:nvPr/>
          </p:nvSpPr>
          <p:spPr>
            <a:xfrm rot="1262513">
              <a:off x="6561611" y="4144998"/>
              <a:ext cx="343669" cy="246804"/>
            </a:xfrm>
            <a:custGeom>
              <a:avLst/>
              <a:gdLst/>
              <a:ahLst/>
              <a:cxnLst/>
              <a:rect l="l" t="t" r="r" b="b"/>
              <a:pathLst>
                <a:path w="16692" h="15384" extrusionOk="0">
                  <a:moveTo>
                    <a:pt x="7253" y="1"/>
                  </a:moveTo>
                  <a:cubicBezTo>
                    <a:pt x="6697" y="1"/>
                    <a:pt x="6143" y="67"/>
                    <a:pt x="5597" y="213"/>
                  </a:cubicBezTo>
                  <a:cubicBezTo>
                    <a:pt x="4612" y="463"/>
                    <a:pt x="3676" y="914"/>
                    <a:pt x="2857" y="1549"/>
                  </a:cubicBezTo>
                  <a:cubicBezTo>
                    <a:pt x="1855" y="2318"/>
                    <a:pt x="1086" y="3354"/>
                    <a:pt x="635" y="4523"/>
                  </a:cubicBezTo>
                  <a:cubicBezTo>
                    <a:pt x="134" y="5877"/>
                    <a:pt x="0" y="7347"/>
                    <a:pt x="251" y="8784"/>
                  </a:cubicBezTo>
                  <a:cubicBezTo>
                    <a:pt x="518" y="10371"/>
                    <a:pt x="1287" y="11825"/>
                    <a:pt x="2439" y="12961"/>
                  </a:cubicBezTo>
                  <a:cubicBezTo>
                    <a:pt x="3676" y="14164"/>
                    <a:pt x="5247" y="14966"/>
                    <a:pt x="6951" y="15250"/>
                  </a:cubicBezTo>
                  <a:cubicBezTo>
                    <a:pt x="7450" y="15340"/>
                    <a:pt x="7950" y="15383"/>
                    <a:pt x="8445" y="15383"/>
                  </a:cubicBezTo>
                  <a:cubicBezTo>
                    <a:pt x="11279" y="15383"/>
                    <a:pt x="13958" y="13954"/>
                    <a:pt x="15522" y="11508"/>
                  </a:cubicBezTo>
                  <a:cubicBezTo>
                    <a:pt x="15923" y="10889"/>
                    <a:pt x="16224" y="10204"/>
                    <a:pt x="16425" y="9486"/>
                  </a:cubicBezTo>
                  <a:cubicBezTo>
                    <a:pt x="16608" y="8801"/>
                    <a:pt x="16692" y="8099"/>
                    <a:pt x="16675" y="7397"/>
                  </a:cubicBezTo>
                  <a:cubicBezTo>
                    <a:pt x="16675" y="6144"/>
                    <a:pt x="16341" y="4908"/>
                    <a:pt x="15723" y="3822"/>
                  </a:cubicBezTo>
                  <a:cubicBezTo>
                    <a:pt x="15188" y="2919"/>
                    <a:pt x="14470" y="2168"/>
                    <a:pt x="13601" y="1616"/>
                  </a:cubicBezTo>
                  <a:cubicBezTo>
                    <a:pt x="12966" y="1182"/>
                    <a:pt x="12247" y="881"/>
                    <a:pt x="11496" y="714"/>
                  </a:cubicBezTo>
                  <a:cubicBezTo>
                    <a:pt x="11086" y="612"/>
                    <a:pt x="10664" y="560"/>
                    <a:pt x="10240" y="560"/>
                  </a:cubicBezTo>
                  <a:cubicBezTo>
                    <a:pt x="10180" y="560"/>
                    <a:pt x="10119" y="561"/>
                    <a:pt x="10059" y="564"/>
                  </a:cubicBezTo>
                  <a:cubicBezTo>
                    <a:pt x="9741" y="580"/>
                    <a:pt x="9557" y="630"/>
                    <a:pt x="9574" y="647"/>
                  </a:cubicBezTo>
                  <a:cubicBezTo>
                    <a:pt x="9574" y="731"/>
                    <a:pt x="10259" y="664"/>
                    <a:pt x="11412" y="1031"/>
                  </a:cubicBezTo>
                  <a:cubicBezTo>
                    <a:pt x="12097" y="1249"/>
                    <a:pt x="12749" y="1583"/>
                    <a:pt x="13333" y="2000"/>
                  </a:cubicBezTo>
                  <a:cubicBezTo>
                    <a:pt x="14102" y="2552"/>
                    <a:pt x="14737" y="3287"/>
                    <a:pt x="15188" y="4106"/>
                  </a:cubicBezTo>
                  <a:cubicBezTo>
                    <a:pt x="15739" y="5125"/>
                    <a:pt x="16007" y="6261"/>
                    <a:pt x="15973" y="7397"/>
                  </a:cubicBezTo>
                  <a:cubicBezTo>
                    <a:pt x="15973" y="8032"/>
                    <a:pt x="15873" y="8667"/>
                    <a:pt x="15706" y="9269"/>
                  </a:cubicBezTo>
                  <a:cubicBezTo>
                    <a:pt x="15506" y="9920"/>
                    <a:pt x="15222" y="10522"/>
                    <a:pt x="14871" y="11090"/>
                  </a:cubicBezTo>
                  <a:cubicBezTo>
                    <a:pt x="13420" y="13265"/>
                    <a:pt x="11002" y="14533"/>
                    <a:pt x="8450" y="14533"/>
                  </a:cubicBezTo>
                  <a:cubicBezTo>
                    <a:pt x="8003" y="14533"/>
                    <a:pt x="7552" y="14495"/>
                    <a:pt x="7101" y="14415"/>
                  </a:cubicBezTo>
                  <a:cubicBezTo>
                    <a:pt x="5564" y="14148"/>
                    <a:pt x="4144" y="13446"/>
                    <a:pt x="3024" y="12376"/>
                  </a:cubicBezTo>
                  <a:cubicBezTo>
                    <a:pt x="1988" y="11357"/>
                    <a:pt x="1287" y="10054"/>
                    <a:pt x="1019" y="8634"/>
                  </a:cubicBezTo>
                  <a:cubicBezTo>
                    <a:pt x="769" y="7347"/>
                    <a:pt x="869" y="6010"/>
                    <a:pt x="1303" y="4774"/>
                  </a:cubicBezTo>
                  <a:cubicBezTo>
                    <a:pt x="1504" y="4223"/>
                    <a:pt x="1771" y="3688"/>
                    <a:pt x="2122" y="3203"/>
                  </a:cubicBezTo>
                  <a:cubicBezTo>
                    <a:pt x="2439" y="2769"/>
                    <a:pt x="2824" y="2368"/>
                    <a:pt x="3241" y="2017"/>
                  </a:cubicBezTo>
                  <a:cubicBezTo>
                    <a:pt x="3977" y="1399"/>
                    <a:pt x="4812" y="948"/>
                    <a:pt x="5731" y="664"/>
                  </a:cubicBezTo>
                  <a:cubicBezTo>
                    <a:pt x="6416" y="463"/>
                    <a:pt x="7151" y="346"/>
                    <a:pt x="7870" y="346"/>
                  </a:cubicBezTo>
                  <a:cubicBezTo>
                    <a:pt x="8911" y="361"/>
                    <a:pt x="9539" y="563"/>
                    <a:pt x="9700" y="563"/>
                  </a:cubicBezTo>
                  <a:cubicBezTo>
                    <a:pt x="9725" y="563"/>
                    <a:pt x="9739" y="558"/>
                    <a:pt x="9741" y="547"/>
                  </a:cubicBezTo>
                  <a:cubicBezTo>
                    <a:pt x="9758" y="530"/>
                    <a:pt x="9591" y="447"/>
                    <a:pt x="9290" y="313"/>
                  </a:cubicBezTo>
                  <a:cubicBezTo>
                    <a:pt x="9140" y="263"/>
                    <a:pt x="8939" y="213"/>
                    <a:pt x="8705" y="146"/>
                  </a:cubicBezTo>
                  <a:cubicBezTo>
                    <a:pt x="8588" y="112"/>
                    <a:pt x="8471" y="96"/>
                    <a:pt x="8321" y="79"/>
                  </a:cubicBezTo>
                  <a:cubicBezTo>
                    <a:pt x="8187" y="46"/>
                    <a:pt x="8037" y="29"/>
                    <a:pt x="7886" y="29"/>
                  </a:cubicBezTo>
                  <a:cubicBezTo>
                    <a:pt x="7675" y="10"/>
                    <a:pt x="7464" y="1"/>
                    <a:pt x="7253" y="1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0567728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862</Words>
  <Application>Microsoft Office PowerPoint</Application>
  <PresentationFormat>Widescreen</PresentationFormat>
  <Paragraphs>119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Josefin Sans</vt:lpstr>
      <vt:lpstr>Lilita One</vt:lpstr>
      <vt:lpstr>Poppins</vt:lpstr>
      <vt:lpstr>Poppins Light</vt:lpstr>
      <vt:lpstr>Symbol</vt:lpstr>
      <vt:lpstr>Office Theme</vt:lpstr>
      <vt:lpstr>PLANNING</vt:lpstr>
      <vt:lpstr>SELF-ASSESSMENT QUESTIONNAIRE Planning of activities  </vt:lpstr>
      <vt:lpstr>PowerPoint Presentation</vt:lpstr>
      <vt:lpstr>WHAT YOU NEED TO DO Plan Your Activities</vt:lpstr>
      <vt:lpstr>CREATE A PLAN FROM A GOAL</vt:lpstr>
      <vt:lpstr>Proverbs</vt:lpstr>
      <vt:lpstr>EXERCISE: Creating a Plan From a Goal</vt:lpstr>
      <vt:lpstr>EXERCISE: Creating a Plan From a Goal</vt:lpstr>
      <vt:lpstr>EXERCISE: "Creating a Plan From a Goal</vt:lpstr>
      <vt:lpstr>EXERCISE: "Creating a Plan From a Goal</vt:lpstr>
      <vt:lpstr>EXERCISE: "Creating a Plan From a Goal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</dc:title>
  <dc:creator>Shona Passfield</dc:creator>
  <cp:lastModifiedBy>Shona Passfield</cp:lastModifiedBy>
  <cp:revision>1</cp:revision>
  <dcterms:created xsi:type="dcterms:W3CDTF">2024-05-03T14:14:51Z</dcterms:created>
  <dcterms:modified xsi:type="dcterms:W3CDTF">2024-06-27T15:12:58Z</dcterms:modified>
</cp:coreProperties>
</file>