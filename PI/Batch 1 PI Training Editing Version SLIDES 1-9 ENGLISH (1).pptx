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617" r:id="rId2"/>
    <p:sldId id="618" r:id="rId3"/>
    <p:sldId id="510" r:id="rId4"/>
    <p:sldId id="600" r:id="rId5"/>
    <p:sldId id="508" r:id="rId6"/>
    <p:sldId id="614" r:id="rId7"/>
    <p:sldId id="615" r:id="rId8"/>
    <p:sldId id="616" r:id="rId9"/>
    <p:sldId id="52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3D34F-439C-43BF-8921-CBB2CD7357AC}" v="2" dt="2024-07-22T13:13:11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na Passfield" userId="8b3d8d318c456f76" providerId="LiveId" clId="{32A9FBF8-BD1F-4A46-B0D5-760DDDE33AFF}"/>
    <pc:docChg chg="delSld">
      <pc:chgData name="Shona Passfield" userId="8b3d8d318c456f76" providerId="LiveId" clId="{32A9FBF8-BD1F-4A46-B0D5-760DDDE33AFF}" dt="2024-02-08T10:35:24.316" v="0" actId="47"/>
      <pc:docMkLst>
        <pc:docMk/>
      </pc:docMkLst>
      <pc:sldChg chg="del">
        <pc:chgData name="Shona Passfield" userId="8b3d8d318c456f76" providerId="LiveId" clId="{32A9FBF8-BD1F-4A46-B0D5-760DDDE33AFF}" dt="2024-02-08T10:35:24.316" v="0" actId="47"/>
        <pc:sldMkLst>
          <pc:docMk/>
          <pc:sldMk cId="175947991" sldId="914"/>
        </pc:sldMkLst>
      </pc:sldChg>
    </pc:docChg>
  </pc:docChgLst>
  <pc:docChgLst>
    <pc:chgData name="Shona Passfield" userId="8b3d8d318c456f76" providerId="LiveId" clId="{CC1A4271-3D49-4CB8-96EE-6236BA4B901E}"/>
    <pc:docChg chg="undo redo custSel modSld">
      <pc:chgData name="Shona Passfield" userId="8b3d8d318c456f76" providerId="LiveId" clId="{CC1A4271-3D49-4CB8-96EE-6236BA4B901E}" dt="2024-02-08T10:46:41.349" v="13"/>
      <pc:docMkLst>
        <pc:docMk/>
      </pc:docMkLst>
      <pc:sldChg chg="modSp mod">
        <pc:chgData name="Shona Passfield" userId="8b3d8d318c456f76" providerId="LiveId" clId="{CC1A4271-3D49-4CB8-96EE-6236BA4B901E}" dt="2024-02-08T10:46:00.714" v="12" actId="14100"/>
        <pc:sldMkLst>
          <pc:docMk/>
          <pc:sldMk cId="74305634" sldId="523"/>
        </pc:sldMkLst>
        <pc:spChg chg="mod">
          <ac:chgData name="Shona Passfield" userId="8b3d8d318c456f76" providerId="LiveId" clId="{CC1A4271-3D49-4CB8-96EE-6236BA4B901E}" dt="2024-02-08T10:46:00.714" v="12" actId="14100"/>
          <ac:spMkLst>
            <pc:docMk/>
            <pc:sldMk cId="74305634" sldId="523"/>
            <ac:spMk id="2" creationId="{00000000-0000-0000-0000-000000000000}"/>
          </ac:spMkLst>
        </pc:spChg>
        <pc:spChg chg="mod">
          <ac:chgData name="Shona Passfield" userId="8b3d8d318c456f76" providerId="LiveId" clId="{CC1A4271-3D49-4CB8-96EE-6236BA4B901E}" dt="2024-02-08T10:42:47.761" v="3"/>
          <ac:spMkLst>
            <pc:docMk/>
            <pc:sldMk cId="74305634" sldId="523"/>
            <ac:spMk id="3" creationId="{00000000-0000-0000-0000-000000000000}"/>
          </ac:spMkLst>
        </pc:spChg>
      </pc:sldChg>
      <pc:sldChg chg="modSp mod">
        <pc:chgData name="Shona Passfield" userId="8b3d8d318c456f76" providerId="LiveId" clId="{CC1A4271-3D49-4CB8-96EE-6236BA4B901E}" dt="2024-02-08T10:46:41.349" v="13"/>
        <pc:sldMkLst>
          <pc:docMk/>
          <pc:sldMk cId="1461472125" sldId="604"/>
        </pc:sldMkLst>
        <pc:spChg chg="mod">
          <ac:chgData name="Shona Passfield" userId="8b3d8d318c456f76" providerId="LiveId" clId="{CC1A4271-3D49-4CB8-96EE-6236BA4B901E}" dt="2024-02-08T10:46:41.349" v="13"/>
          <ac:spMkLst>
            <pc:docMk/>
            <pc:sldMk cId="1461472125" sldId="604"/>
            <ac:spMk id="96" creationId="{BB1BF9BB-F3CE-44C1-BFFE-C1B42D9E15D3}"/>
          </ac:spMkLst>
        </pc:spChg>
      </pc:sldChg>
    </pc:docChg>
  </pc:docChgLst>
  <pc:docChgLst>
    <pc:chgData name="Shona Passfield" userId="8b3d8d318c456f76" providerId="LiveId" clId="{3D73D34F-439C-43BF-8921-CBB2CD7357AC}"/>
    <pc:docChg chg="addSld delSld modSld">
      <pc:chgData name="Shona Passfield" userId="8b3d8d318c456f76" providerId="LiveId" clId="{3D73D34F-439C-43BF-8921-CBB2CD7357AC}" dt="2024-07-22T13:13:16.557" v="3" actId="2696"/>
      <pc:docMkLst>
        <pc:docMk/>
      </pc:docMkLst>
      <pc:sldChg chg="del">
        <pc:chgData name="Shona Passfield" userId="8b3d8d318c456f76" providerId="LiveId" clId="{3D73D34F-439C-43BF-8921-CBB2CD7357AC}" dt="2024-07-22T13:12:33.252" v="1" actId="2696"/>
        <pc:sldMkLst>
          <pc:docMk/>
          <pc:sldMk cId="74305634" sldId="523"/>
        </pc:sldMkLst>
      </pc:sldChg>
      <pc:sldChg chg="del">
        <pc:chgData name="Shona Passfield" userId="8b3d8d318c456f76" providerId="LiveId" clId="{3D73D34F-439C-43BF-8921-CBB2CD7357AC}" dt="2024-07-22T13:13:16.557" v="3" actId="2696"/>
        <pc:sldMkLst>
          <pc:docMk/>
          <pc:sldMk cId="1461472125" sldId="604"/>
        </pc:sldMkLst>
      </pc:sldChg>
      <pc:sldChg chg="add">
        <pc:chgData name="Shona Passfield" userId="8b3d8d318c456f76" providerId="LiveId" clId="{3D73D34F-439C-43BF-8921-CBB2CD7357AC}" dt="2024-07-22T13:12:28.396" v="0"/>
        <pc:sldMkLst>
          <pc:docMk/>
          <pc:sldMk cId="4201909847" sldId="617"/>
        </pc:sldMkLst>
      </pc:sldChg>
      <pc:sldChg chg="add">
        <pc:chgData name="Shona Passfield" userId="8b3d8d318c456f76" providerId="LiveId" clId="{3D73D34F-439C-43BF-8921-CBB2CD7357AC}" dt="2024-07-22T13:13:11.456" v="2"/>
        <pc:sldMkLst>
          <pc:docMk/>
          <pc:sldMk cId="2848453604" sldId="6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9ADF6-4345-4B05-8C89-57BCFE342D64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3317C-1021-47F5-915F-FE5EA2BBC0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390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4dfce81f1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4dfce81f19_0_117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427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endParaRPr lang="en-US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052948-8FF2-4265-9115-B6B694A2C9D2}" type="slidenum">
              <a:rPr kumimoji="0" lang="de-DE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069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201d02545_1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201d02545_1_768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1550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1376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052948-8FF2-4265-9115-B6B694A2C9D2}" type="slidenum">
              <a:rPr kumimoji="0" lang="de-DE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3993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052948-8FF2-4265-9115-B6B694A2C9D2}" type="slidenum">
              <a:rPr kumimoji="0" lang="de-DE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791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052948-8FF2-4265-9115-B6B694A2C9D2}" type="slidenum">
              <a:rPr kumimoji="0" lang="de-DE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3938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1769500" y="4274333"/>
            <a:ext cx="3479200" cy="19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7054433" y="4274333"/>
            <a:ext cx="3479200" cy="19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435467" y="698900"/>
            <a:ext cx="48348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  <p:sp>
        <p:nvSpPr>
          <p:cNvPr id="24" name="Google Shape;24;p5"/>
          <p:cNvSpPr/>
          <p:nvPr/>
        </p:nvSpPr>
        <p:spPr>
          <a:xfrm rot="5400000">
            <a:off x="11059408" y="1046747"/>
            <a:ext cx="369600" cy="6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1769503" y="3746100"/>
            <a:ext cx="3487600" cy="6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 Thin"/>
              <a:buNone/>
              <a:defRPr sz="2267">
                <a:solidFill>
                  <a:schemeClr val="dk1"/>
                </a:solidFill>
                <a:latin typeface="Josefin Sans Thin"/>
                <a:ea typeface="Josefin Sans Thin"/>
                <a:cs typeface="Josefin Sans Thin"/>
                <a:sym typeface="Josefin Sans Thin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7055633" y="3746100"/>
            <a:ext cx="3487600" cy="6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 Thin"/>
              <a:buNone/>
              <a:defRPr sz="2267">
                <a:solidFill>
                  <a:schemeClr val="dk1"/>
                </a:solidFill>
                <a:latin typeface="Josefin Sans Thin"/>
                <a:ea typeface="Josefin Sans Thin"/>
                <a:cs typeface="Josefin Sans Thin"/>
                <a:sym typeface="Josefin Sans Thin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820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942000" y="3790267"/>
            <a:ext cx="3706000" cy="2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867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55865" y="1206900"/>
            <a:ext cx="37920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3" name="Google Shape;33;p7"/>
          <p:cNvSpPr/>
          <p:nvPr/>
        </p:nvSpPr>
        <p:spPr>
          <a:xfrm rot="5400000">
            <a:off x="721608" y="1554747"/>
            <a:ext cx="369600" cy="69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5100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92389" y="85656"/>
            <a:ext cx="1052563" cy="824555"/>
          </a:xfrm>
          <a:prstGeom prst="rect">
            <a:avLst/>
          </a:prstGeom>
        </p:spPr>
      </p:pic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61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47;p65"/>
          <p:cNvSpPr/>
          <p:nvPr userDrawn="1"/>
        </p:nvSpPr>
        <p:spPr>
          <a:xfrm>
            <a:off x="11267895" y="195241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Google Shape;43;p10"/>
          <p:cNvSpPr txBox="1">
            <a:spLocks noGrp="1"/>
          </p:cNvSpPr>
          <p:nvPr>
            <p:ph type="title"/>
          </p:nvPr>
        </p:nvSpPr>
        <p:spPr>
          <a:xfrm>
            <a:off x="1343026" y="698900"/>
            <a:ext cx="7318373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26999" y="195241"/>
            <a:ext cx="972127" cy="802009"/>
            <a:chOff x="2000250" y="0"/>
            <a:chExt cx="5143500" cy="4481945"/>
          </a:xfrm>
        </p:grpSpPr>
        <p:pic>
          <p:nvPicPr>
            <p:cNvPr id="2" name="Grafik 1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000250" y="0"/>
              <a:ext cx="5143500" cy="4481945"/>
            </a:xfrm>
            <a:prstGeom prst="rect">
              <a:avLst/>
            </a:prstGeom>
          </p:spPr>
        </p:pic>
        <p:sp>
          <p:nvSpPr>
            <p:cNvPr id="6" name="Rechteck 5"/>
            <p:cNvSpPr/>
            <p:nvPr userDrawn="1"/>
          </p:nvSpPr>
          <p:spPr>
            <a:xfrm>
              <a:off x="3553688" y="990599"/>
              <a:ext cx="2078183" cy="262543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207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37;p65"/>
          <p:cNvSpPr/>
          <p:nvPr userDrawn="1"/>
        </p:nvSpPr>
        <p:spPr>
          <a:xfrm>
            <a:off x="11125200" y="164233"/>
            <a:ext cx="888685" cy="716300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529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0867" y="183379"/>
            <a:ext cx="894391" cy="775624"/>
          </a:xfrm>
          <a:prstGeom prst="rect">
            <a:avLst/>
          </a:prstGeom>
        </p:spPr>
      </p:pic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249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09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609585" indent="-457189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923692" y="6597441"/>
            <a:ext cx="2344616" cy="189123"/>
          </a:xfrm>
          <a:ln/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56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966600" y="2831467"/>
            <a:ext cx="2669200" cy="12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/>
          <p:nvPr/>
        </p:nvSpPr>
        <p:spPr>
          <a:xfrm>
            <a:off x="960000" y="2841740"/>
            <a:ext cx="2671600" cy="1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9" name="Google Shape;39;p9"/>
          <p:cNvSpPr txBox="1"/>
          <p:nvPr/>
        </p:nvSpPr>
        <p:spPr>
          <a:xfrm>
            <a:off x="4119933" y="1024800"/>
            <a:ext cx="7112000" cy="5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rgbClr val="2F2F2F"/>
              </a:solidFill>
              <a:latin typeface="Rokkitt Regular"/>
              <a:ea typeface="Rokkitt Regular"/>
              <a:cs typeface="Rokkitt Regular"/>
              <a:sym typeface="Rokkitt Regular"/>
            </a:endParaRPr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4138267" y="821000"/>
            <a:ext cx="7085200" cy="5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333">
                <a:solidFill>
                  <a:srgbClr val="000000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 rot="10800000">
            <a:off x="1498948" y="4201467"/>
            <a:ext cx="2013600" cy="69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1098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149400" y="5213400"/>
            <a:ext cx="5439200" cy="10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149400" y="1717967"/>
            <a:ext cx="5439200" cy="31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313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subTitle" idx="1"/>
          </p:nvPr>
        </p:nvSpPr>
        <p:spPr>
          <a:xfrm>
            <a:off x="4673600" y="2702365"/>
            <a:ext cx="28580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2"/>
          </p:nvPr>
        </p:nvSpPr>
        <p:spPr>
          <a:xfrm>
            <a:off x="4673600" y="5039173"/>
            <a:ext cx="28612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3"/>
          </p:nvPr>
        </p:nvSpPr>
        <p:spPr>
          <a:xfrm>
            <a:off x="1392667" y="2702365"/>
            <a:ext cx="29596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4"/>
          </p:nvPr>
        </p:nvSpPr>
        <p:spPr>
          <a:xfrm>
            <a:off x="4800707" y="3219048"/>
            <a:ext cx="25892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5"/>
          </p:nvPr>
        </p:nvSpPr>
        <p:spPr>
          <a:xfrm>
            <a:off x="7924865" y="2702365"/>
            <a:ext cx="28444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6"/>
          </p:nvPr>
        </p:nvSpPr>
        <p:spPr>
          <a:xfrm>
            <a:off x="8059865" y="3219048"/>
            <a:ext cx="2574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7"/>
          </p:nvPr>
        </p:nvSpPr>
        <p:spPr>
          <a:xfrm>
            <a:off x="1533267" y="3210367"/>
            <a:ext cx="2678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8"/>
          </p:nvPr>
        </p:nvSpPr>
        <p:spPr>
          <a:xfrm>
            <a:off x="1392667" y="5060440"/>
            <a:ext cx="29596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9"/>
          </p:nvPr>
        </p:nvSpPr>
        <p:spPr>
          <a:xfrm>
            <a:off x="7936265" y="5060432"/>
            <a:ext cx="28216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3"/>
          </p:nvPr>
        </p:nvSpPr>
        <p:spPr>
          <a:xfrm>
            <a:off x="4802093" y="5585529"/>
            <a:ext cx="25892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4"/>
          </p:nvPr>
        </p:nvSpPr>
        <p:spPr>
          <a:xfrm>
            <a:off x="8059865" y="5585529"/>
            <a:ext cx="2574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15"/>
          </p:nvPr>
        </p:nvSpPr>
        <p:spPr>
          <a:xfrm>
            <a:off x="1533267" y="5576849"/>
            <a:ext cx="2678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855860" y="698900"/>
            <a:ext cx="51584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23" name="Google Shape;123;p20"/>
          <p:cNvSpPr/>
          <p:nvPr/>
        </p:nvSpPr>
        <p:spPr>
          <a:xfrm rot="5400000">
            <a:off x="721608" y="1046747"/>
            <a:ext cx="369600" cy="6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31633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428600" y="374933"/>
            <a:ext cx="11334800" cy="414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2402800" y="951133"/>
            <a:ext cx="73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153000" y="3319400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1232600" y="2172233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3"/>
          </p:nvPr>
        </p:nvSpPr>
        <p:spPr>
          <a:xfrm>
            <a:off x="964000" y="2877033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4"/>
          </p:nvPr>
        </p:nvSpPr>
        <p:spPr>
          <a:xfrm>
            <a:off x="3719000" y="3331117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5" hasCustomPrompt="1"/>
          </p:nvPr>
        </p:nvSpPr>
        <p:spPr>
          <a:xfrm>
            <a:off x="3798600" y="2183951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6"/>
          </p:nvPr>
        </p:nvSpPr>
        <p:spPr>
          <a:xfrm>
            <a:off x="3530000" y="2888751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7"/>
          </p:nvPr>
        </p:nvSpPr>
        <p:spPr>
          <a:xfrm>
            <a:off x="6285000" y="3354517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8" hasCustomPrompt="1"/>
          </p:nvPr>
        </p:nvSpPr>
        <p:spPr>
          <a:xfrm>
            <a:off x="6364600" y="2207351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 idx="9"/>
          </p:nvPr>
        </p:nvSpPr>
        <p:spPr>
          <a:xfrm>
            <a:off x="6096000" y="2912151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3"/>
          </p:nvPr>
        </p:nvSpPr>
        <p:spPr>
          <a:xfrm>
            <a:off x="8851000" y="3354517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14" hasCustomPrompt="1"/>
          </p:nvPr>
        </p:nvSpPr>
        <p:spPr>
          <a:xfrm>
            <a:off x="8930600" y="2207351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5"/>
          </p:nvPr>
        </p:nvSpPr>
        <p:spPr>
          <a:xfrm>
            <a:off x="8662000" y="2912151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369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>
  <p:cSld name="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521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 preserve="1">
  <p:cSld name="1_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6710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5576" y="4521105"/>
            <a:ext cx="2810907" cy="239596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67228" y="4486569"/>
            <a:ext cx="2943179" cy="2372487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321" y="4486569"/>
            <a:ext cx="2810907" cy="2395964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6483" y="4485514"/>
            <a:ext cx="2943179" cy="237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4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">
  <p:cSld name="Quote 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6" y="3873333"/>
            <a:ext cx="4130400" cy="316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subTitle" idx="1"/>
          </p:nvPr>
        </p:nvSpPr>
        <p:spPr>
          <a:xfrm flipH="1">
            <a:off x="2014856" y="3875244"/>
            <a:ext cx="40680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2"/>
          </p:nvPr>
        </p:nvSpPr>
        <p:spPr>
          <a:xfrm flipH="1">
            <a:off x="2014951" y="2779667"/>
            <a:ext cx="4119200" cy="7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069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2">
  <p:cSld name="Four columns 2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25"/>
          <p:cNvGrpSpPr/>
          <p:nvPr/>
        </p:nvGrpSpPr>
        <p:grpSpPr>
          <a:xfrm>
            <a:off x="8680199" y="2621218"/>
            <a:ext cx="2896807" cy="3613017"/>
            <a:chOff x="6510149" y="1949738"/>
            <a:chExt cx="2172605" cy="2709763"/>
          </a:xfrm>
        </p:grpSpPr>
        <p:sp>
          <p:nvSpPr>
            <p:cNvPr id="686" name="Google Shape;686;p25"/>
            <p:cNvSpPr/>
            <p:nvPr/>
          </p:nvSpPr>
          <p:spPr>
            <a:xfrm>
              <a:off x="6510149" y="4267946"/>
              <a:ext cx="120540" cy="388831"/>
            </a:xfrm>
            <a:custGeom>
              <a:avLst/>
              <a:gdLst/>
              <a:ahLst/>
              <a:cxnLst/>
              <a:rect l="l" t="t" r="r" b="b"/>
              <a:pathLst>
                <a:path w="3761" h="12132" extrusionOk="0">
                  <a:moveTo>
                    <a:pt x="3760" y="1"/>
                  </a:moveTo>
                  <a:lnTo>
                    <a:pt x="1" y="135"/>
                  </a:lnTo>
                  <a:lnTo>
                    <a:pt x="1" y="12131"/>
                  </a:lnTo>
                  <a:lnTo>
                    <a:pt x="1605" y="12131"/>
                  </a:lnTo>
                  <a:lnTo>
                    <a:pt x="376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7592958" y="2586860"/>
              <a:ext cx="93201" cy="30960"/>
            </a:xfrm>
            <a:custGeom>
              <a:avLst/>
              <a:gdLst/>
              <a:ahLst/>
              <a:cxnLst/>
              <a:rect l="l" t="t" r="r" b="b"/>
              <a:pathLst>
                <a:path w="2908" h="966" extrusionOk="0">
                  <a:moveTo>
                    <a:pt x="2875" y="1"/>
                  </a:moveTo>
                  <a:cubicBezTo>
                    <a:pt x="2771" y="1"/>
                    <a:pt x="2159" y="176"/>
                    <a:pt x="1421" y="423"/>
                  </a:cubicBezTo>
                  <a:cubicBezTo>
                    <a:pt x="635" y="690"/>
                    <a:pt x="0" y="924"/>
                    <a:pt x="0" y="957"/>
                  </a:cubicBezTo>
                  <a:cubicBezTo>
                    <a:pt x="2" y="963"/>
                    <a:pt x="12" y="966"/>
                    <a:pt x="29" y="966"/>
                  </a:cubicBezTo>
                  <a:cubicBezTo>
                    <a:pt x="164" y="966"/>
                    <a:pt x="758" y="794"/>
                    <a:pt x="1471" y="556"/>
                  </a:cubicBezTo>
                  <a:cubicBezTo>
                    <a:pt x="2273" y="289"/>
                    <a:pt x="2908" y="38"/>
                    <a:pt x="2891" y="5"/>
                  </a:cubicBezTo>
                  <a:cubicBezTo>
                    <a:pt x="2890" y="2"/>
                    <a:pt x="2884" y="1"/>
                    <a:pt x="287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6977662" y="4267946"/>
              <a:ext cx="119963" cy="388831"/>
            </a:xfrm>
            <a:custGeom>
              <a:avLst/>
              <a:gdLst/>
              <a:ahLst/>
              <a:cxnLst/>
              <a:rect l="l" t="t" r="r" b="b"/>
              <a:pathLst>
                <a:path w="3743" h="12132" extrusionOk="0">
                  <a:moveTo>
                    <a:pt x="3743" y="1"/>
                  </a:moveTo>
                  <a:lnTo>
                    <a:pt x="0" y="135"/>
                  </a:lnTo>
                  <a:lnTo>
                    <a:pt x="0" y="12131"/>
                  </a:lnTo>
                  <a:lnTo>
                    <a:pt x="1604" y="12131"/>
                  </a:lnTo>
                  <a:lnTo>
                    <a:pt x="374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7441394" y="4267946"/>
              <a:ext cx="120540" cy="388831"/>
            </a:xfrm>
            <a:custGeom>
              <a:avLst/>
              <a:gdLst/>
              <a:ahLst/>
              <a:cxnLst/>
              <a:rect l="l" t="t" r="r" b="b"/>
              <a:pathLst>
                <a:path w="3761" h="12132" extrusionOk="0">
                  <a:moveTo>
                    <a:pt x="1" y="1"/>
                  </a:moveTo>
                  <a:lnTo>
                    <a:pt x="2156" y="12131"/>
                  </a:lnTo>
                  <a:lnTo>
                    <a:pt x="3760" y="12131"/>
                  </a:lnTo>
                  <a:lnTo>
                    <a:pt x="3760" y="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7769682" y="4267946"/>
              <a:ext cx="120508" cy="388831"/>
            </a:xfrm>
            <a:custGeom>
              <a:avLst/>
              <a:gdLst/>
              <a:ahLst/>
              <a:cxnLst/>
              <a:rect l="l" t="t" r="r" b="b"/>
              <a:pathLst>
                <a:path w="3760" h="12132" extrusionOk="0">
                  <a:moveTo>
                    <a:pt x="0" y="1"/>
                  </a:moveTo>
                  <a:lnTo>
                    <a:pt x="2156" y="12131"/>
                  </a:lnTo>
                  <a:lnTo>
                    <a:pt x="3760" y="12131"/>
                  </a:lnTo>
                  <a:lnTo>
                    <a:pt x="3760" y="1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6510149" y="3406827"/>
              <a:ext cx="375979" cy="873907"/>
            </a:xfrm>
            <a:custGeom>
              <a:avLst/>
              <a:gdLst/>
              <a:ahLst/>
              <a:cxnLst/>
              <a:rect l="l" t="t" r="r" b="b"/>
              <a:pathLst>
                <a:path w="11731" h="27267" extrusionOk="0">
                  <a:moveTo>
                    <a:pt x="5548" y="0"/>
                  </a:moveTo>
                  <a:cubicBezTo>
                    <a:pt x="4075" y="0"/>
                    <a:pt x="2636" y="293"/>
                    <a:pt x="1939" y="1271"/>
                  </a:cubicBezTo>
                  <a:cubicBezTo>
                    <a:pt x="184" y="3711"/>
                    <a:pt x="1" y="27170"/>
                    <a:pt x="1" y="27170"/>
                  </a:cubicBezTo>
                  <a:cubicBezTo>
                    <a:pt x="1" y="27170"/>
                    <a:pt x="5028" y="27266"/>
                    <a:pt x="8439" y="27266"/>
                  </a:cubicBezTo>
                  <a:cubicBezTo>
                    <a:pt x="10145" y="27266"/>
                    <a:pt x="11446" y="27242"/>
                    <a:pt x="11513" y="27170"/>
                  </a:cubicBezTo>
                  <a:cubicBezTo>
                    <a:pt x="11730" y="26969"/>
                    <a:pt x="10026" y="653"/>
                    <a:pt x="10026" y="653"/>
                  </a:cubicBezTo>
                  <a:cubicBezTo>
                    <a:pt x="10026" y="653"/>
                    <a:pt x="7748" y="0"/>
                    <a:pt x="55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804144" y="2531830"/>
              <a:ext cx="1086046" cy="1608718"/>
            </a:xfrm>
            <a:custGeom>
              <a:avLst/>
              <a:gdLst/>
              <a:ahLst/>
              <a:cxnLst/>
              <a:rect l="l" t="t" r="r" b="b"/>
              <a:pathLst>
                <a:path w="33886" h="50194" extrusionOk="0">
                  <a:moveTo>
                    <a:pt x="24423" y="1"/>
                  </a:moveTo>
                  <a:cubicBezTo>
                    <a:pt x="24403" y="1"/>
                    <a:pt x="24382" y="1"/>
                    <a:pt x="24362" y="1"/>
                  </a:cubicBezTo>
                  <a:lnTo>
                    <a:pt x="9424" y="1"/>
                  </a:lnTo>
                  <a:cubicBezTo>
                    <a:pt x="4195" y="1"/>
                    <a:pt x="1" y="4295"/>
                    <a:pt x="118" y="9525"/>
                  </a:cubicBezTo>
                  <a:lnTo>
                    <a:pt x="1070" y="50193"/>
                  </a:lnTo>
                  <a:lnTo>
                    <a:pt x="33568" y="50193"/>
                  </a:lnTo>
                  <a:lnTo>
                    <a:pt x="33836" y="9491"/>
                  </a:lnTo>
                  <a:cubicBezTo>
                    <a:pt x="33885" y="4265"/>
                    <a:pt x="29658" y="1"/>
                    <a:pt x="2442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572262" y="3855335"/>
              <a:ext cx="1307768" cy="420143"/>
            </a:xfrm>
            <a:custGeom>
              <a:avLst/>
              <a:gdLst/>
              <a:ahLst/>
              <a:cxnLst/>
              <a:rect l="l" t="t" r="r" b="b"/>
              <a:pathLst>
                <a:path w="40804" h="13109" extrusionOk="0">
                  <a:moveTo>
                    <a:pt x="19728" y="0"/>
                  </a:moveTo>
                  <a:cubicBezTo>
                    <a:pt x="13401" y="0"/>
                    <a:pt x="6918" y="126"/>
                    <a:pt x="6918" y="126"/>
                  </a:cubicBezTo>
                  <a:cubicBezTo>
                    <a:pt x="6918" y="126"/>
                    <a:pt x="452" y="377"/>
                    <a:pt x="1" y="8380"/>
                  </a:cubicBezTo>
                  <a:lnTo>
                    <a:pt x="1" y="13109"/>
                  </a:lnTo>
                  <a:lnTo>
                    <a:pt x="40803" y="13109"/>
                  </a:lnTo>
                  <a:lnTo>
                    <a:pt x="40803" y="8898"/>
                  </a:lnTo>
                  <a:cubicBezTo>
                    <a:pt x="40803" y="8898"/>
                    <a:pt x="35039" y="410"/>
                    <a:pt x="28272" y="126"/>
                  </a:cubicBezTo>
                  <a:cubicBezTo>
                    <a:pt x="26016" y="32"/>
                    <a:pt x="22892" y="0"/>
                    <a:pt x="1972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554057" y="3855014"/>
              <a:ext cx="907207" cy="413125"/>
            </a:xfrm>
            <a:custGeom>
              <a:avLst/>
              <a:gdLst/>
              <a:ahLst/>
              <a:cxnLst/>
              <a:rect l="l" t="t" r="r" b="b"/>
              <a:pathLst>
                <a:path w="28306" h="12890" extrusionOk="0">
                  <a:moveTo>
                    <a:pt x="9133" y="0"/>
                  </a:moveTo>
                  <a:cubicBezTo>
                    <a:pt x="7145" y="0"/>
                    <a:pt x="5217" y="133"/>
                    <a:pt x="3543" y="1423"/>
                  </a:cubicBezTo>
                  <a:cubicBezTo>
                    <a:pt x="385" y="3896"/>
                    <a:pt x="1" y="9059"/>
                    <a:pt x="335" y="12751"/>
                  </a:cubicBezTo>
                  <a:cubicBezTo>
                    <a:pt x="343" y="12843"/>
                    <a:pt x="414" y="12889"/>
                    <a:pt x="483" y="12889"/>
                  </a:cubicBezTo>
                  <a:cubicBezTo>
                    <a:pt x="552" y="12889"/>
                    <a:pt x="619" y="12843"/>
                    <a:pt x="619" y="12751"/>
                  </a:cubicBezTo>
                  <a:cubicBezTo>
                    <a:pt x="218" y="8357"/>
                    <a:pt x="953" y="1958"/>
                    <a:pt x="5932" y="554"/>
                  </a:cubicBezTo>
                  <a:cubicBezTo>
                    <a:pt x="6831" y="299"/>
                    <a:pt x="7809" y="238"/>
                    <a:pt x="8789" y="238"/>
                  </a:cubicBezTo>
                  <a:cubicBezTo>
                    <a:pt x="9668" y="238"/>
                    <a:pt x="10550" y="287"/>
                    <a:pt x="11379" y="287"/>
                  </a:cubicBezTo>
                  <a:lnTo>
                    <a:pt x="28121" y="387"/>
                  </a:lnTo>
                  <a:cubicBezTo>
                    <a:pt x="28305" y="370"/>
                    <a:pt x="28305" y="103"/>
                    <a:pt x="28121" y="103"/>
                  </a:cubicBezTo>
                  <a:cubicBezTo>
                    <a:pt x="21973" y="70"/>
                    <a:pt x="15807" y="36"/>
                    <a:pt x="9658" y="3"/>
                  </a:cubicBezTo>
                  <a:cubicBezTo>
                    <a:pt x="9483" y="1"/>
                    <a:pt x="9308" y="0"/>
                    <a:pt x="913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55708" y="2557534"/>
              <a:ext cx="706895" cy="844005"/>
            </a:xfrm>
            <a:custGeom>
              <a:avLst/>
              <a:gdLst/>
              <a:ahLst/>
              <a:cxnLst/>
              <a:rect l="l" t="t" r="r" b="b"/>
              <a:pathLst>
                <a:path w="22056" h="26334" extrusionOk="0">
                  <a:moveTo>
                    <a:pt x="6416" y="1"/>
                  </a:moveTo>
                  <a:cubicBezTo>
                    <a:pt x="4428" y="18"/>
                    <a:pt x="2807" y="68"/>
                    <a:pt x="1705" y="168"/>
                  </a:cubicBezTo>
                  <a:cubicBezTo>
                    <a:pt x="1420" y="201"/>
                    <a:pt x="1187" y="235"/>
                    <a:pt x="969" y="252"/>
                  </a:cubicBezTo>
                  <a:cubicBezTo>
                    <a:pt x="752" y="285"/>
                    <a:pt x="568" y="318"/>
                    <a:pt x="435" y="335"/>
                  </a:cubicBezTo>
                  <a:cubicBezTo>
                    <a:pt x="284" y="369"/>
                    <a:pt x="134" y="419"/>
                    <a:pt x="0" y="469"/>
                  </a:cubicBezTo>
                  <a:cubicBezTo>
                    <a:pt x="34" y="469"/>
                    <a:pt x="67" y="452"/>
                    <a:pt x="117" y="452"/>
                  </a:cubicBezTo>
                  <a:cubicBezTo>
                    <a:pt x="184" y="435"/>
                    <a:pt x="284" y="402"/>
                    <a:pt x="435" y="369"/>
                  </a:cubicBezTo>
                  <a:lnTo>
                    <a:pt x="969" y="302"/>
                  </a:lnTo>
                  <a:cubicBezTo>
                    <a:pt x="1187" y="285"/>
                    <a:pt x="1420" y="252"/>
                    <a:pt x="1705" y="235"/>
                  </a:cubicBezTo>
                  <a:cubicBezTo>
                    <a:pt x="2679" y="162"/>
                    <a:pt x="4022" y="115"/>
                    <a:pt x="5665" y="115"/>
                  </a:cubicBezTo>
                  <a:cubicBezTo>
                    <a:pt x="5909" y="115"/>
                    <a:pt x="6159" y="116"/>
                    <a:pt x="6416" y="118"/>
                  </a:cubicBezTo>
                  <a:cubicBezTo>
                    <a:pt x="7419" y="118"/>
                    <a:pt x="8505" y="118"/>
                    <a:pt x="9674" y="151"/>
                  </a:cubicBezTo>
                  <a:cubicBezTo>
                    <a:pt x="10844" y="185"/>
                    <a:pt x="12097" y="151"/>
                    <a:pt x="13401" y="335"/>
                  </a:cubicBezTo>
                  <a:cubicBezTo>
                    <a:pt x="14069" y="402"/>
                    <a:pt x="14737" y="536"/>
                    <a:pt x="15389" y="686"/>
                  </a:cubicBezTo>
                  <a:cubicBezTo>
                    <a:pt x="16074" y="853"/>
                    <a:pt x="16726" y="1087"/>
                    <a:pt x="17360" y="1388"/>
                  </a:cubicBezTo>
                  <a:cubicBezTo>
                    <a:pt x="17995" y="1739"/>
                    <a:pt x="18563" y="2173"/>
                    <a:pt x="19081" y="2691"/>
                  </a:cubicBezTo>
                  <a:cubicBezTo>
                    <a:pt x="19616" y="3209"/>
                    <a:pt x="20067" y="3810"/>
                    <a:pt x="20418" y="4462"/>
                  </a:cubicBezTo>
                  <a:cubicBezTo>
                    <a:pt x="20585" y="4796"/>
                    <a:pt x="20719" y="5147"/>
                    <a:pt x="20819" y="5498"/>
                  </a:cubicBezTo>
                  <a:cubicBezTo>
                    <a:pt x="20903" y="5866"/>
                    <a:pt x="20953" y="6233"/>
                    <a:pt x="20986" y="6601"/>
                  </a:cubicBezTo>
                  <a:cubicBezTo>
                    <a:pt x="21070" y="7336"/>
                    <a:pt x="21153" y="8054"/>
                    <a:pt x="21220" y="8773"/>
                  </a:cubicBezTo>
                  <a:cubicBezTo>
                    <a:pt x="21354" y="10193"/>
                    <a:pt x="21454" y="11580"/>
                    <a:pt x="21554" y="12883"/>
                  </a:cubicBezTo>
                  <a:cubicBezTo>
                    <a:pt x="21721" y="15523"/>
                    <a:pt x="21805" y="17896"/>
                    <a:pt x="21872" y="19884"/>
                  </a:cubicBezTo>
                  <a:cubicBezTo>
                    <a:pt x="21922" y="21872"/>
                    <a:pt x="21955" y="23476"/>
                    <a:pt x="21989" y="24596"/>
                  </a:cubicBezTo>
                  <a:cubicBezTo>
                    <a:pt x="22005" y="25147"/>
                    <a:pt x="22022" y="25582"/>
                    <a:pt x="22022" y="25882"/>
                  </a:cubicBezTo>
                  <a:cubicBezTo>
                    <a:pt x="22039" y="26016"/>
                    <a:pt x="22039" y="26133"/>
                    <a:pt x="22039" y="26217"/>
                  </a:cubicBezTo>
                  <a:cubicBezTo>
                    <a:pt x="22039" y="26250"/>
                    <a:pt x="22039" y="26283"/>
                    <a:pt x="22056" y="26334"/>
                  </a:cubicBezTo>
                  <a:cubicBezTo>
                    <a:pt x="22056" y="26283"/>
                    <a:pt x="22056" y="26250"/>
                    <a:pt x="22056" y="26217"/>
                  </a:cubicBezTo>
                  <a:cubicBezTo>
                    <a:pt x="22056" y="26133"/>
                    <a:pt x="22056" y="26016"/>
                    <a:pt x="22056" y="25882"/>
                  </a:cubicBezTo>
                  <a:cubicBezTo>
                    <a:pt x="22056" y="25582"/>
                    <a:pt x="22056" y="25147"/>
                    <a:pt x="22039" y="24596"/>
                  </a:cubicBezTo>
                  <a:cubicBezTo>
                    <a:pt x="22039" y="23476"/>
                    <a:pt x="22022" y="21872"/>
                    <a:pt x="21972" y="19867"/>
                  </a:cubicBezTo>
                  <a:cubicBezTo>
                    <a:pt x="21922" y="17879"/>
                    <a:pt x="21838" y="15506"/>
                    <a:pt x="21688" y="12883"/>
                  </a:cubicBezTo>
                  <a:cubicBezTo>
                    <a:pt x="21604" y="11563"/>
                    <a:pt x="21487" y="10176"/>
                    <a:pt x="21354" y="8756"/>
                  </a:cubicBezTo>
                  <a:cubicBezTo>
                    <a:pt x="21287" y="8038"/>
                    <a:pt x="21220" y="7319"/>
                    <a:pt x="21120" y="6584"/>
                  </a:cubicBezTo>
                  <a:cubicBezTo>
                    <a:pt x="21103" y="6200"/>
                    <a:pt x="21036" y="5832"/>
                    <a:pt x="20953" y="5465"/>
                  </a:cubicBezTo>
                  <a:cubicBezTo>
                    <a:pt x="20853" y="5097"/>
                    <a:pt x="20719" y="4729"/>
                    <a:pt x="20535" y="4395"/>
                  </a:cubicBezTo>
                  <a:cubicBezTo>
                    <a:pt x="20184" y="3727"/>
                    <a:pt x="19716" y="3109"/>
                    <a:pt x="19182" y="2591"/>
                  </a:cubicBezTo>
                  <a:cubicBezTo>
                    <a:pt x="18664" y="2056"/>
                    <a:pt x="18062" y="1622"/>
                    <a:pt x="17427" y="1271"/>
                  </a:cubicBezTo>
                  <a:cubicBezTo>
                    <a:pt x="16776" y="953"/>
                    <a:pt x="16107" y="719"/>
                    <a:pt x="15422" y="552"/>
                  </a:cubicBezTo>
                  <a:cubicBezTo>
                    <a:pt x="14771" y="402"/>
                    <a:pt x="14102" y="268"/>
                    <a:pt x="13417" y="201"/>
                  </a:cubicBezTo>
                  <a:cubicBezTo>
                    <a:pt x="12114" y="18"/>
                    <a:pt x="10844" y="51"/>
                    <a:pt x="9674" y="18"/>
                  </a:cubicBezTo>
                  <a:cubicBezTo>
                    <a:pt x="8505" y="1"/>
                    <a:pt x="7419" y="1"/>
                    <a:pt x="64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646514" y="2915500"/>
              <a:ext cx="74997" cy="26313"/>
            </a:xfrm>
            <a:custGeom>
              <a:avLst/>
              <a:gdLst/>
              <a:ahLst/>
              <a:cxnLst/>
              <a:rect l="l" t="t" r="r" b="b"/>
              <a:pathLst>
                <a:path w="2340" h="821" extrusionOk="0">
                  <a:moveTo>
                    <a:pt x="2311" y="1"/>
                  </a:moveTo>
                  <a:cubicBezTo>
                    <a:pt x="2192" y="1"/>
                    <a:pt x="1711" y="153"/>
                    <a:pt x="1153" y="344"/>
                  </a:cubicBezTo>
                  <a:cubicBezTo>
                    <a:pt x="502" y="561"/>
                    <a:pt x="0" y="779"/>
                    <a:pt x="17" y="812"/>
                  </a:cubicBezTo>
                  <a:cubicBezTo>
                    <a:pt x="19" y="818"/>
                    <a:pt x="28" y="821"/>
                    <a:pt x="44" y="821"/>
                  </a:cubicBezTo>
                  <a:cubicBezTo>
                    <a:pt x="161" y="821"/>
                    <a:pt x="631" y="669"/>
                    <a:pt x="1203" y="478"/>
                  </a:cubicBezTo>
                  <a:cubicBezTo>
                    <a:pt x="1838" y="261"/>
                    <a:pt x="2339" y="43"/>
                    <a:pt x="2339" y="10"/>
                  </a:cubicBezTo>
                  <a:cubicBezTo>
                    <a:pt x="2337" y="4"/>
                    <a:pt x="2328" y="1"/>
                    <a:pt x="231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7647059" y="2987356"/>
              <a:ext cx="33749" cy="4743"/>
            </a:xfrm>
            <a:custGeom>
              <a:avLst/>
              <a:gdLst/>
              <a:ahLst/>
              <a:cxnLst/>
              <a:rect l="l" t="t" r="r" b="b"/>
              <a:pathLst>
                <a:path w="1053" h="148" extrusionOk="0">
                  <a:moveTo>
                    <a:pt x="324" y="1"/>
                  </a:moveTo>
                  <a:cubicBezTo>
                    <a:pt x="132" y="1"/>
                    <a:pt x="0" y="19"/>
                    <a:pt x="0" y="57"/>
                  </a:cubicBezTo>
                  <a:cubicBezTo>
                    <a:pt x="0" y="90"/>
                    <a:pt x="234" y="141"/>
                    <a:pt x="518" y="141"/>
                  </a:cubicBezTo>
                  <a:cubicBezTo>
                    <a:pt x="599" y="145"/>
                    <a:pt x="674" y="147"/>
                    <a:pt x="742" y="147"/>
                  </a:cubicBezTo>
                  <a:cubicBezTo>
                    <a:pt x="927" y="147"/>
                    <a:pt x="1053" y="132"/>
                    <a:pt x="1053" y="107"/>
                  </a:cubicBezTo>
                  <a:cubicBezTo>
                    <a:pt x="1053" y="57"/>
                    <a:pt x="819" y="24"/>
                    <a:pt x="535" y="7"/>
                  </a:cubicBezTo>
                  <a:cubicBezTo>
                    <a:pt x="459" y="3"/>
                    <a:pt x="388" y="1"/>
                    <a:pt x="3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7353577" y="2960787"/>
              <a:ext cx="47690" cy="45575"/>
            </a:xfrm>
            <a:custGeom>
              <a:avLst/>
              <a:gdLst/>
              <a:ahLst/>
              <a:cxnLst/>
              <a:rect l="l" t="t" r="r" b="b"/>
              <a:pathLst>
                <a:path w="1488" h="1422" extrusionOk="0">
                  <a:moveTo>
                    <a:pt x="652" y="0"/>
                  </a:moveTo>
                  <a:lnTo>
                    <a:pt x="652" y="0"/>
                  </a:lnTo>
                  <a:cubicBezTo>
                    <a:pt x="652" y="0"/>
                    <a:pt x="585" y="0"/>
                    <a:pt x="485" y="34"/>
                  </a:cubicBezTo>
                  <a:cubicBezTo>
                    <a:pt x="352" y="84"/>
                    <a:pt x="218" y="201"/>
                    <a:pt x="151" y="318"/>
                  </a:cubicBezTo>
                  <a:cubicBezTo>
                    <a:pt x="17" y="518"/>
                    <a:pt x="1" y="769"/>
                    <a:pt x="101" y="986"/>
                  </a:cubicBezTo>
                  <a:cubicBezTo>
                    <a:pt x="213" y="1257"/>
                    <a:pt x="476" y="1422"/>
                    <a:pt x="747" y="1422"/>
                  </a:cubicBezTo>
                  <a:cubicBezTo>
                    <a:pt x="760" y="1422"/>
                    <a:pt x="773" y="1421"/>
                    <a:pt x="786" y="1421"/>
                  </a:cubicBezTo>
                  <a:cubicBezTo>
                    <a:pt x="1087" y="1387"/>
                    <a:pt x="1337" y="1187"/>
                    <a:pt x="1421" y="903"/>
                  </a:cubicBezTo>
                  <a:cubicBezTo>
                    <a:pt x="1488" y="669"/>
                    <a:pt x="1404" y="418"/>
                    <a:pt x="1204" y="251"/>
                  </a:cubicBezTo>
                  <a:cubicBezTo>
                    <a:pt x="1087" y="151"/>
                    <a:pt x="936" y="101"/>
                    <a:pt x="786" y="101"/>
                  </a:cubicBezTo>
                  <a:cubicBezTo>
                    <a:pt x="686" y="117"/>
                    <a:pt x="619" y="151"/>
                    <a:pt x="636" y="151"/>
                  </a:cubicBezTo>
                  <a:cubicBezTo>
                    <a:pt x="636" y="159"/>
                    <a:pt x="648" y="159"/>
                    <a:pt x="673" y="159"/>
                  </a:cubicBezTo>
                  <a:cubicBezTo>
                    <a:pt x="698" y="159"/>
                    <a:pt x="736" y="159"/>
                    <a:pt x="786" y="168"/>
                  </a:cubicBezTo>
                  <a:cubicBezTo>
                    <a:pt x="920" y="184"/>
                    <a:pt x="1053" y="234"/>
                    <a:pt x="1137" y="335"/>
                  </a:cubicBezTo>
                  <a:cubicBezTo>
                    <a:pt x="1287" y="468"/>
                    <a:pt x="1354" y="669"/>
                    <a:pt x="1287" y="853"/>
                  </a:cubicBezTo>
                  <a:cubicBezTo>
                    <a:pt x="1220" y="1087"/>
                    <a:pt x="1020" y="1254"/>
                    <a:pt x="786" y="1287"/>
                  </a:cubicBezTo>
                  <a:cubicBezTo>
                    <a:pt x="535" y="1287"/>
                    <a:pt x="318" y="1153"/>
                    <a:pt x="218" y="936"/>
                  </a:cubicBezTo>
                  <a:cubicBezTo>
                    <a:pt x="134" y="752"/>
                    <a:pt x="134" y="552"/>
                    <a:pt x="235" y="368"/>
                  </a:cubicBezTo>
                  <a:cubicBezTo>
                    <a:pt x="335" y="218"/>
                    <a:pt x="469" y="84"/>
                    <a:pt x="6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7345564" y="2844574"/>
              <a:ext cx="46056" cy="123745"/>
            </a:xfrm>
            <a:custGeom>
              <a:avLst/>
              <a:gdLst/>
              <a:ahLst/>
              <a:cxnLst/>
              <a:rect l="l" t="t" r="r" b="b"/>
              <a:pathLst>
                <a:path w="1437" h="3861" extrusionOk="0">
                  <a:moveTo>
                    <a:pt x="1420" y="1"/>
                  </a:moveTo>
                  <a:cubicBezTo>
                    <a:pt x="1421" y="3"/>
                    <a:pt x="1422" y="6"/>
                    <a:pt x="1421" y="9"/>
                  </a:cubicBezTo>
                  <a:lnTo>
                    <a:pt x="1421" y="9"/>
                  </a:lnTo>
                  <a:cubicBezTo>
                    <a:pt x="1426" y="6"/>
                    <a:pt x="1432" y="3"/>
                    <a:pt x="1437" y="1"/>
                  </a:cubicBezTo>
                  <a:close/>
                  <a:moveTo>
                    <a:pt x="1421" y="9"/>
                  </a:moveTo>
                  <a:cubicBezTo>
                    <a:pt x="1228" y="108"/>
                    <a:pt x="1066" y="239"/>
                    <a:pt x="936" y="402"/>
                  </a:cubicBezTo>
                  <a:cubicBezTo>
                    <a:pt x="201" y="1187"/>
                    <a:pt x="0" y="2323"/>
                    <a:pt x="401" y="3309"/>
                  </a:cubicBezTo>
                  <a:cubicBezTo>
                    <a:pt x="468" y="3509"/>
                    <a:pt x="568" y="3710"/>
                    <a:pt x="719" y="3860"/>
                  </a:cubicBezTo>
                  <a:cubicBezTo>
                    <a:pt x="752" y="3844"/>
                    <a:pt x="618" y="3643"/>
                    <a:pt x="485" y="3276"/>
                  </a:cubicBezTo>
                  <a:cubicBezTo>
                    <a:pt x="167" y="2323"/>
                    <a:pt x="351" y="1254"/>
                    <a:pt x="1003" y="469"/>
                  </a:cubicBezTo>
                  <a:cubicBezTo>
                    <a:pt x="1236" y="188"/>
                    <a:pt x="1412" y="53"/>
                    <a:pt x="1421" y="9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7348769" y="3002420"/>
              <a:ext cx="31633" cy="132431"/>
            </a:xfrm>
            <a:custGeom>
              <a:avLst/>
              <a:gdLst/>
              <a:ahLst/>
              <a:cxnLst/>
              <a:rect l="l" t="t" r="r" b="b"/>
              <a:pathLst>
                <a:path w="987" h="4132" extrusionOk="0">
                  <a:moveTo>
                    <a:pt x="919" y="1"/>
                  </a:moveTo>
                  <a:cubicBezTo>
                    <a:pt x="886" y="1"/>
                    <a:pt x="836" y="5"/>
                    <a:pt x="769" y="21"/>
                  </a:cubicBezTo>
                  <a:cubicBezTo>
                    <a:pt x="602" y="72"/>
                    <a:pt x="451" y="172"/>
                    <a:pt x="334" y="305"/>
                  </a:cubicBezTo>
                  <a:cubicBezTo>
                    <a:pt x="184" y="523"/>
                    <a:pt x="84" y="757"/>
                    <a:pt x="50" y="1024"/>
                  </a:cubicBezTo>
                  <a:cubicBezTo>
                    <a:pt x="17" y="1341"/>
                    <a:pt x="0" y="1642"/>
                    <a:pt x="34" y="1960"/>
                  </a:cubicBezTo>
                  <a:cubicBezTo>
                    <a:pt x="84" y="2528"/>
                    <a:pt x="268" y="3079"/>
                    <a:pt x="535" y="3564"/>
                  </a:cubicBezTo>
                  <a:cubicBezTo>
                    <a:pt x="652" y="3781"/>
                    <a:pt x="786" y="3965"/>
                    <a:pt x="953" y="4132"/>
                  </a:cubicBezTo>
                  <a:cubicBezTo>
                    <a:pt x="986" y="4115"/>
                    <a:pt x="819" y="3898"/>
                    <a:pt x="635" y="3530"/>
                  </a:cubicBezTo>
                  <a:cubicBezTo>
                    <a:pt x="385" y="3029"/>
                    <a:pt x="234" y="2494"/>
                    <a:pt x="184" y="1943"/>
                  </a:cubicBezTo>
                  <a:cubicBezTo>
                    <a:pt x="117" y="1308"/>
                    <a:pt x="167" y="706"/>
                    <a:pt x="418" y="372"/>
                  </a:cubicBezTo>
                  <a:cubicBezTo>
                    <a:pt x="552" y="189"/>
                    <a:pt x="752" y="55"/>
                    <a:pt x="969" y="5"/>
                  </a:cubicBezTo>
                  <a:cubicBezTo>
                    <a:pt x="969" y="5"/>
                    <a:pt x="953" y="1"/>
                    <a:pt x="9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7304316" y="2972581"/>
              <a:ext cx="47146" cy="9262"/>
            </a:xfrm>
            <a:custGeom>
              <a:avLst/>
              <a:gdLst/>
              <a:ahLst/>
              <a:cxnLst/>
              <a:rect l="l" t="t" r="r" b="b"/>
              <a:pathLst>
                <a:path w="1471" h="289" extrusionOk="0">
                  <a:moveTo>
                    <a:pt x="736" y="0"/>
                  </a:moveTo>
                  <a:cubicBezTo>
                    <a:pt x="285" y="0"/>
                    <a:pt x="1" y="251"/>
                    <a:pt x="34" y="284"/>
                  </a:cubicBezTo>
                  <a:cubicBezTo>
                    <a:pt x="35" y="287"/>
                    <a:pt x="39" y="288"/>
                    <a:pt x="44" y="288"/>
                  </a:cubicBezTo>
                  <a:cubicBezTo>
                    <a:pt x="99" y="288"/>
                    <a:pt x="368" y="134"/>
                    <a:pt x="736" y="134"/>
                  </a:cubicBezTo>
                  <a:cubicBezTo>
                    <a:pt x="1100" y="134"/>
                    <a:pt x="1368" y="272"/>
                    <a:pt x="1426" y="272"/>
                  </a:cubicBezTo>
                  <a:cubicBezTo>
                    <a:pt x="1432" y="272"/>
                    <a:pt x="1436" y="270"/>
                    <a:pt x="1437" y="267"/>
                  </a:cubicBezTo>
                  <a:cubicBezTo>
                    <a:pt x="1471" y="251"/>
                    <a:pt x="1187" y="0"/>
                    <a:pt x="73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048877" y="2960787"/>
              <a:ext cx="47690" cy="45575"/>
            </a:xfrm>
            <a:custGeom>
              <a:avLst/>
              <a:gdLst/>
              <a:ahLst/>
              <a:cxnLst/>
              <a:rect l="l" t="t" r="r" b="b"/>
              <a:pathLst>
                <a:path w="1488" h="1422" extrusionOk="0">
                  <a:moveTo>
                    <a:pt x="652" y="0"/>
                  </a:moveTo>
                  <a:cubicBezTo>
                    <a:pt x="652" y="0"/>
                    <a:pt x="585" y="0"/>
                    <a:pt x="485" y="34"/>
                  </a:cubicBezTo>
                  <a:cubicBezTo>
                    <a:pt x="351" y="84"/>
                    <a:pt x="234" y="201"/>
                    <a:pt x="151" y="318"/>
                  </a:cubicBezTo>
                  <a:cubicBezTo>
                    <a:pt x="17" y="518"/>
                    <a:pt x="1" y="769"/>
                    <a:pt x="101" y="986"/>
                  </a:cubicBezTo>
                  <a:cubicBezTo>
                    <a:pt x="212" y="1257"/>
                    <a:pt x="476" y="1422"/>
                    <a:pt x="761" y="1422"/>
                  </a:cubicBezTo>
                  <a:cubicBezTo>
                    <a:pt x="775" y="1422"/>
                    <a:pt x="789" y="1421"/>
                    <a:pt x="803" y="1421"/>
                  </a:cubicBezTo>
                  <a:cubicBezTo>
                    <a:pt x="1087" y="1387"/>
                    <a:pt x="1337" y="1187"/>
                    <a:pt x="1421" y="903"/>
                  </a:cubicBezTo>
                  <a:cubicBezTo>
                    <a:pt x="1488" y="652"/>
                    <a:pt x="1404" y="418"/>
                    <a:pt x="1220" y="251"/>
                  </a:cubicBezTo>
                  <a:cubicBezTo>
                    <a:pt x="1103" y="151"/>
                    <a:pt x="936" y="101"/>
                    <a:pt x="786" y="101"/>
                  </a:cubicBezTo>
                  <a:cubicBezTo>
                    <a:pt x="686" y="117"/>
                    <a:pt x="635" y="151"/>
                    <a:pt x="635" y="151"/>
                  </a:cubicBezTo>
                  <a:cubicBezTo>
                    <a:pt x="635" y="159"/>
                    <a:pt x="648" y="159"/>
                    <a:pt x="673" y="159"/>
                  </a:cubicBezTo>
                  <a:cubicBezTo>
                    <a:pt x="698" y="159"/>
                    <a:pt x="736" y="159"/>
                    <a:pt x="786" y="168"/>
                  </a:cubicBezTo>
                  <a:cubicBezTo>
                    <a:pt x="919" y="184"/>
                    <a:pt x="1053" y="234"/>
                    <a:pt x="1153" y="335"/>
                  </a:cubicBezTo>
                  <a:cubicBezTo>
                    <a:pt x="1287" y="468"/>
                    <a:pt x="1354" y="669"/>
                    <a:pt x="1287" y="853"/>
                  </a:cubicBezTo>
                  <a:cubicBezTo>
                    <a:pt x="1220" y="1087"/>
                    <a:pt x="1020" y="1254"/>
                    <a:pt x="786" y="1287"/>
                  </a:cubicBezTo>
                  <a:cubicBezTo>
                    <a:pt x="552" y="1287"/>
                    <a:pt x="318" y="1153"/>
                    <a:pt x="218" y="936"/>
                  </a:cubicBezTo>
                  <a:cubicBezTo>
                    <a:pt x="134" y="752"/>
                    <a:pt x="134" y="552"/>
                    <a:pt x="234" y="368"/>
                  </a:cubicBezTo>
                  <a:cubicBezTo>
                    <a:pt x="335" y="218"/>
                    <a:pt x="468" y="84"/>
                    <a:pt x="6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7040833" y="2844574"/>
              <a:ext cx="46088" cy="123745"/>
            </a:xfrm>
            <a:custGeom>
              <a:avLst/>
              <a:gdLst/>
              <a:ahLst/>
              <a:cxnLst/>
              <a:rect l="l" t="t" r="r" b="b"/>
              <a:pathLst>
                <a:path w="1438" h="3861" extrusionOk="0">
                  <a:moveTo>
                    <a:pt x="1438" y="1"/>
                  </a:moveTo>
                  <a:lnTo>
                    <a:pt x="1438" y="1"/>
                  </a:lnTo>
                  <a:cubicBezTo>
                    <a:pt x="1237" y="101"/>
                    <a:pt x="1070" y="235"/>
                    <a:pt x="937" y="402"/>
                  </a:cubicBezTo>
                  <a:cubicBezTo>
                    <a:pt x="201" y="1187"/>
                    <a:pt x="1" y="2323"/>
                    <a:pt x="402" y="3309"/>
                  </a:cubicBezTo>
                  <a:cubicBezTo>
                    <a:pt x="469" y="3509"/>
                    <a:pt x="569" y="3710"/>
                    <a:pt x="719" y="3860"/>
                  </a:cubicBezTo>
                  <a:cubicBezTo>
                    <a:pt x="753" y="3844"/>
                    <a:pt x="619" y="3643"/>
                    <a:pt x="485" y="3276"/>
                  </a:cubicBezTo>
                  <a:cubicBezTo>
                    <a:pt x="168" y="2323"/>
                    <a:pt x="352" y="1254"/>
                    <a:pt x="1003" y="469"/>
                  </a:cubicBezTo>
                  <a:cubicBezTo>
                    <a:pt x="1254" y="168"/>
                    <a:pt x="1438" y="34"/>
                    <a:pt x="1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7044070" y="3002420"/>
              <a:ext cx="31601" cy="132431"/>
            </a:xfrm>
            <a:custGeom>
              <a:avLst/>
              <a:gdLst/>
              <a:ahLst/>
              <a:cxnLst/>
              <a:rect l="l" t="t" r="r" b="b"/>
              <a:pathLst>
                <a:path w="986" h="4132" extrusionOk="0">
                  <a:moveTo>
                    <a:pt x="919" y="1"/>
                  </a:moveTo>
                  <a:cubicBezTo>
                    <a:pt x="886" y="1"/>
                    <a:pt x="836" y="5"/>
                    <a:pt x="769" y="21"/>
                  </a:cubicBezTo>
                  <a:cubicBezTo>
                    <a:pt x="602" y="72"/>
                    <a:pt x="451" y="172"/>
                    <a:pt x="351" y="305"/>
                  </a:cubicBezTo>
                  <a:cubicBezTo>
                    <a:pt x="184" y="523"/>
                    <a:pt x="84" y="757"/>
                    <a:pt x="50" y="1024"/>
                  </a:cubicBezTo>
                  <a:cubicBezTo>
                    <a:pt x="17" y="1341"/>
                    <a:pt x="0" y="1642"/>
                    <a:pt x="34" y="1960"/>
                  </a:cubicBezTo>
                  <a:cubicBezTo>
                    <a:pt x="84" y="2528"/>
                    <a:pt x="267" y="3079"/>
                    <a:pt x="552" y="3564"/>
                  </a:cubicBezTo>
                  <a:cubicBezTo>
                    <a:pt x="652" y="3781"/>
                    <a:pt x="785" y="3965"/>
                    <a:pt x="969" y="4132"/>
                  </a:cubicBezTo>
                  <a:cubicBezTo>
                    <a:pt x="986" y="4115"/>
                    <a:pt x="819" y="3898"/>
                    <a:pt x="635" y="3530"/>
                  </a:cubicBezTo>
                  <a:cubicBezTo>
                    <a:pt x="384" y="3029"/>
                    <a:pt x="234" y="2494"/>
                    <a:pt x="184" y="1943"/>
                  </a:cubicBezTo>
                  <a:cubicBezTo>
                    <a:pt x="117" y="1308"/>
                    <a:pt x="167" y="706"/>
                    <a:pt x="418" y="372"/>
                  </a:cubicBezTo>
                  <a:cubicBezTo>
                    <a:pt x="552" y="189"/>
                    <a:pt x="752" y="55"/>
                    <a:pt x="969" y="5"/>
                  </a:cubicBezTo>
                  <a:cubicBezTo>
                    <a:pt x="969" y="5"/>
                    <a:pt x="953" y="1"/>
                    <a:pt x="9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999616" y="2972581"/>
              <a:ext cx="47146" cy="9262"/>
            </a:xfrm>
            <a:custGeom>
              <a:avLst/>
              <a:gdLst/>
              <a:ahLst/>
              <a:cxnLst/>
              <a:rect l="l" t="t" r="r" b="b"/>
              <a:pathLst>
                <a:path w="1471" h="289" extrusionOk="0">
                  <a:moveTo>
                    <a:pt x="736" y="0"/>
                  </a:moveTo>
                  <a:cubicBezTo>
                    <a:pt x="284" y="0"/>
                    <a:pt x="0" y="251"/>
                    <a:pt x="34" y="284"/>
                  </a:cubicBezTo>
                  <a:cubicBezTo>
                    <a:pt x="35" y="287"/>
                    <a:pt x="39" y="288"/>
                    <a:pt x="44" y="288"/>
                  </a:cubicBezTo>
                  <a:cubicBezTo>
                    <a:pt x="101" y="288"/>
                    <a:pt x="383" y="134"/>
                    <a:pt x="736" y="134"/>
                  </a:cubicBezTo>
                  <a:cubicBezTo>
                    <a:pt x="1100" y="134"/>
                    <a:pt x="1368" y="272"/>
                    <a:pt x="1426" y="272"/>
                  </a:cubicBezTo>
                  <a:cubicBezTo>
                    <a:pt x="1432" y="272"/>
                    <a:pt x="1436" y="270"/>
                    <a:pt x="1437" y="267"/>
                  </a:cubicBezTo>
                  <a:cubicBezTo>
                    <a:pt x="1471" y="251"/>
                    <a:pt x="1187" y="0"/>
                    <a:pt x="73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7441394" y="3389904"/>
              <a:ext cx="450943" cy="895573"/>
            </a:xfrm>
            <a:custGeom>
              <a:avLst/>
              <a:gdLst/>
              <a:ahLst/>
              <a:cxnLst/>
              <a:rect l="l" t="t" r="r" b="b"/>
              <a:pathLst>
                <a:path w="14070" h="27943" extrusionOk="0">
                  <a:moveTo>
                    <a:pt x="6802" y="1"/>
                  </a:moveTo>
                  <a:cubicBezTo>
                    <a:pt x="4711" y="1"/>
                    <a:pt x="2768" y="395"/>
                    <a:pt x="2073" y="1699"/>
                  </a:cubicBezTo>
                  <a:cubicBezTo>
                    <a:pt x="318" y="5008"/>
                    <a:pt x="1" y="27731"/>
                    <a:pt x="1" y="27731"/>
                  </a:cubicBezTo>
                  <a:cubicBezTo>
                    <a:pt x="1" y="27731"/>
                    <a:pt x="5721" y="27943"/>
                    <a:pt x="9858" y="27943"/>
                  </a:cubicBezTo>
                  <a:cubicBezTo>
                    <a:pt x="12193" y="27943"/>
                    <a:pt x="14024" y="27875"/>
                    <a:pt x="14036" y="27664"/>
                  </a:cubicBezTo>
                  <a:cubicBezTo>
                    <a:pt x="14070" y="27063"/>
                    <a:pt x="13501" y="914"/>
                    <a:pt x="13501" y="914"/>
                  </a:cubicBezTo>
                  <a:lnTo>
                    <a:pt x="13518" y="914"/>
                  </a:lnTo>
                  <a:cubicBezTo>
                    <a:pt x="13518" y="914"/>
                    <a:pt x="9987" y="1"/>
                    <a:pt x="680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7559209" y="3398398"/>
              <a:ext cx="340627" cy="889259"/>
            </a:xfrm>
            <a:custGeom>
              <a:avLst/>
              <a:gdLst/>
              <a:ahLst/>
              <a:cxnLst/>
              <a:rect l="l" t="t" r="r" b="b"/>
              <a:pathLst>
                <a:path w="10628" h="27746" extrusionOk="0">
                  <a:moveTo>
                    <a:pt x="6106" y="1"/>
                  </a:moveTo>
                  <a:cubicBezTo>
                    <a:pt x="4532" y="1"/>
                    <a:pt x="2951" y="299"/>
                    <a:pt x="2206" y="1334"/>
                  </a:cubicBezTo>
                  <a:cubicBezTo>
                    <a:pt x="452" y="3773"/>
                    <a:pt x="1" y="27583"/>
                    <a:pt x="1" y="27583"/>
                  </a:cubicBezTo>
                  <a:cubicBezTo>
                    <a:pt x="1" y="27583"/>
                    <a:pt x="5511" y="27745"/>
                    <a:pt x="8521" y="27745"/>
                  </a:cubicBezTo>
                  <a:cubicBezTo>
                    <a:pt x="9608" y="27745"/>
                    <a:pt x="10369" y="27724"/>
                    <a:pt x="10427" y="27667"/>
                  </a:cubicBezTo>
                  <a:cubicBezTo>
                    <a:pt x="10627" y="27466"/>
                    <a:pt x="10360" y="549"/>
                    <a:pt x="10360" y="549"/>
                  </a:cubicBezTo>
                  <a:cubicBezTo>
                    <a:pt x="10360" y="549"/>
                    <a:pt x="8240" y="1"/>
                    <a:pt x="610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756285" y="3790818"/>
              <a:ext cx="31088" cy="40319"/>
            </a:xfrm>
            <a:custGeom>
              <a:avLst/>
              <a:gdLst/>
              <a:ahLst/>
              <a:cxnLst/>
              <a:rect l="l" t="t" r="r" b="b"/>
              <a:pathLst>
                <a:path w="970" h="1258" extrusionOk="0">
                  <a:moveTo>
                    <a:pt x="318" y="1"/>
                  </a:moveTo>
                  <a:cubicBezTo>
                    <a:pt x="304" y="14"/>
                    <a:pt x="346" y="39"/>
                    <a:pt x="415" y="65"/>
                  </a:cubicBezTo>
                  <a:lnTo>
                    <a:pt x="415" y="65"/>
                  </a:lnTo>
                  <a:cubicBezTo>
                    <a:pt x="256" y="164"/>
                    <a:pt x="126" y="304"/>
                    <a:pt x="51" y="485"/>
                  </a:cubicBezTo>
                  <a:cubicBezTo>
                    <a:pt x="1" y="619"/>
                    <a:pt x="1" y="769"/>
                    <a:pt x="51" y="920"/>
                  </a:cubicBezTo>
                  <a:cubicBezTo>
                    <a:pt x="101" y="1087"/>
                    <a:pt x="251" y="1220"/>
                    <a:pt x="435" y="1254"/>
                  </a:cubicBezTo>
                  <a:cubicBezTo>
                    <a:pt x="457" y="1257"/>
                    <a:pt x="480" y="1258"/>
                    <a:pt x="502" y="1258"/>
                  </a:cubicBezTo>
                  <a:cubicBezTo>
                    <a:pt x="612" y="1258"/>
                    <a:pt x="716" y="1223"/>
                    <a:pt x="786" y="1154"/>
                  </a:cubicBezTo>
                  <a:cubicBezTo>
                    <a:pt x="886" y="1070"/>
                    <a:pt x="936" y="953"/>
                    <a:pt x="953" y="836"/>
                  </a:cubicBezTo>
                  <a:cubicBezTo>
                    <a:pt x="970" y="652"/>
                    <a:pt x="953" y="468"/>
                    <a:pt x="886" y="301"/>
                  </a:cubicBezTo>
                  <a:cubicBezTo>
                    <a:pt x="836" y="168"/>
                    <a:pt x="719" y="101"/>
                    <a:pt x="585" y="101"/>
                  </a:cubicBezTo>
                  <a:cubicBezTo>
                    <a:pt x="485" y="101"/>
                    <a:pt x="452" y="151"/>
                    <a:pt x="452" y="168"/>
                  </a:cubicBezTo>
                  <a:lnTo>
                    <a:pt x="468" y="168"/>
                  </a:lnTo>
                  <a:cubicBezTo>
                    <a:pt x="468" y="168"/>
                    <a:pt x="502" y="151"/>
                    <a:pt x="585" y="151"/>
                  </a:cubicBezTo>
                  <a:cubicBezTo>
                    <a:pt x="686" y="168"/>
                    <a:pt x="769" y="235"/>
                    <a:pt x="803" y="335"/>
                  </a:cubicBezTo>
                  <a:cubicBezTo>
                    <a:pt x="836" y="502"/>
                    <a:pt x="853" y="652"/>
                    <a:pt x="819" y="819"/>
                  </a:cubicBezTo>
                  <a:cubicBezTo>
                    <a:pt x="804" y="984"/>
                    <a:pt x="669" y="1109"/>
                    <a:pt x="508" y="1109"/>
                  </a:cubicBezTo>
                  <a:cubicBezTo>
                    <a:pt x="490" y="1109"/>
                    <a:pt x="471" y="1107"/>
                    <a:pt x="452" y="1103"/>
                  </a:cubicBezTo>
                  <a:cubicBezTo>
                    <a:pt x="335" y="1087"/>
                    <a:pt x="218" y="986"/>
                    <a:pt x="184" y="869"/>
                  </a:cubicBezTo>
                  <a:cubicBezTo>
                    <a:pt x="134" y="753"/>
                    <a:pt x="134" y="636"/>
                    <a:pt x="168" y="519"/>
                  </a:cubicBezTo>
                  <a:cubicBezTo>
                    <a:pt x="234" y="352"/>
                    <a:pt x="351" y="201"/>
                    <a:pt x="502" y="84"/>
                  </a:cubicBezTo>
                  <a:lnTo>
                    <a:pt x="552" y="51"/>
                  </a:lnTo>
                  <a:lnTo>
                    <a:pt x="485" y="34"/>
                  </a:lnTo>
                  <a:cubicBezTo>
                    <a:pt x="385" y="1"/>
                    <a:pt x="318" y="1"/>
                    <a:pt x="3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7712376" y="3657490"/>
              <a:ext cx="61087" cy="140315"/>
            </a:xfrm>
            <a:custGeom>
              <a:avLst/>
              <a:gdLst/>
              <a:ahLst/>
              <a:cxnLst/>
              <a:rect l="l" t="t" r="r" b="b"/>
              <a:pathLst>
                <a:path w="1906" h="4378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217"/>
                    <a:pt x="201" y="435"/>
                    <a:pt x="318" y="635"/>
                  </a:cubicBezTo>
                  <a:cubicBezTo>
                    <a:pt x="518" y="1019"/>
                    <a:pt x="786" y="1554"/>
                    <a:pt x="1053" y="2156"/>
                  </a:cubicBezTo>
                  <a:cubicBezTo>
                    <a:pt x="1304" y="2757"/>
                    <a:pt x="1521" y="3325"/>
                    <a:pt x="1655" y="3726"/>
                  </a:cubicBezTo>
                  <a:cubicBezTo>
                    <a:pt x="1721" y="3960"/>
                    <a:pt x="1805" y="4177"/>
                    <a:pt x="1905" y="4378"/>
                  </a:cubicBezTo>
                  <a:cubicBezTo>
                    <a:pt x="1889" y="4144"/>
                    <a:pt x="1838" y="3910"/>
                    <a:pt x="1755" y="3693"/>
                  </a:cubicBezTo>
                  <a:cubicBezTo>
                    <a:pt x="1437" y="2607"/>
                    <a:pt x="986" y="1554"/>
                    <a:pt x="401" y="585"/>
                  </a:cubicBezTo>
                  <a:cubicBezTo>
                    <a:pt x="301" y="368"/>
                    <a:pt x="168" y="184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7779329" y="3670342"/>
              <a:ext cx="55703" cy="129610"/>
            </a:xfrm>
            <a:custGeom>
              <a:avLst/>
              <a:gdLst/>
              <a:ahLst/>
              <a:cxnLst/>
              <a:rect l="l" t="t" r="r" b="b"/>
              <a:pathLst>
                <a:path w="1738" h="4044" extrusionOk="0">
                  <a:moveTo>
                    <a:pt x="1738" y="0"/>
                  </a:moveTo>
                  <a:cubicBezTo>
                    <a:pt x="1604" y="167"/>
                    <a:pt x="1487" y="351"/>
                    <a:pt x="1404" y="552"/>
                  </a:cubicBezTo>
                  <a:cubicBezTo>
                    <a:pt x="1220" y="902"/>
                    <a:pt x="969" y="1404"/>
                    <a:pt x="718" y="1955"/>
                  </a:cubicBezTo>
                  <a:cubicBezTo>
                    <a:pt x="485" y="2523"/>
                    <a:pt x="284" y="3041"/>
                    <a:pt x="167" y="3425"/>
                  </a:cubicBezTo>
                  <a:cubicBezTo>
                    <a:pt x="84" y="3626"/>
                    <a:pt x="17" y="3826"/>
                    <a:pt x="0" y="4044"/>
                  </a:cubicBezTo>
                  <a:cubicBezTo>
                    <a:pt x="100" y="3860"/>
                    <a:pt x="184" y="3659"/>
                    <a:pt x="251" y="3459"/>
                  </a:cubicBezTo>
                  <a:cubicBezTo>
                    <a:pt x="401" y="3091"/>
                    <a:pt x="618" y="2573"/>
                    <a:pt x="852" y="2022"/>
                  </a:cubicBezTo>
                  <a:cubicBezTo>
                    <a:pt x="1103" y="1471"/>
                    <a:pt x="1320" y="969"/>
                    <a:pt x="1487" y="602"/>
                  </a:cubicBezTo>
                  <a:cubicBezTo>
                    <a:pt x="1587" y="418"/>
                    <a:pt x="1671" y="217"/>
                    <a:pt x="17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7713979" y="3826169"/>
              <a:ext cx="49293" cy="217972"/>
            </a:xfrm>
            <a:custGeom>
              <a:avLst/>
              <a:gdLst/>
              <a:ahLst/>
              <a:cxnLst/>
              <a:rect l="l" t="t" r="r" b="b"/>
              <a:pathLst>
                <a:path w="1538" h="6801" extrusionOk="0">
                  <a:moveTo>
                    <a:pt x="1538" y="0"/>
                  </a:moveTo>
                  <a:lnTo>
                    <a:pt x="1538" y="0"/>
                  </a:lnTo>
                  <a:cubicBezTo>
                    <a:pt x="1488" y="84"/>
                    <a:pt x="1454" y="168"/>
                    <a:pt x="1438" y="268"/>
                  </a:cubicBezTo>
                  <a:cubicBezTo>
                    <a:pt x="1371" y="435"/>
                    <a:pt x="1304" y="669"/>
                    <a:pt x="1204" y="970"/>
                  </a:cubicBezTo>
                  <a:cubicBezTo>
                    <a:pt x="1037" y="1588"/>
                    <a:pt x="803" y="2423"/>
                    <a:pt x="585" y="3376"/>
                  </a:cubicBezTo>
                  <a:cubicBezTo>
                    <a:pt x="385" y="4311"/>
                    <a:pt x="218" y="5163"/>
                    <a:pt x="118" y="5798"/>
                  </a:cubicBezTo>
                  <a:cubicBezTo>
                    <a:pt x="67" y="6099"/>
                    <a:pt x="34" y="6350"/>
                    <a:pt x="17" y="6533"/>
                  </a:cubicBezTo>
                  <a:cubicBezTo>
                    <a:pt x="1" y="6617"/>
                    <a:pt x="1" y="6717"/>
                    <a:pt x="1" y="6801"/>
                  </a:cubicBezTo>
                  <a:cubicBezTo>
                    <a:pt x="101" y="6483"/>
                    <a:pt x="168" y="6149"/>
                    <a:pt x="218" y="5815"/>
                  </a:cubicBezTo>
                  <a:cubicBezTo>
                    <a:pt x="351" y="5197"/>
                    <a:pt x="519" y="4345"/>
                    <a:pt x="736" y="3392"/>
                  </a:cubicBezTo>
                  <a:cubicBezTo>
                    <a:pt x="936" y="2457"/>
                    <a:pt x="1153" y="1621"/>
                    <a:pt x="1304" y="1003"/>
                  </a:cubicBezTo>
                  <a:cubicBezTo>
                    <a:pt x="1404" y="669"/>
                    <a:pt x="1488" y="351"/>
                    <a:pt x="15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7780387" y="3827227"/>
              <a:ext cx="54645" cy="133392"/>
            </a:xfrm>
            <a:custGeom>
              <a:avLst/>
              <a:gdLst/>
              <a:ahLst/>
              <a:cxnLst/>
              <a:rect l="l" t="t" r="r" b="b"/>
              <a:pathLst>
                <a:path w="1705" h="4162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201"/>
                    <a:pt x="168" y="402"/>
                    <a:pt x="268" y="602"/>
                  </a:cubicBezTo>
                  <a:cubicBezTo>
                    <a:pt x="452" y="970"/>
                    <a:pt x="685" y="1471"/>
                    <a:pt x="919" y="2056"/>
                  </a:cubicBezTo>
                  <a:cubicBezTo>
                    <a:pt x="1153" y="2624"/>
                    <a:pt x="1337" y="3159"/>
                    <a:pt x="1471" y="3543"/>
                  </a:cubicBezTo>
                  <a:cubicBezTo>
                    <a:pt x="1521" y="3760"/>
                    <a:pt x="1604" y="3961"/>
                    <a:pt x="1705" y="4161"/>
                  </a:cubicBezTo>
                  <a:cubicBezTo>
                    <a:pt x="1688" y="3944"/>
                    <a:pt x="1638" y="3727"/>
                    <a:pt x="1571" y="3510"/>
                  </a:cubicBezTo>
                  <a:cubicBezTo>
                    <a:pt x="1287" y="2490"/>
                    <a:pt x="869" y="1488"/>
                    <a:pt x="351" y="552"/>
                  </a:cubicBezTo>
                  <a:cubicBezTo>
                    <a:pt x="268" y="352"/>
                    <a:pt x="134" y="168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7800193" y="2062201"/>
              <a:ext cx="842402" cy="398446"/>
            </a:xfrm>
            <a:custGeom>
              <a:avLst/>
              <a:gdLst/>
              <a:ahLst/>
              <a:cxnLst/>
              <a:rect l="l" t="t" r="r" b="b"/>
              <a:pathLst>
                <a:path w="26284" h="12432" extrusionOk="0">
                  <a:moveTo>
                    <a:pt x="235" y="1"/>
                  </a:moveTo>
                  <a:lnTo>
                    <a:pt x="1" y="502"/>
                  </a:lnTo>
                  <a:lnTo>
                    <a:pt x="26049" y="12432"/>
                  </a:lnTo>
                  <a:lnTo>
                    <a:pt x="26283" y="1194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8429431" y="2361003"/>
              <a:ext cx="17692" cy="2295774"/>
            </a:xfrm>
            <a:custGeom>
              <a:avLst/>
              <a:gdLst/>
              <a:ahLst/>
              <a:cxnLst/>
              <a:rect l="l" t="t" r="r" b="b"/>
              <a:pathLst>
                <a:path w="552" h="71631" extrusionOk="0">
                  <a:moveTo>
                    <a:pt x="0" y="1"/>
                  </a:moveTo>
                  <a:lnTo>
                    <a:pt x="0" y="71630"/>
                  </a:lnTo>
                  <a:lnTo>
                    <a:pt x="552" y="7163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8417092" y="2967742"/>
              <a:ext cx="45575" cy="308481"/>
            </a:xfrm>
            <a:custGeom>
              <a:avLst/>
              <a:gdLst/>
              <a:ahLst/>
              <a:cxnLst/>
              <a:rect l="l" t="t" r="r" b="b"/>
              <a:pathLst>
                <a:path w="1422" h="9625" extrusionOk="0">
                  <a:moveTo>
                    <a:pt x="636" y="1"/>
                  </a:moveTo>
                  <a:cubicBezTo>
                    <a:pt x="285" y="1"/>
                    <a:pt x="1" y="285"/>
                    <a:pt x="1" y="636"/>
                  </a:cubicBezTo>
                  <a:lnTo>
                    <a:pt x="1" y="8990"/>
                  </a:lnTo>
                  <a:cubicBezTo>
                    <a:pt x="1" y="9341"/>
                    <a:pt x="285" y="9625"/>
                    <a:pt x="636" y="9625"/>
                  </a:cubicBezTo>
                  <a:lnTo>
                    <a:pt x="786" y="9625"/>
                  </a:lnTo>
                  <a:cubicBezTo>
                    <a:pt x="1137" y="9625"/>
                    <a:pt x="1421" y="9341"/>
                    <a:pt x="1421" y="8990"/>
                  </a:cubicBezTo>
                  <a:lnTo>
                    <a:pt x="1421" y="636"/>
                  </a:lnTo>
                  <a:cubicBezTo>
                    <a:pt x="1421" y="285"/>
                    <a:pt x="1137" y="1"/>
                    <a:pt x="78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25"/>
            <p:cNvSpPr/>
            <p:nvPr/>
          </p:nvSpPr>
          <p:spPr>
            <a:xfrm>
              <a:off x="7696832" y="1980730"/>
              <a:ext cx="143039" cy="128617"/>
            </a:xfrm>
            <a:custGeom>
              <a:avLst/>
              <a:gdLst/>
              <a:ahLst/>
              <a:cxnLst/>
              <a:rect l="l" t="t" r="r" b="b"/>
              <a:pathLst>
                <a:path w="4463" h="4013" extrusionOk="0">
                  <a:moveTo>
                    <a:pt x="2365" y="1"/>
                  </a:moveTo>
                  <a:cubicBezTo>
                    <a:pt x="1759" y="1"/>
                    <a:pt x="1166" y="297"/>
                    <a:pt x="820" y="838"/>
                  </a:cubicBezTo>
                  <a:lnTo>
                    <a:pt x="1" y="2125"/>
                  </a:lnTo>
                  <a:lnTo>
                    <a:pt x="3242" y="4013"/>
                  </a:lnTo>
                  <a:lnTo>
                    <a:pt x="3961" y="2760"/>
                  </a:lnTo>
                  <a:cubicBezTo>
                    <a:pt x="4462" y="1891"/>
                    <a:pt x="4178" y="788"/>
                    <a:pt x="3326" y="270"/>
                  </a:cubicBezTo>
                  <a:cubicBezTo>
                    <a:pt x="3026" y="88"/>
                    <a:pt x="2693" y="1"/>
                    <a:pt x="236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25"/>
            <p:cNvSpPr/>
            <p:nvPr/>
          </p:nvSpPr>
          <p:spPr>
            <a:xfrm>
              <a:off x="7433894" y="2048804"/>
              <a:ext cx="428989" cy="324570"/>
            </a:xfrm>
            <a:custGeom>
              <a:avLst/>
              <a:gdLst/>
              <a:ahLst/>
              <a:cxnLst/>
              <a:rect l="l" t="t" r="r" b="b"/>
              <a:pathLst>
                <a:path w="13385" h="10127" extrusionOk="0">
                  <a:moveTo>
                    <a:pt x="8205" y="1"/>
                  </a:moveTo>
                  <a:lnTo>
                    <a:pt x="1" y="2541"/>
                  </a:lnTo>
                  <a:lnTo>
                    <a:pt x="13385" y="10126"/>
                  </a:lnTo>
                  <a:lnTo>
                    <a:pt x="11547" y="1388"/>
                  </a:lnTo>
                  <a:lnTo>
                    <a:pt x="820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7392133" y="2122423"/>
              <a:ext cx="494307" cy="283354"/>
            </a:xfrm>
            <a:custGeom>
              <a:avLst/>
              <a:gdLst/>
              <a:ahLst/>
              <a:cxnLst/>
              <a:rect l="l" t="t" r="r" b="b"/>
              <a:pathLst>
                <a:path w="15423" h="8841" extrusionOk="0">
                  <a:moveTo>
                    <a:pt x="2252" y="1"/>
                  </a:moveTo>
                  <a:cubicBezTo>
                    <a:pt x="1456" y="1"/>
                    <a:pt x="893" y="198"/>
                    <a:pt x="669" y="611"/>
                  </a:cubicBezTo>
                  <a:cubicBezTo>
                    <a:pt x="1" y="1848"/>
                    <a:pt x="2607" y="4554"/>
                    <a:pt x="6500" y="6660"/>
                  </a:cubicBezTo>
                  <a:cubicBezTo>
                    <a:pt x="9092" y="8061"/>
                    <a:pt x="11594" y="8840"/>
                    <a:pt x="13175" y="8840"/>
                  </a:cubicBezTo>
                  <a:cubicBezTo>
                    <a:pt x="13969" y="8840"/>
                    <a:pt x="14531" y="8644"/>
                    <a:pt x="14754" y="8230"/>
                  </a:cubicBezTo>
                  <a:cubicBezTo>
                    <a:pt x="15423" y="6994"/>
                    <a:pt x="12816" y="4287"/>
                    <a:pt x="8923" y="2182"/>
                  </a:cubicBezTo>
                  <a:cubicBezTo>
                    <a:pt x="6343" y="780"/>
                    <a:pt x="3837" y="1"/>
                    <a:pt x="225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8186845" y="4588222"/>
              <a:ext cx="495910" cy="68555"/>
            </a:xfrm>
            <a:custGeom>
              <a:avLst/>
              <a:gdLst/>
              <a:ahLst/>
              <a:cxnLst/>
              <a:rect l="l" t="t" r="r" b="b"/>
              <a:pathLst>
                <a:path w="15473" h="2139" extrusionOk="0">
                  <a:moveTo>
                    <a:pt x="7073" y="0"/>
                  </a:moveTo>
                  <a:cubicBezTo>
                    <a:pt x="2093" y="0"/>
                    <a:pt x="0" y="2138"/>
                    <a:pt x="0" y="2138"/>
                  </a:cubicBezTo>
                  <a:lnTo>
                    <a:pt x="15472" y="2138"/>
                  </a:lnTo>
                  <a:cubicBezTo>
                    <a:pt x="15472" y="2138"/>
                    <a:pt x="13384" y="234"/>
                    <a:pt x="7837" y="16"/>
                  </a:cubicBezTo>
                  <a:cubicBezTo>
                    <a:pt x="7575" y="5"/>
                    <a:pt x="7321" y="0"/>
                    <a:pt x="70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8404240" y="2327799"/>
              <a:ext cx="78779" cy="67049"/>
            </a:xfrm>
            <a:custGeom>
              <a:avLst/>
              <a:gdLst/>
              <a:ahLst/>
              <a:cxnLst/>
              <a:rect l="l" t="t" r="r" b="b"/>
              <a:pathLst>
                <a:path w="2458" h="2092" extrusionOk="0">
                  <a:moveTo>
                    <a:pt x="1054" y="1"/>
                  </a:moveTo>
                  <a:cubicBezTo>
                    <a:pt x="469" y="1"/>
                    <a:pt x="1" y="469"/>
                    <a:pt x="1" y="1037"/>
                  </a:cubicBezTo>
                  <a:cubicBezTo>
                    <a:pt x="1" y="1672"/>
                    <a:pt x="525" y="2092"/>
                    <a:pt x="1070" y="2092"/>
                  </a:cubicBezTo>
                  <a:cubicBezTo>
                    <a:pt x="1328" y="2092"/>
                    <a:pt x="1591" y="1998"/>
                    <a:pt x="1805" y="1789"/>
                  </a:cubicBezTo>
                  <a:cubicBezTo>
                    <a:pt x="2457" y="1120"/>
                    <a:pt x="1989" y="1"/>
                    <a:pt x="105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7788944" y="1949738"/>
              <a:ext cx="39133" cy="47178"/>
            </a:xfrm>
            <a:custGeom>
              <a:avLst/>
              <a:gdLst/>
              <a:ahLst/>
              <a:cxnLst/>
              <a:rect l="l" t="t" r="r" b="b"/>
              <a:pathLst>
                <a:path w="1221" h="1472" extrusionOk="0">
                  <a:moveTo>
                    <a:pt x="586" y="1"/>
                  </a:moveTo>
                  <a:lnTo>
                    <a:pt x="1" y="1304"/>
                  </a:lnTo>
                  <a:lnTo>
                    <a:pt x="485" y="1471"/>
                  </a:lnTo>
                  <a:lnTo>
                    <a:pt x="1220" y="235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7696319" y="2045054"/>
              <a:ext cx="113008" cy="53620"/>
            </a:xfrm>
            <a:custGeom>
              <a:avLst/>
              <a:gdLst/>
              <a:ahLst/>
              <a:cxnLst/>
              <a:rect l="l" t="t" r="r" b="b"/>
              <a:pathLst>
                <a:path w="3526" h="1673" extrusionOk="0">
                  <a:moveTo>
                    <a:pt x="389" y="0"/>
                  </a:moveTo>
                  <a:cubicBezTo>
                    <a:pt x="261" y="0"/>
                    <a:pt x="136" y="19"/>
                    <a:pt x="17" y="51"/>
                  </a:cubicBezTo>
                  <a:cubicBezTo>
                    <a:pt x="0" y="101"/>
                    <a:pt x="936" y="34"/>
                    <a:pt x="1938" y="502"/>
                  </a:cubicBezTo>
                  <a:cubicBezTo>
                    <a:pt x="2919" y="960"/>
                    <a:pt x="3468" y="1673"/>
                    <a:pt x="3523" y="1673"/>
                  </a:cubicBezTo>
                  <a:cubicBezTo>
                    <a:pt x="3524" y="1673"/>
                    <a:pt x="3525" y="1672"/>
                    <a:pt x="3526" y="1672"/>
                  </a:cubicBezTo>
                  <a:cubicBezTo>
                    <a:pt x="3442" y="1488"/>
                    <a:pt x="3308" y="1338"/>
                    <a:pt x="3158" y="1204"/>
                  </a:cubicBezTo>
                  <a:cubicBezTo>
                    <a:pt x="2473" y="519"/>
                    <a:pt x="1571" y="84"/>
                    <a:pt x="602" y="18"/>
                  </a:cubicBezTo>
                  <a:cubicBezTo>
                    <a:pt x="531" y="6"/>
                    <a:pt x="460" y="0"/>
                    <a:pt x="38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7569401" y="2185914"/>
              <a:ext cx="140315" cy="146757"/>
            </a:xfrm>
            <a:custGeom>
              <a:avLst/>
              <a:gdLst/>
              <a:ahLst/>
              <a:cxnLst/>
              <a:rect l="l" t="t" r="r" b="b"/>
              <a:pathLst>
                <a:path w="4378" h="4579" extrusionOk="0">
                  <a:moveTo>
                    <a:pt x="3025" y="0"/>
                  </a:moveTo>
                  <a:lnTo>
                    <a:pt x="936" y="1220"/>
                  </a:lnTo>
                  <a:cubicBezTo>
                    <a:pt x="719" y="1354"/>
                    <a:pt x="552" y="1537"/>
                    <a:pt x="435" y="1755"/>
                  </a:cubicBezTo>
                  <a:cubicBezTo>
                    <a:pt x="167" y="2289"/>
                    <a:pt x="0" y="3258"/>
                    <a:pt x="1654" y="4127"/>
                  </a:cubicBezTo>
                  <a:cubicBezTo>
                    <a:pt x="2285" y="4457"/>
                    <a:pt x="2770" y="4579"/>
                    <a:pt x="3144" y="4579"/>
                  </a:cubicBezTo>
                  <a:cubicBezTo>
                    <a:pt x="3603" y="4579"/>
                    <a:pt x="3893" y="4397"/>
                    <a:pt x="4077" y="4194"/>
                  </a:cubicBezTo>
                  <a:cubicBezTo>
                    <a:pt x="4278" y="3960"/>
                    <a:pt x="4378" y="3659"/>
                    <a:pt x="4361" y="3359"/>
                  </a:cubicBezTo>
                  <a:lnTo>
                    <a:pt x="4361" y="752"/>
                  </a:lnTo>
                  <a:lnTo>
                    <a:pt x="3025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7624015" y="2195016"/>
              <a:ext cx="73939" cy="89996"/>
            </a:xfrm>
            <a:custGeom>
              <a:avLst/>
              <a:gdLst/>
              <a:ahLst/>
              <a:cxnLst/>
              <a:rect l="l" t="t" r="r" b="b"/>
              <a:pathLst>
                <a:path w="2307" h="2808" extrusionOk="0">
                  <a:moveTo>
                    <a:pt x="351" y="1471"/>
                  </a:moveTo>
                  <a:cubicBezTo>
                    <a:pt x="485" y="1471"/>
                    <a:pt x="602" y="1504"/>
                    <a:pt x="719" y="1554"/>
                  </a:cubicBezTo>
                  <a:cubicBezTo>
                    <a:pt x="758" y="1574"/>
                    <a:pt x="797" y="1593"/>
                    <a:pt x="836" y="1613"/>
                  </a:cubicBezTo>
                  <a:lnTo>
                    <a:pt x="836" y="1613"/>
                  </a:lnTo>
                  <a:cubicBezTo>
                    <a:pt x="830" y="1621"/>
                    <a:pt x="825" y="1629"/>
                    <a:pt x="819" y="1638"/>
                  </a:cubicBezTo>
                  <a:cubicBezTo>
                    <a:pt x="752" y="1721"/>
                    <a:pt x="686" y="1805"/>
                    <a:pt x="585" y="1872"/>
                  </a:cubicBezTo>
                  <a:cubicBezTo>
                    <a:pt x="540" y="1929"/>
                    <a:pt x="471" y="1955"/>
                    <a:pt x="399" y="1955"/>
                  </a:cubicBezTo>
                  <a:cubicBezTo>
                    <a:pt x="366" y="1955"/>
                    <a:pt x="333" y="1949"/>
                    <a:pt x="301" y="1938"/>
                  </a:cubicBezTo>
                  <a:cubicBezTo>
                    <a:pt x="67" y="1855"/>
                    <a:pt x="101" y="1504"/>
                    <a:pt x="351" y="1471"/>
                  </a:cubicBezTo>
                  <a:close/>
                  <a:moveTo>
                    <a:pt x="1410" y="1962"/>
                  </a:moveTo>
                  <a:cubicBezTo>
                    <a:pt x="1430" y="1976"/>
                    <a:pt x="1451" y="1991"/>
                    <a:pt x="1471" y="2005"/>
                  </a:cubicBezTo>
                  <a:cubicBezTo>
                    <a:pt x="1588" y="2089"/>
                    <a:pt x="1688" y="2172"/>
                    <a:pt x="1671" y="2289"/>
                  </a:cubicBezTo>
                  <a:cubicBezTo>
                    <a:pt x="1655" y="2406"/>
                    <a:pt x="1605" y="2523"/>
                    <a:pt x="1521" y="2624"/>
                  </a:cubicBezTo>
                  <a:cubicBezTo>
                    <a:pt x="1494" y="2657"/>
                    <a:pt x="1462" y="2672"/>
                    <a:pt x="1428" y="2672"/>
                  </a:cubicBezTo>
                  <a:cubicBezTo>
                    <a:pt x="1379" y="2672"/>
                    <a:pt x="1327" y="2640"/>
                    <a:pt x="1287" y="2590"/>
                  </a:cubicBezTo>
                  <a:cubicBezTo>
                    <a:pt x="1220" y="2507"/>
                    <a:pt x="1204" y="2390"/>
                    <a:pt x="1254" y="2289"/>
                  </a:cubicBezTo>
                  <a:cubicBezTo>
                    <a:pt x="1287" y="2172"/>
                    <a:pt x="1354" y="2072"/>
                    <a:pt x="1404" y="1972"/>
                  </a:cubicBezTo>
                  <a:cubicBezTo>
                    <a:pt x="1406" y="1969"/>
                    <a:pt x="1408" y="1965"/>
                    <a:pt x="1410" y="1962"/>
                  </a:cubicBezTo>
                  <a:close/>
                  <a:moveTo>
                    <a:pt x="1788" y="0"/>
                  </a:moveTo>
                  <a:cubicBezTo>
                    <a:pt x="1722" y="84"/>
                    <a:pt x="1671" y="184"/>
                    <a:pt x="1638" y="301"/>
                  </a:cubicBezTo>
                  <a:cubicBezTo>
                    <a:pt x="1504" y="568"/>
                    <a:pt x="1337" y="836"/>
                    <a:pt x="1187" y="1103"/>
                  </a:cubicBezTo>
                  <a:cubicBezTo>
                    <a:pt x="1099" y="1229"/>
                    <a:pt x="1011" y="1355"/>
                    <a:pt x="916" y="1495"/>
                  </a:cubicBezTo>
                  <a:lnTo>
                    <a:pt x="916" y="1495"/>
                  </a:lnTo>
                  <a:cubicBezTo>
                    <a:pt x="872" y="1473"/>
                    <a:pt x="829" y="1453"/>
                    <a:pt x="786" y="1437"/>
                  </a:cubicBezTo>
                  <a:cubicBezTo>
                    <a:pt x="661" y="1368"/>
                    <a:pt x="535" y="1333"/>
                    <a:pt x="400" y="1333"/>
                  </a:cubicBezTo>
                  <a:cubicBezTo>
                    <a:pt x="373" y="1333"/>
                    <a:pt x="346" y="1334"/>
                    <a:pt x="318" y="1337"/>
                  </a:cubicBezTo>
                  <a:cubicBezTo>
                    <a:pt x="151" y="1370"/>
                    <a:pt x="17" y="1504"/>
                    <a:pt x="1" y="1688"/>
                  </a:cubicBezTo>
                  <a:cubicBezTo>
                    <a:pt x="1" y="1855"/>
                    <a:pt x="101" y="2005"/>
                    <a:pt x="251" y="2072"/>
                  </a:cubicBezTo>
                  <a:cubicBezTo>
                    <a:pt x="290" y="2081"/>
                    <a:pt x="329" y="2085"/>
                    <a:pt x="367" y="2085"/>
                  </a:cubicBezTo>
                  <a:cubicBezTo>
                    <a:pt x="477" y="2085"/>
                    <a:pt x="582" y="2051"/>
                    <a:pt x="669" y="1989"/>
                  </a:cubicBezTo>
                  <a:cubicBezTo>
                    <a:pt x="769" y="1905"/>
                    <a:pt x="853" y="1805"/>
                    <a:pt x="920" y="1705"/>
                  </a:cubicBezTo>
                  <a:cubicBezTo>
                    <a:pt x="927" y="1693"/>
                    <a:pt x="935" y="1682"/>
                    <a:pt x="942" y="1670"/>
                  </a:cubicBezTo>
                  <a:lnTo>
                    <a:pt x="942" y="1670"/>
                  </a:lnTo>
                  <a:cubicBezTo>
                    <a:pt x="998" y="1702"/>
                    <a:pt x="1052" y="1735"/>
                    <a:pt x="1103" y="1771"/>
                  </a:cubicBezTo>
                  <a:cubicBezTo>
                    <a:pt x="1179" y="1809"/>
                    <a:pt x="1249" y="1852"/>
                    <a:pt x="1317" y="1898"/>
                  </a:cubicBezTo>
                  <a:lnTo>
                    <a:pt x="1317" y="1898"/>
                  </a:lnTo>
                  <a:lnTo>
                    <a:pt x="1304" y="1922"/>
                  </a:lnTo>
                  <a:cubicBezTo>
                    <a:pt x="1237" y="2022"/>
                    <a:pt x="1187" y="2139"/>
                    <a:pt x="1137" y="2239"/>
                  </a:cubicBezTo>
                  <a:cubicBezTo>
                    <a:pt x="1103" y="2306"/>
                    <a:pt x="1103" y="2390"/>
                    <a:pt x="1103" y="2456"/>
                  </a:cubicBezTo>
                  <a:cubicBezTo>
                    <a:pt x="1103" y="2540"/>
                    <a:pt x="1137" y="2607"/>
                    <a:pt x="1170" y="2674"/>
                  </a:cubicBezTo>
                  <a:cubicBezTo>
                    <a:pt x="1220" y="2740"/>
                    <a:pt x="1304" y="2791"/>
                    <a:pt x="1387" y="2807"/>
                  </a:cubicBezTo>
                  <a:cubicBezTo>
                    <a:pt x="1471" y="2807"/>
                    <a:pt x="1554" y="2774"/>
                    <a:pt x="1621" y="2707"/>
                  </a:cubicBezTo>
                  <a:cubicBezTo>
                    <a:pt x="1671" y="2657"/>
                    <a:pt x="1722" y="2590"/>
                    <a:pt x="1738" y="2523"/>
                  </a:cubicBezTo>
                  <a:cubicBezTo>
                    <a:pt x="1772" y="2456"/>
                    <a:pt x="1805" y="2373"/>
                    <a:pt x="1805" y="2289"/>
                  </a:cubicBezTo>
                  <a:cubicBezTo>
                    <a:pt x="1822" y="2206"/>
                    <a:pt x="1788" y="2122"/>
                    <a:pt x="1738" y="2055"/>
                  </a:cubicBezTo>
                  <a:cubicBezTo>
                    <a:pt x="1671" y="1989"/>
                    <a:pt x="1621" y="1938"/>
                    <a:pt x="1554" y="1888"/>
                  </a:cubicBezTo>
                  <a:cubicBezTo>
                    <a:pt x="1531" y="1871"/>
                    <a:pt x="1506" y="1854"/>
                    <a:pt x="1482" y="1838"/>
                  </a:cubicBezTo>
                  <a:lnTo>
                    <a:pt x="1482" y="1838"/>
                  </a:lnTo>
                  <a:cubicBezTo>
                    <a:pt x="1567" y="1689"/>
                    <a:pt x="1644" y="1550"/>
                    <a:pt x="1722" y="1420"/>
                  </a:cubicBezTo>
                  <a:lnTo>
                    <a:pt x="2156" y="602"/>
                  </a:lnTo>
                  <a:cubicBezTo>
                    <a:pt x="2223" y="502"/>
                    <a:pt x="2273" y="401"/>
                    <a:pt x="2306" y="284"/>
                  </a:cubicBezTo>
                  <a:lnTo>
                    <a:pt x="2306" y="284"/>
                  </a:lnTo>
                  <a:cubicBezTo>
                    <a:pt x="2223" y="368"/>
                    <a:pt x="2156" y="468"/>
                    <a:pt x="2106" y="568"/>
                  </a:cubicBezTo>
                  <a:cubicBezTo>
                    <a:pt x="1972" y="786"/>
                    <a:pt x="1822" y="1053"/>
                    <a:pt x="1621" y="1370"/>
                  </a:cubicBezTo>
                  <a:lnTo>
                    <a:pt x="1388" y="1775"/>
                  </a:lnTo>
                  <a:lnTo>
                    <a:pt x="1388" y="1775"/>
                  </a:lnTo>
                  <a:cubicBezTo>
                    <a:pt x="1320" y="1729"/>
                    <a:pt x="1251" y="1683"/>
                    <a:pt x="1187" y="1638"/>
                  </a:cubicBezTo>
                  <a:cubicBezTo>
                    <a:pt x="1132" y="1610"/>
                    <a:pt x="1077" y="1580"/>
                    <a:pt x="1021" y="1550"/>
                  </a:cubicBezTo>
                  <a:lnTo>
                    <a:pt x="1021" y="1550"/>
                  </a:lnTo>
                  <a:cubicBezTo>
                    <a:pt x="1113" y="1409"/>
                    <a:pt x="1196" y="1276"/>
                    <a:pt x="1270" y="1153"/>
                  </a:cubicBezTo>
                  <a:cubicBezTo>
                    <a:pt x="1421" y="886"/>
                    <a:pt x="1571" y="602"/>
                    <a:pt x="1688" y="318"/>
                  </a:cubicBezTo>
                  <a:cubicBezTo>
                    <a:pt x="1738" y="217"/>
                    <a:pt x="1772" y="101"/>
                    <a:pt x="178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6516591" y="4613894"/>
              <a:ext cx="63747" cy="45607"/>
            </a:xfrm>
            <a:custGeom>
              <a:avLst/>
              <a:gdLst/>
              <a:ahLst/>
              <a:cxnLst/>
              <a:rect l="l" t="t" r="r" b="b"/>
              <a:pathLst>
                <a:path w="1989" h="1423" extrusionOk="0">
                  <a:moveTo>
                    <a:pt x="418" y="1"/>
                  </a:moveTo>
                  <a:cubicBezTo>
                    <a:pt x="318" y="1"/>
                    <a:pt x="217" y="1"/>
                    <a:pt x="117" y="17"/>
                  </a:cubicBezTo>
                  <a:cubicBezTo>
                    <a:pt x="84" y="17"/>
                    <a:pt x="34" y="34"/>
                    <a:pt x="0" y="51"/>
                  </a:cubicBezTo>
                  <a:cubicBezTo>
                    <a:pt x="11" y="51"/>
                    <a:pt x="82" y="43"/>
                    <a:pt x="202" y="43"/>
                  </a:cubicBezTo>
                  <a:cubicBezTo>
                    <a:pt x="262" y="43"/>
                    <a:pt x="334" y="45"/>
                    <a:pt x="418" y="51"/>
                  </a:cubicBezTo>
                  <a:cubicBezTo>
                    <a:pt x="735" y="67"/>
                    <a:pt x="1036" y="184"/>
                    <a:pt x="1303" y="368"/>
                  </a:cubicBezTo>
                  <a:cubicBezTo>
                    <a:pt x="1554" y="535"/>
                    <a:pt x="1755" y="786"/>
                    <a:pt x="1872" y="1070"/>
                  </a:cubicBezTo>
                  <a:cubicBezTo>
                    <a:pt x="1951" y="1276"/>
                    <a:pt x="1970" y="1422"/>
                    <a:pt x="1986" y="1422"/>
                  </a:cubicBezTo>
                  <a:cubicBezTo>
                    <a:pt x="1987" y="1422"/>
                    <a:pt x="1988" y="1422"/>
                    <a:pt x="1989" y="1421"/>
                  </a:cubicBezTo>
                  <a:cubicBezTo>
                    <a:pt x="1989" y="1387"/>
                    <a:pt x="1989" y="1354"/>
                    <a:pt x="1989" y="1321"/>
                  </a:cubicBezTo>
                  <a:cubicBezTo>
                    <a:pt x="1972" y="1237"/>
                    <a:pt x="1938" y="1137"/>
                    <a:pt x="1922" y="1053"/>
                  </a:cubicBezTo>
                  <a:cubicBezTo>
                    <a:pt x="1805" y="753"/>
                    <a:pt x="1604" y="502"/>
                    <a:pt x="1337" y="318"/>
                  </a:cubicBezTo>
                  <a:cubicBezTo>
                    <a:pt x="1070" y="134"/>
                    <a:pt x="752" y="17"/>
                    <a:pt x="4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6" name="Google Shape;726;p25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25"/>
          <p:cNvSpPr txBox="1">
            <a:spLocks noGrp="1"/>
          </p:cNvSpPr>
          <p:nvPr>
            <p:ph type="subTitle" idx="1"/>
          </p:nvPr>
        </p:nvSpPr>
        <p:spPr>
          <a:xfrm>
            <a:off x="1543567" y="3188368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28" name="Google Shape;728;p25"/>
          <p:cNvSpPr txBox="1">
            <a:spLocks noGrp="1"/>
          </p:cNvSpPr>
          <p:nvPr>
            <p:ph type="subTitle" idx="2"/>
          </p:nvPr>
        </p:nvSpPr>
        <p:spPr>
          <a:xfrm>
            <a:off x="1543567" y="3557169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25"/>
          <p:cNvSpPr txBox="1">
            <a:spLocks noGrp="1"/>
          </p:cNvSpPr>
          <p:nvPr>
            <p:ph type="subTitle" idx="3"/>
          </p:nvPr>
        </p:nvSpPr>
        <p:spPr>
          <a:xfrm>
            <a:off x="4461967" y="3188368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0" name="Google Shape;730;p25"/>
          <p:cNvSpPr txBox="1">
            <a:spLocks noGrp="1"/>
          </p:cNvSpPr>
          <p:nvPr>
            <p:ph type="subTitle" idx="4"/>
          </p:nvPr>
        </p:nvSpPr>
        <p:spPr>
          <a:xfrm>
            <a:off x="4461967" y="3557169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25"/>
          <p:cNvSpPr txBox="1">
            <a:spLocks noGrp="1"/>
          </p:cNvSpPr>
          <p:nvPr>
            <p:ph type="subTitle" idx="5"/>
          </p:nvPr>
        </p:nvSpPr>
        <p:spPr>
          <a:xfrm>
            <a:off x="1543567" y="4480800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2" name="Google Shape;732;p25"/>
          <p:cNvSpPr txBox="1">
            <a:spLocks noGrp="1"/>
          </p:cNvSpPr>
          <p:nvPr>
            <p:ph type="subTitle" idx="6"/>
          </p:nvPr>
        </p:nvSpPr>
        <p:spPr>
          <a:xfrm>
            <a:off x="1543567" y="4849601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25"/>
          <p:cNvSpPr txBox="1">
            <a:spLocks noGrp="1"/>
          </p:cNvSpPr>
          <p:nvPr>
            <p:ph type="subTitle" idx="7"/>
          </p:nvPr>
        </p:nvSpPr>
        <p:spPr>
          <a:xfrm>
            <a:off x="4461967" y="4480800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4" name="Google Shape;734;p25"/>
          <p:cNvSpPr txBox="1">
            <a:spLocks noGrp="1"/>
          </p:cNvSpPr>
          <p:nvPr>
            <p:ph type="subTitle" idx="8"/>
          </p:nvPr>
        </p:nvSpPr>
        <p:spPr>
          <a:xfrm>
            <a:off x="4461967" y="4849601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171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grpSp>
        <p:nvGrpSpPr>
          <p:cNvPr id="11" name="Gruppieren 10"/>
          <p:cNvGrpSpPr>
            <a:grpSpLocks noChangeAspect="1"/>
          </p:cNvGrpSpPr>
          <p:nvPr userDrawn="1"/>
        </p:nvGrpSpPr>
        <p:grpSpPr>
          <a:xfrm>
            <a:off x="0" y="6091834"/>
            <a:ext cx="686597" cy="735324"/>
            <a:chOff x="0" y="0"/>
            <a:chExt cx="2649220" cy="2837920"/>
          </a:xfrm>
        </p:grpSpPr>
        <p:pic>
          <p:nvPicPr>
            <p:cNvPr id="12" name="Inhaltsplatzhalter 3"/>
            <p:cNvPicPr>
              <a:picLocks noChangeAspect="1"/>
            </p:cNvPicPr>
            <p:nvPr userDrawn="1"/>
          </p:nvPicPr>
          <p:blipFill rotWithShape="1">
            <a:blip r:embed="rId19" cstate="email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10030" b="100000" l="0" r="9642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43000" y="0"/>
              <a:ext cx="1506220" cy="2169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Inhaltsplatzhalter 3"/>
            <p:cNvPicPr>
              <a:picLocks noChangeAspect="1"/>
            </p:cNvPicPr>
            <p:nvPr userDrawn="1"/>
          </p:nvPicPr>
          <p:blipFill rotWithShape="1">
            <a:blip r:embed="rId21" cstate="email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ackgroundRemoval t="10430" b="100000" l="2302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65100"/>
              <a:ext cx="2292350" cy="20027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Textfeld 7"/>
            <p:cNvSpPr txBox="1"/>
            <p:nvPr userDrawn="1"/>
          </p:nvSpPr>
          <p:spPr>
            <a:xfrm>
              <a:off x="101077" y="1927492"/>
              <a:ext cx="2382523" cy="9104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de-DE" sz="933" b="1" spc="0" dirty="0">
                  <a:solidFill>
                    <a:srgbClr val="000000"/>
                  </a:solidFill>
                  <a:effectLst/>
                  <a:latin typeface="Bahnschrift Light" panose="020B0502040204020203" pitchFamily="34" charset="0"/>
                  <a:ea typeface="Arial" panose="020B0604020202020204" pitchFamily="34" charset="0"/>
                </a:rPr>
                <a:t>Training</a:t>
              </a:r>
              <a:endParaRPr lang="en-GB" sz="933" b="1" spc="0" dirty="0">
                <a:effectLst/>
                <a:latin typeface="Bahnschrift Light" panose="020B0502040204020203" pitchFamily="34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" name="Rechteck 1"/>
          <p:cNvSpPr/>
          <p:nvPr userDrawn="1"/>
        </p:nvSpPr>
        <p:spPr>
          <a:xfrm>
            <a:off x="11776400" y="6519446"/>
            <a:ext cx="425116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8B8376E-7F0E-4E8B-89BF-38FA73E7CC53}" type="slidenum">
              <a:rPr lang="de-DE" sz="1333" smtClean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</a:rPr>
              <a:t>‹#›</a:t>
            </a:fld>
            <a:endParaRPr lang="en-GB" sz="1333" dirty="0"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6332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microsoft.com/office/2007/relationships/hdphoto" Target="../media/hdphoto3.wdp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988689" y="4160108"/>
            <a:ext cx="5439200" cy="1088000"/>
          </a:xfrm>
          <a:ln>
            <a:noFill/>
          </a:ln>
        </p:spPr>
        <p:txBody>
          <a:bodyPr/>
          <a:lstStyle/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“Trust in the Lord with all your heart and lean</a:t>
            </a:r>
          </a:p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not on your own understanding; in all your ways</a:t>
            </a:r>
          </a:p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submit to him, and he will make your paths</a:t>
            </a:r>
          </a:p>
          <a:p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straight.”</a:t>
            </a:r>
            <a:endParaRPr lang="en-GB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1165656" y="1149828"/>
            <a:ext cx="5439200" cy="3167200"/>
          </a:xfrm>
          <a:ln>
            <a:noFill/>
          </a:ln>
        </p:spPr>
        <p:txBody>
          <a:bodyPr/>
          <a:lstStyle/>
          <a:p>
            <a:pPr>
              <a:spcBef>
                <a:spcPts val="800"/>
              </a:spcBef>
            </a:pPr>
            <a:r>
              <a:rPr lang="fr-FR" sz="1867" dirty="0">
                <a:solidFill>
                  <a:schemeClr val="accent3">
                    <a:lumMod val="75000"/>
                  </a:schemeClr>
                </a:solidFill>
              </a:rPr>
              <a:t>PERSONAL INITIATIVE </a:t>
            </a:r>
            <a:r>
              <a:rPr lang="fr-FR" sz="4800" dirty="0">
                <a:solidFill>
                  <a:schemeClr val="accent4"/>
                </a:solidFill>
              </a:rPr>
              <a:t>TRAINING FOR BUSINESS SUCCESS!</a:t>
            </a:r>
            <a:endParaRPr lang="en-GB" sz="4800" dirty="0">
              <a:solidFill>
                <a:schemeClr val="accent4"/>
              </a:solidFill>
            </a:endParaRPr>
          </a:p>
        </p:txBody>
      </p:sp>
      <p:sp>
        <p:nvSpPr>
          <p:cNvPr id="7" name="Google Shape;153;p26"/>
          <p:cNvSpPr/>
          <p:nvPr/>
        </p:nvSpPr>
        <p:spPr>
          <a:xfrm>
            <a:off x="674089" y="762748"/>
            <a:ext cx="6068400" cy="50816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accent4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CE3443-2499-47EE-ADE5-CC2558AAD3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8531" y="1934231"/>
            <a:ext cx="2862461" cy="2057029"/>
          </a:xfrm>
          <a:prstGeom prst="rect">
            <a:avLst/>
          </a:prstGeom>
        </p:spPr>
      </p:pic>
      <p:sp>
        <p:nvSpPr>
          <p:cNvPr id="9" name="Untertitel 1"/>
          <p:cNvSpPr txBox="1">
            <a:spLocks/>
          </p:cNvSpPr>
          <p:nvPr/>
        </p:nvSpPr>
        <p:spPr>
          <a:xfrm>
            <a:off x="8133329" y="3991260"/>
            <a:ext cx="2752864" cy="7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400">
                <a:solidFill>
                  <a:schemeClr val="accent4"/>
                </a:solidFill>
              </a:rPr>
              <a:t>&amp; FRESE GROUP</a:t>
            </a:r>
            <a:endParaRPr lang="en-GB" sz="2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90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el 1">
            <a:extLst>
              <a:ext uri="{FF2B5EF4-FFF2-40B4-BE49-F238E27FC236}">
                <a16:creationId xmlns:a16="http://schemas.microsoft.com/office/drawing/2014/main" id="{BB1BF9BB-F3CE-44C1-BFFE-C1B42D9E15D3}"/>
              </a:ext>
            </a:extLst>
          </p:cNvPr>
          <p:cNvSpPr txBox="1">
            <a:spLocks/>
          </p:cNvSpPr>
          <p:nvPr/>
        </p:nvSpPr>
        <p:spPr>
          <a:xfrm>
            <a:off x="151288" y="2292144"/>
            <a:ext cx="4120597" cy="855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-FR" altLang="fr-FR" sz="3200" b="1" dirty="0">
                <a:solidFill>
                  <a:schemeClr val="tx1"/>
                </a:solidFill>
                <a:latin typeface="Josefin Sans" panose="020B0604020202020204" charset="0"/>
              </a:rPr>
              <a:t>PERSONAL INITIATIVE TRAINING</a:t>
            </a:r>
            <a:endParaRPr lang="fr-FR" sz="3200" b="1" dirty="0">
              <a:solidFill>
                <a:schemeClr val="tx1"/>
              </a:solidFill>
              <a:latin typeface="Josefin Sans" panose="020B0604020202020204" charset="0"/>
            </a:endParaRPr>
          </a:p>
        </p:txBody>
      </p:sp>
      <p:grpSp>
        <p:nvGrpSpPr>
          <p:cNvPr id="85" name="Google Shape;1225;p34"/>
          <p:cNvGrpSpPr/>
          <p:nvPr/>
        </p:nvGrpSpPr>
        <p:grpSpPr>
          <a:xfrm>
            <a:off x="8734036" y="1385259"/>
            <a:ext cx="2392768" cy="5087212"/>
            <a:chOff x="7293875" y="1340150"/>
            <a:chExt cx="1102550" cy="2473875"/>
          </a:xfrm>
        </p:grpSpPr>
        <p:sp>
          <p:nvSpPr>
            <p:cNvPr id="86" name="Google Shape;1226;p34"/>
            <p:cNvSpPr/>
            <p:nvPr/>
          </p:nvSpPr>
          <p:spPr>
            <a:xfrm>
              <a:off x="8104475" y="3524375"/>
              <a:ext cx="163925" cy="186525"/>
            </a:xfrm>
            <a:custGeom>
              <a:avLst/>
              <a:gdLst/>
              <a:ahLst/>
              <a:cxnLst/>
              <a:rect l="l" t="t" r="r" b="b"/>
              <a:pathLst>
                <a:path w="6557" h="7461" extrusionOk="0">
                  <a:moveTo>
                    <a:pt x="4666" y="0"/>
                  </a:moveTo>
                  <a:cubicBezTo>
                    <a:pt x="2823" y="0"/>
                    <a:pt x="0" y="16"/>
                    <a:pt x="0" y="16"/>
                  </a:cubicBezTo>
                  <a:lnTo>
                    <a:pt x="404" y="7460"/>
                  </a:lnTo>
                  <a:lnTo>
                    <a:pt x="6557" y="7460"/>
                  </a:lnTo>
                  <a:lnTo>
                    <a:pt x="6221" y="16"/>
                  </a:lnTo>
                  <a:cubicBezTo>
                    <a:pt x="6265" y="4"/>
                    <a:pt x="5588" y="0"/>
                    <a:pt x="4666" y="0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1227;p34"/>
            <p:cNvSpPr/>
            <p:nvPr/>
          </p:nvSpPr>
          <p:spPr>
            <a:xfrm>
              <a:off x="7356700" y="1953075"/>
              <a:ext cx="481925" cy="439975"/>
            </a:xfrm>
            <a:custGeom>
              <a:avLst/>
              <a:gdLst/>
              <a:ahLst/>
              <a:cxnLst/>
              <a:rect l="l" t="t" r="r" b="b"/>
              <a:pathLst>
                <a:path w="19277" h="17599" extrusionOk="0">
                  <a:moveTo>
                    <a:pt x="4055" y="1"/>
                  </a:moveTo>
                  <a:lnTo>
                    <a:pt x="1" y="3760"/>
                  </a:lnTo>
                  <a:cubicBezTo>
                    <a:pt x="1" y="3760"/>
                    <a:pt x="3854" y="17598"/>
                    <a:pt x="10958" y="17598"/>
                  </a:cubicBezTo>
                  <a:cubicBezTo>
                    <a:pt x="11273" y="17598"/>
                    <a:pt x="11595" y="17571"/>
                    <a:pt x="11922" y="17514"/>
                  </a:cubicBezTo>
                  <a:cubicBezTo>
                    <a:pt x="19011" y="16286"/>
                    <a:pt x="19277" y="4207"/>
                    <a:pt x="19277" y="4207"/>
                  </a:cubicBezTo>
                  <a:lnTo>
                    <a:pt x="11546" y="2874"/>
                  </a:lnTo>
                  <a:lnTo>
                    <a:pt x="10631" y="8813"/>
                  </a:lnTo>
                  <a:lnTo>
                    <a:pt x="4055" y="1"/>
                  </a:ln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1228;p34"/>
            <p:cNvSpPr/>
            <p:nvPr/>
          </p:nvSpPr>
          <p:spPr>
            <a:xfrm>
              <a:off x="7757200" y="1748200"/>
              <a:ext cx="466725" cy="671725"/>
            </a:xfrm>
            <a:custGeom>
              <a:avLst/>
              <a:gdLst/>
              <a:ahLst/>
              <a:cxnLst/>
              <a:rect l="l" t="t" r="r" b="b"/>
              <a:pathLst>
                <a:path w="18669" h="26869" extrusionOk="0">
                  <a:moveTo>
                    <a:pt x="7019" y="0"/>
                  </a:moveTo>
                  <a:cubicBezTo>
                    <a:pt x="6126" y="0"/>
                    <a:pt x="5379" y="19"/>
                    <a:pt x="5150" y="77"/>
                  </a:cubicBezTo>
                  <a:cubicBezTo>
                    <a:pt x="4461" y="249"/>
                    <a:pt x="1205" y="6291"/>
                    <a:pt x="602" y="13437"/>
                  </a:cubicBezTo>
                  <a:cubicBezTo>
                    <a:pt x="0" y="20581"/>
                    <a:pt x="814" y="26361"/>
                    <a:pt x="814" y="26361"/>
                  </a:cubicBezTo>
                  <a:lnTo>
                    <a:pt x="18669" y="26869"/>
                  </a:lnTo>
                  <a:lnTo>
                    <a:pt x="17264" y="779"/>
                  </a:lnTo>
                  <a:cubicBezTo>
                    <a:pt x="17264" y="779"/>
                    <a:pt x="14454" y="148"/>
                    <a:pt x="11180" y="77"/>
                  </a:cubicBezTo>
                  <a:cubicBezTo>
                    <a:pt x="11180" y="77"/>
                    <a:pt x="8806" y="0"/>
                    <a:pt x="7019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1229;p34"/>
            <p:cNvSpPr/>
            <p:nvPr/>
          </p:nvSpPr>
          <p:spPr>
            <a:xfrm>
              <a:off x="7756300" y="1736625"/>
              <a:ext cx="443800" cy="419075"/>
            </a:xfrm>
            <a:custGeom>
              <a:avLst/>
              <a:gdLst/>
              <a:ahLst/>
              <a:cxnLst/>
              <a:rect l="l" t="t" r="r" b="b"/>
              <a:pathLst>
                <a:path w="17752" h="16763" extrusionOk="0">
                  <a:moveTo>
                    <a:pt x="7739" y="1"/>
                  </a:moveTo>
                  <a:cubicBezTo>
                    <a:pt x="5999" y="1"/>
                    <a:pt x="3942" y="99"/>
                    <a:pt x="3386" y="535"/>
                  </a:cubicBezTo>
                  <a:cubicBezTo>
                    <a:pt x="2112" y="1535"/>
                    <a:pt x="661" y="7014"/>
                    <a:pt x="24" y="14556"/>
                  </a:cubicBezTo>
                  <a:lnTo>
                    <a:pt x="1" y="16595"/>
                  </a:lnTo>
                  <a:lnTo>
                    <a:pt x="17752" y="16763"/>
                  </a:lnTo>
                  <a:lnTo>
                    <a:pt x="16602" y="787"/>
                  </a:lnTo>
                  <a:cubicBezTo>
                    <a:pt x="16602" y="787"/>
                    <a:pt x="13832" y="142"/>
                    <a:pt x="10378" y="67"/>
                  </a:cubicBezTo>
                  <a:cubicBezTo>
                    <a:pt x="10378" y="67"/>
                    <a:pt x="9165" y="1"/>
                    <a:pt x="7739" y="1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1230;p34"/>
            <p:cNvSpPr/>
            <p:nvPr/>
          </p:nvSpPr>
          <p:spPr>
            <a:xfrm>
              <a:off x="8163100" y="1754525"/>
              <a:ext cx="212625" cy="401175"/>
            </a:xfrm>
            <a:custGeom>
              <a:avLst/>
              <a:gdLst/>
              <a:ahLst/>
              <a:cxnLst/>
              <a:rect l="l" t="t" r="r" b="b"/>
              <a:pathLst>
                <a:path w="8505" h="16047" extrusionOk="0">
                  <a:moveTo>
                    <a:pt x="1" y="0"/>
                  </a:moveTo>
                  <a:lnTo>
                    <a:pt x="1050" y="16047"/>
                  </a:lnTo>
                  <a:cubicBezTo>
                    <a:pt x="8090" y="16047"/>
                    <a:pt x="8504" y="15879"/>
                    <a:pt x="8504" y="15879"/>
                  </a:cubicBezTo>
                  <a:cubicBezTo>
                    <a:pt x="8231" y="1705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1231;p34"/>
            <p:cNvSpPr/>
            <p:nvPr/>
          </p:nvSpPr>
          <p:spPr>
            <a:xfrm>
              <a:off x="7618200" y="1747225"/>
              <a:ext cx="228025" cy="404275"/>
            </a:xfrm>
            <a:custGeom>
              <a:avLst/>
              <a:gdLst/>
              <a:ahLst/>
              <a:cxnLst/>
              <a:rect l="l" t="t" r="r" b="b"/>
              <a:pathLst>
                <a:path w="9121" h="16171" extrusionOk="0">
                  <a:moveTo>
                    <a:pt x="9121" y="0"/>
                  </a:moveTo>
                  <a:cubicBezTo>
                    <a:pt x="9120" y="0"/>
                    <a:pt x="1" y="1869"/>
                    <a:pt x="309" y="16171"/>
                  </a:cubicBezTo>
                  <a:lnTo>
                    <a:pt x="7950" y="16171"/>
                  </a:lnTo>
                  <a:lnTo>
                    <a:pt x="9121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1232;p34"/>
            <p:cNvSpPr/>
            <p:nvPr/>
          </p:nvSpPr>
          <p:spPr>
            <a:xfrm>
              <a:off x="7818975" y="3710875"/>
              <a:ext cx="264300" cy="103150"/>
            </a:xfrm>
            <a:custGeom>
              <a:avLst/>
              <a:gdLst/>
              <a:ahLst/>
              <a:cxnLst/>
              <a:rect l="l" t="t" r="r" b="b"/>
              <a:pathLst>
                <a:path w="10572" h="4126" extrusionOk="0">
                  <a:moveTo>
                    <a:pt x="3747" y="0"/>
                  </a:moveTo>
                  <a:lnTo>
                    <a:pt x="3944" y="2062"/>
                  </a:lnTo>
                  <a:cubicBezTo>
                    <a:pt x="3881" y="2062"/>
                    <a:pt x="3818" y="2061"/>
                    <a:pt x="3756" y="2061"/>
                  </a:cubicBezTo>
                  <a:cubicBezTo>
                    <a:pt x="1321" y="2061"/>
                    <a:pt x="168" y="2807"/>
                    <a:pt x="0" y="4126"/>
                  </a:cubicBezTo>
                  <a:lnTo>
                    <a:pt x="10572" y="4126"/>
                  </a:lnTo>
                  <a:lnTo>
                    <a:pt x="10155" y="0"/>
                  </a:lnTo>
                  <a:close/>
                </a:path>
              </a:pathLst>
            </a:custGeom>
            <a:solidFill>
              <a:srgbClr val="70584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1233;p34"/>
            <p:cNvSpPr/>
            <p:nvPr/>
          </p:nvSpPr>
          <p:spPr>
            <a:xfrm>
              <a:off x="7890525" y="3764100"/>
              <a:ext cx="17275" cy="25475"/>
            </a:xfrm>
            <a:custGeom>
              <a:avLst/>
              <a:gdLst/>
              <a:ahLst/>
              <a:cxnLst/>
              <a:rect l="l" t="t" r="r" b="b"/>
              <a:pathLst>
                <a:path w="691" h="1019" extrusionOk="0">
                  <a:moveTo>
                    <a:pt x="45" y="1"/>
                  </a:moveTo>
                  <a:cubicBezTo>
                    <a:pt x="38" y="1"/>
                    <a:pt x="34" y="2"/>
                    <a:pt x="31" y="6"/>
                  </a:cubicBezTo>
                  <a:cubicBezTo>
                    <a:pt x="0" y="42"/>
                    <a:pt x="180" y="237"/>
                    <a:pt x="344" y="509"/>
                  </a:cubicBezTo>
                  <a:cubicBezTo>
                    <a:pt x="508" y="774"/>
                    <a:pt x="597" y="1019"/>
                    <a:pt x="645" y="1019"/>
                  </a:cubicBezTo>
                  <a:cubicBezTo>
                    <a:pt x="646" y="1019"/>
                    <a:pt x="647" y="1019"/>
                    <a:pt x="648" y="1018"/>
                  </a:cubicBezTo>
                  <a:cubicBezTo>
                    <a:pt x="691" y="1012"/>
                    <a:pt x="668" y="722"/>
                    <a:pt x="487" y="422"/>
                  </a:cubicBezTo>
                  <a:cubicBezTo>
                    <a:pt x="323" y="151"/>
                    <a:pt x="105" y="1"/>
                    <a:pt x="45" y="1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1234;p34"/>
            <p:cNvSpPr/>
            <p:nvPr/>
          </p:nvSpPr>
          <p:spPr>
            <a:xfrm>
              <a:off x="7916350" y="3760625"/>
              <a:ext cx="19225" cy="23975"/>
            </a:xfrm>
            <a:custGeom>
              <a:avLst/>
              <a:gdLst/>
              <a:ahLst/>
              <a:cxnLst/>
              <a:rect l="l" t="t" r="r" b="b"/>
              <a:pathLst>
                <a:path w="769" h="959" extrusionOk="0">
                  <a:moveTo>
                    <a:pt x="43" y="1"/>
                  </a:moveTo>
                  <a:cubicBezTo>
                    <a:pt x="33" y="1"/>
                    <a:pt x="27" y="3"/>
                    <a:pt x="24" y="8"/>
                  </a:cubicBezTo>
                  <a:cubicBezTo>
                    <a:pt x="0" y="49"/>
                    <a:pt x="205" y="215"/>
                    <a:pt x="392" y="471"/>
                  </a:cubicBezTo>
                  <a:cubicBezTo>
                    <a:pt x="576" y="718"/>
                    <a:pt x="674" y="958"/>
                    <a:pt x="722" y="958"/>
                  </a:cubicBezTo>
                  <a:cubicBezTo>
                    <a:pt x="723" y="958"/>
                    <a:pt x="724" y="958"/>
                    <a:pt x="725" y="958"/>
                  </a:cubicBezTo>
                  <a:cubicBezTo>
                    <a:pt x="769" y="950"/>
                    <a:pt x="735" y="658"/>
                    <a:pt x="525" y="371"/>
                  </a:cubicBezTo>
                  <a:cubicBezTo>
                    <a:pt x="342" y="121"/>
                    <a:pt x="111" y="1"/>
                    <a:pt x="43" y="1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1235;p34"/>
            <p:cNvSpPr/>
            <p:nvPr/>
          </p:nvSpPr>
          <p:spPr>
            <a:xfrm>
              <a:off x="7918425" y="3746850"/>
              <a:ext cx="36275" cy="9275"/>
            </a:xfrm>
            <a:custGeom>
              <a:avLst/>
              <a:gdLst/>
              <a:ahLst/>
              <a:cxnLst/>
              <a:rect l="l" t="t" r="r" b="b"/>
              <a:pathLst>
                <a:path w="1451" h="371" extrusionOk="0">
                  <a:moveTo>
                    <a:pt x="548" y="1"/>
                  </a:moveTo>
                  <a:cubicBezTo>
                    <a:pt x="225" y="1"/>
                    <a:pt x="0" y="119"/>
                    <a:pt x="17" y="151"/>
                  </a:cubicBezTo>
                  <a:cubicBezTo>
                    <a:pt x="21" y="164"/>
                    <a:pt x="45" y="167"/>
                    <a:pt x="84" y="167"/>
                  </a:cubicBezTo>
                  <a:cubicBezTo>
                    <a:pt x="151" y="167"/>
                    <a:pt x="261" y="157"/>
                    <a:pt x="398" y="157"/>
                  </a:cubicBezTo>
                  <a:cubicBezTo>
                    <a:pt x="497" y="157"/>
                    <a:pt x="610" y="162"/>
                    <a:pt x="730" y="181"/>
                  </a:cubicBezTo>
                  <a:cubicBezTo>
                    <a:pt x="1073" y="230"/>
                    <a:pt x="1334" y="371"/>
                    <a:pt x="1404" y="371"/>
                  </a:cubicBezTo>
                  <a:cubicBezTo>
                    <a:pt x="1412" y="371"/>
                    <a:pt x="1418" y="369"/>
                    <a:pt x="1421" y="365"/>
                  </a:cubicBezTo>
                  <a:cubicBezTo>
                    <a:pt x="1451" y="334"/>
                    <a:pt x="1185" y="80"/>
                    <a:pt x="755" y="17"/>
                  </a:cubicBezTo>
                  <a:cubicBezTo>
                    <a:pt x="683" y="6"/>
                    <a:pt x="614" y="1"/>
                    <a:pt x="548" y="1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1236;p34"/>
            <p:cNvSpPr/>
            <p:nvPr/>
          </p:nvSpPr>
          <p:spPr>
            <a:xfrm>
              <a:off x="7824100" y="3799325"/>
              <a:ext cx="254550" cy="4175"/>
            </a:xfrm>
            <a:custGeom>
              <a:avLst/>
              <a:gdLst/>
              <a:ahLst/>
              <a:cxnLst/>
              <a:rect l="l" t="t" r="r" b="b"/>
              <a:pathLst>
                <a:path w="10182" h="167" extrusionOk="0">
                  <a:moveTo>
                    <a:pt x="5092" y="0"/>
                  </a:moveTo>
                  <a:cubicBezTo>
                    <a:pt x="2280" y="0"/>
                    <a:pt x="1" y="38"/>
                    <a:pt x="1" y="84"/>
                  </a:cubicBezTo>
                  <a:cubicBezTo>
                    <a:pt x="1" y="129"/>
                    <a:pt x="2281" y="167"/>
                    <a:pt x="5092" y="167"/>
                  </a:cubicBezTo>
                  <a:cubicBezTo>
                    <a:pt x="7902" y="167"/>
                    <a:pt x="10181" y="130"/>
                    <a:pt x="10181" y="84"/>
                  </a:cubicBezTo>
                  <a:cubicBezTo>
                    <a:pt x="10181" y="38"/>
                    <a:pt x="7903" y="0"/>
                    <a:pt x="509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237;p34"/>
            <p:cNvSpPr/>
            <p:nvPr/>
          </p:nvSpPr>
          <p:spPr>
            <a:xfrm>
              <a:off x="7992575" y="3747375"/>
              <a:ext cx="87225" cy="54675"/>
            </a:xfrm>
            <a:custGeom>
              <a:avLst/>
              <a:gdLst/>
              <a:ahLst/>
              <a:cxnLst/>
              <a:rect l="l" t="t" r="r" b="b"/>
              <a:pathLst>
                <a:path w="3489" h="2187" extrusionOk="0">
                  <a:moveTo>
                    <a:pt x="3117" y="1"/>
                  </a:moveTo>
                  <a:cubicBezTo>
                    <a:pt x="3038" y="1"/>
                    <a:pt x="2947" y="4"/>
                    <a:pt x="2847" y="13"/>
                  </a:cubicBezTo>
                  <a:cubicBezTo>
                    <a:pt x="2450" y="47"/>
                    <a:pt x="1904" y="194"/>
                    <a:pt x="1381" y="515"/>
                  </a:cubicBezTo>
                  <a:cubicBezTo>
                    <a:pt x="860" y="838"/>
                    <a:pt x="484" y="1261"/>
                    <a:pt x="276" y="1601"/>
                  </a:cubicBezTo>
                  <a:cubicBezTo>
                    <a:pt x="65" y="1941"/>
                    <a:pt x="1" y="2181"/>
                    <a:pt x="17" y="2186"/>
                  </a:cubicBezTo>
                  <a:cubicBezTo>
                    <a:pt x="18" y="2186"/>
                    <a:pt x="19" y="2187"/>
                    <a:pt x="19" y="2187"/>
                  </a:cubicBezTo>
                  <a:cubicBezTo>
                    <a:pt x="48" y="2187"/>
                    <a:pt x="153" y="1969"/>
                    <a:pt x="374" y="1666"/>
                  </a:cubicBezTo>
                  <a:cubicBezTo>
                    <a:pt x="599" y="1355"/>
                    <a:pt x="971" y="967"/>
                    <a:pt x="1469" y="657"/>
                  </a:cubicBezTo>
                  <a:cubicBezTo>
                    <a:pt x="1968" y="349"/>
                    <a:pt x="2482" y="194"/>
                    <a:pt x="2862" y="129"/>
                  </a:cubicBezTo>
                  <a:cubicBezTo>
                    <a:pt x="3242" y="65"/>
                    <a:pt x="3485" y="72"/>
                    <a:pt x="3487" y="44"/>
                  </a:cubicBezTo>
                  <a:cubicBezTo>
                    <a:pt x="3488" y="31"/>
                    <a:pt x="3352" y="1"/>
                    <a:pt x="311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238;p34"/>
            <p:cNvSpPr/>
            <p:nvPr/>
          </p:nvSpPr>
          <p:spPr>
            <a:xfrm>
              <a:off x="8048850" y="3712500"/>
              <a:ext cx="10350" cy="37825"/>
            </a:xfrm>
            <a:custGeom>
              <a:avLst/>
              <a:gdLst/>
              <a:ahLst/>
              <a:cxnLst/>
              <a:rect l="l" t="t" r="r" b="b"/>
              <a:pathLst>
                <a:path w="414" h="1513" extrusionOk="0">
                  <a:moveTo>
                    <a:pt x="51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6" y="4"/>
                    <a:pt x="1" y="358"/>
                    <a:pt x="90" y="781"/>
                  </a:cubicBezTo>
                  <a:cubicBezTo>
                    <a:pt x="176" y="1196"/>
                    <a:pt x="321" y="1513"/>
                    <a:pt x="366" y="1513"/>
                  </a:cubicBezTo>
                  <a:cubicBezTo>
                    <a:pt x="367" y="1513"/>
                    <a:pt x="368" y="1512"/>
                    <a:pt x="369" y="1512"/>
                  </a:cubicBezTo>
                  <a:cubicBezTo>
                    <a:pt x="414" y="1497"/>
                    <a:pt x="340" y="1161"/>
                    <a:pt x="253" y="748"/>
                  </a:cubicBezTo>
                  <a:cubicBezTo>
                    <a:pt x="165" y="336"/>
                    <a:pt x="99" y="1"/>
                    <a:pt x="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239;p34"/>
            <p:cNvSpPr/>
            <p:nvPr/>
          </p:nvSpPr>
          <p:spPr>
            <a:xfrm>
              <a:off x="7858775" y="3769875"/>
              <a:ext cx="24925" cy="31475"/>
            </a:xfrm>
            <a:custGeom>
              <a:avLst/>
              <a:gdLst/>
              <a:ahLst/>
              <a:cxnLst/>
              <a:rect l="l" t="t" r="r" b="b"/>
              <a:pathLst>
                <a:path w="997" h="1259" extrusionOk="0">
                  <a:moveTo>
                    <a:pt x="76" y="0"/>
                  </a:moveTo>
                  <a:cubicBezTo>
                    <a:pt x="38" y="0"/>
                    <a:pt x="16" y="7"/>
                    <a:pt x="14" y="17"/>
                  </a:cubicBezTo>
                  <a:cubicBezTo>
                    <a:pt x="1" y="62"/>
                    <a:pt x="386" y="151"/>
                    <a:pt x="649" y="509"/>
                  </a:cubicBezTo>
                  <a:cubicBezTo>
                    <a:pt x="916" y="864"/>
                    <a:pt x="890" y="1258"/>
                    <a:pt x="938" y="1258"/>
                  </a:cubicBezTo>
                  <a:cubicBezTo>
                    <a:pt x="939" y="1258"/>
                    <a:pt x="939" y="1258"/>
                    <a:pt x="939" y="1258"/>
                  </a:cubicBezTo>
                  <a:cubicBezTo>
                    <a:pt x="961" y="1258"/>
                    <a:pt x="997" y="1162"/>
                    <a:pt x="994" y="1004"/>
                  </a:cubicBezTo>
                  <a:cubicBezTo>
                    <a:pt x="990" y="843"/>
                    <a:pt x="935" y="613"/>
                    <a:pt x="784" y="410"/>
                  </a:cubicBezTo>
                  <a:cubicBezTo>
                    <a:pt x="632" y="206"/>
                    <a:pt x="430" y="88"/>
                    <a:pt x="275" y="38"/>
                  </a:cubicBezTo>
                  <a:cubicBezTo>
                    <a:pt x="191" y="10"/>
                    <a:pt x="122" y="0"/>
                    <a:pt x="7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240;p34"/>
            <p:cNvSpPr/>
            <p:nvPr/>
          </p:nvSpPr>
          <p:spPr>
            <a:xfrm>
              <a:off x="8019525" y="3710875"/>
              <a:ext cx="264325" cy="103150"/>
            </a:xfrm>
            <a:custGeom>
              <a:avLst/>
              <a:gdLst/>
              <a:ahLst/>
              <a:cxnLst/>
              <a:rect l="l" t="t" r="r" b="b"/>
              <a:pathLst>
                <a:path w="10573" h="4126" extrusionOk="0">
                  <a:moveTo>
                    <a:pt x="3748" y="0"/>
                  </a:moveTo>
                  <a:lnTo>
                    <a:pt x="3944" y="2062"/>
                  </a:lnTo>
                  <a:cubicBezTo>
                    <a:pt x="3881" y="2062"/>
                    <a:pt x="3819" y="2061"/>
                    <a:pt x="3757" y="2061"/>
                  </a:cubicBezTo>
                  <a:cubicBezTo>
                    <a:pt x="1321" y="2061"/>
                    <a:pt x="169" y="2807"/>
                    <a:pt x="1" y="4126"/>
                  </a:cubicBezTo>
                  <a:lnTo>
                    <a:pt x="10572" y="4126"/>
                  </a:lnTo>
                  <a:lnTo>
                    <a:pt x="10157" y="0"/>
                  </a:lnTo>
                  <a:close/>
                </a:path>
              </a:pathLst>
            </a:custGeom>
            <a:solidFill>
              <a:srgbClr val="84706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241;p34"/>
            <p:cNvSpPr/>
            <p:nvPr/>
          </p:nvSpPr>
          <p:spPr>
            <a:xfrm>
              <a:off x="8091100" y="3764100"/>
              <a:ext cx="17275" cy="25475"/>
            </a:xfrm>
            <a:custGeom>
              <a:avLst/>
              <a:gdLst/>
              <a:ahLst/>
              <a:cxnLst/>
              <a:rect l="l" t="t" r="r" b="b"/>
              <a:pathLst>
                <a:path w="691" h="1019" extrusionOk="0">
                  <a:moveTo>
                    <a:pt x="44" y="1"/>
                  </a:moveTo>
                  <a:cubicBezTo>
                    <a:pt x="38" y="1"/>
                    <a:pt x="33" y="2"/>
                    <a:pt x="31" y="6"/>
                  </a:cubicBezTo>
                  <a:cubicBezTo>
                    <a:pt x="1" y="42"/>
                    <a:pt x="181" y="237"/>
                    <a:pt x="344" y="509"/>
                  </a:cubicBezTo>
                  <a:cubicBezTo>
                    <a:pt x="509" y="774"/>
                    <a:pt x="597" y="1019"/>
                    <a:pt x="644" y="1019"/>
                  </a:cubicBezTo>
                  <a:cubicBezTo>
                    <a:pt x="645" y="1019"/>
                    <a:pt x="646" y="1019"/>
                    <a:pt x="647" y="1018"/>
                  </a:cubicBezTo>
                  <a:cubicBezTo>
                    <a:pt x="691" y="1012"/>
                    <a:pt x="668" y="722"/>
                    <a:pt x="486" y="422"/>
                  </a:cubicBezTo>
                  <a:cubicBezTo>
                    <a:pt x="323" y="151"/>
                    <a:pt x="104" y="1"/>
                    <a:pt x="44" y="1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242;p34"/>
            <p:cNvSpPr/>
            <p:nvPr/>
          </p:nvSpPr>
          <p:spPr>
            <a:xfrm>
              <a:off x="8116900" y="3760625"/>
              <a:ext cx="19250" cy="23975"/>
            </a:xfrm>
            <a:custGeom>
              <a:avLst/>
              <a:gdLst/>
              <a:ahLst/>
              <a:cxnLst/>
              <a:rect l="l" t="t" r="r" b="b"/>
              <a:pathLst>
                <a:path w="770" h="959" extrusionOk="0">
                  <a:moveTo>
                    <a:pt x="45" y="1"/>
                  </a:moveTo>
                  <a:cubicBezTo>
                    <a:pt x="35" y="1"/>
                    <a:pt x="29" y="3"/>
                    <a:pt x="26" y="8"/>
                  </a:cubicBezTo>
                  <a:cubicBezTo>
                    <a:pt x="1" y="49"/>
                    <a:pt x="206" y="215"/>
                    <a:pt x="393" y="471"/>
                  </a:cubicBezTo>
                  <a:cubicBezTo>
                    <a:pt x="577" y="718"/>
                    <a:pt x="674" y="958"/>
                    <a:pt x="722" y="958"/>
                  </a:cubicBezTo>
                  <a:cubicBezTo>
                    <a:pt x="724" y="958"/>
                    <a:pt x="725" y="958"/>
                    <a:pt x="726" y="958"/>
                  </a:cubicBezTo>
                  <a:cubicBezTo>
                    <a:pt x="769" y="950"/>
                    <a:pt x="736" y="658"/>
                    <a:pt x="527" y="371"/>
                  </a:cubicBezTo>
                  <a:cubicBezTo>
                    <a:pt x="343" y="121"/>
                    <a:pt x="113" y="1"/>
                    <a:pt x="45" y="1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243;p34"/>
            <p:cNvSpPr/>
            <p:nvPr/>
          </p:nvSpPr>
          <p:spPr>
            <a:xfrm>
              <a:off x="8118975" y="3746850"/>
              <a:ext cx="36325" cy="9275"/>
            </a:xfrm>
            <a:custGeom>
              <a:avLst/>
              <a:gdLst/>
              <a:ahLst/>
              <a:cxnLst/>
              <a:rect l="l" t="t" r="r" b="b"/>
              <a:pathLst>
                <a:path w="1453" h="371" extrusionOk="0">
                  <a:moveTo>
                    <a:pt x="549" y="1"/>
                  </a:moveTo>
                  <a:cubicBezTo>
                    <a:pt x="225" y="1"/>
                    <a:pt x="1" y="119"/>
                    <a:pt x="18" y="151"/>
                  </a:cubicBezTo>
                  <a:cubicBezTo>
                    <a:pt x="22" y="164"/>
                    <a:pt x="46" y="167"/>
                    <a:pt x="85" y="167"/>
                  </a:cubicBezTo>
                  <a:cubicBezTo>
                    <a:pt x="152" y="167"/>
                    <a:pt x="262" y="157"/>
                    <a:pt x="399" y="157"/>
                  </a:cubicBezTo>
                  <a:cubicBezTo>
                    <a:pt x="498" y="157"/>
                    <a:pt x="611" y="162"/>
                    <a:pt x="731" y="181"/>
                  </a:cubicBezTo>
                  <a:cubicBezTo>
                    <a:pt x="1075" y="230"/>
                    <a:pt x="1334" y="371"/>
                    <a:pt x="1405" y="371"/>
                  </a:cubicBezTo>
                  <a:cubicBezTo>
                    <a:pt x="1413" y="371"/>
                    <a:pt x="1418" y="369"/>
                    <a:pt x="1421" y="365"/>
                  </a:cubicBezTo>
                  <a:cubicBezTo>
                    <a:pt x="1452" y="334"/>
                    <a:pt x="1186" y="80"/>
                    <a:pt x="756" y="17"/>
                  </a:cubicBezTo>
                  <a:cubicBezTo>
                    <a:pt x="684" y="6"/>
                    <a:pt x="614" y="1"/>
                    <a:pt x="549" y="1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244;p34"/>
            <p:cNvSpPr/>
            <p:nvPr/>
          </p:nvSpPr>
          <p:spPr>
            <a:xfrm>
              <a:off x="8024700" y="3799325"/>
              <a:ext cx="254500" cy="4175"/>
            </a:xfrm>
            <a:custGeom>
              <a:avLst/>
              <a:gdLst/>
              <a:ahLst/>
              <a:cxnLst/>
              <a:rect l="l" t="t" r="r" b="b"/>
              <a:pathLst>
                <a:path w="10180" h="167" extrusionOk="0">
                  <a:moveTo>
                    <a:pt x="5090" y="0"/>
                  </a:moveTo>
                  <a:cubicBezTo>
                    <a:pt x="2278" y="0"/>
                    <a:pt x="0" y="38"/>
                    <a:pt x="0" y="84"/>
                  </a:cubicBezTo>
                  <a:cubicBezTo>
                    <a:pt x="0" y="129"/>
                    <a:pt x="2279" y="167"/>
                    <a:pt x="5090" y="167"/>
                  </a:cubicBezTo>
                  <a:cubicBezTo>
                    <a:pt x="7901" y="167"/>
                    <a:pt x="10180" y="130"/>
                    <a:pt x="10180" y="84"/>
                  </a:cubicBezTo>
                  <a:cubicBezTo>
                    <a:pt x="10180" y="38"/>
                    <a:pt x="7902" y="0"/>
                    <a:pt x="509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245;p34"/>
            <p:cNvSpPr/>
            <p:nvPr/>
          </p:nvSpPr>
          <p:spPr>
            <a:xfrm>
              <a:off x="8193150" y="3747375"/>
              <a:ext cx="87225" cy="54675"/>
            </a:xfrm>
            <a:custGeom>
              <a:avLst/>
              <a:gdLst/>
              <a:ahLst/>
              <a:cxnLst/>
              <a:rect l="l" t="t" r="r" b="b"/>
              <a:pathLst>
                <a:path w="3489" h="2187" extrusionOk="0">
                  <a:moveTo>
                    <a:pt x="3117" y="1"/>
                  </a:moveTo>
                  <a:cubicBezTo>
                    <a:pt x="3038" y="1"/>
                    <a:pt x="2947" y="4"/>
                    <a:pt x="2847" y="13"/>
                  </a:cubicBezTo>
                  <a:cubicBezTo>
                    <a:pt x="2450" y="47"/>
                    <a:pt x="1904" y="194"/>
                    <a:pt x="1381" y="515"/>
                  </a:cubicBezTo>
                  <a:cubicBezTo>
                    <a:pt x="860" y="838"/>
                    <a:pt x="484" y="1261"/>
                    <a:pt x="276" y="1601"/>
                  </a:cubicBezTo>
                  <a:cubicBezTo>
                    <a:pt x="66" y="1941"/>
                    <a:pt x="0" y="2181"/>
                    <a:pt x="17" y="2186"/>
                  </a:cubicBezTo>
                  <a:cubicBezTo>
                    <a:pt x="18" y="2186"/>
                    <a:pt x="18" y="2187"/>
                    <a:pt x="19" y="2187"/>
                  </a:cubicBezTo>
                  <a:cubicBezTo>
                    <a:pt x="49" y="2187"/>
                    <a:pt x="154" y="1969"/>
                    <a:pt x="373" y="1666"/>
                  </a:cubicBezTo>
                  <a:cubicBezTo>
                    <a:pt x="599" y="1355"/>
                    <a:pt x="971" y="967"/>
                    <a:pt x="1468" y="657"/>
                  </a:cubicBezTo>
                  <a:cubicBezTo>
                    <a:pt x="1968" y="349"/>
                    <a:pt x="2482" y="194"/>
                    <a:pt x="2862" y="129"/>
                  </a:cubicBezTo>
                  <a:cubicBezTo>
                    <a:pt x="3242" y="65"/>
                    <a:pt x="3485" y="72"/>
                    <a:pt x="3487" y="44"/>
                  </a:cubicBezTo>
                  <a:cubicBezTo>
                    <a:pt x="3488" y="31"/>
                    <a:pt x="3351" y="1"/>
                    <a:pt x="311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246;p34"/>
            <p:cNvSpPr/>
            <p:nvPr/>
          </p:nvSpPr>
          <p:spPr>
            <a:xfrm>
              <a:off x="8249425" y="3712500"/>
              <a:ext cx="10350" cy="37825"/>
            </a:xfrm>
            <a:custGeom>
              <a:avLst/>
              <a:gdLst/>
              <a:ahLst/>
              <a:cxnLst/>
              <a:rect l="l" t="t" r="r" b="b"/>
              <a:pathLst>
                <a:path w="414" h="1513" extrusionOk="0">
                  <a:moveTo>
                    <a:pt x="52" y="1"/>
                  </a:moveTo>
                  <a:cubicBezTo>
                    <a:pt x="52" y="1"/>
                    <a:pt x="52" y="1"/>
                    <a:pt x="51" y="1"/>
                  </a:cubicBezTo>
                  <a:cubicBezTo>
                    <a:pt x="6" y="4"/>
                    <a:pt x="0" y="358"/>
                    <a:pt x="89" y="781"/>
                  </a:cubicBezTo>
                  <a:cubicBezTo>
                    <a:pt x="176" y="1196"/>
                    <a:pt x="320" y="1513"/>
                    <a:pt x="366" y="1513"/>
                  </a:cubicBezTo>
                  <a:cubicBezTo>
                    <a:pt x="367" y="1513"/>
                    <a:pt x="368" y="1512"/>
                    <a:pt x="369" y="1512"/>
                  </a:cubicBezTo>
                  <a:cubicBezTo>
                    <a:pt x="413" y="1497"/>
                    <a:pt x="340" y="1161"/>
                    <a:pt x="252" y="748"/>
                  </a:cubicBezTo>
                  <a:cubicBezTo>
                    <a:pt x="165" y="336"/>
                    <a:pt x="99" y="1"/>
                    <a:pt x="5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247;p34"/>
            <p:cNvSpPr/>
            <p:nvPr/>
          </p:nvSpPr>
          <p:spPr>
            <a:xfrm>
              <a:off x="8059350" y="3769875"/>
              <a:ext cx="24900" cy="31475"/>
            </a:xfrm>
            <a:custGeom>
              <a:avLst/>
              <a:gdLst/>
              <a:ahLst/>
              <a:cxnLst/>
              <a:rect l="l" t="t" r="r" b="b"/>
              <a:pathLst>
                <a:path w="996" h="1259" extrusionOk="0">
                  <a:moveTo>
                    <a:pt x="76" y="0"/>
                  </a:moveTo>
                  <a:cubicBezTo>
                    <a:pt x="37" y="0"/>
                    <a:pt x="15" y="7"/>
                    <a:pt x="14" y="17"/>
                  </a:cubicBezTo>
                  <a:cubicBezTo>
                    <a:pt x="0" y="62"/>
                    <a:pt x="385" y="151"/>
                    <a:pt x="649" y="509"/>
                  </a:cubicBezTo>
                  <a:cubicBezTo>
                    <a:pt x="916" y="864"/>
                    <a:pt x="890" y="1258"/>
                    <a:pt x="938" y="1258"/>
                  </a:cubicBezTo>
                  <a:cubicBezTo>
                    <a:pt x="938" y="1258"/>
                    <a:pt x="938" y="1258"/>
                    <a:pt x="939" y="1258"/>
                  </a:cubicBezTo>
                  <a:cubicBezTo>
                    <a:pt x="960" y="1258"/>
                    <a:pt x="995" y="1162"/>
                    <a:pt x="993" y="1004"/>
                  </a:cubicBezTo>
                  <a:cubicBezTo>
                    <a:pt x="990" y="843"/>
                    <a:pt x="934" y="613"/>
                    <a:pt x="782" y="410"/>
                  </a:cubicBezTo>
                  <a:cubicBezTo>
                    <a:pt x="631" y="206"/>
                    <a:pt x="429" y="88"/>
                    <a:pt x="274" y="38"/>
                  </a:cubicBezTo>
                  <a:cubicBezTo>
                    <a:pt x="190" y="10"/>
                    <a:pt x="121" y="0"/>
                    <a:pt x="7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248;p34"/>
            <p:cNvSpPr/>
            <p:nvPr/>
          </p:nvSpPr>
          <p:spPr>
            <a:xfrm>
              <a:off x="7775800" y="2381975"/>
              <a:ext cx="536300" cy="1142825"/>
            </a:xfrm>
            <a:custGeom>
              <a:avLst/>
              <a:gdLst/>
              <a:ahLst/>
              <a:cxnLst/>
              <a:rect l="l" t="t" r="r" b="b"/>
              <a:pathLst>
                <a:path w="21452" h="45713" extrusionOk="0">
                  <a:moveTo>
                    <a:pt x="18272" y="1"/>
                  </a:moveTo>
                  <a:lnTo>
                    <a:pt x="0" y="442"/>
                  </a:lnTo>
                  <a:lnTo>
                    <a:pt x="2865" y="45712"/>
                  </a:lnTo>
                  <a:lnTo>
                    <a:pt x="21452" y="45712"/>
                  </a:lnTo>
                  <a:lnTo>
                    <a:pt x="182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249;p34"/>
            <p:cNvSpPr/>
            <p:nvPr/>
          </p:nvSpPr>
          <p:spPr>
            <a:xfrm>
              <a:off x="8003825" y="2580050"/>
              <a:ext cx="69700" cy="945925"/>
            </a:xfrm>
            <a:custGeom>
              <a:avLst/>
              <a:gdLst/>
              <a:ahLst/>
              <a:cxnLst/>
              <a:rect l="l" t="t" r="r" b="b"/>
              <a:pathLst>
                <a:path w="2788" h="37837" extrusionOk="0">
                  <a:moveTo>
                    <a:pt x="43" y="1"/>
                  </a:moveTo>
                  <a:cubicBezTo>
                    <a:pt x="21" y="1"/>
                    <a:pt x="0" y="15"/>
                    <a:pt x="3" y="43"/>
                  </a:cubicBezTo>
                  <a:cubicBezTo>
                    <a:pt x="1017" y="12615"/>
                    <a:pt x="1536" y="25229"/>
                    <a:pt x="2686" y="37789"/>
                  </a:cubicBezTo>
                  <a:cubicBezTo>
                    <a:pt x="2689" y="37820"/>
                    <a:pt x="2715" y="37836"/>
                    <a:pt x="2740" y="37836"/>
                  </a:cubicBezTo>
                  <a:cubicBezTo>
                    <a:pt x="2765" y="37836"/>
                    <a:pt x="2788" y="37821"/>
                    <a:pt x="2786" y="37789"/>
                  </a:cubicBezTo>
                  <a:cubicBezTo>
                    <a:pt x="1802" y="25212"/>
                    <a:pt x="1210" y="12607"/>
                    <a:pt x="90" y="43"/>
                  </a:cubicBezTo>
                  <a:cubicBezTo>
                    <a:pt x="88" y="15"/>
                    <a:pt x="64" y="1"/>
                    <a:pt x="4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250;p34"/>
            <p:cNvSpPr/>
            <p:nvPr/>
          </p:nvSpPr>
          <p:spPr>
            <a:xfrm>
              <a:off x="7293875" y="1827100"/>
              <a:ext cx="191350" cy="235975"/>
            </a:xfrm>
            <a:custGeom>
              <a:avLst/>
              <a:gdLst/>
              <a:ahLst/>
              <a:cxnLst/>
              <a:rect l="l" t="t" r="r" b="b"/>
              <a:pathLst>
                <a:path w="7654" h="9439" extrusionOk="0">
                  <a:moveTo>
                    <a:pt x="2613" y="1"/>
                  </a:moveTo>
                  <a:cubicBezTo>
                    <a:pt x="2214" y="1"/>
                    <a:pt x="2379" y="728"/>
                    <a:pt x="2379" y="728"/>
                  </a:cubicBezTo>
                  <a:cubicBezTo>
                    <a:pt x="2379" y="728"/>
                    <a:pt x="1898" y="461"/>
                    <a:pt x="1518" y="461"/>
                  </a:cubicBezTo>
                  <a:cubicBezTo>
                    <a:pt x="1271" y="461"/>
                    <a:pt x="1067" y="574"/>
                    <a:pt x="1067" y="946"/>
                  </a:cubicBezTo>
                  <a:cubicBezTo>
                    <a:pt x="1067" y="946"/>
                    <a:pt x="82" y="955"/>
                    <a:pt x="399" y="2128"/>
                  </a:cubicBezTo>
                  <a:cubicBezTo>
                    <a:pt x="431" y="2248"/>
                    <a:pt x="425" y="2316"/>
                    <a:pt x="397" y="2351"/>
                  </a:cubicBezTo>
                  <a:cubicBezTo>
                    <a:pt x="185" y="2629"/>
                    <a:pt x="1" y="2930"/>
                    <a:pt x="54" y="3275"/>
                  </a:cubicBezTo>
                  <a:cubicBezTo>
                    <a:pt x="172" y="4025"/>
                    <a:pt x="498" y="4947"/>
                    <a:pt x="589" y="5174"/>
                  </a:cubicBezTo>
                  <a:cubicBezTo>
                    <a:pt x="1253" y="6829"/>
                    <a:pt x="1583" y="6992"/>
                    <a:pt x="2047" y="7993"/>
                  </a:cubicBezTo>
                  <a:cubicBezTo>
                    <a:pt x="2107" y="8122"/>
                    <a:pt x="2801" y="9439"/>
                    <a:pt x="2801" y="9439"/>
                  </a:cubicBezTo>
                  <a:lnTo>
                    <a:pt x="7653" y="6495"/>
                  </a:lnTo>
                  <a:cubicBezTo>
                    <a:pt x="7653" y="6495"/>
                    <a:pt x="6837" y="4969"/>
                    <a:pt x="7051" y="4285"/>
                  </a:cubicBezTo>
                  <a:cubicBezTo>
                    <a:pt x="7276" y="3567"/>
                    <a:pt x="7607" y="2935"/>
                    <a:pt x="7607" y="2935"/>
                  </a:cubicBezTo>
                  <a:cubicBezTo>
                    <a:pt x="7607" y="2935"/>
                    <a:pt x="7444" y="2866"/>
                    <a:pt x="7211" y="2866"/>
                  </a:cubicBezTo>
                  <a:cubicBezTo>
                    <a:pt x="6894" y="2866"/>
                    <a:pt x="6447" y="2994"/>
                    <a:pt x="6096" y="3596"/>
                  </a:cubicBezTo>
                  <a:cubicBezTo>
                    <a:pt x="6096" y="3596"/>
                    <a:pt x="3992" y="780"/>
                    <a:pt x="3055" y="176"/>
                  </a:cubicBezTo>
                  <a:cubicBezTo>
                    <a:pt x="2860" y="51"/>
                    <a:pt x="2717" y="1"/>
                    <a:pt x="2613" y="1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251;p34"/>
            <p:cNvSpPr/>
            <p:nvPr/>
          </p:nvSpPr>
          <p:spPr>
            <a:xfrm>
              <a:off x="7351850" y="1844150"/>
              <a:ext cx="39025" cy="67250"/>
            </a:xfrm>
            <a:custGeom>
              <a:avLst/>
              <a:gdLst/>
              <a:ahLst/>
              <a:cxnLst/>
              <a:rect l="l" t="t" r="r" b="b"/>
              <a:pathLst>
                <a:path w="1561" h="2690" extrusionOk="0">
                  <a:moveTo>
                    <a:pt x="59" y="1"/>
                  </a:moveTo>
                  <a:cubicBezTo>
                    <a:pt x="29" y="1"/>
                    <a:pt x="0" y="23"/>
                    <a:pt x="14" y="58"/>
                  </a:cubicBezTo>
                  <a:cubicBezTo>
                    <a:pt x="355" y="959"/>
                    <a:pt x="940" y="1797"/>
                    <a:pt x="1387" y="2649"/>
                  </a:cubicBezTo>
                  <a:cubicBezTo>
                    <a:pt x="1403" y="2678"/>
                    <a:pt x="1427" y="2690"/>
                    <a:pt x="1451" y="2690"/>
                  </a:cubicBezTo>
                  <a:cubicBezTo>
                    <a:pt x="1505" y="2690"/>
                    <a:pt x="1560" y="2631"/>
                    <a:pt x="1527" y="2568"/>
                  </a:cubicBezTo>
                  <a:cubicBezTo>
                    <a:pt x="1092" y="1718"/>
                    <a:pt x="662" y="794"/>
                    <a:pt x="101" y="21"/>
                  </a:cubicBezTo>
                  <a:cubicBezTo>
                    <a:pt x="91" y="7"/>
                    <a:pt x="75" y="1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252;p34"/>
            <p:cNvSpPr/>
            <p:nvPr/>
          </p:nvSpPr>
          <p:spPr>
            <a:xfrm>
              <a:off x="8181950" y="1942675"/>
              <a:ext cx="14050" cy="195375"/>
            </a:xfrm>
            <a:custGeom>
              <a:avLst/>
              <a:gdLst/>
              <a:ahLst/>
              <a:cxnLst/>
              <a:rect l="l" t="t" r="r" b="b"/>
              <a:pathLst>
                <a:path w="562" h="7815" extrusionOk="0"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1" y="2"/>
                    <a:pt x="8" y="439"/>
                    <a:pt x="39" y="1147"/>
                  </a:cubicBezTo>
                  <a:cubicBezTo>
                    <a:pt x="72" y="1855"/>
                    <a:pt x="126" y="2831"/>
                    <a:pt x="197" y="3912"/>
                  </a:cubicBezTo>
                  <a:cubicBezTo>
                    <a:pt x="269" y="4991"/>
                    <a:pt x="343" y="5969"/>
                    <a:pt x="404" y="6674"/>
                  </a:cubicBezTo>
                  <a:cubicBezTo>
                    <a:pt x="466" y="7379"/>
                    <a:pt x="516" y="7814"/>
                    <a:pt x="538" y="7814"/>
                  </a:cubicBezTo>
                  <a:cubicBezTo>
                    <a:pt x="538" y="7814"/>
                    <a:pt x="538" y="7814"/>
                    <a:pt x="538" y="7814"/>
                  </a:cubicBezTo>
                  <a:cubicBezTo>
                    <a:pt x="561" y="7812"/>
                    <a:pt x="554" y="7373"/>
                    <a:pt x="521" y="6665"/>
                  </a:cubicBezTo>
                  <a:cubicBezTo>
                    <a:pt x="490" y="5957"/>
                    <a:pt x="435" y="4980"/>
                    <a:pt x="364" y="3902"/>
                  </a:cubicBezTo>
                  <a:cubicBezTo>
                    <a:pt x="293" y="2823"/>
                    <a:pt x="219" y="1847"/>
                    <a:pt x="157" y="1142"/>
                  </a:cubicBezTo>
                  <a:cubicBezTo>
                    <a:pt x="96" y="437"/>
                    <a:pt x="46" y="0"/>
                    <a:pt x="23" y="0"/>
                  </a:cubicBezTo>
                  <a:close/>
                </a:path>
              </a:pathLst>
            </a:custGeom>
            <a:solidFill>
              <a:srgbClr val="1D223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253;p34"/>
            <p:cNvSpPr/>
            <p:nvPr/>
          </p:nvSpPr>
          <p:spPr>
            <a:xfrm>
              <a:off x="7760975" y="1961450"/>
              <a:ext cx="5500" cy="200050"/>
            </a:xfrm>
            <a:custGeom>
              <a:avLst/>
              <a:gdLst/>
              <a:ahLst/>
              <a:cxnLst/>
              <a:rect l="l" t="t" r="r" b="b"/>
              <a:pathLst>
                <a:path w="220" h="8002" extrusionOk="0">
                  <a:moveTo>
                    <a:pt x="184" y="0"/>
                  </a:moveTo>
                  <a:cubicBezTo>
                    <a:pt x="173" y="0"/>
                    <a:pt x="156" y="110"/>
                    <a:pt x="136" y="312"/>
                  </a:cubicBezTo>
                  <a:cubicBezTo>
                    <a:pt x="117" y="514"/>
                    <a:pt x="95" y="806"/>
                    <a:pt x="75" y="1168"/>
                  </a:cubicBezTo>
                  <a:cubicBezTo>
                    <a:pt x="34" y="1893"/>
                    <a:pt x="0" y="2894"/>
                    <a:pt x="3" y="4000"/>
                  </a:cubicBezTo>
                  <a:cubicBezTo>
                    <a:pt x="5" y="5108"/>
                    <a:pt x="40" y="6109"/>
                    <a:pt x="84" y="6832"/>
                  </a:cubicBezTo>
                  <a:cubicBezTo>
                    <a:pt x="105" y="7194"/>
                    <a:pt x="127" y="7488"/>
                    <a:pt x="147" y="7689"/>
                  </a:cubicBezTo>
                  <a:cubicBezTo>
                    <a:pt x="167" y="7891"/>
                    <a:pt x="184" y="8002"/>
                    <a:pt x="195" y="8002"/>
                  </a:cubicBezTo>
                  <a:cubicBezTo>
                    <a:pt x="219" y="8000"/>
                    <a:pt x="214" y="7552"/>
                    <a:pt x="201" y="6828"/>
                  </a:cubicBezTo>
                  <a:cubicBezTo>
                    <a:pt x="188" y="6104"/>
                    <a:pt x="170" y="5104"/>
                    <a:pt x="169" y="4000"/>
                  </a:cubicBezTo>
                  <a:cubicBezTo>
                    <a:pt x="168" y="2897"/>
                    <a:pt x="183" y="1897"/>
                    <a:pt x="193" y="1174"/>
                  </a:cubicBezTo>
                  <a:cubicBezTo>
                    <a:pt x="204" y="450"/>
                    <a:pt x="207" y="1"/>
                    <a:pt x="184" y="0"/>
                  </a:cubicBezTo>
                  <a:close/>
                </a:path>
              </a:pathLst>
            </a:custGeom>
            <a:solidFill>
              <a:srgbClr val="1D223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254;p34"/>
            <p:cNvSpPr/>
            <p:nvPr/>
          </p:nvSpPr>
          <p:spPr>
            <a:xfrm>
              <a:off x="7617025" y="2166975"/>
              <a:ext cx="7225" cy="50150"/>
            </a:xfrm>
            <a:custGeom>
              <a:avLst/>
              <a:gdLst/>
              <a:ahLst/>
              <a:cxnLst/>
              <a:rect l="l" t="t" r="r" b="b"/>
              <a:pathLst>
                <a:path w="289" h="2006" extrusionOk="0">
                  <a:moveTo>
                    <a:pt x="49" y="0"/>
                  </a:moveTo>
                  <a:cubicBezTo>
                    <a:pt x="48" y="0"/>
                    <a:pt x="48" y="0"/>
                    <a:pt x="47" y="1"/>
                  </a:cubicBezTo>
                  <a:cubicBezTo>
                    <a:pt x="0" y="14"/>
                    <a:pt x="101" y="454"/>
                    <a:pt x="109" y="1002"/>
                  </a:cubicBezTo>
                  <a:cubicBezTo>
                    <a:pt x="122" y="1550"/>
                    <a:pt x="38" y="1993"/>
                    <a:pt x="86" y="2005"/>
                  </a:cubicBezTo>
                  <a:cubicBezTo>
                    <a:pt x="86" y="2005"/>
                    <a:pt x="87" y="2005"/>
                    <a:pt x="88" y="2005"/>
                  </a:cubicBezTo>
                  <a:cubicBezTo>
                    <a:pt x="132" y="2005"/>
                    <a:pt x="289" y="1566"/>
                    <a:pt x="276" y="999"/>
                  </a:cubicBezTo>
                  <a:cubicBezTo>
                    <a:pt x="267" y="434"/>
                    <a:pt x="94" y="0"/>
                    <a:pt x="4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255;p34"/>
            <p:cNvSpPr/>
            <p:nvPr/>
          </p:nvSpPr>
          <p:spPr>
            <a:xfrm>
              <a:off x="7399800" y="1914125"/>
              <a:ext cx="49150" cy="37275"/>
            </a:xfrm>
            <a:custGeom>
              <a:avLst/>
              <a:gdLst/>
              <a:ahLst/>
              <a:cxnLst/>
              <a:rect l="l" t="t" r="r" b="b"/>
              <a:pathLst>
                <a:path w="1966" h="1491" extrusionOk="0">
                  <a:moveTo>
                    <a:pt x="1943" y="0"/>
                  </a:moveTo>
                  <a:cubicBezTo>
                    <a:pt x="1919" y="0"/>
                    <a:pt x="1812" y="104"/>
                    <a:pt x="1701" y="314"/>
                  </a:cubicBezTo>
                  <a:cubicBezTo>
                    <a:pt x="1588" y="515"/>
                    <a:pt x="1516" y="821"/>
                    <a:pt x="1431" y="1142"/>
                  </a:cubicBezTo>
                  <a:lnTo>
                    <a:pt x="1431" y="1142"/>
                  </a:lnTo>
                  <a:lnTo>
                    <a:pt x="1406" y="1134"/>
                  </a:lnTo>
                  <a:cubicBezTo>
                    <a:pt x="1264" y="1091"/>
                    <a:pt x="1124" y="1073"/>
                    <a:pt x="991" y="1073"/>
                  </a:cubicBezTo>
                  <a:cubicBezTo>
                    <a:pt x="739" y="1073"/>
                    <a:pt x="513" y="1137"/>
                    <a:pt x="355" y="1216"/>
                  </a:cubicBezTo>
                  <a:cubicBezTo>
                    <a:pt x="107" y="1338"/>
                    <a:pt x="0" y="1475"/>
                    <a:pt x="14" y="1488"/>
                  </a:cubicBezTo>
                  <a:cubicBezTo>
                    <a:pt x="15" y="1490"/>
                    <a:pt x="18" y="1491"/>
                    <a:pt x="21" y="1491"/>
                  </a:cubicBezTo>
                  <a:cubicBezTo>
                    <a:pt x="55" y="1491"/>
                    <a:pt x="183" y="1401"/>
                    <a:pt x="400" y="1325"/>
                  </a:cubicBezTo>
                  <a:cubicBezTo>
                    <a:pt x="543" y="1274"/>
                    <a:pt x="731" y="1233"/>
                    <a:pt x="938" y="1233"/>
                  </a:cubicBezTo>
                  <a:cubicBezTo>
                    <a:pt x="1073" y="1233"/>
                    <a:pt x="1215" y="1250"/>
                    <a:pt x="1359" y="1293"/>
                  </a:cubicBezTo>
                  <a:lnTo>
                    <a:pt x="1457" y="1327"/>
                  </a:lnTo>
                  <a:lnTo>
                    <a:pt x="1546" y="1357"/>
                  </a:lnTo>
                  <a:lnTo>
                    <a:pt x="1568" y="1272"/>
                  </a:lnTo>
                  <a:cubicBezTo>
                    <a:pt x="1664" y="900"/>
                    <a:pt x="1715" y="578"/>
                    <a:pt x="1804" y="361"/>
                  </a:cubicBezTo>
                  <a:cubicBezTo>
                    <a:pt x="1887" y="141"/>
                    <a:pt x="1966" y="15"/>
                    <a:pt x="1946" y="1"/>
                  </a:cubicBezTo>
                  <a:cubicBezTo>
                    <a:pt x="1945" y="0"/>
                    <a:pt x="1944" y="0"/>
                    <a:pt x="194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56;p34"/>
            <p:cNvSpPr/>
            <p:nvPr/>
          </p:nvSpPr>
          <p:spPr>
            <a:xfrm>
              <a:off x="7319475" y="1850450"/>
              <a:ext cx="44375" cy="80050"/>
            </a:xfrm>
            <a:custGeom>
              <a:avLst/>
              <a:gdLst/>
              <a:ahLst/>
              <a:cxnLst/>
              <a:rect l="l" t="t" r="r" b="b"/>
              <a:pathLst>
                <a:path w="1775" h="3202" extrusionOk="0">
                  <a:moveTo>
                    <a:pt x="44" y="1"/>
                  </a:moveTo>
                  <a:cubicBezTo>
                    <a:pt x="44" y="1"/>
                    <a:pt x="43" y="1"/>
                    <a:pt x="43" y="1"/>
                  </a:cubicBezTo>
                  <a:cubicBezTo>
                    <a:pt x="1" y="21"/>
                    <a:pt x="309" y="774"/>
                    <a:pt x="780" y="1659"/>
                  </a:cubicBezTo>
                  <a:cubicBezTo>
                    <a:pt x="1238" y="2530"/>
                    <a:pt x="1680" y="3201"/>
                    <a:pt x="1732" y="3201"/>
                  </a:cubicBezTo>
                  <a:cubicBezTo>
                    <a:pt x="1733" y="3201"/>
                    <a:pt x="1733" y="3201"/>
                    <a:pt x="1734" y="3201"/>
                  </a:cubicBezTo>
                  <a:cubicBezTo>
                    <a:pt x="1774" y="3178"/>
                    <a:pt x="1392" y="2465"/>
                    <a:pt x="927" y="1582"/>
                  </a:cubicBezTo>
                  <a:cubicBezTo>
                    <a:pt x="465" y="711"/>
                    <a:pt x="93" y="1"/>
                    <a:pt x="44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57;p34"/>
            <p:cNvSpPr/>
            <p:nvPr/>
          </p:nvSpPr>
          <p:spPr>
            <a:xfrm>
              <a:off x="7303800" y="1883225"/>
              <a:ext cx="33250" cy="59050"/>
            </a:xfrm>
            <a:custGeom>
              <a:avLst/>
              <a:gdLst/>
              <a:ahLst/>
              <a:cxnLst/>
              <a:rect l="l" t="t" r="r" b="b"/>
              <a:pathLst>
                <a:path w="1330" h="2362" extrusionOk="0">
                  <a:moveTo>
                    <a:pt x="43" y="0"/>
                  </a:moveTo>
                  <a:cubicBezTo>
                    <a:pt x="42" y="0"/>
                    <a:pt x="41" y="0"/>
                    <a:pt x="40" y="1"/>
                  </a:cubicBezTo>
                  <a:cubicBezTo>
                    <a:pt x="0" y="19"/>
                    <a:pt x="210" y="580"/>
                    <a:pt x="554" y="1238"/>
                  </a:cubicBezTo>
                  <a:cubicBezTo>
                    <a:pt x="896" y="1878"/>
                    <a:pt x="1235" y="2361"/>
                    <a:pt x="1284" y="2361"/>
                  </a:cubicBezTo>
                  <a:cubicBezTo>
                    <a:pt x="1285" y="2361"/>
                    <a:pt x="1286" y="2361"/>
                    <a:pt x="1287" y="2361"/>
                  </a:cubicBezTo>
                  <a:cubicBezTo>
                    <a:pt x="1329" y="2335"/>
                    <a:pt x="1047" y="1808"/>
                    <a:pt x="702" y="1160"/>
                  </a:cubicBezTo>
                  <a:cubicBezTo>
                    <a:pt x="368" y="523"/>
                    <a:pt x="94" y="0"/>
                    <a:pt x="4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58;p34"/>
            <p:cNvSpPr/>
            <p:nvPr/>
          </p:nvSpPr>
          <p:spPr>
            <a:xfrm>
              <a:off x="8115425" y="2426925"/>
              <a:ext cx="133150" cy="90725"/>
            </a:xfrm>
            <a:custGeom>
              <a:avLst/>
              <a:gdLst/>
              <a:ahLst/>
              <a:cxnLst/>
              <a:rect l="l" t="t" r="r" b="b"/>
              <a:pathLst>
                <a:path w="5326" h="3629" extrusionOk="0">
                  <a:moveTo>
                    <a:pt x="85" y="0"/>
                  </a:moveTo>
                  <a:cubicBezTo>
                    <a:pt x="42" y="0"/>
                    <a:pt x="1" y="33"/>
                    <a:pt x="17" y="86"/>
                  </a:cubicBezTo>
                  <a:cubicBezTo>
                    <a:pt x="692" y="2170"/>
                    <a:pt x="2699" y="3629"/>
                    <a:pt x="4875" y="3629"/>
                  </a:cubicBezTo>
                  <a:cubicBezTo>
                    <a:pt x="4994" y="3629"/>
                    <a:pt x="5114" y="3624"/>
                    <a:pt x="5234" y="3616"/>
                  </a:cubicBezTo>
                  <a:cubicBezTo>
                    <a:pt x="5323" y="3609"/>
                    <a:pt x="5326" y="3474"/>
                    <a:pt x="5237" y="3474"/>
                  </a:cubicBezTo>
                  <a:cubicBezTo>
                    <a:pt x="5236" y="3474"/>
                    <a:pt x="5235" y="3474"/>
                    <a:pt x="5234" y="3475"/>
                  </a:cubicBezTo>
                  <a:cubicBezTo>
                    <a:pt x="5180" y="3476"/>
                    <a:pt x="5126" y="3477"/>
                    <a:pt x="5072" y="3477"/>
                  </a:cubicBezTo>
                  <a:cubicBezTo>
                    <a:pt x="2850" y="3477"/>
                    <a:pt x="923" y="2158"/>
                    <a:pt x="154" y="48"/>
                  </a:cubicBezTo>
                  <a:cubicBezTo>
                    <a:pt x="142" y="15"/>
                    <a:pt x="113" y="0"/>
                    <a:pt x="8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59;p34"/>
            <p:cNvSpPr/>
            <p:nvPr/>
          </p:nvSpPr>
          <p:spPr>
            <a:xfrm>
              <a:off x="7781875" y="2414775"/>
              <a:ext cx="95825" cy="153800"/>
            </a:xfrm>
            <a:custGeom>
              <a:avLst/>
              <a:gdLst/>
              <a:ahLst/>
              <a:cxnLst/>
              <a:rect l="l" t="t" r="r" b="b"/>
              <a:pathLst>
                <a:path w="3833" h="6152" extrusionOk="0">
                  <a:moveTo>
                    <a:pt x="3760" y="1"/>
                  </a:moveTo>
                  <a:cubicBezTo>
                    <a:pt x="3723" y="1"/>
                    <a:pt x="3685" y="24"/>
                    <a:pt x="3683" y="71"/>
                  </a:cubicBezTo>
                  <a:cubicBezTo>
                    <a:pt x="3550" y="2628"/>
                    <a:pt x="2206" y="4791"/>
                    <a:pt x="22" y="6109"/>
                  </a:cubicBezTo>
                  <a:cubicBezTo>
                    <a:pt x="0" y="6122"/>
                    <a:pt x="12" y="6152"/>
                    <a:pt x="32" y="6152"/>
                  </a:cubicBezTo>
                  <a:cubicBezTo>
                    <a:pt x="36" y="6152"/>
                    <a:pt x="40" y="6151"/>
                    <a:pt x="44" y="6148"/>
                  </a:cubicBezTo>
                  <a:lnTo>
                    <a:pt x="44" y="6149"/>
                  </a:lnTo>
                  <a:cubicBezTo>
                    <a:pt x="2275" y="4919"/>
                    <a:pt x="3683" y="2607"/>
                    <a:pt x="3830" y="71"/>
                  </a:cubicBezTo>
                  <a:cubicBezTo>
                    <a:pt x="3833" y="24"/>
                    <a:pt x="3797" y="1"/>
                    <a:pt x="376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260;p34"/>
            <p:cNvSpPr/>
            <p:nvPr/>
          </p:nvSpPr>
          <p:spPr>
            <a:xfrm>
              <a:off x="7870950" y="2061050"/>
              <a:ext cx="181075" cy="374400"/>
            </a:xfrm>
            <a:custGeom>
              <a:avLst/>
              <a:gdLst/>
              <a:ahLst/>
              <a:cxnLst/>
              <a:rect l="l" t="t" r="r" b="b"/>
              <a:pathLst>
                <a:path w="7243" h="14976" extrusionOk="0">
                  <a:moveTo>
                    <a:pt x="3752" y="1"/>
                  </a:moveTo>
                  <a:lnTo>
                    <a:pt x="0" y="934"/>
                  </a:lnTo>
                  <a:lnTo>
                    <a:pt x="3491" y="14976"/>
                  </a:lnTo>
                  <a:lnTo>
                    <a:pt x="7242" y="14043"/>
                  </a:lnTo>
                  <a:lnTo>
                    <a:pt x="37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261;p34"/>
            <p:cNvSpPr/>
            <p:nvPr/>
          </p:nvSpPr>
          <p:spPr>
            <a:xfrm>
              <a:off x="7891200" y="2151175"/>
              <a:ext cx="93200" cy="23400"/>
            </a:xfrm>
            <a:custGeom>
              <a:avLst/>
              <a:gdLst/>
              <a:ahLst/>
              <a:cxnLst/>
              <a:rect l="l" t="t" r="r" b="b"/>
              <a:pathLst>
                <a:path w="3728" h="936" extrusionOk="0">
                  <a:moveTo>
                    <a:pt x="3686" y="0"/>
                  </a:moveTo>
                  <a:cubicBezTo>
                    <a:pt x="3524" y="0"/>
                    <a:pt x="2758" y="160"/>
                    <a:pt x="1844" y="387"/>
                  </a:cubicBezTo>
                  <a:cubicBezTo>
                    <a:pt x="822" y="641"/>
                    <a:pt x="1" y="884"/>
                    <a:pt x="12" y="928"/>
                  </a:cubicBezTo>
                  <a:cubicBezTo>
                    <a:pt x="13" y="933"/>
                    <a:pt x="24" y="935"/>
                    <a:pt x="43" y="935"/>
                  </a:cubicBezTo>
                  <a:cubicBezTo>
                    <a:pt x="205" y="935"/>
                    <a:pt x="971" y="775"/>
                    <a:pt x="1884" y="548"/>
                  </a:cubicBezTo>
                  <a:cubicBezTo>
                    <a:pt x="2908" y="294"/>
                    <a:pt x="3728" y="52"/>
                    <a:pt x="3717" y="7"/>
                  </a:cubicBezTo>
                  <a:cubicBezTo>
                    <a:pt x="3716" y="3"/>
                    <a:pt x="3705" y="0"/>
                    <a:pt x="3686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262;p34"/>
            <p:cNvSpPr/>
            <p:nvPr/>
          </p:nvSpPr>
          <p:spPr>
            <a:xfrm>
              <a:off x="7900650" y="2179600"/>
              <a:ext cx="95350" cy="23950"/>
            </a:xfrm>
            <a:custGeom>
              <a:avLst/>
              <a:gdLst/>
              <a:ahLst/>
              <a:cxnLst/>
              <a:rect l="l" t="t" r="r" b="b"/>
              <a:pathLst>
                <a:path w="3814" h="958" extrusionOk="0">
                  <a:moveTo>
                    <a:pt x="3770" y="0"/>
                  </a:moveTo>
                  <a:cubicBezTo>
                    <a:pt x="3605" y="0"/>
                    <a:pt x="2820" y="165"/>
                    <a:pt x="1886" y="398"/>
                  </a:cubicBezTo>
                  <a:cubicBezTo>
                    <a:pt x="840" y="658"/>
                    <a:pt x="1" y="906"/>
                    <a:pt x="12" y="950"/>
                  </a:cubicBezTo>
                  <a:cubicBezTo>
                    <a:pt x="13" y="955"/>
                    <a:pt x="23" y="957"/>
                    <a:pt x="41" y="957"/>
                  </a:cubicBezTo>
                  <a:cubicBezTo>
                    <a:pt x="201" y="957"/>
                    <a:pt x="989" y="793"/>
                    <a:pt x="1927" y="560"/>
                  </a:cubicBezTo>
                  <a:cubicBezTo>
                    <a:pt x="2974" y="299"/>
                    <a:pt x="3813" y="52"/>
                    <a:pt x="3802" y="8"/>
                  </a:cubicBezTo>
                  <a:cubicBezTo>
                    <a:pt x="3801" y="3"/>
                    <a:pt x="3790" y="0"/>
                    <a:pt x="3770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263;p34"/>
            <p:cNvSpPr/>
            <p:nvPr/>
          </p:nvSpPr>
          <p:spPr>
            <a:xfrm>
              <a:off x="7945925" y="2362225"/>
              <a:ext cx="93200" cy="23400"/>
            </a:xfrm>
            <a:custGeom>
              <a:avLst/>
              <a:gdLst/>
              <a:ahLst/>
              <a:cxnLst/>
              <a:rect l="l" t="t" r="r" b="b"/>
              <a:pathLst>
                <a:path w="3728" h="936" extrusionOk="0">
                  <a:moveTo>
                    <a:pt x="3684" y="0"/>
                  </a:moveTo>
                  <a:cubicBezTo>
                    <a:pt x="3520" y="0"/>
                    <a:pt x="2755" y="160"/>
                    <a:pt x="1844" y="386"/>
                  </a:cubicBezTo>
                  <a:cubicBezTo>
                    <a:pt x="820" y="641"/>
                    <a:pt x="1" y="884"/>
                    <a:pt x="12" y="928"/>
                  </a:cubicBezTo>
                  <a:cubicBezTo>
                    <a:pt x="13" y="933"/>
                    <a:pt x="24" y="935"/>
                    <a:pt x="43" y="935"/>
                  </a:cubicBezTo>
                  <a:cubicBezTo>
                    <a:pt x="205" y="935"/>
                    <a:pt x="971" y="776"/>
                    <a:pt x="1884" y="549"/>
                  </a:cubicBezTo>
                  <a:cubicBezTo>
                    <a:pt x="2907" y="294"/>
                    <a:pt x="3728" y="52"/>
                    <a:pt x="3717" y="8"/>
                  </a:cubicBezTo>
                  <a:cubicBezTo>
                    <a:pt x="3716" y="3"/>
                    <a:pt x="3704" y="0"/>
                    <a:pt x="3684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264;p34"/>
            <p:cNvSpPr/>
            <p:nvPr/>
          </p:nvSpPr>
          <p:spPr>
            <a:xfrm>
              <a:off x="7936500" y="2333000"/>
              <a:ext cx="94250" cy="23675"/>
            </a:xfrm>
            <a:custGeom>
              <a:avLst/>
              <a:gdLst/>
              <a:ahLst/>
              <a:cxnLst/>
              <a:rect l="l" t="t" r="r" b="b"/>
              <a:pathLst>
                <a:path w="3770" h="947" extrusionOk="0">
                  <a:moveTo>
                    <a:pt x="3727" y="0"/>
                  </a:moveTo>
                  <a:cubicBezTo>
                    <a:pt x="3565" y="0"/>
                    <a:pt x="2789" y="162"/>
                    <a:pt x="1865" y="393"/>
                  </a:cubicBezTo>
                  <a:cubicBezTo>
                    <a:pt x="830" y="650"/>
                    <a:pt x="0" y="895"/>
                    <a:pt x="11" y="939"/>
                  </a:cubicBezTo>
                  <a:cubicBezTo>
                    <a:pt x="13" y="944"/>
                    <a:pt x="23" y="946"/>
                    <a:pt x="43" y="946"/>
                  </a:cubicBezTo>
                  <a:cubicBezTo>
                    <a:pt x="207" y="946"/>
                    <a:pt x="982" y="784"/>
                    <a:pt x="1905" y="555"/>
                  </a:cubicBezTo>
                  <a:cubicBezTo>
                    <a:pt x="2940" y="297"/>
                    <a:pt x="3769" y="53"/>
                    <a:pt x="3758" y="7"/>
                  </a:cubicBezTo>
                  <a:cubicBezTo>
                    <a:pt x="3757" y="3"/>
                    <a:pt x="3747" y="0"/>
                    <a:pt x="3727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265;p34"/>
            <p:cNvSpPr/>
            <p:nvPr/>
          </p:nvSpPr>
          <p:spPr>
            <a:xfrm>
              <a:off x="7978575" y="2092150"/>
              <a:ext cx="197650" cy="320375"/>
            </a:xfrm>
            <a:custGeom>
              <a:avLst/>
              <a:gdLst/>
              <a:ahLst/>
              <a:cxnLst/>
              <a:rect l="l" t="t" r="r" b="b"/>
              <a:pathLst>
                <a:path w="7906" h="12815" extrusionOk="0">
                  <a:moveTo>
                    <a:pt x="5031" y="1"/>
                  </a:moveTo>
                  <a:lnTo>
                    <a:pt x="1" y="1251"/>
                  </a:lnTo>
                  <a:lnTo>
                    <a:pt x="2875" y="12814"/>
                  </a:lnTo>
                  <a:lnTo>
                    <a:pt x="7906" y="11564"/>
                  </a:lnTo>
                  <a:lnTo>
                    <a:pt x="5031" y="1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266;p34"/>
            <p:cNvSpPr/>
            <p:nvPr/>
          </p:nvSpPr>
          <p:spPr>
            <a:xfrm>
              <a:off x="7996325" y="2108425"/>
              <a:ext cx="46050" cy="84300"/>
            </a:xfrm>
            <a:custGeom>
              <a:avLst/>
              <a:gdLst/>
              <a:ahLst/>
              <a:cxnLst/>
              <a:rect l="l" t="t" r="r" b="b"/>
              <a:pathLst>
                <a:path w="1842" h="3372" extrusionOk="0">
                  <a:moveTo>
                    <a:pt x="1698" y="0"/>
                  </a:moveTo>
                  <a:cubicBezTo>
                    <a:pt x="1698" y="0"/>
                    <a:pt x="1698" y="0"/>
                    <a:pt x="1697" y="0"/>
                  </a:cubicBezTo>
                  <a:cubicBezTo>
                    <a:pt x="1671" y="5"/>
                    <a:pt x="1710" y="233"/>
                    <a:pt x="1702" y="591"/>
                  </a:cubicBezTo>
                  <a:cubicBezTo>
                    <a:pt x="1693" y="950"/>
                    <a:pt x="1613" y="1452"/>
                    <a:pt x="1369" y="1942"/>
                  </a:cubicBezTo>
                  <a:cubicBezTo>
                    <a:pt x="1123" y="2430"/>
                    <a:pt x="770" y="2795"/>
                    <a:pt x="488" y="3017"/>
                  </a:cubicBezTo>
                  <a:cubicBezTo>
                    <a:pt x="206" y="3242"/>
                    <a:pt x="1" y="3344"/>
                    <a:pt x="13" y="3369"/>
                  </a:cubicBezTo>
                  <a:cubicBezTo>
                    <a:pt x="13" y="3370"/>
                    <a:pt x="16" y="3371"/>
                    <a:pt x="21" y="3371"/>
                  </a:cubicBezTo>
                  <a:cubicBezTo>
                    <a:pt x="65" y="3371"/>
                    <a:pt x="276" y="3301"/>
                    <a:pt x="558" y="3112"/>
                  </a:cubicBezTo>
                  <a:cubicBezTo>
                    <a:pt x="869" y="2907"/>
                    <a:pt x="1258" y="2535"/>
                    <a:pt x="1518" y="2016"/>
                  </a:cubicBezTo>
                  <a:cubicBezTo>
                    <a:pt x="1777" y="1497"/>
                    <a:pt x="1842" y="962"/>
                    <a:pt x="1820" y="590"/>
                  </a:cubicBezTo>
                  <a:cubicBezTo>
                    <a:pt x="1800" y="219"/>
                    <a:pt x="1717" y="0"/>
                    <a:pt x="1698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267;p34"/>
            <p:cNvSpPr/>
            <p:nvPr/>
          </p:nvSpPr>
          <p:spPr>
            <a:xfrm>
              <a:off x="8017350" y="2212425"/>
              <a:ext cx="115925" cy="54075"/>
            </a:xfrm>
            <a:custGeom>
              <a:avLst/>
              <a:gdLst/>
              <a:ahLst/>
              <a:cxnLst/>
              <a:rect l="l" t="t" r="r" b="b"/>
              <a:pathLst>
                <a:path w="4637" h="2163" extrusionOk="0">
                  <a:moveTo>
                    <a:pt x="3886" y="0"/>
                  </a:moveTo>
                  <a:cubicBezTo>
                    <a:pt x="3876" y="0"/>
                    <a:pt x="3865" y="1"/>
                    <a:pt x="3854" y="1"/>
                  </a:cubicBezTo>
                  <a:cubicBezTo>
                    <a:pt x="3367" y="4"/>
                    <a:pt x="2690" y="114"/>
                    <a:pt x="2007" y="419"/>
                  </a:cubicBezTo>
                  <a:cubicBezTo>
                    <a:pt x="1325" y="727"/>
                    <a:pt x="793" y="1161"/>
                    <a:pt x="468" y="1522"/>
                  </a:cubicBezTo>
                  <a:cubicBezTo>
                    <a:pt x="140" y="1884"/>
                    <a:pt x="0" y="2153"/>
                    <a:pt x="15" y="2162"/>
                  </a:cubicBezTo>
                  <a:cubicBezTo>
                    <a:pt x="15" y="2162"/>
                    <a:pt x="16" y="2163"/>
                    <a:pt x="17" y="2163"/>
                  </a:cubicBezTo>
                  <a:cubicBezTo>
                    <a:pt x="51" y="2163"/>
                    <a:pt x="224" y="1925"/>
                    <a:pt x="552" y="1604"/>
                  </a:cubicBezTo>
                  <a:cubicBezTo>
                    <a:pt x="891" y="1273"/>
                    <a:pt x="1416" y="869"/>
                    <a:pt x="2076" y="570"/>
                  </a:cubicBezTo>
                  <a:cubicBezTo>
                    <a:pt x="2735" y="276"/>
                    <a:pt x="3385" y="153"/>
                    <a:pt x="3859" y="118"/>
                  </a:cubicBezTo>
                  <a:cubicBezTo>
                    <a:pt x="4334" y="84"/>
                    <a:pt x="4630" y="115"/>
                    <a:pt x="4633" y="86"/>
                  </a:cubicBezTo>
                  <a:cubicBezTo>
                    <a:pt x="4637" y="70"/>
                    <a:pt x="4352" y="0"/>
                    <a:pt x="3886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268;p34"/>
            <p:cNvSpPr/>
            <p:nvPr/>
          </p:nvSpPr>
          <p:spPr>
            <a:xfrm>
              <a:off x="8067625" y="2294175"/>
              <a:ext cx="84400" cy="114075"/>
            </a:xfrm>
            <a:custGeom>
              <a:avLst/>
              <a:gdLst/>
              <a:ahLst/>
              <a:cxnLst/>
              <a:rect l="l" t="t" r="r" b="b"/>
              <a:pathLst>
                <a:path w="3376" h="4563" extrusionOk="0">
                  <a:moveTo>
                    <a:pt x="2871" y="1"/>
                  </a:moveTo>
                  <a:cubicBezTo>
                    <a:pt x="2733" y="1"/>
                    <a:pt x="2571" y="13"/>
                    <a:pt x="2390" y="46"/>
                  </a:cubicBezTo>
                  <a:cubicBezTo>
                    <a:pt x="1794" y="144"/>
                    <a:pt x="950" y="554"/>
                    <a:pt x="470" y="1396"/>
                  </a:cubicBezTo>
                  <a:cubicBezTo>
                    <a:pt x="0" y="2242"/>
                    <a:pt x="90" y="3176"/>
                    <a:pt x="316" y="3738"/>
                  </a:cubicBezTo>
                  <a:cubicBezTo>
                    <a:pt x="427" y="4026"/>
                    <a:pt x="560" y="4238"/>
                    <a:pt x="667" y="4372"/>
                  </a:cubicBezTo>
                  <a:cubicBezTo>
                    <a:pt x="769" y="4501"/>
                    <a:pt x="839" y="4563"/>
                    <a:pt x="851" y="4563"/>
                  </a:cubicBezTo>
                  <a:cubicBezTo>
                    <a:pt x="852" y="4563"/>
                    <a:pt x="852" y="4562"/>
                    <a:pt x="852" y="4562"/>
                  </a:cubicBezTo>
                  <a:cubicBezTo>
                    <a:pt x="880" y="4542"/>
                    <a:pt x="612" y="4263"/>
                    <a:pt x="427" y="3698"/>
                  </a:cubicBezTo>
                  <a:cubicBezTo>
                    <a:pt x="238" y="3150"/>
                    <a:pt x="177" y="2268"/>
                    <a:pt x="616" y="1477"/>
                  </a:cubicBezTo>
                  <a:cubicBezTo>
                    <a:pt x="1062" y="692"/>
                    <a:pt x="1848" y="285"/>
                    <a:pt x="2415" y="161"/>
                  </a:cubicBezTo>
                  <a:cubicBezTo>
                    <a:pt x="2706" y="93"/>
                    <a:pt x="2946" y="80"/>
                    <a:pt x="3113" y="80"/>
                  </a:cubicBezTo>
                  <a:cubicBezTo>
                    <a:pt x="3211" y="80"/>
                    <a:pt x="3283" y="85"/>
                    <a:pt x="3326" y="85"/>
                  </a:cubicBezTo>
                  <a:cubicBezTo>
                    <a:pt x="3357" y="85"/>
                    <a:pt x="3373" y="83"/>
                    <a:pt x="3373" y="76"/>
                  </a:cubicBezTo>
                  <a:cubicBezTo>
                    <a:pt x="3375" y="67"/>
                    <a:pt x="3284" y="39"/>
                    <a:pt x="3114" y="16"/>
                  </a:cubicBezTo>
                  <a:cubicBezTo>
                    <a:pt x="3046" y="7"/>
                    <a:pt x="2964" y="1"/>
                    <a:pt x="2871" y="1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269;p34"/>
            <p:cNvSpPr/>
            <p:nvPr/>
          </p:nvSpPr>
          <p:spPr>
            <a:xfrm>
              <a:off x="8088225" y="2020300"/>
              <a:ext cx="134175" cy="362750"/>
            </a:xfrm>
            <a:custGeom>
              <a:avLst/>
              <a:gdLst/>
              <a:ahLst/>
              <a:cxnLst/>
              <a:rect l="l" t="t" r="r" b="b"/>
              <a:pathLst>
                <a:path w="5367" h="14510" extrusionOk="0">
                  <a:moveTo>
                    <a:pt x="1876" y="1"/>
                  </a:moveTo>
                  <a:lnTo>
                    <a:pt x="0" y="467"/>
                  </a:lnTo>
                  <a:lnTo>
                    <a:pt x="3491" y="14510"/>
                  </a:lnTo>
                  <a:lnTo>
                    <a:pt x="5367" y="14043"/>
                  </a:lnTo>
                  <a:lnTo>
                    <a:pt x="1876" y="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270;p34"/>
            <p:cNvSpPr/>
            <p:nvPr/>
          </p:nvSpPr>
          <p:spPr>
            <a:xfrm>
              <a:off x="8100875" y="2068225"/>
              <a:ext cx="44500" cy="11650"/>
            </a:xfrm>
            <a:custGeom>
              <a:avLst/>
              <a:gdLst/>
              <a:ahLst/>
              <a:cxnLst/>
              <a:rect l="l" t="t" r="r" b="b"/>
              <a:pathLst>
                <a:path w="1780" h="466" extrusionOk="0">
                  <a:moveTo>
                    <a:pt x="1707" y="0"/>
                  </a:moveTo>
                  <a:cubicBezTo>
                    <a:pt x="1576" y="0"/>
                    <a:pt x="1248" y="58"/>
                    <a:pt x="870" y="153"/>
                  </a:cubicBezTo>
                  <a:cubicBezTo>
                    <a:pt x="385" y="272"/>
                    <a:pt x="1" y="407"/>
                    <a:pt x="11" y="451"/>
                  </a:cubicBezTo>
                  <a:cubicBezTo>
                    <a:pt x="13" y="461"/>
                    <a:pt x="35" y="466"/>
                    <a:pt x="72" y="466"/>
                  </a:cubicBezTo>
                  <a:cubicBezTo>
                    <a:pt x="204" y="466"/>
                    <a:pt x="532" y="408"/>
                    <a:pt x="910" y="314"/>
                  </a:cubicBezTo>
                  <a:cubicBezTo>
                    <a:pt x="1396" y="194"/>
                    <a:pt x="1780" y="59"/>
                    <a:pt x="1769" y="15"/>
                  </a:cubicBezTo>
                  <a:cubicBezTo>
                    <a:pt x="1766" y="5"/>
                    <a:pt x="1745" y="0"/>
                    <a:pt x="1707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271;p34"/>
            <p:cNvSpPr/>
            <p:nvPr/>
          </p:nvSpPr>
          <p:spPr>
            <a:xfrm>
              <a:off x="8099950" y="2060325"/>
              <a:ext cx="44500" cy="11700"/>
            </a:xfrm>
            <a:custGeom>
              <a:avLst/>
              <a:gdLst/>
              <a:ahLst/>
              <a:cxnLst/>
              <a:rect l="l" t="t" r="r" b="b"/>
              <a:pathLst>
                <a:path w="1780" h="468" extrusionOk="0">
                  <a:moveTo>
                    <a:pt x="1707" y="1"/>
                  </a:moveTo>
                  <a:cubicBezTo>
                    <a:pt x="1575" y="1"/>
                    <a:pt x="1248" y="59"/>
                    <a:pt x="870" y="153"/>
                  </a:cubicBezTo>
                  <a:cubicBezTo>
                    <a:pt x="384" y="274"/>
                    <a:pt x="0" y="407"/>
                    <a:pt x="10" y="453"/>
                  </a:cubicBezTo>
                  <a:cubicBezTo>
                    <a:pt x="13" y="463"/>
                    <a:pt x="34" y="467"/>
                    <a:pt x="71" y="467"/>
                  </a:cubicBezTo>
                  <a:cubicBezTo>
                    <a:pt x="202" y="467"/>
                    <a:pt x="531" y="409"/>
                    <a:pt x="910" y="315"/>
                  </a:cubicBezTo>
                  <a:cubicBezTo>
                    <a:pt x="1395" y="194"/>
                    <a:pt x="1779" y="60"/>
                    <a:pt x="1768" y="15"/>
                  </a:cubicBezTo>
                  <a:cubicBezTo>
                    <a:pt x="1766" y="6"/>
                    <a:pt x="1744" y="1"/>
                    <a:pt x="1707" y="1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272;p34"/>
            <p:cNvSpPr/>
            <p:nvPr/>
          </p:nvSpPr>
          <p:spPr>
            <a:xfrm>
              <a:off x="8169525" y="2344300"/>
              <a:ext cx="44525" cy="11675"/>
            </a:xfrm>
            <a:custGeom>
              <a:avLst/>
              <a:gdLst/>
              <a:ahLst/>
              <a:cxnLst/>
              <a:rect l="l" t="t" r="r" b="b"/>
              <a:pathLst>
                <a:path w="1781" h="467" extrusionOk="0">
                  <a:moveTo>
                    <a:pt x="1708" y="1"/>
                  </a:moveTo>
                  <a:cubicBezTo>
                    <a:pt x="1576" y="1"/>
                    <a:pt x="1248" y="59"/>
                    <a:pt x="870" y="153"/>
                  </a:cubicBezTo>
                  <a:cubicBezTo>
                    <a:pt x="384" y="273"/>
                    <a:pt x="0" y="407"/>
                    <a:pt x="11" y="452"/>
                  </a:cubicBezTo>
                  <a:cubicBezTo>
                    <a:pt x="13" y="461"/>
                    <a:pt x="35" y="466"/>
                    <a:pt x="72" y="466"/>
                  </a:cubicBezTo>
                  <a:cubicBezTo>
                    <a:pt x="203" y="466"/>
                    <a:pt x="532" y="408"/>
                    <a:pt x="910" y="314"/>
                  </a:cubicBezTo>
                  <a:cubicBezTo>
                    <a:pt x="1395" y="194"/>
                    <a:pt x="1780" y="60"/>
                    <a:pt x="1769" y="15"/>
                  </a:cubicBezTo>
                  <a:cubicBezTo>
                    <a:pt x="1767" y="5"/>
                    <a:pt x="1745" y="1"/>
                    <a:pt x="1708" y="1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273;p34"/>
            <p:cNvSpPr/>
            <p:nvPr/>
          </p:nvSpPr>
          <p:spPr>
            <a:xfrm>
              <a:off x="8168575" y="2336425"/>
              <a:ext cx="44525" cy="11675"/>
            </a:xfrm>
            <a:custGeom>
              <a:avLst/>
              <a:gdLst/>
              <a:ahLst/>
              <a:cxnLst/>
              <a:rect l="l" t="t" r="r" b="b"/>
              <a:pathLst>
                <a:path w="1781" h="467" extrusionOk="0">
                  <a:moveTo>
                    <a:pt x="1708" y="0"/>
                  </a:moveTo>
                  <a:cubicBezTo>
                    <a:pt x="1576" y="0"/>
                    <a:pt x="1248" y="58"/>
                    <a:pt x="870" y="152"/>
                  </a:cubicBezTo>
                  <a:cubicBezTo>
                    <a:pt x="385" y="272"/>
                    <a:pt x="0" y="407"/>
                    <a:pt x="11" y="451"/>
                  </a:cubicBezTo>
                  <a:cubicBezTo>
                    <a:pt x="14" y="461"/>
                    <a:pt x="35" y="466"/>
                    <a:pt x="73" y="466"/>
                  </a:cubicBezTo>
                  <a:cubicBezTo>
                    <a:pt x="205" y="466"/>
                    <a:pt x="533" y="408"/>
                    <a:pt x="910" y="313"/>
                  </a:cubicBezTo>
                  <a:cubicBezTo>
                    <a:pt x="1395" y="194"/>
                    <a:pt x="1781" y="59"/>
                    <a:pt x="1769" y="15"/>
                  </a:cubicBezTo>
                  <a:cubicBezTo>
                    <a:pt x="1767" y="5"/>
                    <a:pt x="1745" y="0"/>
                    <a:pt x="1708" y="0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274;p34"/>
            <p:cNvSpPr/>
            <p:nvPr/>
          </p:nvSpPr>
          <p:spPr>
            <a:xfrm>
              <a:off x="8131725" y="2117250"/>
              <a:ext cx="46925" cy="179625"/>
            </a:xfrm>
            <a:custGeom>
              <a:avLst/>
              <a:gdLst/>
              <a:ahLst/>
              <a:cxnLst/>
              <a:rect l="l" t="t" r="r" b="b"/>
              <a:pathLst>
                <a:path w="1877" h="7185" extrusionOk="0">
                  <a:moveTo>
                    <a:pt x="47" y="1"/>
                  </a:moveTo>
                  <a:cubicBezTo>
                    <a:pt x="46" y="1"/>
                    <a:pt x="46" y="1"/>
                    <a:pt x="46" y="1"/>
                  </a:cubicBezTo>
                  <a:cubicBezTo>
                    <a:pt x="1" y="12"/>
                    <a:pt x="365" y="1630"/>
                    <a:pt x="858" y="3613"/>
                  </a:cubicBezTo>
                  <a:cubicBezTo>
                    <a:pt x="1349" y="5590"/>
                    <a:pt x="1785" y="7185"/>
                    <a:pt x="1831" y="7185"/>
                  </a:cubicBezTo>
                  <a:cubicBezTo>
                    <a:pt x="1832" y="7185"/>
                    <a:pt x="1832" y="7185"/>
                    <a:pt x="1832" y="7185"/>
                  </a:cubicBezTo>
                  <a:cubicBezTo>
                    <a:pt x="1876" y="7174"/>
                    <a:pt x="1513" y="5557"/>
                    <a:pt x="1020" y="3573"/>
                  </a:cubicBezTo>
                  <a:cubicBezTo>
                    <a:pt x="528" y="1596"/>
                    <a:pt x="94" y="1"/>
                    <a:pt x="47" y="1"/>
                  </a:cubicBezTo>
                  <a:close/>
                </a:path>
              </a:pathLst>
            </a:custGeom>
            <a:solidFill>
              <a:srgbClr val="DEF2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275;p34"/>
            <p:cNvSpPr/>
            <p:nvPr/>
          </p:nvSpPr>
          <p:spPr>
            <a:xfrm>
              <a:off x="7999725" y="2129650"/>
              <a:ext cx="396700" cy="308625"/>
            </a:xfrm>
            <a:custGeom>
              <a:avLst/>
              <a:gdLst/>
              <a:ahLst/>
              <a:cxnLst/>
              <a:rect l="l" t="t" r="r" b="b"/>
              <a:pathLst>
                <a:path w="15868" h="12345" extrusionOk="0">
                  <a:moveTo>
                    <a:pt x="11165" y="0"/>
                  </a:moveTo>
                  <a:cubicBezTo>
                    <a:pt x="9401" y="0"/>
                    <a:pt x="8018" y="358"/>
                    <a:pt x="8018" y="358"/>
                  </a:cubicBezTo>
                  <a:lnTo>
                    <a:pt x="8101" y="4371"/>
                  </a:lnTo>
                  <a:lnTo>
                    <a:pt x="0" y="5781"/>
                  </a:lnTo>
                  <a:lnTo>
                    <a:pt x="831" y="11743"/>
                  </a:lnTo>
                  <a:cubicBezTo>
                    <a:pt x="831" y="11743"/>
                    <a:pt x="3866" y="12344"/>
                    <a:pt x="7098" y="12344"/>
                  </a:cubicBezTo>
                  <a:cubicBezTo>
                    <a:pt x="8736" y="12344"/>
                    <a:pt x="10425" y="12190"/>
                    <a:pt x="11795" y="11724"/>
                  </a:cubicBezTo>
                  <a:cubicBezTo>
                    <a:pt x="15867" y="10340"/>
                    <a:pt x="15001" y="730"/>
                    <a:pt x="15001" y="730"/>
                  </a:cubicBezTo>
                  <a:cubicBezTo>
                    <a:pt x="13757" y="167"/>
                    <a:pt x="12372" y="0"/>
                    <a:pt x="11165" y="0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276;p34"/>
            <p:cNvSpPr/>
            <p:nvPr/>
          </p:nvSpPr>
          <p:spPr>
            <a:xfrm>
              <a:off x="8198925" y="2235825"/>
              <a:ext cx="50400" cy="32400"/>
            </a:xfrm>
            <a:custGeom>
              <a:avLst/>
              <a:gdLst/>
              <a:ahLst/>
              <a:cxnLst/>
              <a:rect l="l" t="t" r="r" b="b"/>
              <a:pathLst>
                <a:path w="2016" h="1296" extrusionOk="0">
                  <a:moveTo>
                    <a:pt x="59" y="1"/>
                  </a:moveTo>
                  <a:cubicBezTo>
                    <a:pt x="29" y="1"/>
                    <a:pt x="12" y="5"/>
                    <a:pt x="11" y="12"/>
                  </a:cubicBezTo>
                  <a:cubicBezTo>
                    <a:pt x="0" y="61"/>
                    <a:pt x="521" y="192"/>
                    <a:pt x="1063" y="549"/>
                  </a:cubicBezTo>
                  <a:cubicBezTo>
                    <a:pt x="1589" y="888"/>
                    <a:pt x="1915" y="1295"/>
                    <a:pt x="1973" y="1295"/>
                  </a:cubicBezTo>
                  <a:cubicBezTo>
                    <a:pt x="1975" y="1295"/>
                    <a:pt x="1977" y="1295"/>
                    <a:pt x="1978" y="1293"/>
                  </a:cubicBezTo>
                  <a:cubicBezTo>
                    <a:pt x="2016" y="1275"/>
                    <a:pt x="1730" y="781"/>
                    <a:pt x="1154" y="409"/>
                  </a:cubicBezTo>
                  <a:cubicBezTo>
                    <a:pt x="679" y="96"/>
                    <a:pt x="208" y="1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277;p34"/>
            <p:cNvSpPr/>
            <p:nvPr/>
          </p:nvSpPr>
          <p:spPr>
            <a:xfrm>
              <a:off x="7862400" y="2227825"/>
              <a:ext cx="201075" cy="202150"/>
            </a:xfrm>
            <a:custGeom>
              <a:avLst/>
              <a:gdLst/>
              <a:ahLst/>
              <a:cxnLst/>
              <a:rect l="l" t="t" r="r" b="b"/>
              <a:pathLst>
                <a:path w="8043" h="8086" extrusionOk="0">
                  <a:moveTo>
                    <a:pt x="5982" y="0"/>
                  </a:moveTo>
                  <a:cubicBezTo>
                    <a:pt x="5960" y="0"/>
                    <a:pt x="5947" y="1"/>
                    <a:pt x="5947" y="1"/>
                  </a:cubicBezTo>
                  <a:lnTo>
                    <a:pt x="5872" y="130"/>
                  </a:lnTo>
                  <a:cubicBezTo>
                    <a:pt x="5265" y="1155"/>
                    <a:pt x="4193" y="1834"/>
                    <a:pt x="3004" y="1890"/>
                  </a:cubicBezTo>
                  <a:lnTo>
                    <a:pt x="2970" y="1892"/>
                  </a:lnTo>
                  <a:cubicBezTo>
                    <a:pt x="1856" y="1937"/>
                    <a:pt x="456" y="1881"/>
                    <a:pt x="297" y="2203"/>
                  </a:cubicBezTo>
                  <a:cubicBezTo>
                    <a:pt x="0" y="2803"/>
                    <a:pt x="406" y="3218"/>
                    <a:pt x="1119" y="3575"/>
                  </a:cubicBezTo>
                  <a:cubicBezTo>
                    <a:pt x="1119" y="3575"/>
                    <a:pt x="701" y="4203"/>
                    <a:pt x="1233" y="4610"/>
                  </a:cubicBezTo>
                  <a:cubicBezTo>
                    <a:pt x="1233" y="4610"/>
                    <a:pt x="1119" y="5490"/>
                    <a:pt x="1544" y="5858"/>
                  </a:cubicBezTo>
                  <a:cubicBezTo>
                    <a:pt x="1903" y="6167"/>
                    <a:pt x="3974" y="7719"/>
                    <a:pt x="7694" y="8086"/>
                  </a:cubicBezTo>
                  <a:lnTo>
                    <a:pt x="7694" y="2783"/>
                  </a:lnTo>
                  <a:cubicBezTo>
                    <a:pt x="7694" y="2783"/>
                    <a:pt x="8043" y="1085"/>
                    <a:pt x="7091" y="332"/>
                  </a:cubicBezTo>
                  <a:cubicBezTo>
                    <a:pt x="6697" y="21"/>
                    <a:pt x="6128" y="0"/>
                    <a:pt x="5982" y="0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278;p34"/>
            <p:cNvSpPr/>
            <p:nvPr/>
          </p:nvSpPr>
          <p:spPr>
            <a:xfrm>
              <a:off x="7886450" y="2316250"/>
              <a:ext cx="94500" cy="12350"/>
            </a:xfrm>
            <a:custGeom>
              <a:avLst/>
              <a:gdLst/>
              <a:ahLst/>
              <a:cxnLst/>
              <a:rect l="l" t="t" r="r" b="b"/>
              <a:pathLst>
                <a:path w="3780" h="494" extrusionOk="0">
                  <a:moveTo>
                    <a:pt x="60" y="0"/>
                  </a:moveTo>
                  <a:cubicBezTo>
                    <a:pt x="25" y="0"/>
                    <a:pt x="0" y="51"/>
                    <a:pt x="39" y="70"/>
                  </a:cubicBezTo>
                  <a:cubicBezTo>
                    <a:pt x="641" y="360"/>
                    <a:pt x="1366" y="494"/>
                    <a:pt x="2086" y="494"/>
                  </a:cubicBezTo>
                  <a:cubicBezTo>
                    <a:pt x="2645" y="494"/>
                    <a:pt x="3202" y="413"/>
                    <a:pt x="3694" y="263"/>
                  </a:cubicBezTo>
                  <a:cubicBezTo>
                    <a:pt x="3779" y="237"/>
                    <a:pt x="3750" y="123"/>
                    <a:pt x="3671" y="123"/>
                  </a:cubicBezTo>
                  <a:cubicBezTo>
                    <a:pt x="3666" y="123"/>
                    <a:pt x="3661" y="123"/>
                    <a:pt x="3656" y="124"/>
                  </a:cubicBezTo>
                  <a:cubicBezTo>
                    <a:pt x="3121" y="214"/>
                    <a:pt x="2595" y="310"/>
                    <a:pt x="2053" y="310"/>
                  </a:cubicBezTo>
                  <a:cubicBezTo>
                    <a:pt x="1987" y="310"/>
                    <a:pt x="1921" y="308"/>
                    <a:pt x="1855" y="305"/>
                  </a:cubicBezTo>
                  <a:cubicBezTo>
                    <a:pt x="1243" y="278"/>
                    <a:pt x="664" y="113"/>
                    <a:pt x="68" y="1"/>
                  </a:cubicBezTo>
                  <a:cubicBezTo>
                    <a:pt x="65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279;p34"/>
            <p:cNvSpPr/>
            <p:nvPr/>
          </p:nvSpPr>
          <p:spPr>
            <a:xfrm>
              <a:off x="7890975" y="2343925"/>
              <a:ext cx="91075" cy="21550"/>
            </a:xfrm>
            <a:custGeom>
              <a:avLst/>
              <a:gdLst/>
              <a:ahLst/>
              <a:cxnLst/>
              <a:rect l="l" t="t" r="r" b="b"/>
              <a:pathLst>
                <a:path w="3643" h="862" extrusionOk="0">
                  <a:moveTo>
                    <a:pt x="81" y="1"/>
                  </a:moveTo>
                  <a:cubicBezTo>
                    <a:pt x="36" y="1"/>
                    <a:pt x="0" y="62"/>
                    <a:pt x="39" y="99"/>
                  </a:cubicBezTo>
                  <a:lnTo>
                    <a:pt x="40" y="99"/>
                  </a:lnTo>
                  <a:cubicBezTo>
                    <a:pt x="605" y="629"/>
                    <a:pt x="1361" y="861"/>
                    <a:pt x="2124" y="861"/>
                  </a:cubicBezTo>
                  <a:cubicBezTo>
                    <a:pt x="2611" y="861"/>
                    <a:pt x="3101" y="767"/>
                    <a:pt x="3546" y="594"/>
                  </a:cubicBezTo>
                  <a:cubicBezTo>
                    <a:pt x="3642" y="557"/>
                    <a:pt x="3618" y="416"/>
                    <a:pt x="3528" y="416"/>
                  </a:cubicBezTo>
                  <a:cubicBezTo>
                    <a:pt x="3519" y="416"/>
                    <a:pt x="3509" y="418"/>
                    <a:pt x="3498" y="421"/>
                  </a:cubicBezTo>
                  <a:cubicBezTo>
                    <a:pt x="3036" y="569"/>
                    <a:pt x="2590" y="646"/>
                    <a:pt x="2156" y="646"/>
                  </a:cubicBezTo>
                  <a:cubicBezTo>
                    <a:pt x="1449" y="646"/>
                    <a:pt x="774" y="442"/>
                    <a:pt x="109" y="9"/>
                  </a:cubicBezTo>
                  <a:cubicBezTo>
                    <a:pt x="100" y="3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280;p34"/>
            <p:cNvSpPr/>
            <p:nvPr/>
          </p:nvSpPr>
          <p:spPr>
            <a:xfrm>
              <a:off x="7940575" y="1526525"/>
              <a:ext cx="159175" cy="256875"/>
            </a:xfrm>
            <a:custGeom>
              <a:avLst/>
              <a:gdLst/>
              <a:ahLst/>
              <a:cxnLst/>
              <a:rect l="l" t="t" r="r" b="b"/>
              <a:pathLst>
                <a:path w="6367" h="10275" extrusionOk="0">
                  <a:moveTo>
                    <a:pt x="6366" y="0"/>
                  </a:moveTo>
                  <a:lnTo>
                    <a:pt x="1" y="4316"/>
                  </a:lnTo>
                  <a:lnTo>
                    <a:pt x="1" y="9016"/>
                  </a:lnTo>
                  <a:cubicBezTo>
                    <a:pt x="1" y="9016"/>
                    <a:pt x="1607" y="10274"/>
                    <a:pt x="3117" y="10274"/>
                  </a:cubicBezTo>
                  <a:cubicBezTo>
                    <a:pt x="4626" y="10274"/>
                    <a:pt x="6366" y="9224"/>
                    <a:pt x="6366" y="9224"/>
                  </a:cubicBezTo>
                  <a:lnTo>
                    <a:pt x="6366" y="0"/>
                  </a:ln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281;p34"/>
            <p:cNvSpPr/>
            <p:nvPr/>
          </p:nvSpPr>
          <p:spPr>
            <a:xfrm>
              <a:off x="7940575" y="1561925"/>
              <a:ext cx="143825" cy="142500"/>
            </a:xfrm>
            <a:custGeom>
              <a:avLst/>
              <a:gdLst/>
              <a:ahLst/>
              <a:cxnLst/>
              <a:rect l="l" t="t" r="r" b="b"/>
              <a:pathLst>
                <a:path w="5753" h="5700" extrusionOk="0">
                  <a:moveTo>
                    <a:pt x="5752" y="0"/>
                  </a:moveTo>
                  <a:lnTo>
                    <a:pt x="1" y="3212"/>
                  </a:lnTo>
                  <a:lnTo>
                    <a:pt x="1" y="5558"/>
                  </a:lnTo>
                  <a:cubicBezTo>
                    <a:pt x="1" y="5558"/>
                    <a:pt x="509" y="5699"/>
                    <a:pt x="1223" y="5699"/>
                  </a:cubicBezTo>
                  <a:cubicBezTo>
                    <a:pt x="2866" y="5699"/>
                    <a:pt x="5602" y="4950"/>
                    <a:pt x="5752" y="0"/>
                  </a:cubicBezTo>
                  <a:close/>
                </a:path>
              </a:pathLst>
            </a:custGeom>
            <a:solidFill>
              <a:srgbClr val="7357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282;p34"/>
            <p:cNvSpPr/>
            <p:nvPr/>
          </p:nvSpPr>
          <p:spPr>
            <a:xfrm>
              <a:off x="8088175" y="1467100"/>
              <a:ext cx="53900" cy="68875"/>
            </a:xfrm>
            <a:custGeom>
              <a:avLst/>
              <a:gdLst/>
              <a:ahLst/>
              <a:cxnLst/>
              <a:rect l="l" t="t" r="r" b="b"/>
              <a:pathLst>
                <a:path w="2156" h="2755" extrusionOk="0">
                  <a:moveTo>
                    <a:pt x="1095" y="0"/>
                  </a:moveTo>
                  <a:cubicBezTo>
                    <a:pt x="1038" y="0"/>
                    <a:pt x="980" y="4"/>
                    <a:pt x="924" y="12"/>
                  </a:cubicBezTo>
                  <a:cubicBezTo>
                    <a:pt x="679" y="45"/>
                    <a:pt x="447" y="141"/>
                    <a:pt x="217" y="235"/>
                  </a:cubicBezTo>
                  <a:lnTo>
                    <a:pt x="0" y="2606"/>
                  </a:lnTo>
                  <a:cubicBezTo>
                    <a:pt x="186" y="2707"/>
                    <a:pt x="395" y="2754"/>
                    <a:pt x="604" y="2754"/>
                  </a:cubicBezTo>
                  <a:cubicBezTo>
                    <a:pt x="964" y="2754"/>
                    <a:pt x="1328" y="2613"/>
                    <a:pt x="1591" y="2359"/>
                  </a:cubicBezTo>
                  <a:cubicBezTo>
                    <a:pt x="2005" y="1957"/>
                    <a:pt x="2156" y="1306"/>
                    <a:pt x="1999" y="744"/>
                  </a:cubicBezTo>
                  <a:cubicBezTo>
                    <a:pt x="1936" y="517"/>
                    <a:pt x="1821" y="298"/>
                    <a:pt x="1635" y="161"/>
                  </a:cubicBezTo>
                  <a:cubicBezTo>
                    <a:pt x="1480" y="47"/>
                    <a:pt x="1288" y="0"/>
                    <a:pt x="1095" y="0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283;p34"/>
            <p:cNvSpPr/>
            <p:nvPr/>
          </p:nvSpPr>
          <p:spPr>
            <a:xfrm>
              <a:off x="8102750" y="1476600"/>
              <a:ext cx="27325" cy="44475"/>
            </a:xfrm>
            <a:custGeom>
              <a:avLst/>
              <a:gdLst/>
              <a:ahLst/>
              <a:cxnLst/>
              <a:rect l="l" t="t" r="r" b="b"/>
              <a:pathLst>
                <a:path w="1093" h="1779" extrusionOk="0">
                  <a:moveTo>
                    <a:pt x="637" y="1"/>
                  </a:moveTo>
                  <a:cubicBezTo>
                    <a:pt x="625" y="1"/>
                    <a:pt x="614" y="5"/>
                    <a:pt x="603" y="15"/>
                  </a:cubicBezTo>
                  <a:lnTo>
                    <a:pt x="604" y="15"/>
                  </a:lnTo>
                  <a:cubicBezTo>
                    <a:pt x="394" y="224"/>
                    <a:pt x="226" y="448"/>
                    <a:pt x="66" y="694"/>
                  </a:cubicBezTo>
                  <a:lnTo>
                    <a:pt x="66" y="694"/>
                  </a:lnTo>
                  <a:cubicBezTo>
                    <a:pt x="51" y="714"/>
                    <a:pt x="38" y="736"/>
                    <a:pt x="25" y="759"/>
                  </a:cubicBezTo>
                  <a:cubicBezTo>
                    <a:pt x="1" y="797"/>
                    <a:pt x="37" y="841"/>
                    <a:pt x="75" y="841"/>
                  </a:cubicBezTo>
                  <a:cubicBezTo>
                    <a:pt x="87" y="841"/>
                    <a:pt x="100" y="836"/>
                    <a:pt x="110" y="825"/>
                  </a:cubicBezTo>
                  <a:cubicBezTo>
                    <a:pt x="203" y="725"/>
                    <a:pt x="305" y="683"/>
                    <a:pt x="400" y="683"/>
                  </a:cubicBezTo>
                  <a:cubicBezTo>
                    <a:pt x="658" y="683"/>
                    <a:pt x="868" y="990"/>
                    <a:pt x="721" y="1287"/>
                  </a:cubicBezTo>
                  <a:cubicBezTo>
                    <a:pt x="617" y="1497"/>
                    <a:pt x="404" y="1552"/>
                    <a:pt x="205" y="1632"/>
                  </a:cubicBezTo>
                  <a:cubicBezTo>
                    <a:pt x="148" y="1655"/>
                    <a:pt x="134" y="1745"/>
                    <a:pt x="205" y="1763"/>
                  </a:cubicBezTo>
                  <a:cubicBezTo>
                    <a:pt x="250" y="1774"/>
                    <a:pt x="294" y="1779"/>
                    <a:pt x="338" y="1779"/>
                  </a:cubicBezTo>
                  <a:cubicBezTo>
                    <a:pt x="753" y="1779"/>
                    <a:pt x="1093" y="1324"/>
                    <a:pt x="975" y="915"/>
                  </a:cubicBezTo>
                  <a:cubicBezTo>
                    <a:pt x="901" y="657"/>
                    <a:pt x="670" y="502"/>
                    <a:pt x="444" y="502"/>
                  </a:cubicBezTo>
                  <a:cubicBezTo>
                    <a:pt x="397" y="502"/>
                    <a:pt x="350" y="508"/>
                    <a:pt x="305" y="522"/>
                  </a:cubicBezTo>
                  <a:lnTo>
                    <a:pt x="305" y="522"/>
                  </a:lnTo>
                  <a:cubicBezTo>
                    <a:pt x="417" y="368"/>
                    <a:pt x="541" y="222"/>
                    <a:pt x="673" y="84"/>
                  </a:cubicBezTo>
                  <a:cubicBezTo>
                    <a:pt x="707" y="49"/>
                    <a:pt x="674" y="1"/>
                    <a:pt x="63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284;p34"/>
            <p:cNvSpPr/>
            <p:nvPr/>
          </p:nvSpPr>
          <p:spPr>
            <a:xfrm>
              <a:off x="7863750" y="1340150"/>
              <a:ext cx="261350" cy="310375"/>
            </a:xfrm>
            <a:custGeom>
              <a:avLst/>
              <a:gdLst/>
              <a:ahLst/>
              <a:cxnLst/>
              <a:rect l="l" t="t" r="r" b="b"/>
              <a:pathLst>
                <a:path w="10454" h="12415" extrusionOk="0">
                  <a:moveTo>
                    <a:pt x="5772" y="0"/>
                  </a:moveTo>
                  <a:cubicBezTo>
                    <a:pt x="4740" y="0"/>
                    <a:pt x="1840" y="421"/>
                    <a:pt x="1030" y="5024"/>
                  </a:cubicBezTo>
                  <a:cubicBezTo>
                    <a:pt x="1" y="10886"/>
                    <a:pt x="1778" y="12401"/>
                    <a:pt x="4082" y="12414"/>
                  </a:cubicBezTo>
                  <a:cubicBezTo>
                    <a:pt x="4098" y="12414"/>
                    <a:pt x="4114" y="12414"/>
                    <a:pt x="4129" y="12414"/>
                  </a:cubicBezTo>
                  <a:cubicBezTo>
                    <a:pt x="6834" y="12414"/>
                    <a:pt x="8456" y="11086"/>
                    <a:pt x="8993" y="8124"/>
                  </a:cubicBezTo>
                  <a:cubicBezTo>
                    <a:pt x="9800" y="3665"/>
                    <a:pt x="10453" y="293"/>
                    <a:pt x="6141" y="21"/>
                  </a:cubicBezTo>
                  <a:cubicBezTo>
                    <a:pt x="6141" y="21"/>
                    <a:pt x="6003" y="0"/>
                    <a:pt x="5772" y="0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285;p34"/>
            <p:cNvSpPr/>
            <p:nvPr/>
          </p:nvSpPr>
          <p:spPr>
            <a:xfrm>
              <a:off x="7961125" y="1432825"/>
              <a:ext cx="23450" cy="107700"/>
            </a:xfrm>
            <a:custGeom>
              <a:avLst/>
              <a:gdLst/>
              <a:ahLst/>
              <a:cxnLst/>
              <a:rect l="l" t="t" r="r" b="b"/>
              <a:pathLst>
                <a:path w="938" h="4308" extrusionOk="0">
                  <a:moveTo>
                    <a:pt x="307" y="1"/>
                  </a:moveTo>
                  <a:cubicBezTo>
                    <a:pt x="283" y="1"/>
                    <a:pt x="258" y="17"/>
                    <a:pt x="255" y="48"/>
                  </a:cubicBezTo>
                  <a:cubicBezTo>
                    <a:pt x="135" y="1197"/>
                    <a:pt x="0" y="2496"/>
                    <a:pt x="120" y="3647"/>
                  </a:cubicBezTo>
                  <a:cubicBezTo>
                    <a:pt x="158" y="4007"/>
                    <a:pt x="309" y="4308"/>
                    <a:pt x="643" y="4308"/>
                  </a:cubicBezTo>
                  <a:cubicBezTo>
                    <a:pt x="698" y="4308"/>
                    <a:pt x="757" y="4300"/>
                    <a:pt x="822" y="4283"/>
                  </a:cubicBezTo>
                  <a:cubicBezTo>
                    <a:pt x="937" y="4251"/>
                    <a:pt x="899" y="4090"/>
                    <a:pt x="793" y="4090"/>
                  </a:cubicBezTo>
                  <a:cubicBezTo>
                    <a:pt x="786" y="4090"/>
                    <a:pt x="778" y="4091"/>
                    <a:pt x="770" y="4093"/>
                  </a:cubicBezTo>
                  <a:cubicBezTo>
                    <a:pt x="744" y="4098"/>
                    <a:pt x="720" y="4100"/>
                    <a:pt x="697" y="4100"/>
                  </a:cubicBezTo>
                  <a:cubicBezTo>
                    <a:pt x="91" y="4100"/>
                    <a:pt x="315" y="2358"/>
                    <a:pt x="321" y="2058"/>
                  </a:cubicBezTo>
                  <a:cubicBezTo>
                    <a:pt x="336" y="1387"/>
                    <a:pt x="361" y="718"/>
                    <a:pt x="352" y="48"/>
                  </a:cubicBezTo>
                  <a:cubicBezTo>
                    <a:pt x="352" y="16"/>
                    <a:pt x="330" y="1"/>
                    <a:pt x="30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286;p34"/>
            <p:cNvSpPr/>
            <p:nvPr/>
          </p:nvSpPr>
          <p:spPr>
            <a:xfrm>
              <a:off x="7983450" y="1475825"/>
              <a:ext cx="18450" cy="18850"/>
            </a:xfrm>
            <a:custGeom>
              <a:avLst/>
              <a:gdLst/>
              <a:ahLst/>
              <a:cxnLst/>
              <a:rect l="l" t="t" r="r" b="b"/>
              <a:pathLst>
                <a:path w="738" h="754" extrusionOk="0">
                  <a:moveTo>
                    <a:pt x="369" y="1"/>
                  </a:moveTo>
                  <a:cubicBezTo>
                    <a:pt x="166" y="1"/>
                    <a:pt x="0" y="169"/>
                    <a:pt x="0" y="377"/>
                  </a:cubicBezTo>
                  <a:cubicBezTo>
                    <a:pt x="0" y="586"/>
                    <a:pt x="166" y="753"/>
                    <a:pt x="369" y="753"/>
                  </a:cubicBezTo>
                  <a:cubicBezTo>
                    <a:pt x="572" y="753"/>
                    <a:pt x="738" y="586"/>
                    <a:pt x="738" y="377"/>
                  </a:cubicBezTo>
                  <a:cubicBezTo>
                    <a:pt x="738" y="169"/>
                    <a:pt x="572" y="1"/>
                    <a:pt x="36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287;p34"/>
            <p:cNvSpPr/>
            <p:nvPr/>
          </p:nvSpPr>
          <p:spPr>
            <a:xfrm>
              <a:off x="7916200" y="1475850"/>
              <a:ext cx="18450" cy="18825"/>
            </a:xfrm>
            <a:custGeom>
              <a:avLst/>
              <a:gdLst/>
              <a:ahLst/>
              <a:cxnLst/>
              <a:rect l="l" t="t" r="r" b="b"/>
              <a:pathLst>
                <a:path w="738" h="753" extrusionOk="0">
                  <a:moveTo>
                    <a:pt x="369" y="1"/>
                  </a:moveTo>
                  <a:cubicBezTo>
                    <a:pt x="166" y="1"/>
                    <a:pt x="0" y="168"/>
                    <a:pt x="0" y="376"/>
                  </a:cubicBezTo>
                  <a:cubicBezTo>
                    <a:pt x="0" y="585"/>
                    <a:pt x="166" y="752"/>
                    <a:pt x="369" y="752"/>
                  </a:cubicBezTo>
                  <a:cubicBezTo>
                    <a:pt x="572" y="752"/>
                    <a:pt x="738" y="585"/>
                    <a:pt x="738" y="376"/>
                  </a:cubicBezTo>
                  <a:cubicBezTo>
                    <a:pt x="738" y="168"/>
                    <a:pt x="572" y="1"/>
                    <a:pt x="36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288;p34"/>
            <p:cNvSpPr/>
            <p:nvPr/>
          </p:nvSpPr>
          <p:spPr>
            <a:xfrm>
              <a:off x="7915100" y="1440675"/>
              <a:ext cx="39975" cy="12050"/>
            </a:xfrm>
            <a:custGeom>
              <a:avLst/>
              <a:gdLst/>
              <a:ahLst/>
              <a:cxnLst/>
              <a:rect l="l" t="t" r="r" b="b"/>
              <a:pathLst>
                <a:path w="1599" h="482" extrusionOk="0">
                  <a:moveTo>
                    <a:pt x="871" y="1"/>
                  </a:moveTo>
                  <a:cubicBezTo>
                    <a:pt x="532" y="1"/>
                    <a:pt x="185" y="122"/>
                    <a:pt x="26" y="378"/>
                  </a:cubicBezTo>
                  <a:cubicBezTo>
                    <a:pt x="0" y="419"/>
                    <a:pt x="35" y="481"/>
                    <a:pt x="81" y="481"/>
                  </a:cubicBezTo>
                  <a:cubicBezTo>
                    <a:pt x="88" y="481"/>
                    <a:pt x="95" y="480"/>
                    <a:pt x="102" y="477"/>
                  </a:cubicBezTo>
                  <a:cubicBezTo>
                    <a:pt x="320" y="393"/>
                    <a:pt x="495" y="265"/>
                    <a:pt x="736" y="235"/>
                  </a:cubicBezTo>
                  <a:cubicBezTo>
                    <a:pt x="779" y="229"/>
                    <a:pt x="821" y="227"/>
                    <a:pt x="862" y="227"/>
                  </a:cubicBezTo>
                  <a:cubicBezTo>
                    <a:pt x="1069" y="227"/>
                    <a:pt x="1250" y="292"/>
                    <a:pt x="1454" y="365"/>
                  </a:cubicBezTo>
                  <a:cubicBezTo>
                    <a:pt x="1466" y="369"/>
                    <a:pt x="1477" y="371"/>
                    <a:pt x="1488" y="371"/>
                  </a:cubicBezTo>
                  <a:cubicBezTo>
                    <a:pt x="1573" y="371"/>
                    <a:pt x="1598" y="243"/>
                    <a:pt x="1527" y="189"/>
                  </a:cubicBezTo>
                  <a:cubicBezTo>
                    <a:pt x="1363" y="65"/>
                    <a:pt x="1119" y="1"/>
                    <a:pt x="871" y="1"/>
                  </a:cubicBezTo>
                  <a:close/>
                </a:path>
              </a:pathLst>
            </a:custGeom>
            <a:solidFill>
              <a:srgbClr val="2F1D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289;p34"/>
            <p:cNvSpPr/>
            <p:nvPr/>
          </p:nvSpPr>
          <p:spPr>
            <a:xfrm>
              <a:off x="7994000" y="1437750"/>
              <a:ext cx="39950" cy="12050"/>
            </a:xfrm>
            <a:custGeom>
              <a:avLst/>
              <a:gdLst/>
              <a:ahLst/>
              <a:cxnLst/>
              <a:rect l="l" t="t" r="r" b="b"/>
              <a:pathLst>
                <a:path w="1598" h="482" extrusionOk="0">
                  <a:moveTo>
                    <a:pt x="871" y="1"/>
                  </a:moveTo>
                  <a:cubicBezTo>
                    <a:pt x="532" y="1"/>
                    <a:pt x="186" y="122"/>
                    <a:pt x="26" y="377"/>
                  </a:cubicBezTo>
                  <a:cubicBezTo>
                    <a:pt x="0" y="419"/>
                    <a:pt x="35" y="481"/>
                    <a:pt x="83" y="481"/>
                  </a:cubicBezTo>
                  <a:cubicBezTo>
                    <a:pt x="89" y="481"/>
                    <a:pt x="96" y="480"/>
                    <a:pt x="102" y="477"/>
                  </a:cubicBezTo>
                  <a:lnTo>
                    <a:pt x="101" y="477"/>
                  </a:lnTo>
                  <a:cubicBezTo>
                    <a:pt x="319" y="392"/>
                    <a:pt x="496" y="264"/>
                    <a:pt x="735" y="234"/>
                  </a:cubicBezTo>
                  <a:cubicBezTo>
                    <a:pt x="778" y="229"/>
                    <a:pt x="819" y="226"/>
                    <a:pt x="860" y="226"/>
                  </a:cubicBezTo>
                  <a:cubicBezTo>
                    <a:pt x="1068" y="226"/>
                    <a:pt x="1249" y="292"/>
                    <a:pt x="1453" y="364"/>
                  </a:cubicBezTo>
                  <a:cubicBezTo>
                    <a:pt x="1465" y="369"/>
                    <a:pt x="1477" y="371"/>
                    <a:pt x="1487" y="371"/>
                  </a:cubicBezTo>
                  <a:cubicBezTo>
                    <a:pt x="1572" y="371"/>
                    <a:pt x="1597" y="242"/>
                    <a:pt x="1527" y="189"/>
                  </a:cubicBezTo>
                  <a:cubicBezTo>
                    <a:pt x="1362" y="65"/>
                    <a:pt x="1119" y="1"/>
                    <a:pt x="871" y="1"/>
                  </a:cubicBezTo>
                  <a:close/>
                </a:path>
              </a:pathLst>
            </a:custGeom>
            <a:solidFill>
              <a:srgbClr val="2F1D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290;p34"/>
            <p:cNvSpPr/>
            <p:nvPr/>
          </p:nvSpPr>
          <p:spPr>
            <a:xfrm>
              <a:off x="7964000" y="1546375"/>
              <a:ext cx="34325" cy="17725"/>
            </a:xfrm>
            <a:custGeom>
              <a:avLst/>
              <a:gdLst/>
              <a:ahLst/>
              <a:cxnLst/>
              <a:rect l="l" t="t" r="r" b="b"/>
              <a:pathLst>
                <a:path w="1373" h="709" extrusionOk="0">
                  <a:moveTo>
                    <a:pt x="1288" y="1"/>
                  </a:moveTo>
                  <a:cubicBezTo>
                    <a:pt x="1264" y="1"/>
                    <a:pt x="1240" y="12"/>
                    <a:pt x="1225" y="37"/>
                  </a:cubicBezTo>
                  <a:cubicBezTo>
                    <a:pt x="1101" y="241"/>
                    <a:pt x="1030" y="440"/>
                    <a:pt x="770" y="509"/>
                  </a:cubicBezTo>
                  <a:cubicBezTo>
                    <a:pt x="723" y="522"/>
                    <a:pt x="677" y="527"/>
                    <a:pt x="634" y="527"/>
                  </a:cubicBezTo>
                  <a:cubicBezTo>
                    <a:pt x="432" y="527"/>
                    <a:pt x="273" y="405"/>
                    <a:pt x="102" y="288"/>
                  </a:cubicBezTo>
                  <a:cubicBezTo>
                    <a:pt x="94" y="282"/>
                    <a:pt x="84" y="280"/>
                    <a:pt x="75" y="280"/>
                  </a:cubicBezTo>
                  <a:cubicBezTo>
                    <a:pt x="38" y="280"/>
                    <a:pt x="0" y="317"/>
                    <a:pt x="15" y="355"/>
                  </a:cubicBezTo>
                  <a:lnTo>
                    <a:pt x="16" y="355"/>
                  </a:lnTo>
                  <a:cubicBezTo>
                    <a:pt x="117" y="600"/>
                    <a:pt x="357" y="709"/>
                    <a:pt x="607" y="709"/>
                  </a:cubicBezTo>
                  <a:cubicBezTo>
                    <a:pt x="979" y="709"/>
                    <a:pt x="1373" y="468"/>
                    <a:pt x="1363" y="75"/>
                  </a:cubicBezTo>
                  <a:cubicBezTo>
                    <a:pt x="1363" y="29"/>
                    <a:pt x="1326" y="1"/>
                    <a:pt x="12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292;p34"/>
            <p:cNvSpPr/>
            <p:nvPr/>
          </p:nvSpPr>
          <p:spPr>
            <a:xfrm>
              <a:off x="7902550" y="3524375"/>
              <a:ext cx="163925" cy="186525"/>
            </a:xfrm>
            <a:custGeom>
              <a:avLst/>
              <a:gdLst/>
              <a:ahLst/>
              <a:cxnLst/>
              <a:rect l="l" t="t" r="r" b="b"/>
              <a:pathLst>
                <a:path w="6557" h="7461" extrusionOk="0">
                  <a:moveTo>
                    <a:pt x="4666" y="0"/>
                  </a:moveTo>
                  <a:cubicBezTo>
                    <a:pt x="2823" y="0"/>
                    <a:pt x="0" y="16"/>
                    <a:pt x="0" y="16"/>
                  </a:cubicBezTo>
                  <a:lnTo>
                    <a:pt x="404" y="7460"/>
                  </a:lnTo>
                  <a:lnTo>
                    <a:pt x="6557" y="7460"/>
                  </a:lnTo>
                  <a:lnTo>
                    <a:pt x="6221" y="16"/>
                  </a:lnTo>
                  <a:cubicBezTo>
                    <a:pt x="6265" y="4"/>
                    <a:pt x="5588" y="0"/>
                    <a:pt x="4666" y="0"/>
                  </a:cubicBezTo>
                  <a:close/>
                </a:path>
              </a:pathLst>
            </a:custGeom>
            <a:solidFill>
              <a:srgbClr val="9B76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293;p34"/>
            <p:cNvSpPr/>
            <p:nvPr/>
          </p:nvSpPr>
          <p:spPr>
            <a:xfrm>
              <a:off x="7843400" y="3455725"/>
              <a:ext cx="464025" cy="5100"/>
            </a:xfrm>
            <a:custGeom>
              <a:avLst/>
              <a:gdLst/>
              <a:ahLst/>
              <a:cxnLst/>
              <a:rect l="l" t="t" r="r" b="b"/>
              <a:pathLst>
                <a:path w="18561" h="204" extrusionOk="0">
                  <a:moveTo>
                    <a:pt x="7682" y="0"/>
                  </a:moveTo>
                  <a:cubicBezTo>
                    <a:pt x="5759" y="0"/>
                    <a:pt x="4039" y="21"/>
                    <a:pt x="2717" y="60"/>
                  </a:cubicBezTo>
                  <a:cubicBezTo>
                    <a:pt x="1877" y="85"/>
                    <a:pt x="1198" y="110"/>
                    <a:pt x="729" y="137"/>
                  </a:cubicBezTo>
                  <a:lnTo>
                    <a:pt x="189" y="170"/>
                  </a:lnTo>
                  <a:cubicBezTo>
                    <a:pt x="66" y="179"/>
                    <a:pt x="1" y="187"/>
                    <a:pt x="2" y="193"/>
                  </a:cubicBezTo>
                  <a:cubicBezTo>
                    <a:pt x="2" y="199"/>
                    <a:pt x="66" y="202"/>
                    <a:pt x="191" y="203"/>
                  </a:cubicBezTo>
                  <a:lnTo>
                    <a:pt x="731" y="202"/>
                  </a:lnTo>
                  <a:lnTo>
                    <a:pt x="2720" y="178"/>
                  </a:lnTo>
                  <a:cubicBezTo>
                    <a:pt x="3690" y="167"/>
                    <a:pt x="4874" y="162"/>
                    <a:pt x="6195" y="162"/>
                  </a:cubicBezTo>
                  <a:cubicBezTo>
                    <a:pt x="7160" y="162"/>
                    <a:pt x="8199" y="164"/>
                    <a:pt x="9280" y="170"/>
                  </a:cubicBezTo>
                  <a:cubicBezTo>
                    <a:pt x="10493" y="177"/>
                    <a:pt x="11652" y="182"/>
                    <a:pt x="12714" y="182"/>
                  </a:cubicBezTo>
                  <a:cubicBezTo>
                    <a:pt x="13896" y="182"/>
                    <a:pt x="14958" y="176"/>
                    <a:pt x="15843" y="161"/>
                  </a:cubicBezTo>
                  <a:cubicBezTo>
                    <a:pt x="16682" y="149"/>
                    <a:pt x="17362" y="133"/>
                    <a:pt x="17832" y="115"/>
                  </a:cubicBezTo>
                  <a:lnTo>
                    <a:pt x="18372" y="89"/>
                  </a:lnTo>
                  <a:cubicBezTo>
                    <a:pt x="18496" y="82"/>
                    <a:pt x="18560" y="76"/>
                    <a:pt x="18560" y="69"/>
                  </a:cubicBezTo>
                  <a:cubicBezTo>
                    <a:pt x="18560" y="64"/>
                    <a:pt x="18496" y="59"/>
                    <a:pt x="18371" y="56"/>
                  </a:cubicBezTo>
                  <a:lnTo>
                    <a:pt x="17830" y="50"/>
                  </a:lnTo>
                  <a:lnTo>
                    <a:pt x="15841" y="45"/>
                  </a:lnTo>
                  <a:lnTo>
                    <a:pt x="9280" y="5"/>
                  </a:lnTo>
                  <a:cubicBezTo>
                    <a:pt x="8735" y="2"/>
                    <a:pt x="8201" y="0"/>
                    <a:pt x="768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1294;p34"/>
            <p:cNvSpPr/>
            <p:nvPr/>
          </p:nvSpPr>
          <p:spPr>
            <a:xfrm>
              <a:off x="7688650" y="1869125"/>
              <a:ext cx="614400" cy="4200"/>
            </a:xfrm>
            <a:custGeom>
              <a:avLst/>
              <a:gdLst/>
              <a:ahLst/>
              <a:cxnLst/>
              <a:rect l="l" t="t" r="r" b="b"/>
              <a:pathLst>
                <a:path w="24576" h="168" extrusionOk="0">
                  <a:moveTo>
                    <a:pt x="12289" y="1"/>
                  </a:moveTo>
                  <a:cubicBezTo>
                    <a:pt x="5501" y="1"/>
                    <a:pt x="0" y="38"/>
                    <a:pt x="0" y="84"/>
                  </a:cubicBezTo>
                  <a:cubicBezTo>
                    <a:pt x="0" y="129"/>
                    <a:pt x="5501" y="167"/>
                    <a:pt x="12289" y="167"/>
                  </a:cubicBezTo>
                  <a:cubicBezTo>
                    <a:pt x="19074" y="167"/>
                    <a:pt x="24576" y="129"/>
                    <a:pt x="24576" y="84"/>
                  </a:cubicBezTo>
                  <a:cubicBezTo>
                    <a:pt x="24576" y="38"/>
                    <a:pt x="19074" y="1"/>
                    <a:pt x="12289" y="1"/>
                  </a:cubicBezTo>
                  <a:close/>
                </a:path>
              </a:pathLst>
            </a:custGeom>
            <a:solidFill>
              <a:srgbClr val="47786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1295;p34"/>
            <p:cNvSpPr/>
            <p:nvPr/>
          </p:nvSpPr>
          <p:spPr>
            <a:xfrm>
              <a:off x="7671550" y="1905075"/>
              <a:ext cx="648625" cy="4200"/>
            </a:xfrm>
            <a:custGeom>
              <a:avLst/>
              <a:gdLst/>
              <a:ahLst/>
              <a:cxnLst/>
              <a:rect l="l" t="t" r="r" b="b"/>
              <a:pathLst>
                <a:path w="25945" h="168" extrusionOk="0">
                  <a:moveTo>
                    <a:pt x="12974" y="1"/>
                  </a:moveTo>
                  <a:cubicBezTo>
                    <a:pt x="5807" y="1"/>
                    <a:pt x="0" y="37"/>
                    <a:pt x="0" y="84"/>
                  </a:cubicBezTo>
                  <a:cubicBezTo>
                    <a:pt x="0" y="130"/>
                    <a:pt x="5807" y="167"/>
                    <a:pt x="12974" y="167"/>
                  </a:cubicBezTo>
                  <a:cubicBezTo>
                    <a:pt x="20137" y="167"/>
                    <a:pt x="25945" y="130"/>
                    <a:pt x="25945" y="84"/>
                  </a:cubicBezTo>
                  <a:cubicBezTo>
                    <a:pt x="25945" y="37"/>
                    <a:pt x="20137" y="1"/>
                    <a:pt x="12974" y="1"/>
                  </a:cubicBezTo>
                  <a:close/>
                </a:path>
              </a:pathLst>
            </a:custGeom>
            <a:solidFill>
              <a:srgbClr val="47786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6" name="Google Shape;1587;p34"/>
          <p:cNvGrpSpPr/>
          <p:nvPr/>
        </p:nvGrpSpPr>
        <p:grpSpPr>
          <a:xfrm>
            <a:off x="7307645" y="3754306"/>
            <a:ext cx="2522201" cy="2703281"/>
            <a:chOff x="8825925" y="1273225"/>
            <a:chExt cx="900275" cy="1018325"/>
          </a:xfrm>
        </p:grpSpPr>
        <p:sp>
          <p:nvSpPr>
            <p:cNvPr id="167" name="Google Shape;1588;p34"/>
            <p:cNvSpPr/>
            <p:nvPr/>
          </p:nvSpPr>
          <p:spPr>
            <a:xfrm>
              <a:off x="8920225" y="1557350"/>
              <a:ext cx="32750" cy="734200"/>
            </a:xfrm>
            <a:custGeom>
              <a:avLst/>
              <a:gdLst/>
              <a:ahLst/>
              <a:cxnLst/>
              <a:rect l="l" t="t" r="r" b="b"/>
              <a:pathLst>
                <a:path w="1310" h="29368" extrusionOk="0">
                  <a:moveTo>
                    <a:pt x="0" y="0"/>
                  </a:moveTo>
                  <a:lnTo>
                    <a:pt x="0" y="29368"/>
                  </a:lnTo>
                  <a:lnTo>
                    <a:pt x="1310" y="29368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rgbClr val="7C5F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" name="Google Shape;1589;p34"/>
            <p:cNvSpPr/>
            <p:nvPr/>
          </p:nvSpPr>
          <p:spPr>
            <a:xfrm>
              <a:off x="8952950" y="1559450"/>
              <a:ext cx="32750" cy="732100"/>
            </a:xfrm>
            <a:custGeom>
              <a:avLst/>
              <a:gdLst/>
              <a:ahLst/>
              <a:cxnLst/>
              <a:rect l="l" t="t" r="r" b="b"/>
              <a:pathLst>
                <a:path w="1310" h="29284" extrusionOk="0">
                  <a:moveTo>
                    <a:pt x="1" y="1"/>
                  </a:moveTo>
                  <a:lnTo>
                    <a:pt x="1" y="29284"/>
                  </a:lnTo>
                  <a:lnTo>
                    <a:pt x="1310" y="29284"/>
                  </a:lnTo>
                  <a:lnTo>
                    <a:pt x="1310" y="1"/>
                  </a:lnTo>
                  <a:close/>
                </a:path>
              </a:pathLst>
            </a:custGeom>
            <a:solidFill>
              <a:srgbClr val="7C5F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1590;p34"/>
            <p:cNvSpPr/>
            <p:nvPr/>
          </p:nvSpPr>
          <p:spPr>
            <a:xfrm>
              <a:off x="9549750" y="1557350"/>
              <a:ext cx="32775" cy="734200"/>
            </a:xfrm>
            <a:custGeom>
              <a:avLst/>
              <a:gdLst/>
              <a:ahLst/>
              <a:cxnLst/>
              <a:rect l="l" t="t" r="r" b="b"/>
              <a:pathLst>
                <a:path w="1311" h="29368" extrusionOk="0">
                  <a:moveTo>
                    <a:pt x="1" y="0"/>
                  </a:moveTo>
                  <a:lnTo>
                    <a:pt x="1" y="29368"/>
                  </a:lnTo>
                  <a:lnTo>
                    <a:pt x="1310" y="29368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rgbClr val="7C5F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1591;p34"/>
            <p:cNvSpPr/>
            <p:nvPr/>
          </p:nvSpPr>
          <p:spPr>
            <a:xfrm>
              <a:off x="9582500" y="1559450"/>
              <a:ext cx="32750" cy="732100"/>
            </a:xfrm>
            <a:custGeom>
              <a:avLst/>
              <a:gdLst/>
              <a:ahLst/>
              <a:cxnLst/>
              <a:rect l="l" t="t" r="r" b="b"/>
              <a:pathLst>
                <a:path w="1310" h="29284" extrusionOk="0">
                  <a:moveTo>
                    <a:pt x="0" y="1"/>
                  </a:moveTo>
                  <a:lnTo>
                    <a:pt x="0" y="29284"/>
                  </a:lnTo>
                  <a:lnTo>
                    <a:pt x="1309" y="29284"/>
                  </a:lnTo>
                  <a:lnTo>
                    <a:pt x="1309" y="1"/>
                  </a:lnTo>
                  <a:close/>
                </a:path>
              </a:pathLst>
            </a:custGeom>
            <a:solidFill>
              <a:srgbClr val="7C5F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1592;p34"/>
            <p:cNvSpPr/>
            <p:nvPr/>
          </p:nvSpPr>
          <p:spPr>
            <a:xfrm>
              <a:off x="8825925" y="1511950"/>
              <a:ext cx="900275" cy="64100"/>
            </a:xfrm>
            <a:custGeom>
              <a:avLst/>
              <a:gdLst/>
              <a:ahLst/>
              <a:cxnLst/>
              <a:rect l="l" t="t" r="r" b="b"/>
              <a:pathLst>
                <a:path w="36011" h="2564" extrusionOk="0">
                  <a:moveTo>
                    <a:pt x="1" y="0"/>
                  </a:moveTo>
                  <a:lnTo>
                    <a:pt x="1" y="2564"/>
                  </a:lnTo>
                  <a:lnTo>
                    <a:pt x="36010" y="2564"/>
                  </a:lnTo>
                  <a:lnTo>
                    <a:pt x="36010" y="0"/>
                  </a:lnTo>
                  <a:close/>
                </a:path>
              </a:pathLst>
            </a:custGeom>
            <a:solidFill>
              <a:srgbClr val="7C5F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" name="Google Shape;1593;p34"/>
            <p:cNvSpPr/>
            <p:nvPr/>
          </p:nvSpPr>
          <p:spPr>
            <a:xfrm>
              <a:off x="8952500" y="1456200"/>
              <a:ext cx="240325" cy="58350"/>
            </a:xfrm>
            <a:custGeom>
              <a:avLst/>
              <a:gdLst/>
              <a:ahLst/>
              <a:cxnLst/>
              <a:rect l="l" t="t" r="r" b="b"/>
              <a:pathLst>
                <a:path w="9613" h="2334" extrusionOk="0">
                  <a:moveTo>
                    <a:pt x="1" y="0"/>
                  </a:moveTo>
                  <a:lnTo>
                    <a:pt x="208" y="2334"/>
                  </a:lnTo>
                  <a:lnTo>
                    <a:pt x="9613" y="2334"/>
                  </a:lnTo>
                  <a:lnTo>
                    <a:pt x="9613" y="7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" name="Google Shape;1594;p34"/>
            <p:cNvSpPr/>
            <p:nvPr/>
          </p:nvSpPr>
          <p:spPr>
            <a:xfrm>
              <a:off x="8965925" y="1423250"/>
              <a:ext cx="223375" cy="50075"/>
            </a:xfrm>
            <a:custGeom>
              <a:avLst/>
              <a:gdLst/>
              <a:ahLst/>
              <a:cxnLst/>
              <a:rect l="l" t="t" r="r" b="b"/>
              <a:pathLst>
                <a:path w="8935" h="2003" extrusionOk="0">
                  <a:moveTo>
                    <a:pt x="0" y="0"/>
                  </a:moveTo>
                  <a:lnTo>
                    <a:pt x="0" y="1358"/>
                  </a:lnTo>
                  <a:lnTo>
                    <a:pt x="8758" y="2002"/>
                  </a:lnTo>
                  <a:lnTo>
                    <a:pt x="8934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" name="Google Shape;1595;p34"/>
            <p:cNvSpPr/>
            <p:nvPr/>
          </p:nvSpPr>
          <p:spPr>
            <a:xfrm>
              <a:off x="8943900" y="1391975"/>
              <a:ext cx="225175" cy="31300"/>
            </a:xfrm>
            <a:custGeom>
              <a:avLst/>
              <a:gdLst/>
              <a:ahLst/>
              <a:cxnLst/>
              <a:rect l="l" t="t" r="r" b="b"/>
              <a:pathLst>
                <a:path w="9007" h="1252" extrusionOk="0">
                  <a:moveTo>
                    <a:pt x="0" y="1"/>
                  </a:moveTo>
                  <a:lnTo>
                    <a:pt x="183" y="1251"/>
                  </a:lnTo>
                  <a:lnTo>
                    <a:pt x="9007" y="1251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" name="Google Shape;1596;p34"/>
            <p:cNvSpPr/>
            <p:nvPr/>
          </p:nvSpPr>
          <p:spPr>
            <a:xfrm>
              <a:off x="8965925" y="1423250"/>
              <a:ext cx="215625" cy="7325"/>
            </a:xfrm>
            <a:custGeom>
              <a:avLst/>
              <a:gdLst/>
              <a:ahLst/>
              <a:cxnLst/>
              <a:rect l="l" t="t" r="r" b="b"/>
              <a:pathLst>
                <a:path w="8625" h="293" extrusionOk="0">
                  <a:moveTo>
                    <a:pt x="0" y="0"/>
                  </a:moveTo>
                  <a:lnTo>
                    <a:pt x="0" y="292"/>
                  </a:lnTo>
                  <a:lnTo>
                    <a:pt x="8625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6" name="Google Shape;1597;p34"/>
            <p:cNvSpPr/>
            <p:nvPr/>
          </p:nvSpPr>
          <p:spPr>
            <a:xfrm>
              <a:off x="8965925" y="1457200"/>
              <a:ext cx="219650" cy="16125"/>
            </a:xfrm>
            <a:custGeom>
              <a:avLst/>
              <a:gdLst/>
              <a:ahLst/>
              <a:cxnLst/>
              <a:rect l="l" t="t" r="r" b="b"/>
              <a:pathLst>
                <a:path w="8786" h="645" extrusionOk="0">
                  <a:moveTo>
                    <a:pt x="0" y="0"/>
                  </a:moveTo>
                  <a:lnTo>
                    <a:pt x="8758" y="644"/>
                  </a:lnTo>
                  <a:lnTo>
                    <a:pt x="8786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7" name="Google Shape;1598;p34"/>
            <p:cNvSpPr/>
            <p:nvPr/>
          </p:nvSpPr>
          <p:spPr>
            <a:xfrm>
              <a:off x="9086250" y="1439200"/>
              <a:ext cx="95300" cy="4850"/>
            </a:xfrm>
            <a:custGeom>
              <a:avLst/>
              <a:gdLst/>
              <a:ahLst/>
              <a:cxnLst/>
              <a:rect l="l" t="t" r="r" b="b"/>
              <a:pathLst>
                <a:path w="3812" h="194" extrusionOk="0">
                  <a:moveTo>
                    <a:pt x="1515" y="1"/>
                  </a:moveTo>
                  <a:lnTo>
                    <a:pt x="0" y="194"/>
                  </a:lnTo>
                  <a:lnTo>
                    <a:pt x="3812" y="194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1599;p34"/>
            <p:cNvSpPr/>
            <p:nvPr/>
          </p:nvSpPr>
          <p:spPr>
            <a:xfrm>
              <a:off x="8955550" y="1490350"/>
              <a:ext cx="71500" cy="5050"/>
            </a:xfrm>
            <a:custGeom>
              <a:avLst/>
              <a:gdLst/>
              <a:ahLst/>
              <a:cxnLst/>
              <a:rect l="l" t="t" r="r" b="b"/>
              <a:pathLst>
                <a:path w="2860" h="202" extrusionOk="0">
                  <a:moveTo>
                    <a:pt x="1" y="0"/>
                  </a:moveTo>
                  <a:lnTo>
                    <a:pt x="19" y="201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1600;p34"/>
            <p:cNvSpPr/>
            <p:nvPr/>
          </p:nvSpPr>
          <p:spPr>
            <a:xfrm>
              <a:off x="9022075" y="1403050"/>
              <a:ext cx="147150" cy="4575"/>
            </a:xfrm>
            <a:custGeom>
              <a:avLst/>
              <a:gdLst/>
              <a:ahLst/>
              <a:cxnLst/>
              <a:rect l="l" t="t" r="r" b="b"/>
              <a:pathLst>
                <a:path w="5886" h="183" extrusionOk="0">
                  <a:moveTo>
                    <a:pt x="5880" y="1"/>
                  </a:moveTo>
                  <a:lnTo>
                    <a:pt x="1" y="183"/>
                  </a:lnTo>
                  <a:cubicBezTo>
                    <a:pt x="1" y="183"/>
                    <a:pt x="5886" y="140"/>
                    <a:pt x="5880" y="1"/>
                  </a:cubicBez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1601;p34"/>
            <p:cNvSpPr/>
            <p:nvPr/>
          </p:nvSpPr>
          <p:spPr>
            <a:xfrm>
              <a:off x="8940500" y="1481750"/>
              <a:ext cx="50850" cy="8625"/>
            </a:xfrm>
            <a:custGeom>
              <a:avLst/>
              <a:gdLst/>
              <a:ahLst/>
              <a:cxnLst/>
              <a:rect l="l" t="t" r="r" b="b"/>
              <a:pathLst>
                <a:path w="2034" h="345" extrusionOk="0">
                  <a:moveTo>
                    <a:pt x="1588" y="0"/>
                  </a:moveTo>
                  <a:lnTo>
                    <a:pt x="1" y="146"/>
                  </a:lnTo>
                  <a:lnTo>
                    <a:pt x="1" y="344"/>
                  </a:lnTo>
                  <a:lnTo>
                    <a:pt x="2033" y="172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" name="Google Shape;1602;p34"/>
            <p:cNvSpPr/>
            <p:nvPr/>
          </p:nvSpPr>
          <p:spPr>
            <a:xfrm>
              <a:off x="9130750" y="1405300"/>
              <a:ext cx="50800" cy="8650"/>
            </a:xfrm>
            <a:custGeom>
              <a:avLst/>
              <a:gdLst/>
              <a:ahLst/>
              <a:cxnLst/>
              <a:rect l="l" t="t" r="r" b="b"/>
              <a:pathLst>
                <a:path w="2032" h="346" extrusionOk="0">
                  <a:moveTo>
                    <a:pt x="1587" y="1"/>
                  </a:moveTo>
                  <a:lnTo>
                    <a:pt x="0" y="146"/>
                  </a:lnTo>
                  <a:lnTo>
                    <a:pt x="0" y="345"/>
                  </a:lnTo>
                  <a:lnTo>
                    <a:pt x="2032" y="173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1603;p34"/>
            <p:cNvSpPr/>
            <p:nvPr/>
          </p:nvSpPr>
          <p:spPr>
            <a:xfrm>
              <a:off x="8952500" y="1337450"/>
              <a:ext cx="240325" cy="58375"/>
            </a:xfrm>
            <a:custGeom>
              <a:avLst/>
              <a:gdLst/>
              <a:ahLst/>
              <a:cxnLst/>
              <a:rect l="l" t="t" r="r" b="b"/>
              <a:pathLst>
                <a:path w="9613" h="2335" extrusionOk="0">
                  <a:moveTo>
                    <a:pt x="1" y="1"/>
                  </a:moveTo>
                  <a:lnTo>
                    <a:pt x="208" y="2335"/>
                  </a:lnTo>
                  <a:lnTo>
                    <a:pt x="9613" y="2335"/>
                  </a:lnTo>
                  <a:lnTo>
                    <a:pt x="9613" y="7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1604;p34"/>
            <p:cNvSpPr/>
            <p:nvPr/>
          </p:nvSpPr>
          <p:spPr>
            <a:xfrm>
              <a:off x="8965925" y="1304475"/>
              <a:ext cx="223375" cy="50100"/>
            </a:xfrm>
            <a:custGeom>
              <a:avLst/>
              <a:gdLst/>
              <a:ahLst/>
              <a:cxnLst/>
              <a:rect l="l" t="t" r="r" b="b"/>
              <a:pathLst>
                <a:path w="8935" h="2004" extrusionOk="0">
                  <a:moveTo>
                    <a:pt x="0" y="0"/>
                  </a:moveTo>
                  <a:lnTo>
                    <a:pt x="0" y="1360"/>
                  </a:lnTo>
                  <a:lnTo>
                    <a:pt x="8758" y="2004"/>
                  </a:lnTo>
                  <a:lnTo>
                    <a:pt x="8934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1605;p34"/>
            <p:cNvSpPr/>
            <p:nvPr/>
          </p:nvSpPr>
          <p:spPr>
            <a:xfrm>
              <a:off x="8943900" y="1273225"/>
              <a:ext cx="225175" cy="31275"/>
            </a:xfrm>
            <a:custGeom>
              <a:avLst/>
              <a:gdLst/>
              <a:ahLst/>
              <a:cxnLst/>
              <a:rect l="l" t="t" r="r" b="b"/>
              <a:pathLst>
                <a:path w="9007" h="1251" extrusionOk="0">
                  <a:moveTo>
                    <a:pt x="0" y="1"/>
                  </a:moveTo>
                  <a:lnTo>
                    <a:pt x="183" y="1250"/>
                  </a:lnTo>
                  <a:lnTo>
                    <a:pt x="9007" y="1250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1606;p34"/>
            <p:cNvSpPr/>
            <p:nvPr/>
          </p:nvSpPr>
          <p:spPr>
            <a:xfrm>
              <a:off x="8965925" y="1304475"/>
              <a:ext cx="215625" cy="7350"/>
            </a:xfrm>
            <a:custGeom>
              <a:avLst/>
              <a:gdLst/>
              <a:ahLst/>
              <a:cxnLst/>
              <a:rect l="l" t="t" r="r" b="b"/>
              <a:pathLst>
                <a:path w="8625" h="294" extrusionOk="0">
                  <a:moveTo>
                    <a:pt x="0" y="0"/>
                  </a:moveTo>
                  <a:lnTo>
                    <a:pt x="0" y="293"/>
                  </a:lnTo>
                  <a:lnTo>
                    <a:pt x="8625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1607;p34"/>
            <p:cNvSpPr/>
            <p:nvPr/>
          </p:nvSpPr>
          <p:spPr>
            <a:xfrm>
              <a:off x="8965925" y="1338450"/>
              <a:ext cx="219650" cy="16125"/>
            </a:xfrm>
            <a:custGeom>
              <a:avLst/>
              <a:gdLst/>
              <a:ahLst/>
              <a:cxnLst/>
              <a:rect l="l" t="t" r="r" b="b"/>
              <a:pathLst>
                <a:path w="8786" h="645" extrusionOk="0">
                  <a:moveTo>
                    <a:pt x="0" y="1"/>
                  </a:moveTo>
                  <a:lnTo>
                    <a:pt x="8758" y="645"/>
                  </a:lnTo>
                  <a:lnTo>
                    <a:pt x="8786" y="3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1608;p34"/>
            <p:cNvSpPr/>
            <p:nvPr/>
          </p:nvSpPr>
          <p:spPr>
            <a:xfrm>
              <a:off x="9086250" y="1320450"/>
              <a:ext cx="95300" cy="4875"/>
            </a:xfrm>
            <a:custGeom>
              <a:avLst/>
              <a:gdLst/>
              <a:ahLst/>
              <a:cxnLst/>
              <a:rect l="l" t="t" r="r" b="b"/>
              <a:pathLst>
                <a:path w="3812" h="195" extrusionOk="0">
                  <a:moveTo>
                    <a:pt x="1515" y="1"/>
                  </a:moveTo>
                  <a:lnTo>
                    <a:pt x="0" y="194"/>
                  </a:lnTo>
                  <a:lnTo>
                    <a:pt x="3812" y="194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1609;p34"/>
            <p:cNvSpPr/>
            <p:nvPr/>
          </p:nvSpPr>
          <p:spPr>
            <a:xfrm>
              <a:off x="8955550" y="1371600"/>
              <a:ext cx="71500" cy="5025"/>
            </a:xfrm>
            <a:custGeom>
              <a:avLst/>
              <a:gdLst/>
              <a:ahLst/>
              <a:cxnLst/>
              <a:rect l="l" t="t" r="r" b="b"/>
              <a:pathLst>
                <a:path w="2860" h="201" extrusionOk="0">
                  <a:moveTo>
                    <a:pt x="1" y="1"/>
                  </a:moveTo>
                  <a:lnTo>
                    <a:pt x="19" y="200"/>
                  </a:lnTo>
                  <a:lnTo>
                    <a:pt x="2859" y="1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" name="Google Shape;1610;p34"/>
            <p:cNvSpPr/>
            <p:nvPr/>
          </p:nvSpPr>
          <p:spPr>
            <a:xfrm>
              <a:off x="9022075" y="1284275"/>
              <a:ext cx="147150" cy="4625"/>
            </a:xfrm>
            <a:custGeom>
              <a:avLst/>
              <a:gdLst/>
              <a:ahLst/>
              <a:cxnLst/>
              <a:rect l="l" t="t" r="r" b="b"/>
              <a:pathLst>
                <a:path w="5886" h="185" extrusionOk="0">
                  <a:moveTo>
                    <a:pt x="5880" y="1"/>
                  </a:moveTo>
                  <a:lnTo>
                    <a:pt x="1" y="184"/>
                  </a:lnTo>
                  <a:cubicBezTo>
                    <a:pt x="1" y="184"/>
                    <a:pt x="5886" y="141"/>
                    <a:pt x="5880" y="1"/>
                  </a:cubicBez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" name="Google Shape;1611;p34"/>
            <p:cNvSpPr/>
            <p:nvPr/>
          </p:nvSpPr>
          <p:spPr>
            <a:xfrm>
              <a:off x="8940500" y="1362975"/>
              <a:ext cx="50850" cy="8650"/>
            </a:xfrm>
            <a:custGeom>
              <a:avLst/>
              <a:gdLst/>
              <a:ahLst/>
              <a:cxnLst/>
              <a:rect l="l" t="t" r="r" b="b"/>
              <a:pathLst>
                <a:path w="2034" h="346" extrusionOk="0">
                  <a:moveTo>
                    <a:pt x="1588" y="0"/>
                  </a:moveTo>
                  <a:lnTo>
                    <a:pt x="1" y="147"/>
                  </a:lnTo>
                  <a:lnTo>
                    <a:pt x="1" y="346"/>
                  </a:lnTo>
                  <a:lnTo>
                    <a:pt x="2033" y="173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1612;p34"/>
            <p:cNvSpPr/>
            <p:nvPr/>
          </p:nvSpPr>
          <p:spPr>
            <a:xfrm>
              <a:off x="9130750" y="1286550"/>
              <a:ext cx="50800" cy="8650"/>
            </a:xfrm>
            <a:custGeom>
              <a:avLst/>
              <a:gdLst/>
              <a:ahLst/>
              <a:cxnLst/>
              <a:rect l="l" t="t" r="r" b="b"/>
              <a:pathLst>
                <a:path w="2032" h="346" extrusionOk="0">
                  <a:moveTo>
                    <a:pt x="1587" y="1"/>
                  </a:moveTo>
                  <a:lnTo>
                    <a:pt x="0" y="146"/>
                  </a:lnTo>
                  <a:lnTo>
                    <a:pt x="0" y="345"/>
                  </a:lnTo>
                  <a:lnTo>
                    <a:pt x="2032" y="173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1613;p34"/>
            <p:cNvSpPr/>
            <p:nvPr/>
          </p:nvSpPr>
          <p:spPr>
            <a:xfrm>
              <a:off x="9267875" y="1456200"/>
              <a:ext cx="240300" cy="58350"/>
            </a:xfrm>
            <a:custGeom>
              <a:avLst/>
              <a:gdLst/>
              <a:ahLst/>
              <a:cxnLst/>
              <a:rect l="l" t="t" r="r" b="b"/>
              <a:pathLst>
                <a:path w="9612" h="2334" extrusionOk="0">
                  <a:moveTo>
                    <a:pt x="0" y="0"/>
                  </a:moveTo>
                  <a:lnTo>
                    <a:pt x="207" y="2334"/>
                  </a:lnTo>
                  <a:lnTo>
                    <a:pt x="9611" y="2334"/>
                  </a:lnTo>
                  <a:lnTo>
                    <a:pt x="9611" y="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1614;p34"/>
            <p:cNvSpPr/>
            <p:nvPr/>
          </p:nvSpPr>
          <p:spPr>
            <a:xfrm>
              <a:off x="9281250" y="1423250"/>
              <a:ext cx="223400" cy="50075"/>
            </a:xfrm>
            <a:custGeom>
              <a:avLst/>
              <a:gdLst/>
              <a:ahLst/>
              <a:cxnLst/>
              <a:rect l="l" t="t" r="r" b="b"/>
              <a:pathLst>
                <a:path w="8936" h="2003" extrusionOk="0">
                  <a:moveTo>
                    <a:pt x="1" y="0"/>
                  </a:moveTo>
                  <a:lnTo>
                    <a:pt x="1" y="1358"/>
                  </a:lnTo>
                  <a:lnTo>
                    <a:pt x="8758" y="2002"/>
                  </a:lnTo>
                  <a:lnTo>
                    <a:pt x="8935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1615;p34"/>
            <p:cNvSpPr/>
            <p:nvPr/>
          </p:nvSpPr>
          <p:spPr>
            <a:xfrm>
              <a:off x="9259250" y="1391975"/>
              <a:ext cx="225175" cy="31300"/>
            </a:xfrm>
            <a:custGeom>
              <a:avLst/>
              <a:gdLst/>
              <a:ahLst/>
              <a:cxnLst/>
              <a:rect l="l" t="t" r="r" b="b"/>
              <a:pathLst>
                <a:path w="9007" h="1252" extrusionOk="0">
                  <a:moveTo>
                    <a:pt x="0" y="1"/>
                  </a:moveTo>
                  <a:lnTo>
                    <a:pt x="182" y="1251"/>
                  </a:lnTo>
                  <a:lnTo>
                    <a:pt x="9007" y="1251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1616;p34"/>
            <p:cNvSpPr/>
            <p:nvPr/>
          </p:nvSpPr>
          <p:spPr>
            <a:xfrm>
              <a:off x="9281250" y="1423250"/>
              <a:ext cx="215675" cy="7325"/>
            </a:xfrm>
            <a:custGeom>
              <a:avLst/>
              <a:gdLst/>
              <a:ahLst/>
              <a:cxnLst/>
              <a:rect l="l" t="t" r="r" b="b"/>
              <a:pathLst>
                <a:path w="8627" h="293" extrusionOk="0">
                  <a:moveTo>
                    <a:pt x="1" y="0"/>
                  </a:moveTo>
                  <a:lnTo>
                    <a:pt x="1" y="292"/>
                  </a:lnTo>
                  <a:lnTo>
                    <a:pt x="8626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1617;p34"/>
            <p:cNvSpPr/>
            <p:nvPr/>
          </p:nvSpPr>
          <p:spPr>
            <a:xfrm>
              <a:off x="9281250" y="1457200"/>
              <a:ext cx="219675" cy="16125"/>
            </a:xfrm>
            <a:custGeom>
              <a:avLst/>
              <a:gdLst/>
              <a:ahLst/>
              <a:cxnLst/>
              <a:rect l="l" t="t" r="r" b="b"/>
              <a:pathLst>
                <a:path w="8787" h="645" extrusionOk="0">
                  <a:moveTo>
                    <a:pt x="1" y="0"/>
                  </a:moveTo>
                  <a:lnTo>
                    <a:pt x="8758" y="644"/>
                  </a:lnTo>
                  <a:lnTo>
                    <a:pt x="878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1618;p34"/>
            <p:cNvSpPr/>
            <p:nvPr/>
          </p:nvSpPr>
          <p:spPr>
            <a:xfrm>
              <a:off x="9401575" y="1439200"/>
              <a:ext cx="95350" cy="4850"/>
            </a:xfrm>
            <a:custGeom>
              <a:avLst/>
              <a:gdLst/>
              <a:ahLst/>
              <a:cxnLst/>
              <a:rect l="l" t="t" r="r" b="b"/>
              <a:pathLst>
                <a:path w="3814" h="194" extrusionOk="0">
                  <a:moveTo>
                    <a:pt x="1516" y="1"/>
                  </a:moveTo>
                  <a:lnTo>
                    <a:pt x="1" y="194"/>
                  </a:lnTo>
                  <a:lnTo>
                    <a:pt x="3813" y="194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1619;p34"/>
            <p:cNvSpPr/>
            <p:nvPr/>
          </p:nvSpPr>
          <p:spPr>
            <a:xfrm>
              <a:off x="9270900" y="1490350"/>
              <a:ext cx="71500" cy="5050"/>
            </a:xfrm>
            <a:custGeom>
              <a:avLst/>
              <a:gdLst/>
              <a:ahLst/>
              <a:cxnLst/>
              <a:rect l="l" t="t" r="r" b="b"/>
              <a:pathLst>
                <a:path w="2860" h="202" extrusionOk="0">
                  <a:moveTo>
                    <a:pt x="0" y="0"/>
                  </a:moveTo>
                  <a:lnTo>
                    <a:pt x="18" y="201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1620;p34"/>
            <p:cNvSpPr/>
            <p:nvPr/>
          </p:nvSpPr>
          <p:spPr>
            <a:xfrm>
              <a:off x="9337425" y="1403050"/>
              <a:ext cx="147150" cy="4575"/>
            </a:xfrm>
            <a:custGeom>
              <a:avLst/>
              <a:gdLst/>
              <a:ahLst/>
              <a:cxnLst/>
              <a:rect l="l" t="t" r="r" b="b"/>
              <a:pathLst>
                <a:path w="5886" h="183" extrusionOk="0">
                  <a:moveTo>
                    <a:pt x="5880" y="1"/>
                  </a:moveTo>
                  <a:lnTo>
                    <a:pt x="0" y="183"/>
                  </a:lnTo>
                  <a:cubicBezTo>
                    <a:pt x="0" y="183"/>
                    <a:pt x="5885" y="140"/>
                    <a:pt x="5880" y="1"/>
                  </a:cubicBezTo>
                  <a:close/>
                </a:path>
              </a:pathLst>
            </a:custGeom>
            <a:solidFill>
              <a:srgbClr val="3F36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1621;p34"/>
            <p:cNvSpPr/>
            <p:nvPr/>
          </p:nvSpPr>
          <p:spPr>
            <a:xfrm>
              <a:off x="9255850" y="1481750"/>
              <a:ext cx="50825" cy="8625"/>
            </a:xfrm>
            <a:custGeom>
              <a:avLst/>
              <a:gdLst/>
              <a:ahLst/>
              <a:cxnLst/>
              <a:rect l="l" t="t" r="r" b="b"/>
              <a:pathLst>
                <a:path w="2033" h="345" extrusionOk="0">
                  <a:moveTo>
                    <a:pt x="1588" y="0"/>
                  </a:moveTo>
                  <a:lnTo>
                    <a:pt x="1" y="146"/>
                  </a:lnTo>
                  <a:lnTo>
                    <a:pt x="1" y="344"/>
                  </a:lnTo>
                  <a:lnTo>
                    <a:pt x="2033" y="172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" name="Google Shape;1622;p34"/>
            <p:cNvSpPr/>
            <p:nvPr/>
          </p:nvSpPr>
          <p:spPr>
            <a:xfrm>
              <a:off x="9446100" y="1405300"/>
              <a:ext cx="50825" cy="8650"/>
            </a:xfrm>
            <a:custGeom>
              <a:avLst/>
              <a:gdLst/>
              <a:ahLst/>
              <a:cxnLst/>
              <a:rect l="l" t="t" r="r" b="b"/>
              <a:pathLst>
                <a:path w="2033" h="346" extrusionOk="0">
                  <a:moveTo>
                    <a:pt x="1587" y="1"/>
                  </a:moveTo>
                  <a:lnTo>
                    <a:pt x="0" y="146"/>
                  </a:lnTo>
                  <a:lnTo>
                    <a:pt x="0" y="345"/>
                  </a:lnTo>
                  <a:lnTo>
                    <a:pt x="2032" y="173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rgbClr val="F1EE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10" name="Google Shape;151;p19"/>
          <p:cNvSpPr/>
          <p:nvPr/>
        </p:nvSpPr>
        <p:spPr>
          <a:xfrm flipH="1">
            <a:off x="10047639" y="1336113"/>
            <a:ext cx="527379" cy="364276"/>
          </a:xfrm>
          <a:custGeom>
            <a:avLst/>
            <a:gdLst/>
            <a:ahLst/>
            <a:cxnLst/>
            <a:rect l="l" t="t" r="r" b="b"/>
            <a:pathLst>
              <a:path w="20668" h="14276" extrusionOk="0">
                <a:moveTo>
                  <a:pt x="9647" y="0"/>
                </a:moveTo>
                <a:cubicBezTo>
                  <a:pt x="8208" y="0"/>
                  <a:pt x="6784" y="333"/>
                  <a:pt x="5541" y="1059"/>
                </a:cubicBezTo>
                <a:cubicBezTo>
                  <a:pt x="3448" y="2281"/>
                  <a:pt x="1339" y="4020"/>
                  <a:pt x="670" y="6349"/>
                </a:cubicBezTo>
                <a:cubicBezTo>
                  <a:pt x="0" y="8678"/>
                  <a:pt x="205" y="11067"/>
                  <a:pt x="341" y="13486"/>
                </a:cubicBezTo>
                <a:lnTo>
                  <a:pt x="918" y="14216"/>
                </a:lnTo>
                <a:cubicBezTo>
                  <a:pt x="1088" y="14256"/>
                  <a:pt x="1260" y="14275"/>
                  <a:pt x="1430" y="14275"/>
                </a:cubicBezTo>
                <a:cubicBezTo>
                  <a:pt x="2424" y="14275"/>
                  <a:pt x="3393" y="13629"/>
                  <a:pt x="3941" y="12773"/>
                </a:cubicBezTo>
                <a:cubicBezTo>
                  <a:pt x="4585" y="11771"/>
                  <a:pt x="4761" y="10543"/>
                  <a:pt x="4832" y="9354"/>
                </a:cubicBezTo>
                <a:cubicBezTo>
                  <a:pt x="4903" y="8165"/>
                  <a:pt x="4887" y="6956"/>
                  <a:pt x="5207" y="5808"/>
                </a:cubicBezTo>
                <a:cubicBezTo>
                  <a:pt x="5853" y="7493"/>
                  <a:pt x="7582" y="8702"/>
                  <a:pt x="9387" y="8727"/>
                </a:cubicBezTo>
                <a:cubicBezTo>
                  <a:pt x="9407" y="8728"/>
                  <a:pt x="9428" y="8728"/>
                  <a:pt x="9448" y="8728"/>
                </a:cubicBezTo>
                <a:cubicBezTo>
                  <a:pt x="11230" y="8728"/>
                  <a:pt x="12963" y="7577"/>
                  <a:pt x="13649" y="5931"/>
                </a:cubicBezTo>
                <a:cubicBezTo>
                  <a:pt x="14907" y="7394"/>
                  <a:pt x="16732" y="8357"/>
                  <a:pt x="18650" y="8571"/>
                </a:cubicBezTo>
                <a:cubicBezTo>
                  <a:pt x="18729" y="8580"/>
                  <a:pt x="18808" y="8585"/>
                  <a:pt x="18886" y="8585"/>
                </a:cubicBezTo>
                <a:cubicBezTo>
                  <a:pt x="19467" y="8585"/>
                  <a:pt x="20006" y="8341"/>
                  <a:pt x="20371" y="7873"/>
                </a:cubicBezTo>
                <a:cubicBezTo>
                  <a:pt x="20668" y="7495"/>
                  <a:pt x="20665" y="6613"/>
                  <a:pt x="20412" y="6227"/>
                </a:cubicBezTo>
                <a:cubicBezTo>
                  <a:pt x="18844" y="3846"/>
                  <a:pt x="16366" y="2075"/>
                  <a:pt x="13768" y="901"/>
                </a:cubicBezTo>
                <a:cubicBezTo>
                  <a:pt x="12483" y="319"/>
                  <a:pt x="11058" y="0"/>
                  <a:pt x="9647" y="0"/>
                </a:cubicBezTo>
                <a:close/>
              </a:path>
            </a:pathLst>
          </a:custGeom>
          <a:solidFill>
            <a:srgbClr val="361A1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11" name="Google Shape;188;p19"/>
          <p:cNvSpPr/>
          <p:nvPr/>
        </p:nvSpPr>
        <p:spPr>
          <a:xfrm flipH="1">
            <a:off x="9313536" y="2017886"/>
            <a:ext cx="15769" cy="115157"/>
          </a:xfrm>
          <a:custGeom>
            <a:avLst/>
            <a:gdLst/>
            <a:ahLst/>
            <a:cxnLst/>
            <a:rect l="l" t="t" r="r" b="b"/>
            <a:pathLst>
              <a:path w="618" h="4513" extrusionOk="0">
                <a:moveTo>
                  <a:pt x="618" y="1"/>
                </a:moveTo>
                <a:lnTo>
                  <a:pt x="0" y="301"/>
                </a:lnTo>
                <a:lnTo>
                  <a:pt x="0" y="4512"/>
                </a:lnTo>
                <a:lnTo>
                  <a:pt x="618" y="4512"/>
                </a:lnTo>
                <a:lnTo>
                  <a:pt x="618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4" name="Google Shape;150;p19"/>
          <p:cNvSpPr/>
          <p:nvPr/>
        </p:nvSpPr>
        <p:spPr>
          <a:xfrm>
            <a:off x="10178798" y="1135062"/>
            <a:ext cx="409849" cy="314977"/>
          </a:xfrm>
          <a:custGeom>
            <a:avLst/>
            <a:gdLst/>
            <a:ahLst/>
            <a:cxnLst/>
            <a:rect l="l" t="t" r="r" b="b"/>
            <a:pathLst>
              <a:path w="16062" h="12344" extrusionOk="0">
                <a:moveTo>
                  <a:pt x="8826" y="0"/>
                </a:moveTo>
                <a:cubicBezTo>
                  <a:pt x="6282" y="0"/>
                  <a:pt x="3813" y="1297"/>
                  <a:pt x="2117" y="3207"/>
                </a:cubicBezTo>
                <a:cubicBezTo>
                  <a:pt x="889" y="4588"/>
                  <a:pt x="0" y="6368"/>
                  <a:pt x="78" y="8213"/>
                </a:cubicBezTo>
                <a:cubicBezTo>
                  <a:pt x="155" y="10060"/>
                  <a:pt x="1380" y="11913"/>
                  <a:pt x="3176" y="12343"/>
                </a:cubicBezTo>
                <a:lnTo>
                  <a:pt x="11948" y="11106"/>
                </a:lnTo>
                <a:cubicBezTo>
                  <a:pt x="14550" y="10365"/>
                  <a:pt x="16062" y="7230"/>
                  <a:pt x="15331" y="4626"/>
                </a:cubicBezTo>
                <a:cubicBezTo>
                  <a:pt x="14601" y="2020"/>
                  <a:pt x="11980" y="178"/>
                  <a:pt x="9279" y="14"/>
                </a:cubicBezTo>
                <a:cubicBezTo>
                  <a:pt x="9128" y="5"/>
                  <a:pt x="8977" y="0"/>
                  <a:pt x="8826" y="0"/>
                </a:cubicBezTo>
                <a:close/>
              </a:path>
            </a:pathLst>
          </a:custGeom>
          <a:solidFill>
            <a:srgbClr val="361A1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688" y="401318"/>
            <a:ext cx="3044537" cy="218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5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/>
          <a:lstStyle/>
          <a:p>
            <a:r>
              <a:rPr lang="fr-FR" dirty="0"/>
              <a:t>PERSONAL INITIATIVE  </a:t>
            </a:r>
            <a:r>
              <a:rPr lang="fr-FR" noProof="0" dirty="0"/>
              <a:t>TRAINING OUTCOMES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F9C5CFB-276A-45EB-BEB1-BB206A71DE1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70970" y="1856369"/>
            <a:ext cx="9505949" cy="5001631"/>
          </a:xfrm>
        </p:spPr>
        <p:txBody>
          <a:bodyPr/>
          <a:lstStyle/>
          <a:p>
            <a:pPr>
              <a:spcAft>
                <a:spcPts val="6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fr-FR" sz="2000" kern="1200" dirty="0"/>
              <a:t>Example from Togo: Entrepreneurs trained in self-help increased profits by 30% overall and by 40% for female entrepreneurs</a:t>
            </a:r>
          </a:p>
          <a:p>
            <a:pPr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 marL="380990" indent="-380990">
              <a:spcAft>
                <a:spcPts val="600"/>
              </a:spcAft>
              <a:buClr>
                <a:schemeClr val="accent5"/>
              </a:buClr>
            </a:pPr>
            <a:endParaRPr lang="fr-FR" sz="2000" kern="1200" dirty="0"/>
          </a:p>
          <a:p>
            <a:pPr marL="0" indent="0">
              <a:spcAft>
                <a:spcPts val="600"/>
              </a:spcAft>
              <a:buClr>
                <a:schemeClr val="accent5"/>
              </a:buClr>
              <a:buNone/>
            </a:pPr>
            <a:r>
              <a:rPr lang="fr-FR" sz="2000" kern="1200" dirty="0"/>
              <a:t>...</a:t>
            </a:r>
            <a:r>
              <a:rPr lang="fr-FR" sz="2000" kern="1200" dirty="0">
                <a:solidFill>
                  <a:srgbClr val="47362D"/>
                </a:solidFill>
              </a:rPr>
              <a:t>but </a:t>
            </a:r>
            <a:r>
              <a:rPr lang="fr-FR" sz="2000" kern="1200" dirty="0" err="1">
                <a:solidFill>
                  <a:srgbClr val="47362D"/>
                </a:solidFill>
              </a:rPr>
              <a:t>only</a:t>
            </a:r>
            <a:r>
              <a:rPr lang="fr-FR" sz="2000" kern="1200" dirty="0">
                <a:solidFill>
                  <a:srgbClr val="47362D"/>
                </a:solidFill>
              </a:rPr>
              <a:t> entrepreneurs </a:t>
            </a:r>
            <a:r>
              <a:rPr lang="fr-FR" sz="2000" kern="1200" dirty="0" err="1">
                <a:solidFill>
                  <a:srgbClr val="47362D"/>
                </a:solidFill>
              </a:rPr>
              <a:t>who</a:t>
            </a:r>
            <a:r>
              <a:rPr lang="fr-FR" sz="2000" kern="1200" dirty="0">
                <a:solidFill>
                  <a:srgbClr val="47362D"/>
                </a:solidFill>
              </a:rPr>
              <a:t> </a:t>
            </a:r>
            <a:r>
              <a:rPr lang="fr-FR" sz="2000" b="1" kern="1200" dirty="0" err="1">
                <a:solidFill>
                  <a:srgbClr val="47362D"/>
                </a:solidFill>
              </a:rPr>
              <a:t>used</a:t>
            </a:r>
            <a:r>
              <a:rPr lang="fr-FR" sz="2000" kern="1200" dirty="0">
                <a:solidFill>
                  <a:srgbClr val="47362D"/>
                </a:solidFill>
              </a:rPr>
              <a:t> </a:t>
            </a:r>
            <a:r>
              <a:rPr lang="fr-FR" sz="2000" kern="1200" dirty="0" err="1">
                <a:solidFill>
                  <a:srgbClr val="47362D"/>
                </a:solidFill>
              </a:rPr>
              <a:t>their</a:t>
            </a:r>
            <a:r>
              <a:rPr lang="fr-FR" sz="2000" kern="1200" dirty="0">
                <a:solidFill>
                  <a:srgbClr val="47362D"/>
                </a:solidFill>
              </a:rPr>
              <a:t> </a:t>
            </a:r>
            <a:r>
              <a:rPr lang="fr-FR" sz="2000" kern="1200" dirty="0"/>
              <a:t>new business </a:t>
            </a:r>
            <a:r>
              <a:rPr lang="fr-FR" sz="2000" kern="1200" dirty="0" err="1"/>
              <a:t>skills</a:t>
            </a:r>
            <a:r>
              <a:rPr lang="fr-FR" sz="2000" kern="1200" dirty="0"/>
              <a:t>!</a:t>
            </a:r>
          </a:p>
          <a:p>
            <a:pPr marL="0" indent="0">
              <a:spcAft>
                <a:spcPts val="600"/>
              </a:spcAft>
              <a:buClr>
                <a:srgbClr val="FF0000"/>
              </a:buClr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kern="1200" dirty="0"/>
          </a:p>
          <a:p>
            <a:pPr marL="0" indent="0">
              <a:buClr>
                <a:srgbClr val="FF0000"/>
              </a:buClr>
            </a:pPr>
            <a:endParaRPr lang="fr-FR" sz="2000" kern="1200" dirty="0"/>
          </a:p>
          <a:p>
            <a:pPr marL="0" indent="0">
              <a:buClr>
                <a:srgbClr val="FF0000"/>
              </a:buClr>
            </a:pPr>
            <a:endParaRPr lang="fr-FR" sz="2000" kern="12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829851" y="3664657"/>
            <a:ext cx="457200" cy="115557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buClr>
                <a:srgbClr val="000000"/>
              </a:buClr>
            </a:pPr>
            <a:endParaRPr lang="en-US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035540" y="2936391"/>
            <a:ext cx="457200" cy="187220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buClr>
                <a:srgbClr val="000000"/>
              </a:buClr>
            </a:pPr>
            <a:endParaRPr lang="en-US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2711530" y="4797152"/>
            <a:ext cx="6624831" cy="11629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noFill/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 dirty="0">
              <a:solidFill>
                <a:srgbClr val="000000"/>
              </a:solidFill>
              <a:latin typeface="Arial"/>
              <a:sym typeface="Arial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4439817" y="2996953"/>
            <a:ext cx="2334060" cy="780372"/>
          </a:xfrm>
          <a:prstGeom prst="line">
            <a:avLst/>
          </a:prstGeom>
          <a:noFill/>
          <a:ln w="28575">
            <a:solidFill>
              <a:schemeClr val="accent5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noFill/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550507" y="4880679"/>
            <a:ext cx="30158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00" i="1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Profit level </a:t>
            </a:r>
            <a:r>
              <a:rPr lang="en-US" b="1" i="1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before </a:t>
            </a:r>
            <a:r>
              <a:rPr lang="en-US" sz="1400" i="1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the training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791200" y="4865801"/>
            <a:ext cx="29458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i="1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Profit increase two years </a:t>
            </a:r>
            <a:r>
              <a:rPr lang="en-US" b="1" i="1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after </a:t>
            </a:r>
            <a:r>
              <a:rPr lang="en-US" i="1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the training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F9E25B2-D98E-4FCE-99A6-AEEC3D66F0AB}"/>
              </a:ext>
            </a:extLst>
          </p:cNvPr>
          <p:cNvSpPr txBox="1"/>
          <p:nvPr/>
        </p:nvSpPr>
        <p:spPr>
          <a:xfrm rot="20539968">
            <a:off x="4737141" y="3035601"/>
            <a:ext cx="1995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-FR" sz="1400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30% increase</a:t>
            </a:r>
          </a:p>
        </p:txBody>
      </p:sp>
      <p:grpSp>
        <p:nvGrpSpPr>
          <p:cNvPr id="20" name="Google Shape;9266;p64"/>
          <p:cNvGrpSpPr/>
          <p:nvPr/>
        </p:nvGrpSpPr>
        <p:grpSpPr>
          <a:xfrm>
            <a:off x="9195189" y="2996953"/>
            <a:ext cx="1535633" cy="1423812"/>
            <a:chOff x="7390435" y="3680868"/>
            <a:chExt cx="372073" cy="355243"/>
          </a:xfrm>
          <a:solidFill>
            <a:schemeClr val="tx1"/>
          </a:solidFill>
        </p:grpSpPr>
        <p:sp>
          <p:nvSpPr>
            <p:cNvPr id="21" name="Google Shape;9267;p64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9268;p64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9269;p64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9270;p64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9271;p64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9272;p64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53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>
            <a:spLocks noGrp="1"/>
          </p:cNvSpPr>
          <p:nvPr>
            <p:ph type="body" idx="4"/>
          </p:nvPr>
        </p:nvSpPr>
        <p:spPr>
          <a:xfrm>
            <a:off x="4974561" y="2712688"/>
            <a:ext cx="2589200" cy="105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de-DE" sz="1467" dirty="0" err="1">
                <a:latin typeface="Poppins Light"/>
                <a:ea typeface="Poppins Light"/>
                <a:cs typeface="Poppins Light"/>
                <a:sym typeface="Poppins Light"/>
              </a:rPr>
              <a:t>Being future-oriented</a:t>
            </a:r>
            <a:endParaRPr sz="1467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76" name="Google Shape;376;p38"/>
          <p:cNvSpPr txBox="1">
            <a:spLocks noGrp="1"/>
          </p:cNvSpPr>
          <p:nvPr>
            <p:ph type="body" idx="6"/>
          </p:nvPr>
        </p:nvSpPr>
        <p:spPr>
          <a:xfrm>
            <a:off x="8478032" y="2609467"/>
            <a:ext cx="2574400" cy="105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de-DE" sz="1467" dirty="0">
                <a:solidFill>
                  <a:srgbClr val="47362D"/>
                </a:solidFill>
                <a:latin typeface="Poppins Light"/>
                <a:ea typeface="Poppins Light"/>
                <a:cs typeface="Poppins Light"/>
                <a:sym typeface="Poppins Light"/>
              </a:rPr>
              <a:t>Overcoming barriers</a:t>
            </a:r>
            <a:endParaRPr sz="1467" dirty="0">
              <a:solidFill>
                <a:srgbClr val="47362D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77" name="Google Shape;377;p38"/>
          <p:cNvSpPr txBox="1">
            <a:spLocks noGrp="1"/>
          </p:cNvSpPr>
          <p:nvPr>
            <p:ph type="body" idx="7"/>
          </p:nvPr>
        </p:nvSpPr>
        <p:spPr>
          <a:xfrm>
            <a:off x="1404836" y="2743335"/>
            <a:ext cx="2678400" cy="105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" sz="1467" dirty="0">
                <a:latin typeface="Poppins Light"/>
                <a:ea typeface="Poppins Light"/>
                <a:cs typeface="Poppins Light"/>
                <a:sym typeface="Poppins Light"/>
              </a:rPr>
              <a:t>Self-starting</a:t>
            </a:r>
            <a:endParaRPr sz="1467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79" name="Google Shape;379;p38"/>
          <p:cNvSpPr txBox="1">
            <a:spLocks noGrp="1"/>
          </p:cNvSpPr>
          <p:nvPr>
            <p:ph type="body" idx="13"/>
          </p:nvPr>
        </p:nvSpPr>
        <p:spPr>
          <a:xfrm>
            <a:off x="2542365" y="4289085"/>
            <a:ext cx="2589200" cy="105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" sz="1467" dirty="0">
                <a:latin typeface="Poppins Light"/>
                <a:ea typeface="Poppins Light"/>
                <a:cs typeface="Poppins Light"/>
                <a:sym typeface="Poppins Light"/>
              </a:rPr>
              <a:t>Setting a goal</a:t>
            </a:r>
            <a:endParaRPr sz="1467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80" name="Google Shape;380;p38"/>
          <p:cNvSpPr txBox="1">
            <a:spLocks noGrp="1"/>
          </p:cNvSpPr>
          <p:nvPr>
            <p:ph type="body" idx="14"/>
          </p:nvPr>
        </p:nvSpPr>
        <p:spPr>
          <a:xfrm>
            <a:off x="7359875" y="4269972"/>
            <a:ext cx="2574400" cy="105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de-DE" sz="1467" dirty="0" err="1">
                <a:latin typeface="Poppins Light"/>
                <a:ea typeface="Poppins Light"/>
                <a:cs typeface="Poppins Light"/>
                <a:sym typeface="Poppins Light"/>
              </a:rPr>
              <a:t>Financial planning</a:t>
            </a:r>
            <a:endParaRPr sz="1467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81" name="Google Shape;381;p38"/>
          <p:cNvSpPr txBox="1">
            <a:spLocks noGrp="1"/>
          </p:cNvSpPr>
          <p:nvPr>
            <p:ph type="body" idx="15"/>
          </p:nvPr>
        </p:nvSpPr>
        <p:spPr>
          <a:xfrm>
            <a:off x="152667" y="4331175"/>
            <a:ext cx="2678400" cy="105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de-DE" sz="1467" dirty="0">
                <a:latin typeface="Poppins Light"/>
                <a:ea typeface="Poppins Light"/>
                <a:cs typeface="Poppins Light"/>
                <a:sym typeface="Poppins Light"/>
              </a:rPr>
              <a:t>Identifying </a:t>
            </a:r>
            <a:r>
              <a:rPr lang="de-DE" sz="1467" dirty="0" err="1">
                <a:latin typeface="Poppins Light"/>
                <a:ea typeface="Poppins Light"/>
                <a:cs typeface="Poppins Light"/>
                <a:sym typeface="Poppins Light"/>
              </a:rPr>
              <a:t>opportunities</a:t>
            </a:r>
            <a:endParaRPr lang="de-DE" sz="1467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82" name="Google Shape;382;p38"/>
          <p:cNvSpPr txBox="1">
            <a:spLocks noGrp="1"/>
          </p:cNvSpPr>
          <p:nvPr>
            <p:ph type="title"/>
          </p:nvPr>
        </p:nvSpPr>
        <p:spPr>
          <a:xfrm>
            <a:off x="855860" y="698900"/>
            <a:ext cx="7847923" cy="126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de-DE" dirty="0"/>
              <a:t>EXPLANATION OF SYMBOLS: </a:t>
            </a:r>
            <a:r>
              <a:rPr lang="de-DE" b="0" dirty="0" err="1"/>
              <a:t>content</a:t>
            </a:r>
            <a:endParaRPr b="0" dirty="0"/>
          </a:p>
        </p:txBody>
      </p:sp>
      <p:sp>
        <p:nvSpPr>
          <p:cNvPr id="45" name="Google Shape;376;p38"/>
          <p:cNvSpPr txBox="1">
            <a:spLocks/>
          </p:cNvSpPr>
          <p:nvPr/>
        </p:nvSpPr>
        <p:spPr>
          <a:xfrm>
            <a:off x="4910123" y="4281228"/>
            <a:ext cx="2574400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en-US" sz="1467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Planning </a:t>
            </a:r>
            <a:r>
              <a:rPr lang="en-US" sz="1467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of activities</a:t>
            </a:r>
          </a:p>
        </p:txBody>
      </p:sp>
      <p:sp>
        <p:nvSpPr>
          <p:cNvPr id="8" name="Rechteck 7"/>
          <p:cNvSpPr/>
          <p:nvPr/>
        </p:nvSpPr>
        <p:spPr>
          <a:xfrm>
            <a:off x="839603" y="959104"/>
            <a:ext cx="72000" cy="38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de-DE" sz="1867" kern="0">
              <a:solidFill>
                <a:srgbClr val="EDEDED"/>
              </a:solidFill>
              <a:latin typeface="Arial"/>
              <a:sym typeface="Arial"/>
            </a:endParaRPr>
          </a:p>
        </p:txBody>
      </p:sp>
      <p:pic>
        <p:nvPicPr>
          <p:cNvPr id="62" name="Grafik 61"/>
          <p:cNvPicPr>
            <a:picLocks noChangeAspect="1"/>
          </p:cNvPicPr>
          <p:nvPr/>
        </p:nvPicPr>
        <p:blipFill rotWithShape="1"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2422049" y="1889275"/>
            <a:ext cx="754952" cy="654917"/>
          </a:xfrm>
          <a:prstGeom prst="rect">
            <a:avLst/>
          </a:prstGeom>
        </p:spPr>
      </p:pic>
      <p:pic>
        <p:nvPicPr>
          <p:cNvPr id="63" name="Grafik 62"/>
          <p:cNvPicPr>
            <a:picLocks noChangeAspect="1"/>
          </p:cNvPicPr>
          <p:nvPr/>
        </p:nvPicPr>
        <p:blipFill rotWithShape="1">
          <a:blip r:embed="rId4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551"/>
          <a:stretch/>
        </p:blipFill>
        <p:spPr>
          <a:xfrm flipH="1">
            <a:off x="5517529" y="1724135"/>
            <a:ext cx="1012488" cy="814541"/>
          </a:xfrm>
          <a:prstGeom prst="rect">
            <a:avLst/>
          </a:prstGeom>
        </p:spPr>
      </p:pic>
      <p:grpSp>
        <p:nvGrpSpPr>
          <p:cNvPr id="97" name="Google Shape;9266;p64"/>
          <p:cNvGrpSpPr/>
          <p:nvPr/>
        </p:nvGrpSpPr>
        <p:grpSpPr>
          <a:xfrm>
            <a:off x="8313374" y="3462622"/>
            <a:ext cx="728421" cy="709055"/>
            <a:chOff x="7390435" y="3680868"/>
            <a:chExt cx="372073" cy="355243"/>
          </a:xfrm>
          <a:solidFill>
            <a:srgbClr val="000000"/>
          </a:solidFill>
        </p:grpSpPr>
        <p:sp>
          <p:nvSpPr>
            <p:cNvPr id="98" name="Google Shape;9267;p64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9268;p64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9269;p64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" name="Google Shape;9270;p64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9271;p64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9272;p64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9" name="Grafik 108"/>
          <p:cNvPicPr>
            <a:picLocks noChangeAspect="1"/>
          </p:cNvPicPr>
          <p:nvPr/>
        </p:nvPicPr>
        <p:blipFill rotWithShape="1"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6797" y="3512930"/>
            <a:ext cx="888152" cy="761143"/>
          </a:xfrm>
          <a:prstGeom prst="rect">
            <a:avLst/>
          </a:prstGeom>
        </p:spPr>
      </p:pic>
      <p:grpSp>
        <p:nvGrpSpPr>
          <p:cNvPr id="64" name="Gruppieren 63"/>
          <p:cNvGrpSpPr/>
          <p:nvPr/>
        </p:nvGrpSpPr>
        <p:grpSpPr>
          <a:xfrm>
            <a:off x="9149203" y="1796102"/>
            <a:ext cx="844096" cy="692313"/>
            <a:chOff x="6402743" y="3717073"/>
            <a:chExt cx="1197094" cy="911057"/>
          </a:xfrm>
        </p:grpSpPr>
        <p:pic>
          <p:nvPicPr>
            <p:cNvPr id="65" name="Grafik 64"/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678" r="30046" b="53791"/>
            <a:stretch/>
          </p:blipFill>
          <p:spPr>
            <a:xfrm flipH="1">
              <a:off x="6481331" y="3717073"/>
              <a:ext cx="744659" cy="520391"/>
            </a:xfrm>
            <a:prstGeom prst="rect">
              <a:avLst/>
            </a:prstGeom>
          </p:spPr>
        </p:pic>
        <p:pic>
          <p:nvPicPr>
            <p:cNvPr id="66" name="Grafik 65"/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2020" t="40925" b="13251"/>
            <a:stretch/>
          </p:blipFill>
          <p:spPr>
            <a:xfrm>
              <a:off x="7065226" y="4117542"/>
              <a:ext cx="534611" cy="510588"/>
            </a:xfrm>
            <a:prstGeom prst="rect">
              <a:avLst/>
            </a:prstGeom>
          </p:spPr>
        </p:pic>
        <p:sp>
          <p:nvSpPr>
            <p:cNvPr id="67" name="Rechteck 66"/>
            <p:cNvSpPr/>
            <p:nvPr/>
          </p:nvSpPr>
          <p:spPr>
            <a:xfrm>
              <a:off x="6402743" y="4117542"/>
              <a:ext cx="213647" cy="255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buClr>
                  <a:srgbClr val="000000"/>
                </a:buClr>
              </a:pPr>
              <a:endParaRPr lang="en-GB" sz="1467" kern="0">
                <a:solidFill>
                  <a:srgbClr val="EDEDED"/>
                </a:solidFill>
                <a:latin typeface="Arial"/>
                <a:sym typeface="Arial"/>
              </a:endParaRPr>
            </a:p>
          </p:txBody>
        </p:sp>
      </p:grpSp>
      <p:grpSp>
        <p:nvGrpSpPr>
          <p:cNvPr id="69" name="Google Shape;397;p38"/>
          <p:cNvGrpSpPr/>
          <p:nvPr/>
        </p:nvGrpSpPr>
        <p:grpSpPr>
          <a:xfrm>
            <a:off x="10377627" y="3461420"/>
            <a:ext cx="744912" cy="734320"/>
            <a:chOff x="1405900" y="238125"/>
            <a:chExt cx="4738875" cy="5219200"/>
          </a:xfrm>
          <a:solidFill>
            <a:srgbClr val="000000"/>
          </a:solidFill>
        </p:grpSpPr>
        <p:sp>
          <p:nvSpPr>
            <p:cNvPr id="70" name="Google Shape;398;p38"/>
            <p:cNvSpPr/>
            <p:nvPr/>
          </p:nvSpPr>
          <p:spPr>
            <a:xfrm>
              <a:off x="1405900" y="238125"/>
              <a:ext cx="4738875" cy="5219200"/>
            </a:xfrm>
            <a:custGeom>
              <a:avLst/>
              <a:gdLst/>
              <a:ahLst/>
              <a:cxnLst/>
              <a:rect l="l" t="t" r="r" b="b"/>
              <a:pathLst>
                <a:path w="189555" h="208768" extrusionOk="0">
                  <a:moveTo>
                    <a:pt x="161012" y="8155"/>
                  </a:moveTo>
                  <a:cubicBezTo>
                    <a:pt x="172266" y="8155"/>
                    <a:pt x="181400" y="17289"/>
                    <a:pt x="181400" y="28542"/>
                  </a:cubicBezTo>
                  <a:cubicBezTo>
                    <a:pt x="181400" y="30793"/>
                    <a:pt x="181008" y="33011"/>
                    <a:pt x="180291" y="35132"/>
                  </a:cubicBezTo>
                  <a:cubicBezTo>
                    <a:pt x="174223" y="24758"/>
                    <a:pt x="162969" y="17778"/>
                    <a:pt x="150117" y="17778"/>
                  </a:cubicBezTo>
                  <a:cubicBezTo>
                    <a:pt x="138309" y="17778"/>
                    <a:pt x="127479" y="23682"/>
                    <a:pt x="121053" y="33272"/>
                  </a:cubicBezTo>
                  <a:cubicBezTo>
                    <a:pt x="118052" y="28477"/>
                    <a:pt x="112343" y="21986"/>
                    <a:pt x="101970" y="21986"/>
                  </a:cubicBezTo>
                  <a:lnTo>
                    <a:pt x="96621" y="21986"/>
                  </a:lnTo>
                  <a:lnTo>
                    <a:pt x="92021" y="19311"/>
                  </a:lnTo>
                  <a:cubicBezTo>
                    <a:pt x="88261" y="17116"/>
                    <a:pt x="84643" y="16311"/>
                    <a:pt x="81337" y="16311"/>
                  </a:cubicBezTo>
                  <a:cubicBezTo>
                    <a:pt x="74375" y="16311"/>
                    <a:pt x="68796" y="19881"/>
                    <a:pt x="66186" y="21562"/>
                  </a:cubicBezTo>
                  <a:cubicBezTo>
                    <a:pt x="65925" y="21725"/>
                    <a:pt x="65632" y="21921"/>
                    <a:pt x="65403" y="22051"/>
                  </a:cubicBezTo>
                  <a:cubicBezTo>
                    <a:pt x="65110" y="22051"/>
                    <a:pt x="64751" y="22018"/>
                    <a:pt x="64425" y="22018"/>
                  </a:cubicBezTo>
                  <a:cubicBezTo>
                    <a:pt x="63604" y="21981"/>
                    <a:pt x="62602" y="21933"/>
                    <a:pt x="61471" y="21933"/>
                  </a:cubicBezTo>
                  <a:cubicBezTo>
                    <a:pt x="55774" y="21933"/>
                    <a:pt x="46806" y="23142"/>
                    <a:pt x="41200" y="32913"/>
                  </a:cubicBezTo>
                  <a:lnTo>
                    <a:pt x="38459" y="37643"/>
                  </a:lnTo>
                  <a:cubicBezTo>
                    <a:pt x="38264" y="37774"/>
                    <a:pt x="38003" y="37904"/>
                    <a:pt x="37807" y="38002"/>
                  </a:cubicBezTo>
                  <a:cubicBezTo>
                    <a:pt x="37579" y="38100"/>
                    <a:pt x="37383" y="38230"/>
                    <a:pt x="37155" y="38328"/>
                  </a:cubicBezTo>
                  <a:cubicBezTo>
                    <a:pt x="35491" y="35360"/>
                    <a:pt x="34610" y="32033"/>
                    <a:pt x="34610" y="28542"/>
                  </a:cubicBezTo>
                  <a:cubicBezTo>
                    <a:pt x="34610" y="17289"/>
                    <a:pt x="43777" y="8155"/>
                    <a:pt x="54998" y="8155"/>
                  </a:cubicBezTo>
                  <a:close/>
                  <a:moveTo>
                    <a:pt x="150117" y="25933"/>
                  </a:moveTo>
                  <a:cubicBezTo>
                    <a:pt x="164894" y="25933"/>
                    <a:pt x="176931" y="37937"/>
                    <a:pt x="176931" y="52746"/>
                  </a:cubicBezTo>
                  <a:cubicBezTo>
                    <a:pt x="176931" y="57183"/>
                    <a:pt x="175822" y="61488"/>
                    <a:pt x="173767" y="65370"/>
                  </a:cubicBezTo>
                  <a:cubicBezTo>
                    <a:pt x="173082" y="64946"/>
                    <a:pt x="172429" y="64555"/>
                    <a:pt x="171744" y="64163"/>
                  </a:cubicBezTo>
                  <a:cubicBezTo>
                    <a:pt x="170994" y="61945"/>
                    <a:pt x="169983" y="59857"/>
                    <a:pt x="168743" y="57933"/>
                  </a:cubicBezTo>
                  <a:cubicBezTo>
                    <a:pt x="168580" y="49158"/>
                    <a:pt x="163394" y="41101"/>
                    <a:pt x="155467" y="37317"/>
                  </a:cubicBezTo>
                  <a:cubicBezTo>
                    <a:pt x="154895" y="37045"/>
                    <a:pt x="154296" y="36917"/>
                    <a:pt x="153708" y="36917"/>
                  </a:cubicBezTo>
                  <a:cubicBezTo>
                    <a:pt x="152180" y="36917"/>
                    <a:pt x="150726" y="37782"/>
                    <a:pt x="150019" y="39242"/>
                  </a:cubicBezTo>
                  <a:cubicBezTo>
                    <a:pt x="149041" y="41264"/>
                    <a:pt x="149922" y="43711"/>
                    <a:pt x="151944" y="44657"/>
                  </a:cubicBezTo>
                  <a:cubicBezTo>
                    <a:pt x="153118" y="45244"/>
                    <a:pt x="154227" y="45961"/>
                    <a:pt x="155206" y="46777"/>
                  </a:cubicBezTo>
                  <a:cubicBezTo>
                    <a:pt x="151944" y="45505"/>
                    <a:pt x="148421" y="44787"/>
                    <a:pt x="144702" y="44787"/>
                  </a:cubicBezTo>
                  <a:lnTo>
                    <a:pt x="133807" y="44787"/>
                  </a:lnTo>
                  <a:cubicBezTo>
                    <a:pt x="132242" y="43026"/>
                    <a:pt x="130350" y="41492"/>
                    <a:pt x="128164" y="40220"/>
                  </a:cubicBezTo>
                  <a:lnTo>
                    <a:pt x="126827" y="39470"/>
                  </a:lnTo>
                  <a:cubicBezTo>
                    <a:pt x="131557" y="31152"/>
                    <a:pt x="140397" y="25933"/>
                    <a:pt x="150117" y="25933"/>
                  </a:cubicBezTo>
                  <a:close/>
                  <a:moveTo>
                    <a:pt x="173180" y="75287"/>
                  </a:moveTo>
                  <a:cubicBezTo>
                    <a:pt x="178366" y="80245"/>
                    <a:pt x="181400" y="87160"/>
                    <a:pt x="181400" y="94630"/>
                  </a:cubicBezTo>
                  <a:cubicBezTo>
                    <a:pt x="181400" y="107026"/>
                    <a:pt x="172723" y="117758"/>
                    <a:pt x="161012" y="120661"/>
                  </a:cubicBezTo>
                  <a:lnTo>
                    <a:pt x="161012" y="101187"/>
                  </a:lnTo>
                  <a:lnTo>
                    <a:pt x="164535" y="102981"/>
                  </a:lnTo>
                  <a:cubicBezTo>
                    <a:pt x="165122" y="103307"/>
                    <a:pt x="165775" y="103438"/>
                    <a:pt x="166395" y="103438"/>
                  </a:cubicBezTo>
                  <a:cubicBezTo>
                    <a:pt x="167862" y="103438"/>
                    <a:pt x="169298" y="102655"/>
                    <a:pt x="170015" y="101252"/>
                  </a:cubicBezTo>
                  <a:cubicBezTo>
                    <a:pt x="171059" y="99230"/>
                    <a:pt x="170276" y="96783"/>
                    <a:pt x="168254" y="95739"/>
                  </a:cubicBezTo>
                  <a:lnTo>
                    <a:pt x="164535" y="93815"/>
                  </a:lnTo>
                  <a:cubicBezTo>
                    <a:pt x="169559" y="88922"/>
                    <a:pt x="172690" y="82333"/>
                    <a:pt x="173180" y="75287"/>
                  </a:cubicBezTo>
                  <a:close/>
                  <a:moveTo>
                    <a:pt x="22378" y="109440"/>
                  </a:moveTo>
                  <a:lnTo>
                    <a:pt x="22378" y="144082"/>
                  </a:lnTo>
                  <a:lnTo>
                    <a:pt x="13701" y="135438"/>
                  </a:lnTo>
                  <a:cubicBezTo>
                    <a:pt x="8938" y="130643"/>
                    <a:pt x="8938" y="122879"/>
                    <a:pt x="13701" y="118117"/>
                  </a:cubicBezTo>
                  <a:lnTo>
                    <a:pt x="22378" y="109440"/>
                  </a:lnTo>
                  <a:close/>
                  <a:moveTo>
                    <a:pt x="167960" y="126924"/>
                  </a:moveTo>
                  <a:lnTo>
                    <a:pt x="167960" y="126924"/>
                  </a:lnTo>
                  <a:cubicBezTo>
                    <a:pt x="167928" y="127837"/>
                    <a:pt x="167960" y="128555"/>
                    <a:pt x="168156" y="129305"/>
                  </a:cubicBezTo>
                  <a:cubicBezTo>
                    <a:pt x="168417" y="130251"/>
                    <a:pt x="168939" y="131067"/>
                    <a:pt x="169624" y="132176"/>
                  </a:cubicBezTo>
                  <a:cubicBezTo>
                    <a:pt x="172429" y="136547"/>
                    <a:pt x="175104" y="141701"/>
                    <a:pt x="171549" y="147801"/>
                  </a:cubicBezTo>
                  <a:lnTo>
                    <a:pt x="168580" y="152922"/>
                  </a:lnTo>
                  <a:cubicBezTo>
                    <a:pt x="168221" y="153574"/>
                    <a:pt x="168026" y="154259"/>
                    <a:pt x="168026" y="154977"/>
                  </a:cubicBezTo>
                  <a:lnTo>
                    <a:pt x="168026" y="160914"/>
                  </a:lnTo>
                  <a:cubicBezTo>
                    <a:pt x="168026" y="166655"/>
                    <a:pt x="164731" y="169786"/>
                    <a:pt x="161012" y="172005"/>
                  </a:cubicBezTo>
                  <a:lnTo>
                    <a:pt x="161012" y="129012"/>
                  </a:lnTo>
                  <a:cubicBezTo>
                    <a:pt x="163426" y="128555"/>
                    <a:pt x="165742" y="127870"/>
                    <a:pt x="167960" y="126924"/>
                  </a:cubicBezTo>
                  <a:close/>
                  <a:moveTo>
                    <a:pt x="81231" y="24448"/>
                  </a:moveTo>
                  <a:cubicBezTo>
                    <a:pt x="83338" y="24448"/>
                    <a:pt x="85572" y="25000"/>
                    <a:pt x="87944" y="26389"/>
                  </a:cubicBezTo>
                  <a:lnTo>
                    <a:pt x="93489" y="29586"/>
                  </a:lnTo>
                  <a:cubicBezTo>
                    <a:pt x="94109" y="29945"/>
                    <a:pt x="94827" y="30141"/>
                    <a:pt x="95544" y="30141"/>
                  </a:cubicBezTo>
                  <a:lnTo>
                    <a:pt x="101970" y="30141"/>
                  </a:lnTo>
                  <a:cubicBezTo>
                    <a:pt x="109766" y="30141"/>
                    <a:pt x="113192" y="35523"/>
                    <a:pt x="115834" y="40579"/>
                  </a:cubicBezTo>
                  <a:cubicBezTo>
                    <a:pt x="116486" y="41851"/>
                    <a:pt x="116943" y="42699"/>
                    <a:pt x="117660" y="43417"/>
                  </a:cubicBezTo>
                  <a:cubicBezTo>
                    <a:pt x="117889" y="43678"/>
                    <a:pt x="118182" y="43906"/>
                    <a:pt x="118509" y="44069"/>
                  </a:cubicBezTo>
                  <a:lnTo>
                    <a:pt x="119716" y="44787"/>
                  </a:lnTo>
                  <a:lnTo>
                    <a:pt x="110060" y="44787"/>
                  </a:lnTo>
                  <a:cubicBezTo>
                    <a:pt x="107809" y="44787"/>
                    <a:pt x="105983" y="46614"/>
                    <a:pt x="105983" y="48865"/>
                  </a:cubicBezTo>
                  <a:cubicBezTo>
                    <a:pt x="105983" y="51115"/>
                    <a:pt x="107809" y="52942"/>
                    <a:pt x="110060" y="52942"/>
                  </a:cubicBezTo>
                  <a:lnTo>
                    <a:pt x="144702" y="52942"/>
                  </a:lnTo>
                  <a:cubicBezTo>
                    <a:pt x="155956" y="52942"/>
                    <a:pt x="165090" y="62076"/>
                    <a:pt x="165090" y="73329"/>
                  </a:cubicBezTo>
                  <a:cubicBezTo>
                    <a:pt x="165090" y="80538"/>
                    <a:pt x="161175" y="87291"/>
                    <a:pt x="154880" y="90944"/>
                  </a:cubicBezTo>
                  <a:cubicBezTo>
                    <a:pt x="153640" y="91694"/>
                    <a:pt x="152857" y="93032"/>
                    <a:pt x="152857" y="94467"/>
                  </a:cubicBezTo>
                  <a:lnTo>
                    <a:pt x="152857" y="188380"/>
                  </a:lnTo>
                  <a:cubicBezTo>
                    <a:pt x="152857" y="195132"/>
                    <a:pt x="147377" y="200612"/>
                    <a:pt x="140625" y="200612"/>
                  </a:cubicBezTo>
                  <a:lnTo>
                    <a:pt x="42765" y="200612"/>
                  </a:lnTo>
                  <a:cubicBezTo>
                    <a:pt x="36013" y="200612"/>
                    <a:pt x="30533" y="195132"/>
                    <a:pt x="30533" y="188380"/>
                  </a:cubicBezTo>
                  <a:lnTo>
                    <a:pt x="30533" y="94467"/>
                  </a:lnTo>
                  <a:cubicBezTo>
                    <a:pt x="30533" y="93032"/>
                    <a:pt x="29750" y="91694"/>
                    <a:pt x="28510" y="90944"/>
                  </a:cubicBezTo>
                  <a:cubicBezTo>
                    <a:pt x="22215" y="87291"/>
                    <a:pt x="18300" y="80538"/>
                    <a:pt x="18300" y="73329"/>
                  </a:cubicBezTo>
                  <a:cubicBezTo>
                    <a:pt x="18300" y="62076"/>
                    <a:pt x="27467" y="52942"/>
                    <a:pt x="38688" y="52942"/>
                  </a:cubicBezTo>
                  <a:lnTo>
                    <a:pt x="73363" y="52942"/>
                  </a:lnTo>
                  <a:cubicBezTo>
                    <a:pt x="75613" y="52942"/>
                    <a:pt x="77440" y="51115"/>
                    <a:pt x="77440" y="48865"/>
                  </a:cubicBezTo>
                  <a:cubicBezTo>
                    <a:pt x="77440" y="46614"/>
                    <a:pt x="75613" y="44787"/>
                    <a:pt x="73363" y="44787"/>
                  </a:cubicBezTo>
                  <a:lnTo>
                    <a:pt x="64523" y="44787"/>
                  </a:lnTo>
                  <a:cubicBezTo>
                    <a:pt x="64947" y="44233"/>
                    <a:pt x="65403" y="43711"/>
                    <a:pt x="65958" y="43254"/>
                  </a:cubicBezTo>
                  <a:cubicBezTo>
                    <a:pt x="67687" y="41819"/>
                    <a:pt x="67915" y="39242"/>
                    <a:pt x="66447" y="37513"/>
                  </a:cubicBezTo>
                  <a:cubicBezTo>
                    <a:pt x="65649" y="36552"/>
                    <a:pt x="64499" y="36054"/>
                    <a:pt x="63337" y="36054"/>
                  </a:cubicBezTo>
                  <a:cubicBezTo>
                    <a:pt x="62409" y="36054"/>
                    <a:pt x="61474" y="36372"/>
                    <a:pt x="60706" y="37024"/>
                  </a:cubicBezTo>
                  <a:cubicBezTo>
                    <a:pt x="58260" y="39079"/>
                    <a:pt x="56368" y="41786"/>
                    <a:pt x="55291" y="44787"/>
                  </a:cubicBezTo>
                  <a:lnTo>
                    <a:pt x="42439" y="44787"/>
                  </a:lnTo>
                  <a:cubicBezTo>
                    <a:pt x="43255" y="44330"/>
                    <a:pt x="43874" y="43972"/>
                    <a:pt x="44396" y="43417"/>
                  </a:cubicBezTo>
                  <a:cubicBezTo>
                    <a:pt x="44657" y="43156"/>
                    <a:pt x="44886" y="42895"/>
                    <a:pt x="45049" y="42569"/>
                  </a:cubicBezTo>
                  <a:lnTo>
                    <a:pt x="48278" y="36991"/>
                  </a:lnTo>
                  <a:cubicBezTo>
                    <a:pt x="51627" y="31158"/>
                    <a:pt x="56695" y="30101"/>
                    <a:pt x="61582" y="30101"/>
                  </a:cubicBezTo>
                  <a:cubicBezTo>
                    <a:pt x="62407" y="30101"/>
                    <a:pt x="63228" y="30131"/>
                    <a:pt x="64033" y="30173"/>
                  </a:cubicBezTo>
                  <a:cubicBezTo>
                    <a:pt x="64594" y="30199"/>
                    <a:pt x="65099" y="30219"/>
                    <a:pt x="65568" y="30219"/>
                  </a:cubicBezTo>
                  <a:cubicBezTo>
                    <a:pt x="66299" y="30219"/>
                    <a:pt x="66940" y="30169"/>
                    <a:pt x="67556" y="30010"/>
                  </a:cubicBezTo>
                  <a:cubicBezTo>
                    <a:pt x="68535" y="29749"/>
                    <a:pt x="69350" y="29227"/>
                    <a:pt x="70590" y="28445"/>
                  </a:cubicBezTo>
                  <a:cubicBezTo>
                    <a:pt x="73725" y="26418"/>
                    <a:pt x="77251" y="24448"/>
                    <a:pt x="81231" y="24448"/>
                  </a:cubicBezTo>
                  <a:close/>
                  <a:moveTo>
                    <a:pt x="54998" y="0"/>
                  </a:moveTo>
                  <a:cubicBezTo>
                    <a:pt x="39275" y="0"/>
                    <a:pt x="26455" y="12820"/>
                    <a:pt x="26455" y="28542"/>
                  </a:cubicBezTo>
                  <a:cubicBezTo>
                    <a:pt x="26455" y="33631"/>
                    <a:pt x="27793" y="38524"/>
                    <a:pt x="30337" y="42863"/>
                  </a:cubicBezTo>
                  <a:cubicBezTo>
                    <a:pt x="28869" y="44167"/>
                    <a:pt x="27401" y="45733"/>
                    <a:pt x="26194" y="47658"/>
                  </a:cubicBezTo>
                  <a:cubicBezTo>
                    <a:pt x="16702" y="52322"/>
                    <a:pt x="10145" y="62076"/>
                    <a:pt x="10145" y="73329"/>
                  </a:cubicBezTo>
                  <a:cubicBezTo>
                    <a:pt x="10145" y="82626"/>
                    <a:pt x="14777" y="91401"/>
                    <a:pt x="22378" y="96718"/>
                  </a:cubicBezTo>
                  <a:lnTo>
                    <a:pt x="22378" y="97925"/>
                  </a:lnTo>
                  <a:lnTo>
                    <a:pt x="7960" y="112343"/>
                  </a:lnTo>
                  <a:cubicBezTo>
                    <a:pt x="1" y="120302"/>
                    <a:pt x="1" y="133252"/>
                    <a:pt x="7960" y="141179"/>
                  </a:cubicBezTo>
                  <a:lnTo>
                    <a:pt x="22378" y="155629"/>
                  </a:lnTo>
                  <a:lnTo>
                    <a:pt x="22378" y="188380"/>
                  </a:lnTo>
                  <a:cubicBezTo>
                    <a:pt x="22378" y="199634"/>
                    <a:pt x="31544" y="208767"/>
                    <a:pt x="42765" y="208767"/>
                  </a:cubicBezTo>
                  <a:lnTo>
                    <a:pt x="140625" y="208767"/>
                  </a:lnTo>
                  <a:cubicBezTo>
                    <a:pt x="151879" y="208767"/>
                    <a:pt x="161012" y="199634"/>
                    <a:pt x="161012" y="188380"/>
                  </a:cubicBezTo>
                  <a:lnTo>
                    <a:pt x="161012" y="182280"/>
                  </a:lnTo>
                  <a:lnTo>
                    <a:pt x="161795" y="180877"/>
                  </a:lnTo>
                  <a:cubicBezTo>
                    <a:pt x="161991" y="180779"/>
                    <a:pt x="162187" y="180681"/>
                    <a:pt x="162350" y="180616"/>
                  </a:cubicBezTo>
                  <a:cubicBezTo>
                    <a:pt x="166134" y="178626"/>
                    <a:pt x="176181" y="173407"/>
                    <a:pt x="176181" y="160881"/>
                  </a:cubicBezTo>
                  <a:lnTo>
                    <a:pt x="176181" y="156086"/>
                  </a:lnTo>
                  <a:lnTo>
                    <a:pt x="178594" y="151911"/>
                  </a:lnTo>
                  <a:cubicBezTo>
                    <a:pt x="184955" y="140983"/>
                    <a:pt x="178823" y="131393"/>
                    <a:pt x="176507" y="127772"/>
                  </a:cubicBezTo>
                  <a:cubicBezTo>
                    <a:pt x="176376" y="127576"/>
                    <a:pt x="176246" y="127348"/>
                    <a:pt x="176115" y="127152"/>
                  </a:cubicBezTo>
                  <a:cubicBezTo>
                    <a:pt x="176115" y="126924"/>
                    <a:pt x="176148" y="126598"/>
                    <a:pt x="176148" y="126337"/>
                  </a:cubicBezTo>
                  <a:cubicBezTo>
                    <a:pt x="176213" y="125260"/>
                    <a:pt x="176278" y="123792"/>
                    <a:pt x="176181" y="122129"/>
                  </a:cubicBezTo>
                  <a:cubicBezTo>
                    <a:pt x="177648" y="120987"/>
                    <a:pt x="179018" y="119715"/>
                    <a:pt x="180291" y="118345"/>
                  </a:cubicBezTo>
                  <a:cubicBezTo>
                    <a:pt x="186260" y="111854"/>
                    <a:pt x="189555" y="103438"/>
                    <a:pt x="189555" y="94630"/>
                  </a:cubicBezTo>
                  <a:cubicBezTo>
                    <a:pt x="189555" y="85529"/>
                    <a:pt x="186097" y="77048"/>
                    <a:pt x="180128" y="70687"/>
                  </a:cubicBezTo>
                  <a:cubicBezTo>
                    <a:pt x="183357" y="65272"/>
                    <a:pt x="185086" y="59140"/>
                    <a:pt x="185086" y="52746"/>
                  </a:cubicBezTo>
                  <a:cubicBezTo>
                    <a:pt x="185086" y="50104"/>
                    <a:pt x="184792" y="47560"/>
                    <a:pt x="184238" y="45113"/>
                  </a:cubicBezTo>
                  <a:cubicBezTo>
                    <a:pt x="187663" y="40286"/>
                    <a:pt x="189555" y="34479"/>
                    <a:pt x="189555" y="28542"/>
                  </a:cubicBezTo>
                  <a:cubicBezTo>
                    <a:pt x="189555" y="12820"/>
                    <a:pt x="176768" y="0"/>
                    <a:pt x="16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Google Shape;399;p38"/>
            <p:cNvSpPr/>
            <p:nvPr/>
          </p:nvSpPr>
          <p:spPr>
            <a:xfrm>
              <a:off x="4066875" y="2239350"/>
              <a:ext cx="662200" cy="662200"/>
            </a:xfrm>
            <a:custGeom>
              <a:avLst/>
              <a:gdLst/>
              <a:ahLst/>
              <a:cxnLst/>
              <a:rect l="l" t="t" r="r" b="b"/>
              <a:pathLst>
                <a:path w="26488" h="26488" extrusionOk="0">
                  <a:moveTo>
                    <a:pt x="13244" y="8155"/>
                  </a:moveTo>
                  <a:cubicBezTo>
                    <a:pt x="16049" y="8155"/>
                    <a:pt x="18333" y="10439"/>
                    <a:pt x="18333" y="13244"/>
                  </a:cubicBezTo>
                  <a:cubicBezTo>
                    <a:pt x="18333" y="16049"/>
                    <a:pt x="16049" y="18333"/>
                    <a:pt x="13244" y="18333"/>
                  </a:cubicBezTo>
                  <a:cubicBezTo>
                    <a:pt x="10439" y="18333"/>
                    <a:pt x="8155" y="16049"/>
                    <a:pt x="8155" y="13244"/>
                  </a:cubicBezTo>
                  <a:cubicBezTo>
                    <a:pt x="8155" y="10439"/>
                    <a:pt x="10439" y="8155"/>
                    <a:pt x="13244" y="8155"/>
                  </a:cubicBezTo>
                  <a:close/>
                  <a:moveTo>
                    <a:pt x="13244" y="0"/>
                  </a:moveTo>
                  <a:cubicBezTo>
                    <a:pt x="5937" y="0"/>
                    <a:pt x="0" y="5937"/>
                    <a:pt x="0" y="13244"/>
                  </a:cubicBezTo>
                  <a:cubicBezTo>
                    <a:pt x="0" y="20551"/>
                    <a:pt x="5937" y="26487"/>
                    <a:pt x="13244" y="26487"/>
                  </a:cubicBezTo>
                  <a:cubicBezTo>
                    <a:pt x="20551" y="26487"/>
                    <a:pt x="26488" y="20551"/>
                    <a:pt x="26488" y="13244"/>
                  </a:cubicBezTo>
                  <a:cubicBezTo>
                    <a:pt x="26488" y="5937"/>
                    <a:pt x="20551" y="0"/>
                    <a:pt x="13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400;p38"/>
            <p:cNvSpPr/>
            <p:nvPr/>
          </p:nvSpPr>
          <p:spPr>
            <a:xfrm>
              <a:off x="2687050" y="4016300"/>
              <a:ext cx="815525" cy="815525"/>
            </a:xfrm>
            <a:custGeom>
              <a:avLst/>
              <a:gdLst/>
              <a:ahLst/>
              <a:cxnLst/>
              <a:rect l="l" t="t" r="r" b="b"/>
              <a:pathLst>
                <a:path w="32621" h="32621" extrusionOk="0">
                  <a:moveTo>
                    <a:pt x="16310" y="8156"/>
                  </a:moveTo>
                  <a:cubicBezTo>
                    <a:pt x="20779" y="8156"/>
                    <a:pt x="24465" y="11809"/>
                    <a:pt x="24465" y="16311"/>
                  </a:cubicBezTo>
                  <a:cubicBezTo>
                    <a:pt x="24465" y="20812"/>
                    <a:pt x="20779" y="24466"/>
                    <a:pt x="16310" y="24466"/>
                  </a:cubicBezTo>
                  <a:cubicBezTo>
                    <a:pt x="11809" y="24466"/>
                    <a:pt x="8155" y="20812"/>
                    <a:pt x="8155" y="16311"/>
                  </a:cubicBezTo>
                  <a:cubicBezTo>
                    <a:pt x="8155" y="11809"/>
                    <a:pt x="11809" y="8156"/>
                    <a:pt x="16310" y="8156"/>
                  </a:cubicBezTo>
                  <a:close/>
                  <a:moveTo>
                    <a:pt x="16310" y="1"/>
                  </a:moveTo>
                  <a:cubicBezTo>
                    <a:pt x="7307" y="1"/>
                    <a:pt x="0" y="7340"/>
                    <a:pt x="0" y="16311"/>
                  </a:cubicBezTo>
                  <a:cubicBezTo>
                    <a:pt x="0" y="25314"/>
                    <a:pt x="7307" y="32621"/>
                    <a:pt x="16310" y="32621"/>
                  </a:cubicBezTo>
                  <a:cubicBezTo>
                    <a:pt x="25281" y="32621"/>
                    <a:pt x="32620" y="25314"/>
                    <a:pt x="32620" y="16311"/>
                  </a:cubicBezTo>
                  <a:cubicBezTo>
                    <a:pt x="32620" y="7340"/>
                    <a:pt x="25281" y="1"/>
                    <a:pt x="16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401;p38"/>
            <p:cNvSpPr/>
            <p:nvPr/>
          </p:nvSpPr>
          <p:spPr>
            <a:xfrm>
              <a:off x="2908050" y="2120275"/>
              <a:ext cx="204725" cy="203900"/>
            </a:xfrm>
            <a:custGeom>
              <a:avLst/>
              <a:gdLst/>
              <a:ahLst/>
              <a:cxnLst/>
              <a:rect l="l" t="t" r="r" b="b"/>
              <a:pathLst>
                <a:path w="8189" h="8156" extrusionOk="0">
                  <a:moveTo>
                    <a:pt x="4078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60" y="8156"/>
                    <a:pt x="4111" y="8156"/>
                  </a:cubicBezTo>
                  <a:cubicBezTo>
                    <a:pt x="6361" y="8156"/>
                    <a:pt x="8188" y="6329"/>
                    <a:pt x="8188" y="4078"/>
                  </a:cubicBezTo>
                  <a:cubicBezTo>
                    <a:pt x="8188" y="1827"/>
                    <a:pt x="6361" y="1"/>
                    <a:pt x="4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4" name="Google Shape;402;p38"/>
            <p:cNvSpPr/>
            <p:nvPr/>
          </p:nvSpPr>
          <p:spPr>
            <a:xfrm>
              <a:off x="3451175" y="290805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9" y="8155"/>
                    <a:pt x="8155" y="6329"/>
                    <a:pt x="8155" y="4078"/>
                  </a:cubicBezTo>
                  <a:cubicBezTo>
                    <a:pt x="8155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5" name="Google Shape;403;p38"/>
            <p:cNvSpPr/>
            <p:nvPr/>
          </p:nvSpPr>
          <p:spPr>
            <a:xfrm>
              <a:off x="2572075" y="33052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8" y="8155"/>
                    <a:pt x="8155" y="6329"/>
                    <a:pt x="8155" y="4078"/>
                  </a:cubicBezTo>
                  <a:cubicBezTo>
                    <a:pt x="8155" y="1827"/>
                    <a:pt x="6328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6" name="Google Shape;404;p38"/>
            <p:cNvSpPr/>
            <p:nvPr/>
          </p:nvSpPr>
          <p:spPr>
            <a:xfrm>
              <a:off x="3910300" y="37260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8"/>
                    <a:pt x="1827" y="8155"/>
                    <a:pt x="4078" y="8155"/>
                  </a:cubicBezTo>
                  <a:cubicBezTo>
                    <a:pt x="6329" y="8155"/>
                    <a:pt x="8155" y="6328"/>
                    <a:pt x="8155" y="4078"/>
                  </a:cubicBezTo>
                  <a:cubicBezTo>
                    <a:pt x="8155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7" name="Google Shape;405;p38"/>
            <p:cNvSpPr/>
            <p:nvPr/>
          </p:nvSpPr>
          <p:spPr>
            <a:xfrm>
              <a:off x="4322925" y="45211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8" y="1"/>
                    <a:pt x="1" y="1827"/>
                    <a:pt x="1" y="4078"/>
                  </a:cubicBezTo>
                  <a:cubicBezTo>
                    <a:pt x="1" y="6329"/>
                    <a:pt x="1828" y="8155"/>
                    <a:pt x="4078" y="8155"/>
                  </a:cubicBezTo>
                  <a:cubicBezTo>
                    <a:pt x="6329" y="8155"/>
                    <a:pt x="8156" y="6329"/>
                    <a:pt x="8156" y="4078"/>
                  </a:cubicBezTo>
                  <a:cubicBezTo>
                    <a:pt x="8156" y="1827"/>
                    <a:pt x="6329" y="1"/>
                    <a:pt x="4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" name="Google Shape;406;p38"/>
            <p:cNvSpPr/>
            <p:nvPr/>
          </p:nvSpPr>
          <p:spPr>
            <a:xfrm>
              <a:off x="4658925" y="3160025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7" y="1"/>
                    <a:pt x="0" y="1828"/>
                    <a:pt x="0" y="4078"/>
                  </a:cubicBezTo>
                  <a:cubicBezTo>
                    <a:pt x="0" y="6329"/>
                    <a:pt x="1827" y="8156"/>
                    <a:pt x="4078" y="8156"/>
                  </a:cubicBezTo>
                  <a:cubicBezTo>
                    <a:pt x="6329" y="8156"/>
                    <a:pt x="8155" y="6329"/>
                    <a:pt x="8155" y="4078"/>
                  </a:cubicBezTo>
                  <a:cubicBezTo>
                    <a:pt x="8155" y="1828"/>
                    <a:pt x="6329" y="1"/>
                    <a:pt x="4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407;p38"/>
            <p:cNvSpPr/>
            <p:nvPr/>
          </p:nvSpPr>
          <p:spPr>
            <a:xfrm>
              <a:off x="3596325" y="13578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1" y="1827"/>
                    <a:pt x="1" y="4078"/>
                  </a:cubicBezTo>
                  <a:cubicBezTo>
                    <a:pt x="1" y="6328"/>
                    <a:pt x="1827" y="8155"/>
                    <a:pt x="4078" y="8155"/>
                  </a:cubicBezTo>
                  <a:cubicBezTo>
                    <a:pt x="6329" y="8155"/>
                    <a:pt x="8156" y="6328"/>
                    <a:pt x="8156" y="4078"/>
                  </a:cubicBezTo>
                  <a:cubicBezTo>
                    <a:pt x="8156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80" name="Grafik 79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5765351" y="3549820"/>
            <a:ext cx="765371" cy="671992"/>
          </a:xfrm>
          <a:prstGeom prst="rect">
            <a:avLst/>
          </a:prstGeom>
        </p:spPr>
      </p:pic>
      <p:sp>
        <p:nvSpPr>
          <p:cNvPr id="52" name="Google Shape;380;p38"/>
          <p:cNvSpPr txBox="1">
            <a:spLocks/>
          </p:cNvSpPr>
          <p:nvPr/>
        </p:nvSpPr>
        <p:spPr>
          <a:xfrm>
            <a:off x="9500123" y="4288977"/>
            <a:ext cx="2574400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en-US" sz="1467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Seeking </a:t>
            </a:r>
            <a:r>
              <a:rPr lang="en-US" sz="1467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feedback</a:t>
            </a:r>
          </a:p>
        </p:txBody>
      </p:sp>
      <p:sp>
        <p:nvSpPr>
          <p:cNvPr id="68" name="Google Shape;9748;p65"/>
          <p:cNvSpPr/>
          <p:nvPr/>
        </p:nvSpPr>
        <p:spPr>
          <a:xfrm>
            <a:off x="1064583" y="5341365"/>
            <a:ext cx="678008" cy="678983"/>
          </a:xfrm>
          <a:custGeom>
            <a:avLst/>
            <a:gdLst/>
            <a:ahLst/>
            <a:cxnLst/>
            <a:rect l="l" t="t" r="r" b="b"/>
            <a:pathLst>
              <a:path w="10895" h="11216" extrusionOk="0">
                <a:moveTo>
                  <a:pt x="5454" y="322"/>
                </a:moveTo>
                <a:cubicBezTo>
                  <a:pt x="5740" y="322"/>
                  <a:pt x="5954" y="548"/>
                  <a:pt x="5954" y="834"/>
                </a:cubicBezTo>
                <a:cubicBezTo>
                  <a:pt x="5954" y="1012"/>
                  <a:pt x="5871" y="1155"/>
                  <a:pt x="5716" y="1250"/>
                </a:cubicBezTo>
                <a:lnTo>
                  <a:pt x="5704" y="1262"/>
                </a:lnTo>
                <a:lnTo>
                  <a:pt x="5692" y="1262"/>
                </a:lnTo>
                <a:cubicBezTo>
                  <a:pt x="5680" y="1262"/>
                  <a:pt x="5680" y="1274"/>
                  <a:pt x="5656" y="1274"/>
                </a:cubicBezTo>
                <a:lnTo>
                  <a:pt x="5644" y="1274"/>
                </a:lnTo>
                <a:cubicBezTo>
                  <a:pt x="5644" y="1274"/>
                  <a:pt x="5632" y="1274"/>
                  <a:pt x="5632" y="1298"/>
                </a:cubicBezTo>
                <a:lnTo>
                  <a:pt x="5621" y="1298"/>
                </a:lnTo>
                <a:cubicBezTo>
                  <a:pt x="5597" y="1298"/>
                  <a:pt x="5597" y="1298"/>
                  <a:pt x="5585" y="1310"/>
                </a:cubicBezTo>
                <a:lnTo>
                  <a:pt x="5263" y="1310"/>
                </a:lnTo>
                <a:cubicBezTo>
                  <a:pt x="5240" y="1310"/>
                  <a:pt x="5240" y="1310"/>
                  <a:pt x="5228" y="1298"/>
                </a:cubicBezTo>
                <a:lnTo>
                  <a:pt x="5216" y="1298"/>
                </a:lnTo>
                <a:cubicBezTo>
                  <a:pt x="5216" y="1298"/>
                  <a:pt x="5204" y="1298"/>
                  <a:pt x="5204" y="1274"/>
                </a:cubicBezTo>
                <a:lnTo>
                  <a:pt x="5180" y="1274"/>
                </a:lnTo>
                <a:cubicBezTo>
                  <a:pt x="5168" y="1274"/>
                  <a:pt x="5168" y="1262"/>
                  <a:pt x="5156" y="1262"/>
                </a:cubicBezTo>
                <a:lnTo>
                  <a:pt x="5144" y="1262"/>
                </a:lnTo>
                <a:cubicBezTo>
                  <a:pt x="5144" y="1262"/>
                  <a:pt x="5120" y="1262"/>
                  <a:pt x="5120" y="1250"/>
                </a:cubicBezTo>
                <a:cubicBezTo>
                  <a:pt x="4989" y="1155"/>
                  <a:pt x="4882" y="1012"/>
                  <a:pt x="4882" y="834"/>
                </a:cubicBezTo>
                <a:cubicBezTo>
                  <a:pt x="4942" y="548"/>
                  <a:pt x="5168" y="322"/>
                  <a:pt x="5454" y="322"/>
                </a:cubicBezTo>
                <a:close/>
                <a:moveTo>
                  <a:pt x="5644" y="1631"/>
                </a:moveTo>
                <a:lnTo>
                  <a:pt x="5644" y="1834"/>
                </a:lnTo>
                <a:lnTo>
                  <a:pt x="5240" y="1834"/>
                </a:lnTo>
                <a:lnTo>
                  <a:pt x="5240" y="1631"/>
                </a:lnTo>
                <a:lnTo>
                  <a:pt x="5263" y="1631"/>
                </a:lnTo>
                <a:cubicBezTo>
                  <a:pt x="5275" y="1631"/>
                  <a:pt x="5287" y="1631"/>
                  <a:pt x="5287" y="1655"/>
                </a:cubicBezTo>
                <a:lnTo>
                  <a:pt x="5632" y="1655"/>
                </a:lnTo>
                <a:cubicBezTo>
                  <a:pt x="5621" y="1631"/>
                  <a:pt x="5632" y="1631"/>
                  <a:pt x="5644" y="1631"/>
                </a:cubicBezTo>
                <a:close/>
                <a:moveTo>
                  <a:pt x="7002" y="2143"/>
                </a:moveTo>
                <a:cubicBezTo>
                  <a:pt x="7418" y="2143"/>
                  <a:pt x="7799" y="2310"/>
                  <a:pt x="8085" y="2584"/>
                </a:cubicBezTo>
                <a:cubicBezTo>
                  <a:pt x="8335" y="2858"/>
                  <a:pt x="8680" y="3001"/>
                  <a:pt x="9050" y="3001"/>
                </a:cubicBezTo>
                <a:lnTo>
                  <a:pt x="10514" y="3001"/>
                </a:lnTo>
                <a:lnTo>
                  <a:pt x="10514" y="3334"/>
                </a:lnTo>
                <a:lnTo>
                  <a:pt x="9050" y="3334"/>
                </a:lnTo>
                <a:lnTo>
                  <a:pt x="9050" y="3346"/>
                </a:lnTo>
                <a:cubicBezTo>
                  <a:pt x="8597" y="3346"/>
                  <a:pt x="8180" y="3167"/>
                  <a:pt x="7859" y="2846"/>
                </a:cubicBezTo>
                <a:cubicBezTo>
                  <a:pt x="7645" y="2608"/>
                  <a:pt x="7323" y="2465"/>
                  <a:pt x="7002" y="2465"/>
                </a:cubicBezTo>
                <a:lnTo>
                  <a:pt x="3942" y="2465"/>
                </a:lnTo>
                <a:cubicBezTo>
                  <a:pt x="3573" y="2465"/>
                  <a:pt x="3227" y="2620"/>
                  <a:pt x="2977" y="2882"/>
                </a:cubicBezTo>
                <a:cubicBezTo>
                  <a:pt x="2715" y="3167"/>
                  <a:pt x="2311" y="3334"/>
                  <a:pt x="1894" y="3334"/>
                </a:cubicBezTo>
                <a:lnTo>
                  <a:pt x="370" y="3334"/>
                </a:lnTo>
                <a:lnTo>
                  <a:pt x="370" y="3001"/>
                </a:lnTo>
                <a:lnTo>
                  <a:pt x="1834" y="3001"/>
                </a:lnTo>
                <a:cubicBezTo>
                  <a:pt x="2203" y="3001"/>
                  <a:pt x="2549" y="2858"/>
                  <a:pt x="2799" y="2584"/>
                </a:cubicBezTo>
                <a:cubicBezTo>
                  <a:pt x="3073" y="2310"/>
                  <a:pt x="3477" y="2143"/>
                  <a:pt x="3894" y="2143"/>
                </a:cubicBezTo>
                <a:close/>
                <a:moveTo>
                  <a:pt x="1525" y="3894"/>
                </a:moveTo>
                <a:lnTo>
                  <a:pt x="2644" y="6382"/>
                </a:lnTo>
                <a:lnTo>
                  <a:pt x="406" y="6382"/>
                </a:lnTo>
                <a:lnTo>
                  <a:pt x="1525" y="3894"/>
                </a:lnTo>
                <a:close/>
                <a:moveTo>
                  <a:pt x="9371" y="3894"/>
                </a:moveTo>
                <a:lnTo>
                  <a:pt x="10478" y="6382"/>
                </a:lnTo>
                <a:lnTo>
                  <a:pt x="8252" y="6382"/>
                </a:lnTo>
                <a:lnTo>
                  <a:pt x="9371" y="3894"/>
                </a:lnTo>
                <a:close/>
                <a:moveTo>
                  <a:pt x="2739" y="6692"/>
                </a:moveTo>
                <a:cubicBezTo>
                  <a:pt x="2727" y="7335"/>
                  <a:pt x="2227" y="7847"/>
                  <a:pt x="1596" y="7847"/>
                </a:cubicBezTo>
                <a:lnTo>
                  <a:pt x="1477" y="7847"/>
                </a:lnTo>
                <a:cubicBezTo>
                  <a:pt x="858" y="7847"/>
                  <a:pt x="334" y="7335"/>
                  <a:pt x="334" y="6692"/>
                </a:cubicBezTo>
                <a:close/>
                <a:moveTo>
                  <a:pt x="10574" y="6692"/>
                </a:moveTo>
                <a:cubicBezTo>
                  <a:pt x="10574" y="7335"/>
                  <a:pt x="10050" y="7847"/>
                  <a:pt x="9431" y="7847"/>
                </a:cubicBezTo>
                <a:lnTo>
                  <a:pt x="9300" y="7847"/>
                </a:lnTo>
                <a:cubicBezTo>
                  <a:pt x="8680" y="7847"/>
                  <a:pt x="8157" y="7335"/>
                  <a:pt x="8157" y="6692"/>
                </a:cubicBezTo>
                <a:close/>
                <a:moveTo>
                  <a:pt x="7645" y="9585"/>
                </a:moveTo>
                <a:cubicBezTo>
                  <a:pt x="7728" y="9585"/>
                  <a:pt x="7811" y="9656"/>
                  <a:pt x="7811" y="9763"/>
                </a:cubicBezTo>
                <a:lnTo>
                  <a:pt x="7811" y="10049"/>
                </a:lnTo>
                <a:lnTo>
                  <a:pt x="4418" y="10049"/>
                </a:lnTo>
                <a:cubicBezTo>
                  <a:pt x="4335" y="10049"/>
                  <a:pt x="4263" y="10121"/>
                  <a:pt x="4263" y="10204"/>
                </a:cubicBezTo>
                <a:cubicBezTo>
                  <a:pt x="4263" y="10299"/>
                  <a:pt x="4335" y="10371"/>
                  <a:pt x="4418" y="10371"/>
                </a:cubicBezTo>
                <a:lnTo>
                  <a:pt x="8407" y="10371"/>
                </a:lnTo>
                <a:cubicBezTo>
                  <a:pt x="8514" y="10371"/>
                  <a:pt x="8585" y="10442"/>
                  <a:pt x="8585" y="10549"/>
                </a:cubicBezTo>
                <a:lnTo>
                  <a:pt x="8585" y="10906"/>
                </a:lnTo>
                <a:lnTo>
                  <a:pt x="2275" y="10906"/>
                </a:lnTo>
                <a:lnTo>
                  <a:pt x="2275" y="10549"/>
                </a:lnTo>
                <a:cubicBezTo>
                  <a:pt x="2275" y="10442"/>
                  <a:pt x="2358" y="10371"/>
                  <a:pt x="2453" y="10371"/>
                </a:cubicBezTo>
                <a:lnTo>
                  <a:pt x="3382" y="10371"/>
                </a:lnTo>
                <a:cubicBezTo>
                  <a:pt x="3465" y="10371"/>
                  <a:pt x="3549" y="10299"/>
                  <a:pt x="3549" y="10204"/>
                </a:cubicBezTo>
                <a:cubicBezTo>
                  <a:pt x="3549" y="10121"/>
                  <a:pt x="3465" y="10049"/>
                  <a:pt x="3382" y="10049"/>
                </a:cubicBezTo>
                <a:lnTo>
                  <a:pt x="3073" y="10049"/>
                </a:lnTo>
                <a:lnTo>
                  <a:pt x="3073" y="9763"/>
                </a:lnTo>
                <a:cubicBezTo>
                  <a:pt x="3073" y="9668"/>
                  <a:pt x="3144" y="9585"/>
                  <a:pt x="3251" y="9585"/>
                </a:cubicBezTo>
                <a:close/>
                <a:moveTo>
                  <a:pt x="5454" y="0"/>
                </a:moveTo>
                <a:cubicBezTo>
                  <a:pt x="4989" y="0"/>
                  <a:pt x="4632" y="369"/>
                  <a:pt x="4632" y="822"/>
                </a:cubicBezTo>
                <a:cubicBezTo>
                  <a:pt x="4632" y="1072"/>
                  <a:pt x="4751" y="1298"/>
                  <a:pt x="4930" y="1453"/>
                </a:cubicBezTo>
                <a:lnTo>
                  <a:pt x="4930" y="1810"/>
                </a:lnTo>
                <a:lnTo>
                  <a:pt x="3894" y="1810"/>
                </a:lnTo>
                <a:cubicBezTo>
                  <a:pt x="3382" y="1810"/>
                  <a:pt x="2906" y="2024"/>
                  <a:pt x="2584" y="2370"/>
                </a:cubicBezTo>
                <a:cubicBezTo>
                  <a:pt x="2382" y="2572"/>
                  <a:pt x="2120" y="2691"/>
                  <a:pt x="1834" y="2691"/>
                </a:cubicBezTo>
                <a:lnTo>
                  <a:pt x="346" y="2691"/>
                </a:lnTo>
                <a:cubicBezTo>
                  <a:pt x="179" y="2691"/>
                  <a:pt x="48" y="2822"/>
                  <a:pt x="48" y="2989"/>
                </a:cubicBezTo>
                <a:lnTo>
                  <a:pt x="48" y="3382"/>
                </a:lnTo>
                <a:cubicBezTo>
                  <a:pt x="48" y="3536"/>
                  <a:pt x="179" y="3679"/>
                  <a:pt x="346" y="3679"/>
                </a:cubicBezTo>
                <a:lnTo>
                  <a:pt x="1263" y="3679"/>
                </a:lnTo>
                <a:lnTo>
                  <a:pt x="1" y="6477"/>
                </a:lnTo>
                <a:lnTo>
                  <a:pt x="1" y="6489"/>
                </a:lnTo>
                <a:lnTo>
                  <a:pt x="1" y="6501"/>
                </a:lnTo>
                <a:lnTo>
                  <a:pt x="1" y="6513"/>
                </a:lnTo>
                <a:lnTo>
                  <a:pt x="1" y="6537"/>
                </a:lnTo>
                <a:lnTo>
                  <a:pt x="1" y="6692"/>
                </a:lnTo>
                <a:cubicBezTo>
                  <a:pt x="1" y="7501"/>
                  <a:pt x="656" y="8168"/>
                  <a:pt x="1477" y="8168"/>
                </a:cubicBezTo>
                <a:lnTo>
                  <a:pt x="1596" y="8168"/>
                </a:lnTo>
                <a:cubicBezTo>
                  <a:pt x="2406" y="8168"/>
                  <a:pt x="3073" y="7513"/>
                  <a:pt x="3073" y="6692"/>
                </a:cubicBezTo>
                <a:lnTo>
                  <a:pt x="3073" y="6537"/>
                </a:lnTo>
                <a:lnTo>
                  <a:pt x="3073" y="6513"/>
                </a:lnTo>
                <a:lnTo>
                  <a:pt x="3073" y="6501"/>
                </a:lnTo>
                <a:lnTo>
                  <a:pt x="3073" y="6489"/>
                </a:lnTo>
                <a:lnTo>
                  <a:pt x="3073" y="6477"/>
                </a:lnTo>
                <a:lnTo>
                  <a:pt x="1811" y="3679"/>
                </a:lnTo>
                <a:lnTo>
                  <a:pt x="1930" y="3679"/>
                </a:lnTo>
                <a:cubicBezTo>
                  <a:pt x="2430" y="3679"/>
                  <a:pt x="2906" y="3465"/>
                  <a:pt x="3239" y="3120"/>
                </a:cubicBezTo>
                <a:cubicBezTo>
                  <a:pt x="3430" y="2917"/>
                  <a:pt x="3692" y="2798"/>
                  <a:pt x="3977" y="2798"/>
                </a:cubicBezTo>
                <a:lnTo>
                  <a:pt x="4942" y="2798"/>
                </a:lnTo>
                <a:lnTo>
                  <a:pt x="4942" y="9251"/>
                </a:lnTo>
                <a:lnTo>
                  <a:pt x="3275" y="9251"/>
                </a:lnTo>
                <a:cubicBezTo>
                  <a:pt x="3013" y="9251"/>
                  <a:pt x="2787" y="9478"/>
                  <a:pt x="2787" y="9752"/>
                </a:cubicBezTo>
                <a:lnTo>
                  <a:pt x="2787" y="10025"/>
                </a:lnTo>
                <a:lnTo>
                  <a:pt x="2501" y="10025"/>
                </a:lnTo>
                <a:cubicBezTo>
                  <a:pt x="2227" y="10025"/>
                  <a:pt x="2001" y="10252"/>
                  <a:pt x="2001" y="10537"/>
                </a:cubicBezTo>
                <a:lnTo>
                  <a:pt x="2001" y="11061"/>
                </a:lnTo>
                <a:cubicBezTo>
                  <a:pt x="2001" y="11145"/>
                  <a:pt x="2072" y="11216"/>
                  <a:pt x="2168" y="11216"/>
                </a:cubicBezTo>
                <a:lnTo>
                  <a:pt x="8799" y="11216"/>
                </a:lnTo>
                <a:cubicBezTo>
                  <a:pt x="8895" y="11216"/>
                  <a:pt x="8966" y="11145"/>
                  <a:pt x="8966" y="11061"/>
                </a:cubicBezTo>
                <a:lnTo>
                  <a:pt x="8966" y="10537"/>
                </a:lnTo>
                <a:cubicBezTo>
                  <a:pt x="8966" y="10252"/>
                  <a:pt x="8740" y="10025"/>
                  <a:pt x="8454" y="10025"/>
                </a:cubicBezTo>
                <a:lnTo>
                  <a:pt x="8180" y="10025"/>
                </a:lnTo>
                <a:lnTo>
                  <a:pt x="8180" y="9752"/>
                </a:lnTo>
                <a:cubicBezTo>
                  <a:pt x="8180" y="9478"/>
                  <a:pt x="7954" y="9251"/>
                  <a:pt x="7680" y="9251"/>
                </a:cubicBezTo>
                <a:lnTo>
                  <a:pt x="5978" y="9251"/>
                </a:lnTo>
                <a:lnTo>
                  <a:pt x="5978" y="4572"/>
                </a:lnTo>
                <a:cubicBezTo>
                  <a:pt x="5978" y="4477"/>
                  <a:pt x="5894" y="4406"/>
                  <a:pt x="5811" y="4406"/>
                </a:cubicBezTo>
                <a:cubicBezTo>
                  <a:pt x="5716" y="4406"/>
                  <a:pt x="5644" y="4477"/>
                  <a:pt x="5644" y="4572"/>
                </a:cubicBezTo>
                <a:lnTo>
                  <a:pt x="5644" y="9251"/>
                </a:lnTo>
                <a:lnTo>
                  <a:pt x="5240" y="9251"/>
                </a:lnTo>
                <a:lnTo>
                  <a:pt x="5240" y="2798"/>
                </a:lnTo>
                <a:lnTo>
                  <a:pt x="5644" y="2798"/>
                </a:lnTo>
                <a:lnTo>
                  <a:pt x="5644" y="3536"/>
                </a:lnTo>
                <a:cubicBezTo>
                  <a:pt x="5644" y="3632"/>
                  <a:pt x="5716" y="3703"/>
                  <a:pt x="5811" y="3703"/>
                </a:cubicBezTo>
                <a:cubicBezTo>
                  <a:pt x="5894" y="3703"/>
                  <a:pt x="5978" y="3632"/>
                  <a:pt x="5978" y="3536"/>
                </a:cubicBezTo>
                <a:lnTo>
                  <a:pt x="5978" y="2798"/>
                </a:lnTo>
                <a:lnTo>
                  <a:pt x="7002" y="2798"/>
                </a:lnTo>
                <a:cubicBezTo>
                  <a:pt x="7240" y="2798"/>
                  <a:pt x="7466" y="2905"/>
                  <a:pt x="7621" y="3060"/>
                </a:cubicBezTo>
                <a:cubicBezTo>
                  <a:pt x="8002" y="3453"/>
                  <a:pt x="8502" y="3679"/>
                  <a:pt x="9050" y="3679"/>
                </a:cubicBezTo>
                <a:lnTo>
                  <a:pt x="9097" y="3679"/>
                </a:lnTo>
                <a:lnTo>
                  <a:pt x="7835" y="6477"/>
                </a:lnTo>
                <a:lnTo>
                  <a:pt x="7835" y="6489"/>
                </a:lnTo>
                <a:lnTo>
                  <a:pt x="7835" y="6501"/>
                </a:lnTo>
                <a:lnTo>
                  <a:pt x="7835" y="6513"/>
                </a:lnTo>
                <a:lnTo>
                  <a:pt x="7835" y="6537"/>
                </a:lnTo>
                <a:lnTo>
                  <a:pt x="7835" y="6692"/>
                </a:lnTo>
                <a:cubicBezTo>
                  <a:pt x="7835" y="7501"/>
                  <a:pt x="8490" y="8168"/>
                  <a:pt x="9311" y="8168"/>
                </a:cubicBezTo>
                <a:lnTo>
                  <a:pt x="9431" y="8168"/>
                </a:lnTo>
                <a:cubicBezTo>
                  <a:pt x="10228" y="8168"/>
                  <a:pt x="10895" y="7513"/>
                  <a:pt x="10895" y="6692"/>
                </a:cubicBezTo>
                <a:lnTo>
                  <a:pt x="10895" y="6537"/>
                </a:lnTo>
                <a:lnTo>
                  <a:pt x="10895" y="6513"/>
                </a:lnTo>
                <a:lnTo>
                  <a:pt x="10895" y="6501"/>
                </a:lnTo>
                <a:lnTo>
                  <a:pt x="10895" y="6489"/>
                </a:lnTo>
                <a:lnTo>
                  <a:pt x="10895" y="6465"/>
                </a:lnTo>
                <a:lnTo>
                  <a:pt x="9633" y="3667"/>
                </a:lnTo>
                <a:lnTo>
                  <a:pt x="10562" y="3667"/>
                </a:lnTo>
                <a:cubicBezTo>
                  <a:pt x="10716" y="3667"/>
                  <a:pt x="10859" y="3536"/>
                  <a:pt x="10859" y="3370"/>
                </a:cubicBezTo>
                <a:lnTo>
                  <a:pt x="10859" y="2989"/>
                </a:lnTo>
                <a:cubicBezTo>
                  <a:pt x="10859" y="2822"/>
                  <a:pt x="10716" y="2691"/>
                  <a:pt x="10562" y="2691"/>
                </a:cubicBezTo>
                <a:lnTo>
                  <a:pt x="9073" y="2691"/>
                </a:lnTo>
                <a:cubicBezTo>
                  <a:pt x="8788" y="2691"/>
                  <a:pt x="8514" y="2572"/>
                  <a:pt x="8323" y="2370"/>
                </a:cubicBezTo>
                <a:cubicBezTo>
                  <a:pt x="8002" y="2012"/>
                  <a:pt x="7502" y="1810"/>
                  <a:pt x="7014" y="1810"/>
                </a:cubicBezTo>
                <a:lnTo>
                  <a:pt x="5978" y="1810"/>
                </a:lnTo>
                <a:lnTo>
                  <a:pt x="5978" y="1453"/>
                </a:lnTo>
                <a:cubicBezTo>
                  <a:pt x="6156" y="1310"/>
                  <a:pt x="6275" y="1072"/>
                  <a:pt x="6275" y="822"/>
                </a:cubicBezTo>
                <a:cubicBezTo>
                  <a:pt x="6275" y="358"/>
                  <a:pt x="5894" y="0"/>
                  <a:pt x="545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467" kern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1" name="Grafik 80"/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8914" y="5376209"/>
            <a:ext cx="695797" cy="608179"/>
          </a:xfrm>
          <a:prstGeom prst="rect">
            <a:avLst/>
          </a:prstGeom>
        </p:spPr>
      </p:pic>
      <p:pic>
        <p:nvPicPr>
          <p:cNvPr id="82" name="Grafik 81"/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8137" y="5336363"/>
            <a:ext cx="684348" cy="594116"/>
          </a:xfrm>
          <a:prstGeom prst="rect">
            <a:avLst/>
          </a:prstGeom>
        </p:spPr>
      </p:pic>
      <p:grpSp>
        <p:nvGrpSpPr>
          <p:cNvPr id="83" name="Google Shape;9047;p64"/>
          <p:cNvGrpSpPr/>
          <p:nvPr/>
        </p:nvGrpSpPr>
        <p:grpSpPr>
          <a:xfrm>
            <a:off x="8342832" y="5335265"/>
            <a:ext cx="767536" cy="725305"/>
            <a:chOff x="2497275" y="2744159"/>
            <a:chExt cx="370930" cy="370549"/>
          </a:xfrm>
          <a:solidFill>
            <a:srgbClr val="000000"/>
          </a:solidFill>
        </p:grpSpPr>
        <p:sp>
          <p:nvSpPr>
            <p:cNvPr id="84" name="Google Shape;9048;p64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9049;p64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9050;p64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9051;p64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9052;p64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9053;p64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366;p65"/>
          <p:cNvGrpSpPr/>
          <p:nvPr/>
        </p:nvGrpSpPr>
        <p:grpSpPr>
          <a:xfrm>
            <a:off x="10419291" y="5378458"/>
            <a:ext cx="703248" cy="557903"/>
            <a:chOff x="2810958" y="4273923"/>
            <a:chExt cx="353145" cy="361873"/>
          </a:xfrm>
          <a:solidFill>
            <a:srgbClr val="000000"/>
          </a:solidFill>
        </p:grpSpPr>
        <p:sp>
          <p:nvSpPr>
            <p:cNvPr id="91" name="Google Shape;9367;p65"/>
            <p:cNvSpPr/>
            <p:nvPr/>
          </p:nvSpPr>
          <p:spPr>
            <a:xfrm>
              <a:off x="2886837" y="4273923"/>
              <a:ext cx="53867" cy="169946"/>
            </a:xfrm>
            <a:custGeom>
              <a:avLst/>
              <a:gdLst/>
              <a:ahLst/>
              <a:cxnLst/>
              <a:rect l="l" t="t" r="r" b="b"/>
              <a:pathLst>
                <a:path w="1691" h="5335" extrusionOk="0">
                  <a:moveTo>
                    <a:pt x="1179" y="346"/>
                  </a:moveTo>
                  <a:cubicBezTo>
                    <a:pt x="1203" y="346"/>
                    <a:pt x="1250" y="382"/>
                    <a:pt x="1250" y="417"/>
                  </a:cubicBezTo>
                  <a:lnTo>
                    <a:pt x="1250" y="644"/>
                  </a:lnTo>
                  <a:lnTo>
                    <a:pt x="464" y="644"/>
                  </a:lnTo>
                  <a:lnTo>
                    <a:pt x="464" y="417"/>
                  </a:lnTo>
                  <a:cubicBezTo>
                    <a:pt x="452" y="382"/>
                    <a:pt x="488" y="346"/>
                    <a:pt x="524" y="346"/>
                  </a:cubicBezTo>
                  <a:close/>
                  <a:moveTo>
                    <a:pt x="1131" y="4275"/>
                  </a:moveTo>
                  <a:lnTo>
                    <a:pt x="845" y="4965"/>
                  </a:lnTo>
                  <a:lnTo>
                    <a:pt x="583" y="4275"/>
                  </a:lnTo>
                  <a:close/>
                  <a:moveTo>
                    <a:pt x="512" y="1"/>
                  </a:moveTo>
                  <a:cubicBezTo>
                    <a:pt x="298" y="1"/>
                    <a:pt x="119" y="179"/>
                    <a:pt x="119" y="405"/>
                  </a:cubicBezTo>
                  <a:lnTo>
                    <a:pt x="119" y="751"/>
                  </a:lnTo>
                  <a:cubicBezTo>
                    <a:pt x="36" y="822"/>
                    <a:pt x="0" y="929"/>
                    <a:pt x="0" y="1036"/>
                  </a:cubicBezTo>
                  <a:lnTo>
                    <a:pt x="0" y="3870"/>
                  </a:lnTo>
                  <a:cubicBezTo>
                    <a:pt x="0" y="4025"/>
                    <a:pt x="71" y="4156"/>
                    <a:pt x="191" y="4215"/>
                  </a:cubicBezTo>
                  <a:lnTo>
                    <a:pt x="560" y="5144"/>
                  </a:lnTo>
                  <a:cubicBezTo>
                    <a:pt x="607" y="5263"/>
                    <a:pt x="726" y="5335"/>
                    <a:pt x="845" y="5335"/>
                  </a:cubicBezTo>
                  <a:cubicBezTo>
                    <a:pt x="976" y="5335"/>
                    <a:pt x="1084" y="5263"/>
                    <a:pt x="1131" y="5144"/>
                  </a:cubicBezTo>
                  <a:lnTo>
                    <a:pt x="1500" y="4215"/>
                  </a:lnTo>
                  <a:cubicBezTo>
                    <a:pt x="1619" y="4144"/>
                    <a:pt x="1691" y="4025"/>
                    <a:pt x="1691" y="3870"/>
                  </a:cubicBezTo>
                  <a:lnTo>
                    <a:pt x="1691" y="3084"/>
                  </a:lnTo>
                  <a:cubicBezTo>
                    <a:pt x="1691" y="3001"/>
                    <a:pt x="1619" y="2918"/>
                    <a:pt x="1524" y="2918"/>
                  </a:cubicBezTo>
                  <a:cubicBezTo>
                    <a:pt x="1441" y="2918"/>
                    <a:pt x="1369" y="3001"/>
                    <a:pt x="1369" y="3084"/>
                  </a:cubicBezTo>
                  <a:lnTo>
                    <a:pt x="1369" y="3870"/>
                  </a:lnTo>
                  <a:cubicBezTo>
                    <a:pt x="1369" y="3906"/>
                    <a:pt x="1334" y="3953"/>
                    <a:pt x="1286" y="3953"/>
                  </a:cubicBezTo>
                  <a:lnTo>
                    <a:pt x="393" y="3953"/>
                  </a:lnTo>
                  <a:cubicBezTo>
                    <a:pt x="369" y="3953"/>
                    <a:pt x="322" y="3918"/>
                    <a:pt x="322" y="3870"/>
                  </a:cubicBezTo>
                  <a:lnTo>
                    <a:pt x="322" y="1036"/>
                  </a:lnTo>
                  <a:cubicBezTo>
                    <a:pt x="322" y="1001"/>
                    <a:pt x="357" y="953"/>
                    <a:pt x="393" y="953"/>
                  </a:cubicBezTo>
                  <a:lnTo>
                    <a:pt x="1286" y="953"/>
                  </a:lnTo>
                  <a:cubicBezTo>
                    <a:pt x="1322" y="953"/>
                    <a:pt x="1369" y="989"/>
                    <a:pt x="1369" y="1036"/>
                  </a:cubicBezTo>
                  <a:lnTo>
                    <a:pt x="1369" y="2358"/>
                  </a:lnTo>
                  <a:cubicBezTo>
                    <a:pt x="1369" y="2441"/>
                    <a:pt x="1441" y="2525"/>
                    <a:pt x="1524" y="2525"/>
                  </a:cubicBezTo>
                  <a:cubicBezTo>
                    <a:pt x="1619" y="2525"/>
                    <a:pt x="1691" y="2441"/>
                    <a:pt x="1691" y="2358"/>
                  </a:cubicBezTo>
                  <a:lnTo>
                    <a:pt x="1691" y="1036"/>
                  </a:lnTo>
                  <a:cubicBezTo>
                    <a:pt x="1691" y="929"/>
                    <a:pt x="1643" y="822"/>
                    <a:pt x="1572" y="751"/>
                  </a:cubicBezTo>
                  <a:lnTo>
                    <a:pt x="1572" y="405"/>
                  </a:lnTo>
                  <a:cubicBezTo>
                    <a:pt x="1572" y="179"/>
                    <a:pt x="1393" y="1"/>
                    <a:pt x="1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368;p65"/>
            <p:cNvSpPr/>
            <p:nvPr/>
          </p:nvSpPr>
          <p:spPr>
            <a:xfrm>
              <a:off x="2815131" y="4273923"/>
              <a:ext cx="57307" cy="279942"/>
            </a:xfrm>
            <a:custGeom>
              <a:avLst/>
              <a:gdLst/>
              <a:ahLst/>
              <a:cxnLst/>
              <a:rect l="l" t="t" r="r" b="b"/>
              <a:pathLst>
                <a:path w="1799" h="8788" extrusionOk="0">
                  <a:moveTo>
                    <a:pt x="906" y="382"/>
                  </a:moveTo>
                  <a:lnTo>
                    <a:pt x="1251" y="1239"/>
                  </a:lnTo>
                  <a:lnTo>
                    <a:pt x="572" y="1239"/>
                  </a:lnTo>
                  <a:lnTo>
                    <a:pt x="906" y="382"/>
                  </a:lnTo>
                  <a:close/>
                  <a:moveTo>
                    <a:pt x="751" y="1548"/>
                  </a:moveTo>
                  <a:lnTo>
                    <a:pt x="751" y="7466"/>
                  </a:lnTo>
                  <a:lnTo>
                    <a:pt x="346" y="7466"/>
                  </a:lnTo>
                  <a:lnTo>
                    <a:pt x="346" y="1644"/>
                  </a:lnTo>
                  <a:cubicBezTo>
                    <a:pt x="346" y="1596"/>
                    <a:pt x="394" y="1548"/>
                    <a:pt x="429" y="1548"/>
                  </a:cubicBezTo>
                  <a:close/>
                  <a:moveTo>
                    <a:pt x="1382" y="1572"/>
                  </a:moveTo>
                  <a:cubicBezTo>
                    <a:pt x="1430" y="1572"/>
                    <a:pt x="1477" y="1608"/>
                    <a:pt x="1477" y="1656"/>
                  </a:cubicBezTo>
                  <a:lnTo>
                    <a:pt x="1477" y="7478"/>
                  </a:lnTo>
                  <a:lnTo>
                    <a:pt x="1072" y="7478"/>
                  </a:lnTo>
                  <a:lnTo>
                    <a:pt x="1072" y="1572"/>
                  </a:lnTo>
                  <a:close/>
                  <a:moveTo>
                    <a:pt x="1489" y="7787"/>
                  </a:moveTo>
                  <a:lnTo>
                    <a:pt x="1489" y="8359"/>
                  </a:lnTo>
                  <a:cubicBezTo>
                    <a:pt x="1477" y="8418"/>
                    <a:pt x="1441" y="8442"/>
                    <a:pt x="1382" y="8442"/>
                  </a:cubicBezTo>
                  <a:lnTo>
                    <a:pt x="429" y="8442"/>
                  </a:lnTo>
                  <a:cubicBezTo>
                    <a:pt x="394" y="8442"/>
                    <a:pt x="346" y="8394"/>
                    <a:pt x="346" y="8359"/>
                  </a:cubicBezTo>
                  <a:lnTo>
                    <a:pt x="346" y="7787"/>
                  </a:lnTo>
                  <a:close/>
                  <a:moveTo>
                    <a:pt x="906" y="1"/>
                  </a:moveTo>
                  <a:cubicBezTo>
                    <a:pt x="775" y="1"/>
                    <a:pt x="656" y="84"/>
                    <a:pt x="608" y="215"/>
                  </a:cubicBezTo>
                  <a:lnTo>
                    <a:pt x="179" y="1310"/>
                  </a:lnTo>
                  <a:cubicBezTo>
                    <a:pt x="72" y="1394"/>
                    <a:pt x="13" y="1513"/>
                    <a:pt x="13" y="1656"/>
                  </a:cubicBezTo>
                  <a:lnTo>
                    <a:pt x="13" y="8371"/>
                  </a:lnTo>
                  <a:cubicBezTo>
                    <a:pt x="1" y="8597"/>
                    <a:pt x="191" y="8787"/>
                    <a:pt x="429" y="8787"/>
                  </a:cubicBezTo>
                  <a:lnTo>
                    <a:pt x="1382" y="8787"/>
                  </a:lnTo>
                  <a:cubicBezTo>
                    <a:pt x="1620" y="8787"/>
                    <a:pt x="1799" y="8597"/>
                    <a:pt x="1799" y="8371"/>
                  </a:cubicBezTo>
                  <a:lnTo>
                    <a:pt x="1799" y="1656"/>
                  </a:lnTo>
                  <a:cubicBezTo>
                    <a:pt x="1799" y="1525"/>
                    <a:pt x="1727" y="1394"/>
                    <a:pt x="1632" y="1310"/>
                  </a:cubicBezTo>
                  <a:lnTo>
                    <a:pt x="1203" y="215"/>
                  </a:lnTo>
                  <a:cubicBezTo>
                    <a:pt x="1168" y="96"/>
                    <a:pt x="1037" y="1"/>
                    <a:pt x="9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9369;p65"/>
            <p:cNvSpPr/>
            <p:nvPr/>
          </p:nvSpPr>
          <p:spPr>
            <a:xfrm>
              <a:off x="2883396" y="4463173"/>
              <a:ext cx="60333" cy="90691"/>
            </a:xfrm>
            <a:custGeom>
              <a:avLst/>
              <a:gdLst/>
              <a:ahLst/>
              <a:cxnLst/>
              <a:rect l="l" t="t" r="r" b="b"/>
              <a:pathLst>
                <a:path w="1894" h="2847" extrusionOk="0">
                  <a:moveTo>
                    <a:pt x="1322" y="310"/>
                  </a:moveTo>
                  <a:cubicBezTo>
                    <a:pt x="1370" y="310"/>
                    <a:pt x="1418" y="358"/>
                    <a:pt x="1418" y="406"/>
                  </a:cubicBezTo>
                  <a:lnTo>
                    <a:pt x="1418" y="584"/>
                  </a:lnTo>
                  <a:lnTo>
                    <a:pt x="513" y="584"/>
                  </a:lnTo>
                  <a:lnTo>
                    <a:pt x="513" y="406"/>
                  </a:lnTo>
                  <a:cubicBezTo>
                    <a:pt x="513" y="358"/>
                    <a:pt x="537" y="310"/>
                    <a:pt x="596" y="310"/>
                  </a:cubicBezTo>
                  <a:close/>
                  <a:moveTo>
                    <a:pt x="1477" y="929"/>
                  </a:moveTo>
                  <a:cubicBezTo>
                    <a:pt x="1513" y="929"/>
                    <a:pt x="1561" y="965"/>
                    <a:pt x="1561" y="1013"/>
                  </a:cubicBezTo>
                  <a:lnTo>
                    <a:pt x="1561" y="2418"/>
                  </a:lnTo>
                  <a:cubicBezTo>
                    <a:pt x="1561" y="2453"/>
                    <a:pt x="1525" y="2501"/>
                    <a:pt x="1477" y="2501"/>
                  </a:cubicBezTo>
                  <a:lnTo>
                    <a:pt x="430" y="2501"/>
                  </a:lnTo>
                  <a:cubicBezTo>
                    <a:pt x="394" y="2501"/>
                    <a:pt x="346" y="2453"/>
                    <a:pt x="346" y="2418"/>
                  </a:cubicBezTo>
                  <a:lnTo>
                    <a:pt x="346" y="1013"/>
                  </a:lnTo>
                  <a:cubicBezTo>
                    <a:pt x="346" y="965"/>
                    <a:pt x="382" y="929"/>
                    <a:pt x="430" y="929"/>
                  </a:cubicBezTo>
                  <a:close/>
                  <a:moveTo>
                    <a:pt x="596" y="1"/>
                  </a:moveTo>
                  <a:cubicBezTo>
                    <a:pt x="358" y="1"/>
                    <a:pt x="179" y="191"/>
                    <a:pt x="179" y="418"/>
                  </a:cubicBezTo>
                  <a:lnTo>
                    <a:pt x="179" y="691"/>
                  </a:lnTo>
                  <a:cubicBezTo>
                    <a:pt x="72" y="763"/>
                    <a:pt x="13" y="882"/>
                    <a:pt x="13" y="1013"/>
                  </a:cubicBezTo>
                  <a:lnTo>
                    <a:pt x="13" y="2430"/>
                  </a:lnTo>
                  <a:cubicBezTo>
                    <a:pt x="1" y="2656"/>
                    <a:pt x="191" y="2846"/>
                    <a:pt x="430" y="2846"/>
                  </a:cubicBezTo>
                  <a:lnTo>
                    <a:pt x="1477" y="2846"/>
                  </a:lnTo>
                  <a:cubicBezTo>
                    <a:pt x="1715" y="2846"/>
                    <a:pt x="1894" y="2656"/>
                    <a:pt x="1894" y="2430"/>
                  </a:cubicBezTo>
                  <a:lnTo>
                    <a:pt x="1894" y="1013"/>
                  </a:lnTo>
                  <a:cubicBezTo>
                    <a:pt x="1894" y="882"/>
                    <a:pt x="1834" y="763"/>
                    <a:pt x="1727" y="691"/>
                  </a:cubicBezTo>
                  <a:lnTo>
                    <a:pt x="1727" y="418"/>
                  </a:lnTo>
                  <a:cubicBezTo>
                    <a:pt x="1727" y="179"/>
                    <a:pt x="1537" y="1"/>
                    <a:pt x="1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9370;p65"/>
            <p:cNvSpPr/>
            <p:nvPr/>
          </p:nvSpPr>
          <p:spPr>
            <a:xfrm>
              <a:off x="2955835" y="4273923"/>
              <a:ext cx="202948" cy="281439"/>
            </a:xfrm>
            <a:custGeom>
              <a:avLst/>
              <a:gdLst/>
              <a:ahLst/>
              <a:cxnLst/>
              <a:rect l="l" t="t" r="r" b="b"/>
              <a:pathLst>
                <a:path w="6371" h="8835" extrusionOk="0">
                  <a:moveTo>
                    <a:pt x="5692" y="524"/>
                  </a:moveTo>
                  <a:cubicBezTo>
                    <a:pt x="5883" y="524"/>
                    <a:pt x="6037" y="679"/>
                    <a:pt x="6037" y="870"/>
                  </a:cubicBezTo>
                  <a:lnTo>
                    <a:pt x="6037" y="7966"/>
                  </a:lnTo>
                  <a:cubicBezTo>
                    <a:pt x="6037" y="8156"/>
                    <a:pt x="5883" y="8311"/>
                    <a:pt x="5692" y="8311"/>
                  </a:cubicBezTo>
                  <a:lnTo>
                    <a:pt x="1811" y="8311"/>
                  </a:lnTo>
                  <a:lnTo>
                    <a:pt x="1811" y="524"/>
                  </a:lnTo>
                  <a:close/>
                  <a:moveTo>
                    <a:pt x="1465" y="346"/>
                  </a:moveTo>
                  <a:lnTo>
                    <a:pt x="1465" y="8490"/>
                  </a:lnTo>
                  <a:lnTo>
                    <a:pt x="1227" y="8490"/>
                  </a:lnTo>
                  <a:lnTo>
                    <a:pt x="1227" y="346"/>
                  </a:lnTo>
                  <a:close/>
                  <a:moveTo>
                    <a:pt x="1215" y="1"/>
                  </a:moveTo>
                  <a:cubicBezTo>
                    <a:pt x="1096" y="1"/>
                    <a:pt x="965" y="72"/>
                    <a:pt x="930" y="179"/>
                  </a:cubicBezTo>
                  <a:lnTo>
                    <a:pt x="418" y="179"/>
                  </a:lnTo>
                  <a:cubicBezTo>
                    <a:pt x="180" y="179"/>
                    <a:pt x="1" y="370"/>
                    <a:pt x="1" y="596"/>
                  </a:cubicBezTo>
                  <a:lnTo>
                    <a:pt x="1" y="2358"/>
                  </a:lnTo>
                  <a:cubicBezTo>
                    <a:pt x="1" y="2441"/>
                    <a:pt x="84" y="2513"/>
                    <a:pt x="168" y="2513"/>
                  </a:cubicBezTo>
                  <a:cubicBezTo>
                    <a:pt x="263" y="2513"/>
                    <a:pt x="334" y="2441"/>
                    <a:pt x="334" y="2358"/>
                  </a:cubicBezTo>
                  <a:lnTo>
                    <a:pt x="334" y="596"/>
                  </a:lnTo>
                  <a:cubicBezTo>
                    <a:pt x="334" y="548"/>
                    <a:pt x="382" y="513"/>
                    <a:pt x="418" y="513"/>
                  </a:cubicBezTo>
                  <a:lnTo>
                    <a:pt x="882" y="513"/>
                  </a:lnTo>
                  <a:lnTo>
                    <a:pt x="882" y="8287"/>
                  </a:lnTo>
                  <a:lnTo>
                    <a:pt x="418" y="8287"/>
                  </a:lnTo>
                  <a:cubicBezTo>
                    <a:pt x="382" y="8287"/>
                    <a:pt x="334" y="8252"/>
                    <a:pt x="334" y="8204"/>
                  </a:cubicBezTo>
                  <a:lnTo>
                    <a:pt x="334" y="3072"/>
                  </a:lnTo>
                  <a:cubicBezTo>
                    <a:pt x="334" y="2977"/>
                    <a:pt x="263" y="2906"/>
                    <a:pt x="168" y="2906"/>
                  </a:cubicBezTo>
                  <a:cubicBezTo>
                    <a:pt x="84" y="2906"/>
                    <a:pt x="1" y="2977"/>
                    <a:pt x="1" y="3072"/>
                  </a:cubicBezTo>
                  <a:lnTo>
                    <a:pt x="1" y="8204"/>
                  </a:lnTo>
                  <a:cubicBezTo>
                    <a:pt x="1" y="8454"/>
                    <a:pt x="203" y="8656"/>
                    <a:pt x="418" y="8656"/>
                  </a:cubicBezTo>
                  <a:lnTo>
                    <a:pt x="930" y="8656"/>
                  </a:lnTo>
                  <a:cubicBezTo>
                    <a:pt x="989" y="8752"/>
                    <a:pt x="1096" y="8835"/>
                    <a:pt x="1215" y="8835"/>
                  </a:cubicBezTo>
                  <a:lnTo>
                    <a:pt x="1477" y="8835"/>
                  </a:lnTo>
                  <a:cubicBezTo>
                    <a:pt x="1596" y="8835"/>
                    <a:pt x="1715" y="8752"/>
                    <a:pt x="1763" y="8656"/>
                  </a:cubicBezTo>
                  <a:lnTo>
                    <a:pt x="5692" y="8656"/>
                  </a:lnTo>
                  <a:cubicBezTo>
                    <a:pt x="6061" y="8656"/>
                    <a:pt x="6371" y="8359"/>
                    <a:pt x="6371" y="7966"/>
                  </a:cubicBezTo>
                  <a:lnTo>
                    <a:pt x="6371" y="870"/>
                  </a:lnTo>
                  <a:cubicBezTo>
                    <a:pt x="6371" y="489"/>
                    <a:pt x="6073" y="179"/>
                    <a:pt x="5692" y="179"/>
                  </a:cubicBezTo>
                  <a:lnTo>
                    <a:pt x="1763" y="179"/>
                  </a:lnTo>
                  <a:cubicBezTo>
                    <a:pt x="1704" y="72"/>
                    <a:pt x="1596" y="1"/>
                    <a:pt x="1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9371;p65"/>
            <p:cNvSpPr/>
            <p:nvPr/>
          </p:nvSpPr>
          <p:spPr>
            <a:xfrm>
              <a:off x="3098067" y="4511720"/>
              <a:ext cx="29243" cy="10289"/>
            </a:xfrm>
            <a:custGeom>
              <a:avLst/>
              <a:gdLst/>
              <a:ahLst/>
              <a:cxnLst/>
              <a:rect l="l" t="t" r="r" b="b"/>
              <a:pathLst>
                <a:path w="918" h="323" extrusionOk="0">
                  <a:moveTo>
                    <a:pt x="168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751" y="322"/>
                  </a:lnTo>
                  <a:cubicBezTo>
                    <a:pt x="834" y="322"/>
                    <a:pt x="918" y="251"/>
                    <a:pt x="918" y="156"/>
                  </a:cubicBezTo>
                  <a:cubicBezTo>
                    <a:pt x="918" y="72"/>
                    <a:pt x="834" y="1"/>
                    <a:pt x="7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372;p65"/>
            <p:cNvSpPr/>
            <p:nvPr/>
          </p:nvSpPr>
          <p:spPr>
            <a:xfrm>
              <a:off x="3115906" y="4497704"/>
              <a:ext cx="10257" cy="10640"/>
            </a:xfrm>
            <a:custGeom>
              <a:avLst/>
              <a:gdLst/>
              <a:ahLst/>
              <a:cxnLst/>
              <a:rect l="l" t="t" r="r" b="b"/>
              <a:pathLst>
                <a:path w="322" h="334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55" y="334"/>
                  </a:cubicBezTo>
                  <a:cubicBezTo>
                    <a:pt x="250" y="334"/>
                    <a:pt x="322" y="262"/>
                    <a:pt x="322" y="167"/>
                  </a:cubicBezTo>
                  <a:cubicBezTo>
                    <a:pt x="322" y="84"/>
                    <a:pt x="250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" name="Google Shape;9373;p65"/>
            <p:cNvSpPr/>
            <p:nvPr/>
          </p:nvSpPr>
          <p:spPr>
            <a:xfrm>
              <a:off x="2810958" y="4563676"/>
              <a:ext cx="353145" cy="72120"/>
            </a:xfrm>
            <a:custGeom>
              <a:avLst/>
              <a:gdLst/>
              <a:ahLst/>
              <a:cxnLst/>
              <a:rect l="l" t="t" r="r" b="b"/>
              <a:pathLst>
                <a:path w="11086" h="2264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lnTo>
                    <a:pt x="1" y="1846"/>
                  </a:lnTo>
                  <a:cubicBezTo>
                    <a:pt x="1" y="2085"/>
                    <a:pt x="191" y="2263"/>
                    <a:pt x="418" y="2263"/>
                  </a:cubicBezTo>
                  <a:lnTo>
                    <a:pt x="8442" y="2263"/>
                  </a:lnTo>
                  <a:cubicBezTo>
                    <a:pt x="8526" y="2263"/>
                    <a:pt x="8597" y="2192"/>
                    <a:pt x="8597" y="2096"/>
                  </a:cubicBezTo>
                  <a:cubicBezTo>
                    <a:pt x="8597" y="2013"/>
                    <a:pt x="8526" y="1930"/>
                    <a:pt x="8442" y="1930"/>
                  </a:cubicBezTo>
                  <a:lnTo>
                    <a:pt x="418" y="1930"/>
                  </a:lnTo>
                  <a:cubicBezTo>
                    <a:pt x="370" y="1930"/>
                    <a:pt x="322" y="1894"/>
                    <a:pt x="322" y="1846"/>
                  </a:cubicBezTo>
                  <a:lnTo>
                    <a:pt x="322" y="418"/>
                  </a:lnTo>
                  <a:cubicBezTo>
                    <a:pt x="322" y="370"/>
                    <a:pt x="370" y="322"/>
                    <a:pt x="418" y="322"/>
                  </a:cubicBezTo>
                  <a:lnTo>
                    <a:pt x="1037" y="322"/>
                  </a:lnTo>
                  <a:lnTo>
                    <a:pt x="1037" y="584"/>
                  </a:lnTo>
                  <a:cubicBezTo>
                    <a:pt x="1037" y="668"/>
                    <a:pt x="1120" y="739"/>
                    <a:pt x="1203" y="739"/>
                  </a:cubicBezTo>
                  <a:cubicBezTo>
                    <a:pt x="1299" y="739"/>
                    <a:pt x="1370" y="668"/>
                    <a:pt x="1370" y="584"/>
                  </a:cubicBezTo>
                  <a:lnTo>
                    <a:pt x="1370" y="322"/>
                  </a:lnTo>
                  <a:lnTo>
                    <a:pt x="1834" y="322"/>
                  </a:lnTo>
                  <a:lnTo>
                    <a:pt x="1834" y="584"/>
                  </a:lnTo>
                  <a:cubicBezTo>
                    <a:pt x="1834" y="668"/>
                    <a:pt x="1906" y="739"/>
                    <a:pt x="1989" y="739"/>
                  </a:cubicBezTo>
                  <a:cubicBezTo>
                    <a:pt x="2084" y="739"/>
                    <a:pt x="2156" y="668"/>
                    <a:pt x="2156" y="584"/>
                  </a:cubicBezTo>
                  <a:lnTo>
                    <a:pt x="2156" y="322"/>
                  </a:lnTo>
                  <a:lnTo>
                    <a:pt x="2620" y="322"/>
                  </a:lnTo>
                  <a:lnTo>
                    <a:pt x="2620" y="584"/>
                  </a:lnTo>
                  <a:cubicBezTo>
                    <a:pt x="2620" y="668"/>
                    <a:pt x="2692" y="739"/>
                    <a:pt x="2787" y="739"/>
                  </a:cubicBezTo>
                  <a:cubicBezTo>
                    <a:pt x="2870" y="739"/>
                    <a:pt x="2942" y="668"/>
                    <a:pt x="2942" y="584"/>
                  </a:cubicBezTo>
                  <a:lnTo>
                    <a:pt x="2942" y="322"/>
                  </a:lnTo>
                  <a:lnTo>
                    <a:pt x="3406" y="322"/>
                  </a:lnTo>
                  <a:lnTo>
                    <a:pt x="3406" y="584"/>
                  </a:lnTo>
                  <a:cubicBezTo>
                    <a:pt x="3406" y="668"/>
                    <a:pt x="3477" y="739"/>
                    <a:pt x="3573" y="739"/>
                  </a:cubicBezTo>
                  <a:cubicBezTo>
                    <a:pt x="3656" y="739"/>
                    <a:pt x="3739" y="668"/>
                    <a:pt x="3739" y="584"/>
                  </a:cubicBezTo>
                  <a:lnTo>
                    <a:pt x="3739" y="322"/>
                  </a:lnTo>
                  <a:lnTo>
                    <a:pt x="4192" y="322"/>
                  </a:lnTo>
                  <a:lnTo>
                    <a:pt x="4192" y="584"/>
                  </a:lnTo>
                  <a:cubicBezTo>
                    <a:pt x="4192" y="668"/>
                    <a:pt x="4275" y="739"/>
                    <a:pt x="4358" y="739"/>
                  </a:cubicBezTo>
                  <a:cubicBezTo>
                    <a:pt x="4454" y="739"/>
                    <a:pt x="4525" y="668"/>
                    <a:pt x="4525" y="584"/>
                  </a:cubicBezTo>
                  <a:lnTo>
                    <a:pt x="4525" y="322"/>
                  </a:lnTo>
                  <a:lnTo>
                    <a:pt x="4990" y="322"/>
                  </a:lnTo>
                  <a:lnTo>
                    <a:pt x="4990" y="584"/>
                  </a:lnTo>
                  <a:cubicBezTo>
                    <a:pt x="4990" y="668"/>
                    <a:pt x="5061" y="739"/>
                    <a:pt x="5144" y="739"/>
                  </a:cubicBezTo>
                  <a:cubicBezTo>
                    <a:pt x="5240" y="739"/>
                    <a:pt x="5311" y="668"/>
                    <a:pt x="5311" y="584"/>
                  </a:cubicBezTo>
                  <a:lnTo>
                    <a:pt x="5311" y="322"/>
                  </a:lnTo>
                  <a:lnTo>
                    <a:pt x="5775" y="322"/>
                  </a:lnTo>
                  <a:lnTo>
                    <a:pt x="5775" y="584"/>
                  </a:lnTo>
                  <a:cubicBezTo>
                    <a:pt x="5775" y="668"/>
                    <a:pt x="5847" y="739"/>
                    <a:pt x="5942" y="739"/>
                  </a:cubicBezTo>
                  <a:cubicBezTo>
                    <a:pt x="6025" y="739"/>
                    <a:pt x="6097" y="668"/>
                    <a:pt x="6097" y="584"/>
                  </a:cubicBezTo>
                  <a:lnTo>
                    <a:pt x="6097" y="322"/>
                  </a:lnTo>
                  <a:lnTo>
                    <a:pt x="6561" y="322"/>
                  </a:lnTo>
                  <a:lnTo>
                    <a:pt x="6561" y="584"/>
                  </a:lnTo>
                  <a:cubicBezTo>
                    <a:pt x="6561" y="668"/>
                    <a:pt x="6633" y="739"/>
                    <a:pt x="6728" y="739"/>
                  </a:cubicBezTo>
                  <a:cubicBezTo>
                    <a:pt x="6811" y="739"/>
                    <a:pt x="6895" y="668"/>
                    <a:pt x="6895" y="584"/>
                  </a:cubicBezTo>
                  <a:lnTo>
                    <a:pt x="6895" y="322"/>
                  </a:lnTo>
                  <a:lnTo>
                    <a:pt x="7347" y="322"/>
                  </a:lnTo>
                  <a:lnTo>
                    <a:pt x="7347" y="584"/>
                  </a:lnTo>
                  <a:cubicBezTo>
                    <a:pt x="7347" y="668"/>
                    <a:pt x="7430" y="739"/>
                    <a:pt x="7514" y="739"/>
                  </a:cubicBezTo>
                  <a:cubicBezTo>
                    <a:pt x="7609" y="739"/>
                    <a:pt x="7680" y="668"/>
                    <a:pt x="7680" y="584"/>
                  </a:cubicBezTo>
                  <a:lnTo>
                    <a:pt x="7680" y="322"/>
                  </a:lnTo>
                  <a:lnTo>
                    <a:pt x="8145" y="322"/>
                  </a:lnTo>
                  <a:lnTo>
                    <a:pt x="8145" y="584"/>
                  </a:lnTo>
                  <a:cubicBezTo>
                    <a:pt x="8145" y="668"/>
                    <a:pt x="8216" y="739"/>
                    <a:pt x="8299" y="739"/>
                  </a:cubicBezTo>
                  <a:cubicBezTo>
                    <a:pt x="8395" y="739"/>
                    <a:pt x="8466" y="668"/>
                    <a:pt x="8466" y="584"/>
                  </a:cubicBezTo>
                  <a:lnTo>
                    <a:pt x="8466" y="322"/>
                  </a:lnTo>
                  <a:lnTo>
                    <a:pt x="8930" y="322"/>
                  </a:lnTo>
                  <a:lnTo>
                    <a:pt x="8930" y="584"/>
                  </a:lnTo>
                  <a:cubicBezTo>
                    <a:pt x="8930" y="668"/>
                    <a:pt x="9002" y="739"/>
                    <a:pt x="9097" y="739"/>
                  </a:cubicBezTo>
                  <a:cubicBezTo>
                    <a:pt x="9181" y="739"/>
                    <a:pt x="9252" y="668"/>
                    <a:pt x="9252" y="584"/>
                  </a:cubicBezTo>
                  <a:lnTo>
                    <a:pt x="9252" y="322"/>
                  </a:lnTo>
                  <a:lnTo>
                    <a:pt x="9716" y="322"/>
                  </a:lnTo>
                  <a:lnTo>
                    <a:pt x="9716" y="584"/>
                  </a:lnTo>
                  <a:cubicBezTo>
                    <a:pt x="9716" y="668"/>
                    <a:pt x="9788" y="739"/>
                    <a:pt x="9883" y="739"/>
                  </a:cubicBezTo>
                  <a:cubicBezTo>
                    <a:pt x="9966" y="739"/>
                    <a:pt x="10050" y="668"/>
                    <a:pt x="10050" y="584"/>
                  </a:cubicBezTo>
                  <a:lnTo>
                    <a:pt x="10050" y="322"/>
                  </a:lnTo>
                  <a:lnTo>
                    <a:pt x="10669" y="322"/>
                  </a:lnTo>
                  <a:cubicBezTo>
                    <a:pt x="10716" y="322"/>
                    <a:pt x="10764" y="370"/>
                    <a:pt x="10764" y="418"/>
                  </a:cubicBezTo>
                  <a:lnTo>
                    <a:pt x="10764" y="1846"/>
                  </a:lnTo>
                  <a:cubicBezTo>
                    <a:pt x="10764" y="1894"/>
                    <a:pt x="10716" y="1930"/>
                    <a:pt x="10669" y="1930"/>
                  </a:cubicBezTo>
                  <a:lnTo>
                    <a:pt x="9192" y="1930"/>
                  </a:lnTo>
                  <a:cubicBezTo>
                    <a:pt x="9109" y="1930"/>
                    <a:pt x="9038" y="2013"/>
                    <a:pt x="9038" y="2096"/>
                  </a:cubicBezTo>
                  <a:cubicBezTo>
                    <a:pt x="9038" y="2192"/>
                    <a:pt x="9109" y="2263"/>
                    <a:pt x="9192" y="2263"/>
                  </a:cubicBezTo>
                  <a:lnTo>
                    <a:pt x="10669" y="2263"/>
                  </a:lnTo>
                  <a:cubicBezTo>
                    <a:pt x="10907" y="2263"/>
                    <a:pt x="11086" y="2073"/>
                    <a:pt x="11086" y="1846"/>
                  </a:cubicBezTo>
                  <a:lnTo>
                    <a:pt x="11086" y="418"/>
                  </a:lnTo>
                  <a:cubicBezTo>
                    <a:pt x="11062" y="191"/>
                    <a:pt x="10883" y="1"/>
                    <a:pt x="106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4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376;p38"/>
          <p:cNvSpPr txBox="1">
            <a:spLocks/>
          </p:cNvSpPr>
          <p:nvPr/>
        </p:nvSpPr>
        <p:spPr>
          <a:xfrm>
            <a:off x="9490220" y="6017144"/>
            <a:ext cx="2691877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de-DE" sz="1467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Personal project</a:t>
            </a:r>
            <a:endParaRPr lang="de-DE" sz="1467" kern="0" dirty="0">
              <a:solidFill>
                <a:srgbClr val="43434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2" name="Google Shape;376;p38"/>
          <p:cNvSpPr txBox="1">
            <a:spLocks/>
          </p:cNvSpPr>
          <p:nvPr/>
        </p:nvSpPr>
        <p:spPr>
          <a:xfrm>
            <a:off x="7493891" y="6045321"/>
            <a:ext cx="2574400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de-DE" sz="1467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Resources</a:t>
            </a:r>
            <a:endParaRPr lang="de-DE" sz="1467" kern="0" dirty="0">
              <a:solidFill>
                <a:srgbClr val="43434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3" name="Google Shape;376;p38"/>
          <p:cNvSpPr txBox="1">
            <a:spLocks/>
          </p:cNvSpPr>
          <p:nvPr/>
        </p:nvSpPr>
        <p:spPr>
          <a:xfrm>
            <a:off x="4910123" y="6017144"/>
            <a:ext cx="2574400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de-DE" sz="1467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</a:t>
            </a:r>
            <a:r>
              <a:rPr lang="de-DE" sz="1467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market</a:t>
            </a:r>
            <a:endParaRPr lang="de-DE" sz="1467" kern="0" dirty="0">
              <a:solidFill>
                <a:srgbClr val="43434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4" name="Google Shape;376;p38"/>
          <p:cNvSpPr txBox="1">
            <a:spLocks/>
          </p:cNvSpPr>
          <p:nvPr/>
        </p:nvSpPr>
        <p:spPr>
          <a:xfrm>
            <a:off x="2489612" y="6067643"/>
            <a:ext cx="2574400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de-DE" sz="1467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Creativity</a:t>
            </a:r>
            <a:endParaRPr lang="de-DE" sz="1467" kern="0" dirty="0">
              <a:solidFill>
                <a:srgbClr val="43434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5" name="Google Shape;376;p38"/>
          <p:cNvSpPr txBox="1">
            <a:spLocks/>
          </p:cNvSpPr>
          <p:nvPr/>
        </p:nvSpPr>
        <p:spPr>
          <a:xfrm>
            <a:off x="204667" y="6103044"/>
            <a:ext cx="2574400" cy="10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de-DE" sz="1467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Evaluation</a:t>
            </a:r>
          </a:p>
        </p:txBody>
      </p:sp>
      <p:pic>
        <p:nvPicPr>
          <p:cNvPr id="116" name="Grafik 115"/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911603" y="3425161"/>
            <a:ext cx="1124744" cy="95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1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133" dirty="0">
                <a:solidFill>
                  <a:schemeClr val="tx1"/>
                </a:solidFill>
              </a:rPr>
              <a:t>INTRODUCTION</a:t>
            </a:r>
            <a:endParaRPr lang="en-GB" sz="2133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189" indent="-457189">
              <a:spcAft>
                <a:spcPts val="600"/>
              </a:spcAft>
              <a:buClr>
                <a:schemeClr val="accent5"/>
              </a:buClr>
              <a:buSzPct val="100000"/>
              <a:buFont typeface="+mj-lt"/>
              <a:buAutoNum type="arabicPeriod"/>
            </a:pPr>
            <a:r>
              <a:rPr lang="fr-FR" sz="1867" b="1" dirty="0"/>
              <a:t>Brief introduction </a:t>
            </a:r>
          </a:p>
          <a:p>
            <a:pPr marL="685783" lvl="1" indent="-228594"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fr-FR" sz="1600" dirty="0"/>
              <a:t>Your name</a:t>
            </a:r>
          </a:p>
          <a:p>
            <a:pPr marL="685783" lvl="1" indent="-228594"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fr-FR" sz="1600" dirty="0"/>
              <a:t>Your background (professional/private)</a:t>
            </a:r>
          </a:p>
          <a:p>
            <a:pPr marL="457189" indent="-457189">
              <a:spcAft>
                <a:spcPts val="600"/>
              </a:spcAft>
              <a:buClr>
                <a:schemeClr val="accent5"/>
              </a:buClr>
              <a:buSzPct val="100000"/>
              <a:buFont typeface="+mj-lt"/>
              <a:buAutoNum type="arabicPeriod"/>
            </a:pPr>
            <a:endParaRPr lang="fr-FR" sz="1600" dirty="0"/>
          </a:p>
          <a:p>
            <a:pPr marL="457189" indent="-457189">
              <a:spcAft>
                <a:spcPts val="600"/>
              </a:spcAft>
              <a:buClr>
                <a:schemeClr val="accent5"/>
              </a:buClr>
              <a:buSzPct val="100000"/>
              <a:buFont typeface="+mj-lt"/>
              <a:buAutoNum type="arabicPeriod"/>
            </a:pPr>
            <a:r>
              <a:rPr lang="fr-FR" sz="1867" b="1" dirty="0"/>
              <a:t>Get to know your group!</a:t>
            </a:r>
          </a:p>
          <a:p>
            <a:pPr marL="685783" lvl="1" indent="-228594"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fr-FR" sz="1600" dirty="0"/>
              <a:t>Get into groups of 5! </a:t>
            </a:r>
          </a:p>
          <a:p>
            <a:pPr marL="685783" lvl="1" indent="-228594"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fr-FR" sz="1600" dirty="0"/>
              <a:t>Find 10 things you have in common! Body parts such as "arms" and "legs" are not allowed. You have 10 minutes! </a:t>
            </a:r>
          </a:p>
          <a:p>
            <a:pPr marL="685783" lvl="1" indent="-228594"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fr-FR" sz="1600" dirty="0"/>
              <a:t>Present your list to the group! </a:t>
            </a:r>
          </a:p>
          <a:p>
            <a:endParaRPr lang="en-GB" sz="933" dirty="0"/>
          </a:p>
        </p:txBody>
      </p:sp>
    </p:spTree>
    <p:extLst>
      <p:ext uri="{BB962C8B-B14F-4D97-AF65-F5344CB8AC3E}">
        <p14:creationId xmlns:p14="http://schemas.microsoft.com/office/powerpoint/2010/main" val="399149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CDBB-2AB8-9283-6795-47CDC86E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IS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PROFIT</a:t>
            </a:r>
            <a:r>
              <a:rPr lang="fr-FR" dirty="0"/>
              <a:t> THE POINT OF WORK?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07F8-6D0E-B9A4-6512-D3F2F5A17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1" y="1536633"/>
            <a:ext cx="8126420" cy="4555200"/>
          </a:xfrm>
        </p:spPr>
        <p:txBody>
          <a:bodyPr/>
          <a:lstStyle/>
          <a:p>
            <a:r>
              <a:rPr lang="en-GB" dirty="0"/>
              <a:t>Can you serve two masters?</a:t>
            </a:r>
          </a:p>
          <a:p>
            <a:endParaRPr lang="en-GB" dirty="0"/>
          </a:p>
          <a:p>
            <a:r>
              <a:rPr lang="en-GB" dirty="0"/>
              <a:t>“Our work is temporary and meaningless when we try to control it to get the most profit out of it”</a:t>
            </a:r>
          </a:p>
          <a:p>
            <a:endParaRPr lang="en-GB" dirty="0"/>
          </a:p>
          <a:p>
            <a:r>
              <a:rPr lang="en-GB" dirty="0"/>
              <a:t>In contrast work set in the context of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God’s eternity, </a:t>
            </a:r>
            <a:r>
              <a:rPr lang="en-GB" dirty="0"/>
              <a:t>seen as a gift from him, is satisfying…</a:t>
            </a:r>
          </a:p>
          <a:p>
            <a:endParaRPr lang="en-GB" dirty="0"/>
          </a:p>
          <a:p>
            <a:endParaRPr lang="en-GB" dirty="0"/>
          </a:p>
          <a:p>
            <a:pPr marL="152396" indent="0">
              <a:buNone/>
            </a:pPr>
            <a:r>
              <a:rPr lang="en-GB" dirty="0"/>
              <a:t>     Ref: Ecclesiastes 3: 11-15</a:t>
            </a:r>
          </a:p>
        </p:txBody>
      </p:sp>
    </p:spTree>
    <p:extLst>
      <p:ext uri="{BB962C8B-B14F-4D97-AF65-F5344CB8AC3E}">
        <p14:creationId xmlns:p14="http://schemas.microsoft.com/office/powerpoint/2010/main" val="358011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idx="1"/>
          </p:nvPr>
        </p:nvSpPr>
        <p:spPr>
          <a:xfrm>
            <a:off x="4886713" y="658013"/>
            <a:ext cx="6641171" cy="6199987"/>
          </a:xfrm>
        </p:spPr>
        <p:txBody>
          <a:bodyPr/>
          <a:lstStyle/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Treat each other with respect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Provide constructive feedback on the task, not on the person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Start and end with a positive point – place any negative feedback in he middle (sandwich rule)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But don't forget the negative points: these highlight the possibilities for improvement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Always see mistakes as a learning opportunity and share these with others as well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fr-FR" sz="3733" dirty="0">
                <a:solidFill>
                  <a:srgbClr val="000000"/>
                </a:solidFill>
              </a:rPr>
              <a:t>FEEDBACK RULES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783863" y="2462365"/>
            <a:ext cx="3831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DE" sz="2400" u="sng" kern="0" dirty="0">
                <a:solidFill>
                  <a:srgbClr val="000000"/>
                </a:solidFill>
                <a:latin typeface="Josefin Sans" panose="020B0604020202020204" charset="0"/>
                <a:cs typeface="Arial"/>
                <a:sym typeface="Arial"/>
              </a:rPr>
              <a:t>How to </a:t>
            </a:r>
            <a:r>
              <a:rPr lang="de-DE" sz="2400" b="1" u="sng" kern="0" dirty="0">
                <a:solidFill>
                  <a:srgbClr val="000000"/>
                </a:solidFill>
                <a:latin typeface="Josefin Sans" panose="020B0604020202020204" charset="0"/>
                <a:cs typeface="Arial"/>
                <a:sym typeface="Arial"/>
              </a:rPr>
              <a:t>Provide</a:t>
            </a:r>
            <a:r>
              <a:rPr lang="de-DE" sz="2400" u="sng" kern="0" dirty="0">
                <a:solidFill>
                  <a:srgbClr val="000000"/>
                </a:solidFill>
                <a:latin typeface="Josefin Sans" panose="020B0604020202020204" charset="0"/>
                <a:cs typeface="Arial"/>
                <a:sym typeface="Arial"/>
              </a:rPr>
              <a:t> Feedback</a:t>
            </a:r>
            <a:endParaRPr lang="de-DE" sz="2400" kern="0" dirty="0">
              <a:solidFill>
                <a:srgbClr val="000000"/>
              </a:solidFill>
              <a:latin typeface="Josefin Sans" panose="020B0604020202020204" charset="0"/>
              <a:cs typeface="Arial"/>
              <a:sym typeface="Arial"/>
            </a:endParaRPr>
          </a:p>
        </p:txBody>
      </p:sp>
      <p:pic>
        <p:nvPicPr>
          <p:cNvPr id="26" name="Graphic 25" descr="Customer review with solid fill">
            <a:extLst>
              <a:ext uri="{FF2B5EF4-FFF2-40B4-BE49-F238E27FC236}">
                <a16:creationId xmlns:a16="http://schemas.microsoft.com/office/drawing/2014/main" id="{A7B8AA9B-54A6-B7D9-379B-FC9CEC71D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65" y="3346053"/>
            <a:ext cx="2358731" cy="2358731"/>
          </a:xfrm>
          <a:prstGeom prst="rect">
            <a:avLst/>
          </a:prstGeom>
        </p:spPr>
      </p:pic>
      <p:pic>
        <p:nvPicPr>
          <p:cNvPr id="28" name="Graphic 27" descr="Confused person with solid fill">
            <a:extLst>
              <a:ext uri="{FF2B5EF4-FFF2-40B4-BE49-F238E27FC236}">
                <a16:creationId xmlns:a16="http://schemas.microsoft.com/office/drawing/2014/main" id="{F6EC6032-2EDA-9186-E2F9-A3565A86B8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1572" y="3346054"/>
            <a:ext cx="1179365" cy="117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2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idx="1"/>
          </p:nvPr>
        </p:nvSpPr>
        <p:spPr>
          <a:xfrm>
            <a:off x="5010000" y="571191"/>
            <a:ext cx="6754259" cy="6199987"/>
          </a:xfrm>
        </p:spPr>
        <p:txBody>
          <a:bodyPr/>
          <a:lstStyle/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See feedback as the way to learn and improve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Listen carefully:  Always ask questions if you haven’t understood something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Take notes:  This makes it easier for you to remember the points made by your colleagues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Don’t react defensively, accept the opinion of the person giving you their feedback and thank them for helping you</a:t>
            </a:r>
            <a:endParaRPr lang="fr-FR" sz="1600" dirty="0"/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Decide how to act on the feedback.  Think about how you can implement any necessary changes</a:t>
            </a:r>
          </a:p>
          <a:p>
            <a:pPr marL="458763">
              <a:lnSpc>
                <a:spcPct val="100000"/>
              </a:lnSpc>
              <a:spcAft>
                <a:spcPts val="800"/>
              </a:spcAft>
              <a:buClr>
                <a:schemeClr val="accent5"/>
              </a:buClr>
              <a:buFont typeface="+mj-lt"/>
              <a:buAutoNum type="arabicPeriod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5866" y="1206900"/>
            <a:ext cx="3773791" cy="1266800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fr-FR" sz="3733" dirty="0">
                <a:solidFill>
                  <a:srgbClr val="000000"/>
                </a:solidFill>
              </a:rPr>
              <a:t>FEEDBACK RULES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775847" y="2448764"/>
            <a:ext cx="3839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DE" sz="2400" u="sng" kern="0" dirty="0">
                <a:solidFill>
                  <a:srgbClr val="000000"/>
                </a:solidFill>
                <a:latin typeface="Josefin Sans" panose="020B0604020202020204" charset="0"/>
                <a:cs typeface="Arial"/>
                <a:sym typeface="Arial"/>
              </a:rPr>
              <a:t>How to </a:t>
            </a:r>
            <a:r>
              <a:rPr lang="de-DE" sz="2400" b="1" u="sng" kern="0" dirty="0">
                <a:solidFill>
                  <a:srgbClr val="000000"/>
                </a:solidFill>
                <a:latin typeface="Josefin Sans" panose="020B0604020202020204" charset="0"/>
                <a:cs typeface="Arial"/>
                <a:sym typeface="Arial"/>
              </a:rPr>
              <a:t>Receive</a:t>
            </a:r>
            <a:r>
              <a:rPr lang="de-DE" sz="2400" u="sng" kern="0" dirty="0">
                <a:solidFill>
                  <a:srgbClr val="000000"/>
                </a:solidFill>
                <a:latin typeface="Josefin Sans" panose="020B0604020202020204" charset="0"/>
                <a:cs typeface="Arial"/>
                <a:sym typeface="Arial"/>
              </a:rPr>
              <a:t> Feedback</a:t>
            </a:r>
            <a:endParaRPr lang="de-DE" sz="2400" kern="0" dirty="0">
              <a:solidFill>
                <a:srgbClr val="000000"/>
              </a:solidFill>
              <a:latin typeface="Josefin Sans" panose="020B0604020202020204" charset="0"/>
              <a:cs typeface="Arial"/>
              <a:sym typeface="Arial"/>
            </a:endParaRPr>
          </a:p>
        </p:txBody>
      </p:sp>
      <p:pic>
        <p:nvPicPr>
          <p:cNvPr id="23" name="Graphic 22" descr="Customer review with solid fill">
            <a:extLst>
              <a:ext uri="{FF2B5EF4-FFF2-40B4-BE49-F238E27FC236}">
                <a16:creationId xmlns:a16="http://schemas.microsoft.com/office/drawing/2014/main" id="{93E55976-F561-F7AA-EEA3-500012A57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600" y="4513629"/>
            <a:ext cx="1351619" cy="1351619"/>
          </a:xfrm>
          <a:prstGeom prst="rect">
            <a:avLst/>
          </a:prstGeom>
        </p:spPr>
      </p:pic>
      <p:pic>
        <p:nvPicPr>
          <p:cNvPr id="25" name="Graphic 24" descr="Confused person with solid fill">
            <a:extLst>
              <a:ext uri="{FF2B5EF4-FFF2-40B4-BE49-F238E27FC236}">
                <a16:creationId xmlns:a16="http://schemas.microsoft.com/office/drawing/2014/main" id="{1855FA56-7D6E-FB9F-64E8-A8454EB4F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28497" y="3218048"/>
            <a:ext cx="2165131" cy="216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7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66;p28"/>
          <p:cNvSpPr/>
          <p:nvPr/>
        </p:nvSpPr>
        <p:spPr>
          <a:xfrm>
            <a:off x="7514656" y="3202948"/>
            <a:ext cx="2213200" cy="97588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67;p28"/>
          <p:cNvSpPr/>
          <p:nvPr/>
        </p:nvSpPr>
        <p:spPr>
          <a:xfrm>
            <a:off x="4966823" y="3202948"/>
            <a:ext cx="2213200" cy="97588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168;p28"/>
          <p:cNvSpPr/>
          <p:nvPr/>
        </p:nvSpPr>
        <p:spPr>
          <a:xfrm>
            <a:off x="2418989" y="3202948"/>
            <a:ext cx="2213200" cy="97588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169;p28"/>
          <p:cNvSpPr txBox="1">
            <a:spLocks noGrp="1"/>
          </p:cNvSpPr>
          <p:nvPr>
            <p:ph type="title"/>
          </p:nvPr>
        </p:nvSpPr>
        <p:spPr>
          <a:xfrm>
            <a:off x="393023" y="5596203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algn="ctr"/>
            <a:r>
              <a:rPr lang="fr-FR" altLang="fr-FR" sz="2667" dirty="0"/>
              <a:t>ENTREPRENEURIAL SUCCESS </a:t>
            </a:r>
            <a:endParaRPr lang="fr-FR" sz="2667" dirty="0"/>
          </a:p>
        </p:txBody>
      </p:sp>
      <p:sp>
        <p:nvSpPr>
          <p:cNvPr id="19" name="Google Shape;170;p28"/>
          <p:cNvSpPr txBox="1">
            <a:spLocks/>
          </p:cNvSpPr>
          <p:nvPr/>
        </p:nvSpPr>
        <p:spPr>
          <a:xfrm>
            <a:off x="2418989" y="3255920"/>
            <a:ext cx="2213200" cy="1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defTabSz="1219170">
              <a:buClr>
                <a:srgbClr val="434343"/>
              </a:buClr>
              <a:buNone/>
            </a:pPr>
            <a:r>
              <a:rPr lang="fr-FR" altLang="fr-FR" sz="2133" kern="0" dirty="0">
                <a:solidFill>
                  <a:srgbClr val="434343"/>
                </a:solidFill>
                <a:latin typeface="Poppins Light" panose="020B0604020202020204" charset="0"/>
                <a:cs typeface="Poppins Light" panose="020B0604020202020204" charset="0"/>
              </a:rPr>
              <a:t>self-starting</a:t>
            </a:r>
            <a:endParaRPr lang="fr-FR" sz="2133" kern="0" dirty="0">
              <a:solidFill>
                <a:srgbClr val="434343"/>
              </a:solidFill>
              <a:latin typeface="Poppins Light" panose="020B0604020202020204" charset="0"/>
              <a:cs typeface="Poppins Light" panose="020B0604020202020204" charset="0"/>
            </a:endParaRPr>
          </a:p>
        </p:txBody>
      </p:sp>
      <p:sp>
        <p:nvSpPr>
          <p:cNvPr id="20" name="Google Shape;171;p28"/>
          <p:cNvSpPr txBox="1">
            <a:spLocks/>
          </p:cNvSpPr>
          <p:nvPr/>
        </p:nvSpPr>
        <p:spPr>
          <a:xfrm>
            <a:off x="4966823" y="3255920"/>
            <a:ext cx="2213200" cy="163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fr-FR" sz="2133" kern="0" dirty="0">
                <a:solidFill>
                  <a:srgbClr val="434343"/>
                </a:solidFill>
                <a:latin typeface="Poppins Light" panose="020B0604020202020204" charset="0"/>
                <a:ea typeface="Poppins"/>
                <a:cs typeface="Poppins Light" panose="020B0604020202020204" charset="0"/>
                <a:sym typeface="Poppins"/>
              </a:rPr>
              <a:t>be future-oriented</a:t>
            </a:r>
          </a:p>
        </p:txBody>
      </p:sp>
      <p:sp>
        <p:nvSpPr>
          <p:cNvPr id="21" name="Google Shape;172;p28"/>
          <p:cNvSpPr txBox="1">
            <a:spLocks/>
          </p:cNvSpPr>
          <p:nvPr/>
        </p:nvSpPr>
        <p:spPr>
          <a:xfrm>
            <a:off x="7514656" y="3255920"/>
            <a:ext cx="2213200" cy="163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r>
              <a:rPr lang="fr-FR" altLang="fr-FR" sz="2133" kern="0" dirty="0">
                <a:solidFill>
                  <a:srgbClr val="434343"/>
                </a:solidFill>
                <a:latin typeface="Poppins Light" panose="020B0604020202020204" charset="0"/>
                <a:ea typeface="Poppins"/>
                <a:cs typeface="Poppins Light" panose="020B0604020202020204" charset="0"/>
              </a:rPr>
              <a:t>overcoming obstacles</a:t>
            </a:r>
            <a:endParaRPr lang="fr-FR" sz="2133" kern="0" dirty="0">
              <a:solidFill>
                <a:srgbClr val="434343"/>
              </a:solidFill>
              <a:latin typeface="Poppins Light" panose="020B0604020202020204" charset="0"/>
              <a:ea typeface="Poppins"/>
              <a:cs typeface="Poppins Light" panose="020B0604020202020204" charset="0"/>
            </a:endParaRPr>
          </a:p>
        </p:txBody>
      </p:sp>
      <p:sp>
        <p:nvSpPr>
          <p:cNvPr id="22" name="Google Shape;183;p28"/>
          <p:cNvSpPr/>
          <p:nvPr/>
        </p:nvSpPr>
        <p:spPr>
          <a:xfrm rot="5400000">
            <a:off x="721608" y="1664475"/>
            <a:ext cx="369600" cy="6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2941189" y="1472498"/>
            <a:ext cx="1259355" cy="109248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551"/>
          <a:stretch/>
        </p:blipFill>
        <p:spPr>
          <a:xfrm flipH="1">
            <a:off x="5255988" y="1407473"/>
            <a:ext cx="1628891" cy="1310435"/>
          </a:xfrm>
          <a:prstGeom prst="rect">
            <a:avLst/>
          </a:prstGeom>
        </p:spPr>
      </p:pic>
      <p:sp>
        <p:nvSpPr>
          <p:cNvPr id="26" name="Pfeil nach unten 25"/>
          <p:cNvSpPr/>
          <p:nvPr/>
        </p:nvSpPr>
        <p:spPr>
          <a:xfrm>
            <a:off x="2941189" y="4798220"/>
            <a:ext cx="6778752" cy="803195"/>
          </a:xfrm>
          <a:prstGeom prst="downArrow">
            <a:avLst>
              <a:gd name="adj1" fmla="val 61511"/>
              <a:gd name="adj2" fmla="val 52494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de-DE" sz="1867" kern="0">
              <a:solidFill>
                <a:srgbClr val="434343"/>
              </a:solidFill>
              <a:latin typeface="Arial"/>
              <a:sym typeface="Arial"/>
            </a:endParaRPr>
          </a:p>
        </p:txBody>
      </p:sp>
      <p:sp>
        <p:nvSpPr>
          <p:cNvPr id="27" name="Google Shape;153;p26"/>
          <p:cNvSpPr/>
          <p:nvPr/>
        </p:nvSpPr>
        <p:spPr>
          <a:xfrm>
            <a:off x="674090" y="1293682"/>
            <a:ext cx="10777485" cy="3127951"/>
          </a:xfrm>
          <a:prstGeom prst="rect">
            <a:avLst/>
          </a:prstGeom>
          <a:noFill/>
          <a:ln w="571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434343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69;p28"/>
          <p:cNvSpPr txBox="1">
            <a:spLocks/>
          </p:cNvSpPr>
          <p:nvPr/>
        </p:nvSpPr>
        <p:spPr>
          <a:xfrm>
            <a:off x="871809" y="642977"/>
            <a:ext cx="10579767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152396" algn="ctr" defTabSz="1219170">
              <a:buClr>
                <a:srgbClr val="434343"/>
              </a:buClr>
            </a:pPr>
            <a:r>
              <a:rPr lang="fr-FR" altLang="fr-FR" sz="2667" kern="0" dirty="0">
                <a:solidFill>
                  <a:srgbClr val="769452"/>
                </a:solidFill>
              </a:rPr>
              <a:t>PERSONAL INITIATIVE</a:t>
            </a:r>
            <a:endParaRPr lang="fr-FR" sz="2667" kern="0" dirty="0">
              <a:solidFill>
                <a:srgbClr val="769452"/>
              </a:solidFill>
            </a:endParaRPr>
          </a:p>
        </p:txBody>
      </p:sp>
      <p:sp>
        <p:nvSpPr>
          <p:cNvPr id="33" name="Rechteck 32"/>
          <p:cNvSpPr/>
          <p:nvPr/>
        </p:nvSpPr>
        <p:spPr>
          <a:xfrm>
            <a:off x="7940323" y="2210195"/>
            <a:ext cx="284863" cy="340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GB" sz="1867" kern="0">
              <a:solidFill>
                <a:srgbClr val="EDEDED"/>
              </a:solidFill>
              <a:latin typeface="Arial"/>
              <a:sym typeface="Arial"/>
            </a:endParaRPr>
          </a:p>
        </p:txBody>
      </p:sp>
      <p:grpSp>
        <p:nvGrpSpPr>
          <p:cNvPr id="34" name="Gruppieren 33"/>
          <p:cNvGrpSpPr/>
          <p:nvPr/>
        </p:nvGrpSpPr>
        <p:grpSpPr>
          <a:xfrm>
            <a:off x="7896240" y="1632078"/>
            <a:ext cx="1450033" cy="1170493"/>
            <a:chOff x="6402743" y="3717073"/>
            <a:chExt cx="1197094" cy="911057"/>
          </a:xfrm>
        </p:grpSpPr>
        <p:pic>
          <p:nvPicPr>
            <p:cNvPr id="35" name="Grafik 34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678" r="30046" b="53791"/>
            <a:stretch/>
          </p:blipFill>
          <p:spPr>
            <a:xfrm flipH="1">
              <a:off x="6481331" y="3717073"/>
              <a:ext cx="744659" cy="520391"/>
            </a:xfrm>
            <a:prstGeom prst="rect">
              <a:avLst/>
            </a:prstGeom>
          </p:spPr>
        </p:pic>
        <p:pic>
          <p:nvPicPr>
            <p:cNvPr id="36" name="Grafik 35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2020" t="40925" b="13251"/>
            <a:stretch/>
          </p:blipFill>
          <p:spPr>
            <a:xfrm>
              <a:off x="7065226" y="4117542"/>
              <a:ext cx="534611" cy="510588"/>
            </a:xfrm>
            <a:prstGeom prst="rect">
              <a:avLst/>
            </a:prstGeom>
          </p:spPr>
        </p:pic>
        <p:sp>
          <p:nvSpPr>
            <p:cNvPr id="37" name="Rechteck 36"/>
            <p:cNvSpPr/>
            <p:nvPr/>
          </p:nvSpPr>
          <p:spPr>
            <a:xfrm>
              <a:off x="6402743" y="4117542"/>
              <a:ext cx="213647" cy="255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buClr>
                  <a:srgbClr val="000000"/>
                </a:buClr>
              </a:pPr>
              <a:endParaRPr lang="en-GB" sz="1867" kern="0">
                <a:solidFill>
                  <a:srgbClr val="EDEDED"/>
                </a:solidFill>
                <a:latin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5347937"/>
      </p:ext>
    </p:extLst>
  </p:cSld>
  <p:clrMapOvr>
    <a:masterClrMapping/>
  </p:clrMapOvr>
</p:sld>
</file>

<file path=ppt/theme/theme1.xml><?xml version="1.0" encoding="utf-8"?>
<a:theme xmlns:a="http://schemas.openxmlformats.org/drawingml/2006/main" name="Junity School Meeting by Slidesgo">
  <a:themeElements>
    <a:clrScheme name="Benutzerdefiniert 3">
      <a:dk1>
        <a:srgbClr val="434343"/>
      </a:dk1>
      <a:lt1>
        <a:srgbClr val="EDEDED"/>
      </a:lt1>
      <a:dk2>
        <a:srgbClr val="47652B"/>
      </a:dk2>
      <a:lt2>
        <a:srgbClr val="EDEDED"/>
      </a:lt2>
      <a:accent1>
        <a:srgbClr val="ADBF9B"/>
      </a:accent1>
      <a:accent2>
        <a:srgbClr val="364F27"/>
      </a:accent2>
      <a:accent3>
        <a:srgbClr val="769452"/>
      </a:accent3>
      <a:accent4>
        <a:srgbClr val="434343"/>
      </a:accent4>
      <a:accent5>
        <a:srgbClr val="769452"/>
      </a:accent5>
      <a:accent6>
        <a:srgbClr val="A3B58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409</Words>
  <Application>Microsoft Office PowerPoint</Application>
  <PresentationFormat>Widescreen</PresentationFormat>
  <Paragraphs>96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Arial</vt:lpstr>
      <vt:lpstr>Bahnschrift Light</vt:lpstr>
      <vt:lpstr>Courier New</vt:lpstr>
      <vt:lpstr>Josefin Sans</vt:lpstr>
      <vt:lpstr>Josefin Sans Thin</vt:lpstr>
      <vt:lpstr>Lilita One</vt:lpstr>
      <vt:lpstr>Poppins</vt:lpstr>
      <vt:lpstr>Poppins Light</vt:lpstr>
      <vt:lpstr>Rokkitt Regular</vt:lpstr>
      <vt:lpstr>Staatliches</vt:lpstr>
      <vt:lpstr>Symbol</vt:lpstr>
      <vt:lpstr>Wingdings</vt:lpstr>
      <vt:lpstr>Junity School Meeting by Slidesgo</vt:lpstr>
      <vt:lpstr>PERSONAL INITIATIVE TRAINING FOR BUSINESS SUCCESS!</vt:lpstr>
      <vt:lpstr>PowerPoint Presentation</vt:lpstr>
      <vt:lpstr>PERSONAL INITIATIVE  TRAINING OUTCOMES</vt:lpstr>
      <vt:lpstr>EXPLANATION OF SYMBOLS: content</vt:lpstr>
      <vt:lpstr>INTRODUCTION</vt:lpstr>
      <vt:lpstr>IS PROFIT THE POINT OF WORK?</vt:lpstr>
      <vt:lpstr>FEEDBACK RULES</vt:lpstr>
      <vt:lpstr>FEEDBACK RULES</vt:lpstr>
      <vt:lpstr>ENTREPRENEURIAL SUCCESS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INITIATIVE TRAINING FOR BUSINESS SUCCESS!</dc:title>
  <dc:creator>Shona Passfield</dc:creator>
  <cp:lastModifiedBy>Shona Passfield</cp:lastModifiedBy>
  <cp:revision>1</cp:revision>
  <dcterms:created xsi:type="dcterms:W3CDTF">2024-02-08T10:28:48Z</dcterms:created>
  <dcterms:modified xsi:type="dcterms:W3CDTF">2024-07-22T13:13:20Z</dcterms:modified>
</cp:coreProperties>
</file>