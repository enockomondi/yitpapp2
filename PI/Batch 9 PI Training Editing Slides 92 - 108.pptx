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609" r:id="rId2"/>
    <p:sldId id="445" r:id="rId3"/>
    <p:sldId id="580" r:id="rId4"/>
    <p:sldId id="449" r:id="rId5"/>
    <p:sldId id="451" r:id="rId6"/>
    <p:sldId id="450" r:id="rId7"/>
    <p:sldId id="589" r:id="rId8"/>
    <p:sldId id="588" r:id="rId9"/>
    <p:sldId id="448" r:id="rId10"/>
    <p:sldId id="452" r:id="rId11"/>
    <p:sldId id="887" r:id="rId12"/>
    <p:sldId id="910" r:id="rId13"/>
    <p:sldId id="453" r:id="rId14"/>
    <p:sldId id="454" r:id="rId15"/>
    <p:sldId id="455" r:id="rId16"/>
    <p:sldId id="456" r:id="rId17"/>
    <p:sldId id="457" r:id="rId18"/>
    <p:sldId id="58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30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36DC9D-21BF-415B-A626-85CC0F8FCDAF}" type="datetimeFigureOut">
              <a:rPr lang="en-GB" smtClean="0"/>
              <a:t>17/04/2024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B701EA-0D66-4C54-944D-9A8BE5AB5B73}" type="slidenum">
              <a:rPr lang="en-GB" smtClean="0"/>
              <a:t>‹#›</a:t>
            </a:fld>
            <a:endParaRPr lang="en-GB"/>
          </a:p>
        </p:txBody>
      </p:sp>
    </p:spTree>
    <p:extLst>
      <p:ext uri="{BB962C8B-B14F-4D97-AF65-F5344CB8AC3E}">
        <p14:creationId xmlns:p14="http://schemas.microsoft.com/office/powerpoint/2010/main" val="2181785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9201d02545_1_109:notes"/>
          <p:cNvSpPr>
            <a:spLocks noGrp="1" noRot="1" noChangeAspect="1"/>
          </p:cNvSpPr>
          <p:nvPr>
            <p:ph type="sldImg" idx="2"/>
          </p:nvPr>
        </p:nvSpPr>
        <p:spPr>
          <a:xfrm>
            <a:off x="425450" y="692150"/>
            <a:ext cx="6159500" cy="34639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9201d02545_1_109:notes"/>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pPr marL="0" indent="0">
              <a:buNone/>
            </a:pPr>
            <a:endParaRPr/>
          </a:p>
        </p:txBody>
      </p:sp>
    </p:spTree>
    <p:extLst>
      <p:ext uri="{BB962C8B-B14F-4D97-AF65-F5344CB8AC3E}">
        <p14:creationId xmlns:p14="http://schemas.microsoft.com/office/powerpoint/2010/main" val="4014525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lIns="92830" tIns="46415" rIns="92830" bIns="46415"/>
          <a:lstStyle>
            <a:lvl1pPr>
              <a:defRPr sz="1600">
                <a:solidFill>
                  <a:schemeClr val="tx1"/>
                </a:solidFill>
                <a:latin typeface="Arial" panose="020B0604020202020204" pitchFamily="34" charset="0"/>
              </a:defRPr>
            </a:lvl1pPr>
            <a:lvl2pPr marL="755676" indent="-290645">
              <a:defRPr sz="1600">
                <a:solidFill>
                  <a:schemeClr val="tx1"/>
                </a:solidFill>
                <a:latin typeface="Arial" panose="020B0604020202020204" pitchFamily="34" charset="0"/>
              </a:defRPr>
            </a:lvl2pPr>
            <a:lvl3pPr marL="1162579" indent="-232515">
              <a:defRPr sz="1600">
                <a:solidFill>
                  <a:schemeClr val="tx1"/>
                </a:solidFill>
                <a:latin typeface="Arial" panose="020B0604020202020204" pitchFamily="34" charset="0"/>
              </a:defRPr>
            </a:lvl3pPr>
            <a:lvl4pPr marL="1627609" indent="-232515">
              <a:defRPr sz="1600">
                <a:solidFill>
                  <a:schemeClr val="tx1"/>
                </a:solidFill>
                <a:latin typeface="Arial" panose="020B0604020202020204" pitchFamily="34" charset="0"/>
              </a:defRPr>
            </a:lvl4pPr>
            <a:lvl5pPr marL="2092641" indent="-232515">
              <a:defRPr sz="1600">
                <a:solidFill>
                  <a:schemeClr val="tx1"/>
                </a:solidFill>
                <a:latin typeface="Arial" panose="020B0604020202020204" pitchFamily="34" charset="0"/>
              </a:defRPr>
            </a:lvl5pPr>
            <a:lvl6pPr marL="2557673" indent="-232515" eaLnBrk="0" fontAlgn="base" hangingPunct="0">
              <a:spcBef>
                <a:spcPct val="0"/>
              </a:spcBef>
              <a:spcAft>
                <a:spcPct val="0"/>
              </a:spcAft>
              <a:defRPr sz="1600">
                <a:solidFill>
                  <a:schemeClr val="tx1"/>
                </a:solidFill>
                <a:latin typeface="Arial" panose="020B0604020202020204" pitchFamily="34" charset="0"/>
              </a:defRPr>
            </a:lvl6pPr>
            <a:lvl7pPr marL="3022703" indent="-232515" eaLnBrk="0" fontAlgn="base" hangingPunct="0">
              <a:spcBef>
                <a:spcPct val="0"/>
              </a:spcBef>
              <a:spcAft>
                <a:spcPct val="0"/>
              </a:spcAft>
              <a:defRPr sz="1600">
                <a:solidFill>
                  <a:schemeClr val="tx1"/>
                </a:solidFill>
                <a:latin typeface="Arial" panose="020B0604020202020204" pitchFamily="34" charset="0"/>
              </a:defRPr>
            </a:lvl7pPr>
            <a:lvl8pPr marL="3487735" indent="-232515" eaLnBrk="0" fontAlgn="base" hangingPunct="0">
              <a:spcBef>
                <a:spcPct val="0"/>
              </a:spcBef>
              <a:spcAft>
                <a:spcPct val="0"/>
              </a:spcAft>
              <a:defRPr sz="1600">
                <a:solidFill>
                  <a:schemeClr val="tx1"/>
                </a:solidFill>
                <a:latin typeface="Arial" panose="020B0604020202020204" pitchFamily="34" charset="0"/>
              </a:defRPr>
            </a:lvl8pPr>
            <a:lvl9pPr marL="3952766" indent="-232515" eaLnBrk="0" fontAlgn="base" hangingPunct="0">
              <a:spcBef>
                <a:spcPct val="0"/>
              </a:spcBef>
              <a:spcAft>
                <a:spcPct val="0"/>
              </a:spcAft>
              <a:defRPr sz="1600">
                <a:solidFill>
                  <a:schemeClr val="tx1"/>
                </a:solidFill>
                <a:latin typeface="Arial" panose="020B0604020202020204" pitchFamily="34" charset="0"/>
              </a:defRPr>
            </a:lvl9pPr>
          </a:lstStyle>
          <a:p>
            <a:fld id="{E2AFE239-4AB9-48A3-BF0F-F4D004D12388}" type="slidenum">
              <a:rPr lang="de-DE" altLang="de-DE" sz="1200"/>
              <a:t>2</a:t>
            </a:fld>
            <a:endParaRPr lang="de-DE" altLang="de-DE" sz="1200" dirty="0"/>
          </a:p>
        </p:txBody>
      </p:sp>
      <p:sp>
        <p:nvSpPr>
          <p:cNvPr id="106499" name="Rectangle 2"/>
          <p:cNvSpPr>
            <a:spLocks noGrp="1" noRot="1" noChangeAspect="1" noChangeArrowheads="1" noTextEdit="1"/>
          </p:cNvSpPr>
          <p:nvPr>
            <p:ph type="sldImg"/>
          </p:nvPr>
        </p:nvSpPr>
        <p:spPr>
          <a:xfrm>
            <a:off x="136525" y="754063"/>
            <a:ext cx="6677025" cy="3756025"/>
          </a:xfrm>
          <a:solidFill>
            <a:srgbClr val="FFFFFF"/>
          </a:solidFill>
          <a:ln/>
        </p:spPr>
      </p:sp>
      <p:sp>
        <p:nvSpPr>
          <p:cNvPr id="106500" name="Rectangle 3"/>
          <p:cNvSpPr>
            <a:spLocks noGrp="1" noChangeArrowheads="1"/>
          </p:cNvSpPr>
          <p:nvPr>
            <p:ph type="body" idx="1"/>
          </p:nvPr>
        </p:nvSpPr>
        <p:spPr>
          <a:xfrm>
            <a:off x="927366" y="4761949"/>
            <a:ext cx="5094003" cy="4511404"/>
          </a:xfrm>
          <a:solidFill>
            <a:srgbClr val="FFFFFF"/>
          </a:solidFill>
          <a:ln w="12700">
            <a:solidFill>
              <a:srgbClr val="000000"/>
            </a:solidFill>
            <a:miter lim="800000"/>
            <a:headEnd type="none" w="sm" len="sm"/>
            <a:tailEnd type="none" w="sm" len="sm"/>
          </a:ln>
        </p:spPr>
        <p:txBody>
          <a:bodyPr/>
          <a:lstStyle/>
          <a:p>
            <a:endParaRPr lang="en-US" altLang="de-DE" dirty="0">
              <a:latin typeface="Arial" panose="020B0604020202020204" pitchFamily="34" charset="0"/>
            </a:endParaRPr>
          </a:p>
        </p:txBody>
      </p:sp>
    </p:spTree>
    <p:extLst>
      <p:ext uri="{BB962C8B-B14F-4D97-AF65-F5344CB8AC3E}">
        <p14:creationId xmlns:p14="http://schemas.microsoft.com/office/powerpoint/2010/main" val="604020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600b47a8e7_0_771:notes"/>
          <p:cNvSpPr>
            <a:spLocks noGrp="1" noRot="1" noChangeAspect="1"/>
          </p:cNvSpPr>
          <p:nvPr>
            <p:ph type="sldImg" idx="2"/>
          </p:nvPr>
        </p:nvSpPr>
        <p:spPr>
          <a:xfrm>
            <a:off x="425450" y="692150"/>
            <a:ext cx="6159500" cy="34639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600b47a8e7_0_771:notes"/>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pPr marL="0" indent="0">
              <a:buNone/>
            </a:pPr>
            <a:endParaRPr dirty="0"/>
          </a:p>
        </p:txBody>
      </p:sp>
    </p:spTree>
    <p:extLst>
      <p:ext uri="{BB962C8B-B14F-4D97-AF65-F5344CB8AC3E}">
        <p14:creationId xmlns:p14="http://schemas.microsoft.com/office/powerpoint/2010/main" val="8205739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endParaRPr lang="fr-FR" b="1" baseline="0" dirty="0"/>
          </a:p>
        </p:txBody>
      </p:sp>
      <p:sp>
        <p:nvSpPr>
          <p:cNvPr id="4" name="Foliennummernplatzhalter 3"/>
          <p:cNvSpPr>
            <a:spLocks noGrp="1"/>
          </p:cNvSpPr>
          <p:nvPr>
            <p:ph type="sldNum" sz="quarter" idx="10"/>
          </p:nvPr>
        </p:nvSpPr>
        <p:spPr/>
        <p:txBody>
          <a:bodyPr lIns="92830" tIns="46415" rIns="92830" bIns="46415"/>
          <a:lstStyle/>
          <a:p>
            <a:pPr>
              <a:defRPr/>
            </a:pPr>
            <a:fld id="{7A052948-8FF2-4265-9115-B6B694A2C9D2}" type="slidenum">
              <a:rPr lang="de-DE" smtClean="0"/>
              <a:t>4</a:t>
            </a:fld>
            <a:endParaRPr lang="de-DE" dirty="0"/>
          </a:p>
        </p:txBody>
      </p:sp>
    </p:spTree>
    <p:extLst>
      <p:ext uri="{BB962C8B-B14F-4D97-AF65-F5344CB8AC3E}">
        <p14:creationId xmlns:p14="http://schemas.microsoft.com/office/powerpoint/2010/main" val="7836667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pPr marL="161163" indent="0">
              <a:buNone/>
            </a:pPr>
            <a:r>
              <a:rPr lang="en-GB" dirty="0"/>
              <a:t>Add resource maximization: make</a:t>
            </a:r>
            <a:r>
              <a:rPr lang="en-GB" baseline="0" dirty="0"/>
              <a:t> use of your resources at times when they are normally not used</a:t>
            </a:r>
            <a:endParaRPr lang="en-GB" dirty="0"/>
          </a:p>
        </p:txBody>
      </p:sp>
    </p:spTree>
    <p:extLst>
      <p:ext uri="{BB962C8B-B14F-4D97-AF65-F5344CB8AC3E}">
        <p14:creationId xmlns:p14="http://schemas.microsoft.com/office/powerpoint/2010/main" val="4107660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pPr marL="161163" indent="0">
              <a:buNone/>
            </a:pPr>
            <a:r>
              <a:rPr lang="de-DE" dirty="0"/>
              <a:t>Change </a:t>
            </a:r>
            <a:r>
              <a:rPr lang="de-DE" dirty="0" err="1"/>
              <a:t>structure</a:t>
            </a:r>
            <a:r>
              <a:rPr lang="de-DE" baseline="0" dirty="0"/>
              <a:t> </a:t>
            </a:r>
            <a:r>
              <a:rPr lang="de-DE" baseline="0" dirty="0" err="1"/>
              <a:t>of</a:t>
            </a:r>
            <a:r>
              <a:rPr lang="de-DE" baseline="0" dirty="0"/>
              <a:t> </a:t>
            </a:r>
            <a:r>
              <a:rPr lang="de-DE" baseline="0" dirty="0" err="1"/>
              <a:t>the</a:t>
            </a:r>
            <a:r>
              <a:rPr lang="de-DE" baseline="0" dirty="0"/>
              <a:t> </a:t>
            </a:r>
            <a:r>
              <a:rPr lang="de-DE" baseline="0" dirty="0" err="1"/>
              <a:t>module</a:t>
            </a:r>
            <a:r>
              <a:rPr lang="de-DE" baseline="0" dirty="0"/>
              <a:t>:</a:t>
            </a:r>
          </a:p>
          <a:p>
            <a:pPr marL="161163" indent="0">
              <a:buNone/>
            </a:pPr>
            <a:endParaRPr lang="de-DE" baseline="0" dirty="0"/>
          </a:p>
          <a:p>
            <a:pPr marL="161163" indent="0">
              <a:buNone/>
            </a:pPr>
            <a:r>
              <a:rPr lang="de-DE" baseline="0" dirty="0"/>
              <a:t>First: </a:t>
            </a:r>
            <a:r>
              <a:rPr lang="de-DE" baseline="0" dirty="0" err="1"/>
              <a:t>introduce</a:t>
            </a:r>
            <a:r>
              <a:rPr lang="de-DE" baseline="0" dirty="0"/>
              <a:t> </a:t>
            </a:r>
            <a:r>
              <a:rPr lang="de-DE" baseline="0" dirty="0" err="1"/>
              <a:t>conventional</a:t>
            </a:r>
            <a:r>
              <a:rPr lang="de-DE" baseline="0" dirty="0"/>
              <a:t> &amp; </a:t>
            </a:r>
            <a:r>
              <a:rPr lang="de-DE" baseline="0" dirty="0" err="1"/>
              <a:t>unconventional</a:t>
            </a:r>
            <a:r>
              <a:rPr lang="de-DE" baseline="0" dirty="0"/>
              <a:t> </a:t>
            </a:r>
            <a:r>
              <a:rPr lang="de-DE" baseline="0" dirty="0" err="1"/>
              <a:t>sources</a:t>
            </a:r>
            <a:r>
              <a:rPr lang="de-DE" baseline="0" dirty="0"/>
              <a:t> </a:t>
            </a:r>
            <a:r>
              <a:rPr lang="de-DE" baseline="0" dirty="0" err="1"/>
              <a:t>of</a:t>
            </a:r>
            <a:r>
              <a:rPr lang="de-DE" baseline="0" dirty="0"/>
              <a:t> </a:t>
            </a:r>
            <a:r>
              <a:rPr lang="de-DE" baseline="0" dirty="0" err="1"/>
              <a:t>financing</a:t>
            </a:r>
            <a:endParaRPr lang="de-DE" baseline="0" dirty="0"/>
          </a:p>
          <a:p>
            <a:pPr marL="161163" indent="0">
              <a:buNone/>
            </a:pPr>
            <a:r>
              <a:rPr lang="de-DE" baseline="0" dirty="0"/>
              <a:t>+ </a:t>
            </a:r>
            <a:r>
              <a:rPr lang="de-DE" baseline="0" dirty="0" err="1"/>
              <a:t>introduce</a:t>
            </a:r>
            <a:r>
              <a:rPr lang="de-DE" baseline="0" dirty="0"/>
              <a:t> bootstrapping</a:t>
            </a:r>
          </a:p>
          <a:p>
            <a:pPr marL="161163" indent="0">
              <a:buNone/>
            </a:pPr>
            <a:r>
              <a:rPr lang="de-DE" baseline="0" dirty="0" err="1"/>
              <a:t>Then</a:t>
            </a:r>
            <a:r>
              <a:rPr lang="de-DE" baseline="0" dirty="0"/>
              <a:t>: </a:t>
            </a:r>
            <a:r>
              <a:rPr lang="de-DE" baseline="0" dirty="0" err="1"/>
              <a:t>show</a:t>
            </a:r>
            <a:r>
              <a:rPr lang="de-DE" baseline="0" dirty="0"/>
              <a:t> </a:t>
            </a:r>
            <a:r>
              <a:rPr lang="de-DE" baseline="0" dirty="0" err="1"/>
              <a:t>action</a:t>
            </a:r>
            <a:r>
              <a:rPr lang="de-DE" baseline="0" dirty="0"/>
              <a:t> </a:t>
            </a:r>
            <a:r>
              <a:rPr lang="de-DE" baseline="0" dirty="0" err="1"/>
              <a:t>principles</a:t>
            </a:r>
            <a:r>
              <a:rPr lang="de-DE" baseline="0" dirty="0"/>
              <a:t> </a:t>
            </a:r>
            <a:r>
              <a:rPr lang="de-DE" baseline="0" dirty="0" err="1"/>
              <a:t>as</a:t>
            </a:r>
            <a:r>
              <a:rPr lang="de-DE" baseline="0" dirty="0"/>
              <a:t> a </a:t>
            </a:r>
            <a:r>
              <a:rPr lang="de-DE" baseline="0" dirty="0" err="1"/>
              <a:t>resumé</a:t>
            </a:r>
            <a:endParaRPr lang="de-DE" baseline="0" dirty="0"/>
          </a:p>
          <a:p>
            <a:pPr marL="161163" indent="0">
              <a:buNone/>
            </a:pPr>
            <a:endParaRPr lang="de-DE" baseline="0" dirty="0"/>
          </a:p>
          <a:p>
            <a:pPr marL="161163" indent="0">
              <a:buNone/>
            </a:pPr>
            <a:r>
              <a:rPr lang="de-DE" baseline="0" dirty="0" err="1"/>
              <a:t>Then</a:t>
            </a:r>
            <a:r>
              <a:rPr lang="de-DE" baseline="0" dirty="0"/>
              <a:t>: all </a:t>
            </a:r>
            <a:r>
              <a:rPr lang="de-DE" baseline="0" dirty="0" err="1"/>
              <a:t>exercises</a:t>
            </a:r>
            <a:endParaRPr lang="de-DE" baseline="0" dirty="0"/>
          </a:p>
          <a:p>
            <a:pPr marL="393238" indent="-232075">
              <a:buAutoNum type="arabicParenR"/>
            </a:pPr>
            <a:r>
              <a:rPr lang="de-DE" baseline="0" dirty="0" err="1"/>
              <a:t>Acquiring</a:t>
            </a:r>
            <a:r>
              <a:rPr lang="de-DE" baseline="0" dirty="0"/>
              <a:t> </a:t>
            </a:r>
            <a:r>
              <a:rPr lang="de-DE" baseline="0" dirty="0" err="1"/>
              <a:t>finances</a:t>
            </a:r>
            <a:endParaRPr lang="de-DE" baseline="0" dirty="0"/>
          </a:p>
          <a:p>
            <a:pPr marL="393238" indent="-232075">
              <a:buAutoNum type="arabicParenR"/>
            </a:pPr>
            <a:r>
              <a:rPr lang="de-DE" baseline="0" dirty="0" err="1"/>
              <a:t>Sophie‘s</a:t>
            </a:r>
            <a:r>
              <a:rPr lang="de-DE" baseline="0" dirty="0"/>
              <a:t> </a:t>
            </a:r>
            <a:r>
              <a:rPr lang="de-DE" baseline="0" dirty="0" err="1"/>
              <a:t>goal</a:t>
            </a:r>
            <a:endParaRPr lang="de-DE" baseline="0" dirty="0"/>
          </a:p>
          <a:p>
            <a:pPr marL="393238" indent="-232075">
              <a:buAutoNum type="arabicParenR"/>
            </a:pPr>
            <a:r>
              <a:rPr lang="de-DE" baseline="0" dirty="0" err="1"/>
              <a:t>Own</a:t>
            </a:r>
            <a:r>
              <a:rPr lang="de-DE" baseline="0" dirty="0"/>
              <a:t> </a:t>
            </a:r>
            <a:r>
              <a:rPr lang="de-DE" baseline="0" dirty="0" err="1"/>
              <a:t>goal</a:t>
            </a:r>
            <a:endParaRPr lang="de-DE" baseline="0" dirty="0"/>
          </a:p>
        </p:txBody>
      </p:sp>
    </p:spTree>
    <p:extLst>
      <p:ext uri="{BB962C8B-B14F-4D97-AF65-F5344CB8AC3E}">
        <p14:creationId xmlns:p14="http://schemas.microsoft.com/office/powerpoint/2010/main" val="40701433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5450" y="692150"/>
            <a:ext cx="6159500" cy="3463925"/>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2775071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pPr marL="161163" indent="0">
              <a:buNone/>
            </a:pPr>
            <a:r>
              <a:rPr lang="fr-FR" dirty="0"/>
              <a:t>Move </a:t>
            </a:r>
            <a:r>
              <a:rPr lang="fr-FR" dirty="0" err="1"/>
              <a:t>exercise</a:t>
            </a:r>
            <a:r>
              <a:rPr lang="fr-FR" baseline="0" dirty="0"/>
              <a:t> </a:t>
            </a:r>
            <a:r>
              <a:rPr lang="fr-FR" baseline="0" dirty="0" err="1"/>
              <a:t>after</a:t>
            </a:r>
            <a:r>
              <a:rPr lang="fr-FR" baseline="0" dirty="0"/>
              <a:t> the introduction of </a:t>
            </a:r>
            <a:r>
              <a:rPr lang="fr-FR" baseline="0" dirty="0" err="1"/>
              <a:t>bootstrapping</a:t>
            </a:r>
            <a:endParaRPr lang="fr-FR" dirty="0"/>
          </a:p>
        </p:txBody>
      </p:sp>
      <p:sp>
        <p:nvSpPr>
          <p:cNvPr id="4" name="Foliennummernplatzhalter 3"/>
          <p:cNvSpPr>
            <a:spLocks noGrp="1"/>
          </p:cNvSpPr>
          <p:nvPr>
            <p:ph type="sldNum" sz="quarter" idx="10"/>
          </p:nvPr>
        </p:nvSpPr>
        <p:spPr/>
        <p:txBody>
          <a:bodyPr lIns="92830" tIns="46415" rIns="92830" bIns="46415"/>
          <a:lstStyle/>
          <a:p>
            <a:pPr>
              <a:defRPr/>
            </a:pPr>
            <a:fld id="{7A052948-8FF2-4265-9115-B6B694A2C9D2}" type="slidenum">
              <a:rPr lang="de-DE" smtClean="0"/>
              <a:t>9</a:t>
            </a:fld>
            <a:endParaRPr lang="de-DE" dirty="0"/>
          </a:p>
        </p:txBody>
      </p:sp>
    </p:spTree>
    <p:extLst>
      <p:ext uri="{BB962C8B-B14F-4D97-AF65-F5344CB8AC3E}">
        <p14:creationId xmlns:p14="http://schemas.microsoft.com/office/powerpoint/2010/main" val="3946942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pPr marL="161163" indent="0">
              <a:buNone/>
            </a:pPr>
            <a:r>
              <a:rPr lang="en-GB" dirty="0"/>
              <a:t>Now</a:t>
            </a:r>
            <a:r>
              <a:rPr lang="en-GB" baseline="0" dirty="0"/>
              <a:t> she needs to know what resources she needs /how she can reach her goal.</a:t>
            </a:r>
          </a:p>
          <a:p>
            <a:pPr marL="161163" indent="0">
              <a:buNone/>
            </a:pPr>
            <a:r>
              <a:rPr lang="en-GB" baseline="0" dirty="0"/>
              <a:t>/how she can be resourcing her goal.</a:t>
            </a:r>
            <a:endParaRPr lang="en-GB" dirty="0"/>
          </a:p>
        </p:txBody>
      </p:sp>
    </p:spTree>
    <p:extLst>
      <p:ext uri="{BB962C8B-B14F-4D97-AF65-F5344CB8AC3E}">
        <p14:creationId xmlns:p14="http://schemas.microsoft.com/office/powerpoint/2010/main" val="36417833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pPr marL="161163" indent="0">
              <a:buNone/>
            </a:pPr>
            <a:r>
              <a:rPr lang="en-GB" dirty="0"/>
              <a:t>Now</a:t>
            </a:r>
            <a:r>
              <a:rPr lang="en-GB" baseline="0" dirty="0"/>
              <a:t> she needs to know what resources she needs /how she can reach her goal.</a:t>
            </a:r>
          </a:p>
          <a:p>
            <a:pPr marL="161163" indent="0">
              <a:buNone/>
            </a:pPr>
            <a:r>
              <a:rPr lang="en-GB" baseline="0" dirty="0"/>
              <a:t>/how she can be resourcing her goal.</a:t>
            </a:r>
            <a:endParaRPr lang="en-GB" dirty="0"/>
          </a:p>
        </p:txBody>
      </p:sp>
    </p:spTree>
    <p:extLst>
      <p:ext uri="{BB962C8B-B14F-4D97-AF65-F5344CB8AC3E}">
        <p14:creationId xmlns:p14="http://schemas.microsoft.com/office/powerpoint/2010/main" val="840960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25450" y="692150"/>
            <a:ext cx="6159500" cy="3463925"/>
          </a:xfrm>
        </p:spPr>
      </p:sp>
      <p:sp>
        <p:nvSpPr>
          <p:cNvPr id="3" name="Espace réservé des notes 2"/>
          <p:cNvSpPr>
            <a:spLocks noGrp="1"/>
          </p:cNvSpPr>
          <p:nvPr>
            <p:ph type="body" idx="1"/>
          </p:nvPr>
        </p:nvSpPr>
        <p:spPr/>
        <p:txBody>
          <a:bodyPr/>
          <a:lstStyle/>
          <a:p>
            <a:pPr marL="161163" indent="0">
              <a:buNone/>
            </a:pPr>
            <a:r>
              <a:rPr lang="fr-FR" dirty="0" err="1"/>
              <a:t>Add</a:t>
            </a:r>
            <a:r>
              <a:rPr lang="fr-FR" dirty="0"/>
              <a:t>: </a:t>
            </a:r>
            <a:r>
              <a:rPr lang="fr-FR" dirty="0" err="1"/>
              <a:t>Bootstrapping</a:t>
            </a:r>
            <a:r>
              <a:rPr lang="fr-FR" dirty="0"/>
              <a:t> </a:t>
            </a:r>
            <a:r>
              <a:rPr lang="fr-FR" dirty="0" err="1"/>
              <a:t>also</a:t>
            </a:r>
            <a:r>
              <a:rPr lang="fr-FR" dirty="0"/>
              <a:t> </a:t>
            </a:r>
            <a:r>
              <a:rPr lang="fr-FR" dirty="0" err="1"/>
              <a:t>includes</a:t>
            </a:r>
            <a:r>
              <a:rPr lang="fr-FR" dirty="0"/>
              <a:t> the </a:t>
            </a:r>
            <a:r>
              <a:rPr lang="fr-FR" dirty="0" err="1"/>
              <a:t>reduction</a:t>
            </a:r>
            <a:r>
              <a:rPr lang="fr-FR" dirty="0"/>
              <a:t> of</a:t>
            </a:r>
            <a:r>
              <a:rPr lang="fr-FR" baseline="0" dirty="0"/>
              <a:t> </a:t>
            </a:r>
            <a:r>
              <a:rPr lang="fr-FR" baseline="0" dirty="0" err="1"/>
              <a:t>costs</a:t>
            </a:r>
            <a:r>
              <a:rPr lang="fr-FR" baseline="0" dirty="0"/>
              <a:t>!</a:t>
            </a:r>
          </a:p>
          <a:p>
            <a:pPr marL="161163" indent="0">
              <a:buNone/>
            </a:pPr>
            <a:endParaRPr lang="fr-FR" baseline="0" dirty="0"/>
          </a:p>
          <a:p>
            <a:pPr marL="161163" indent="0">
              <a:buNone/>
            </a:pPr>
            <a:r>
              <a:rPr lang="fr-FR" baseline="0" dirty="0" err="1"/>
              <a:t>Reformulate</a:t>
            </a:r>
            <a:r>
              <a:rPr lang="fr-FR" baseline="0" dirty="0"/>
              <a:t> </a:t>
            </a:r>
            <a:r>
              <a:rPr lang="fr-FR" baseline="0" dirty="0" err="1"/>
              <a:t>exercise</a:t>
            </a:r>
            <a:r>
              <a:rPr lang="fr-FR" baseline="0" dirty="0"/>
              <a:t> descriptions. </a:t>
            </a:r>
            <a:r>
              <a:rPr lang="fr-FR" baseline="0" dirty="0">
                <a:sym typeface="Wingdings" panose="05000000000000000000" pitchFamily="2" charset="2"/>
              </a:rPr>
              <a:t> </a:t>
            </a:r>
            <a:r>
              <a:rPr lang="fr-FR" baseline="0" dirty="0" err="1">
                <a:sym typeface="Wingdings" panose="05000000000000000000" pitchFamily="2" charset="2"/>
              </a:rPr>
              <a:t>less</a:t>
            </a:r>
            <a:r>
              <a:rPr lang="fr-FR" baseline="0" dirty="0">
                <a:sym typeface="Wingdings" panose="05000000000000000000" pitchFamily="2" charset="2"/>
              </a:rPr>
              <a:t> </a:t>
            </a:r>
            <a:r>
              <a:rPr lang="fr-FR" baseline="0" dirty="0" err="1">
                <a:sym typeface="Wingdings" panose="05000000000000000000" pitchFamily="2" charset="2"/>
              </a:rPr>
              <a:t>focused</a:t>
            </a:r>
            <a:r>
              <a:rPr lang="fr-FR" baseline="0" dirty="0">
                <a:sym typeface="Wingdings" panose="05000000000000000000" pitchFamily="2" charset="2"/>
              </a:rPr>
              <a:t> on finances, but more on </a:t>
            </a:r>
            <a:r>
              <a:rPr lang="fr-FR" baseline="0" dirty="0" err="1">
                <a:sym typeface="Wingdings" panose="05000000000000000000" pitchFamily="2" charset="2"/>
              </a:rPr>
              <a:t>resources</a:t>
            </a:r>
            <a:endParaRPr lang="fr-FR" baseline="0" dirty="0">
              <a:sym typeface="Wingdings" panose="05000000000000000000" pitchFamily="2" charset="2"/>
            </a:endParaRPr>
          </a:p>
          <a:p>
            <a:pPr marL="161163" indent="0">
              <a:buNone/>
            </a:pPr>
            <a:endParaRPr lang="fr-FR" baseline="0" dirty="0">
              <a:sym typeface="Wingdings" panose="05000000000000000000" pitchFamily="2" charset="2"/>
            </a:endParaRPr>
          </a:p>
          <a:p>
            <a:pPr marL="161163" indent="0">
              <a:buNone/>
            </a:pPr>
            <a:r>
              <a:rPr lang="fr-FR" baseline="0" dirty="0">
                <a:sym typeface="Wingdings" panose="05000000000000000000" pitchFamily="2" charset="2"/>
              </a:rPr>
              <a:t>+ images: </a:t>
            </a:r>
            <a:r>
              <a:rPr lang="fr-FR" baseline="0" dirty="0" err="1">
                <a:sym typeface="Wingdings" panose="05000000000000000000" pitchFamily="2" charset="2"/>
              </a:rPr>
              <a:t>remove</a:t>
            </a:r>
            <a:r>
              <a:rPr lang="fr-FR" baseline="0" dirty="0">
                <a:sym typeface="Wingdings" panose="05000000000000000000" pitchFamily="2" charset="2"/>
              </a:rPr>
              <a:t> </a:t>
            </a:r>
            <a:r>
              <a:rPr lang="fr-FR" baseline="0" dirty="0" err="1">
                <a:sym typeface="Wingdings" panose="05000000000000000000" pitchFamily="2" charset="2"/>
              </a:rPr>
              <a:t>motorbike</a:t>
            </a:r>
            <a:endParaRPr lang="fr-FR" dirty="0"/>
          </a:p>
        </p:txBody>
      </p:sp>
      <p:sp>
        <p:nvSpPr>
          <p:cNvPr id="4" name="Espace réservé du numéro de diapositive 3"/>
          <p:cNvSpPr>
            <a:spLocks noGrp="1"/>
          </p:cNvSpPr>
          <p:nvPr>
            <p:ph type="sldNum" sz="quarter" idx="10"/>
          </p:nvPr>
        </p:nvSpPr>
        <p:spPr/>
        <p:txBody>
          <a:bodyPr lIns="92830" tIns="46415" rIns="92830" bIns="46415"/>
          <a:lstStyle/>
          <a:p>
            <a:pPr>
              <a:defRPr/>
            </a:pPr>
            <a:fld id="{7A052948-8FF2-4265-9115-B6B694A2C9D2}" type="slidenum">
              <a:rPr lang="de-DE" smtClean="0"/>
              <a:t>13</a:t>
            </a:fld>
            <a:endParaRPr lang="de-DE" dirty="0"/>
          </a:p>
        </p:txBody>
      </p:sp>
    </p:spTree>
    <p:extLst>
      <p:ext uri="{BB962C8B-B14F-4D97-AF65-F5344CB8AC3E}">
        <p14:creationId xmlns:p14="http://schemas.microsoft.com/office/powerpoint/2010/main" val="451417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endParaRPr lang="fr-FR" dirty="0"/>
          </a:p>
        </p:txBody>
      </p:sp>
      <p:sp>
        <p:nvSpPr>
          <p:cNvPr id="4" name="Foliennummernplatzhalter 3"/>
          <p:cNvSpPr>
            <a:spLocks noGrp="1"/>
          </p:cNvSpPr>
          <p:nvPr>
            <p:ph type="sldNum" sz="quarter" idx="10"/>
          </p:nvPr>
        </p:nvSpPr>
        <p:spPr/>
        <p:txBody>
          <a:bodyPr lIns="92830" tIns="46415" rIns="92830" bIns="46415"/>
          <a:lstStyle/>
          <a:p>
            <a:pPr>
              <a:defRPr/>
            </a:pPr>
            <a:fld id="{7A052948-8FF2-4265-9115-B6B694A2C9D2}" type="slidenum">
              <a:rPr lang="de-DE" smtClean="0"/>
              <a:t>14</a:t>
            </a:fld>
            <a:endParaRPr lang="de-DE" dirty="0"/>
          </a:p>
        </p:txBody>
      </p:sp>
    </p:spTree>
    <p:extLst>
      <p:ext uri="{BB962C8B-B14F-4D97-AF65-F5344CB8AC3E}">
        <p14:creationId xmlns:p14="http://schemas.microsoft.com/office/powerpoint/2010/main" val="18614671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lIns="92830" tIns="46415" rIns="92830" bIns="46415"/>
          <a:lstStyle/>
          <a:p>
            <a:pPr>
              <a:defRPr/>
            </a:pPr>
            <a:fld id="{7A052948-8FF2-4265-9115-B6B694A2C9D2}" type="slidenum">
              <a:rPr lang="de-DE" smtClean="0"/>
              <a:t>15</a:t>
            </a:fld>
            <a:endParaRPr lang="de-DE" dirty="0"/>
          </a:p>
        </p:txBody>
      </p:sp>
    </p:spTree>
    <p:extLst>
      <p:ext uri="{BB962C8B-B14F-4D97-AF65-F5344CB8AC3E}">
        <p14:creationId xmlns:p14="http://schemas.microsoft.com/office/powerpoint/2010/main" val="26945870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endParaRPr lang="fr-FR" dirty="0"/>
          </a:p>
        </p:txBody>
      </p:sp>
      <p:sp>
        <p:nvSpPr>
          <p:cNvPr id="4" name="Foliennummernplatzhalter 3"/>
          <p:cNvSpPr>
            <a:spLocks noGrp="1"/>
          </p:cNvSpPr>
          <p:nvPr>
            <p:ph type="sldNum" sz="quarter" idx="10"/>
          </p:nvPr>
        </p:nvSpPr>
        <p:spPr/>
        <p:txBody>
          <a:bodyPr lIns="92830" tIns="46415" rIns="92830" bIns="46415"/>
          <a:lstStyle/>
          <a:p>
            <a:pPr>
              <a:defRPr/>
            </a:pPr>
            <a:fld id="{7A052948-8FF2-4265-9115-B6B694A2C9D2}" type="slidenum">
              <a:rPr lang="de-DE" smtClean="0"/>
              <a:t>16</a:t>
            </a:fld>
            <a:endParaRPr lang="de-DE" dirty="0"/>
          </a:p>
        </p:txBody>
      </p:sp>
    </p:spTree>
    <p:extLst>
      <p:ext uri="{BB962C8B-B14F-4D97-AF65-F5344CB8AC3E}">
        <p14:creationId xmlns:p14="http://schemas.microsoft.com/office/powerpoint/2010/main" val="3948082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pPr marL="161163" indent="0">
              <a:buNone/>
            </a:pPr>
            <a:r>
              <a:rPr lang="de-DE" dirty="0"/>
              <a:t>Remove </a:t>
            </a:r>
            <a:r>
              <a:rPr lang="de-DE" dirty="0" err="1"/>
              <a:t>completely</a:t>
            </a:r>
            <a:r>
              <a:rPr lang="de-DE" dirty="0"/>
              <a:t> OR</a:t>
            </a:r>
          </a:p>
          <a:p>
            <a:pPr marL="161163" indent="0">
              <a:buNone/>
            </a:pPr>
            <a:endParaRPr lang="de-DE" dirty="0"/>
          </a:p>
          <a:p>
            <a:pPr marL="161163" indent="0">
              <a:buNone/>
            </a:pPr>
            <a:r>
              <a:rPr lang="de-DE" dirty="0"/>
              <a:t>New</a:t>
            </a:r>
            <a:r>
              <a:rPr lang="de-DE" baseline="0" dirty="0"/>
              <a:t> </a:t>
            </a:r>
            <a:r>
              <a:rPr lang="de-DE" baseline="0" dirty="0" err="1"/>
              <a:t>homework</a:t>
            </a:r>
            <a:r>
              <a:rPr lang="de-DE" baseline="0" dirty="0"/>
              <a:t>:</a:t>
            </a:r>
          </a:p>
          <a:p>
            <a:pPr marL="161163" indent="0">
              <a:buNone/>
            </a:pPr>
            <a:r>
              <a:rPr lang="de-DE" baseline="0" dirty="0"/>
              <a:t>Look </a:t>
            </a:r>
            <a:r>
              <a:rPr lang="de-DE" baseline="0" dirty="0" err="1"/>
              <a:t>for</a:t>
            </a:r>
            <a:r>
              <a:rPr lang="de-DE" baseline="0" dirty="0"/>
              <a:t> additional </a:t>
            </a:r>
            <a:r>
              <a:rPr lang="de-DE" baseline="0" dirty="0" err="1"/>
              <a:t>sources</a:t>
            </a:r>
            <a:r>
              <a:rPr lang="de-DE" baseline="0" dirty="0"/>
              <a:t> </a:t>
            </a:r>
            <a:r>
              <a:rPr lang="de-DE" baseline="0" dirty="0" err="1"/>
              <a:t>of</a:t>
            </a:r>
            <a:r>
              <a:rPr lang="de-DE" baseline="0" dirty="0"/>
              <a:t> </a:t>
            </a:r>
            <a:r>
              <a:rPr lang="de-DE" baseline="0" dirty="0" err="1"/>
              <a:t>finances</a:t>
            </a:r>
            <a:r>
              <a:rPr lang="de-DE" baseline="0" dirty="0"/>
              <a:t> – </a:t>
            </a:r>
            <a:r>
              <a:rPr lang="de-DE" baseline="0" dirty="0" err="1"/>
              <a:t>particular</a:t>
            </a:r>
            <a:r>
              <a:rPr lang="de-DE" baseline="0" dirty="0"/>
              <a:t> </a:t>
            </a:r>
            <a:r>
              <a:rPr lang="de-DE" baseline="0" dirty="0" err="1"/>
              <a:t>those</a:t>
            </a:r>
            <a:r>
              <a:rPr lang="de-DE" baseline="0" dirty="0"/>
              <a:t> </a:t>
            </a:r>
            <a:r>
              <a:rPr lang="de-DE" baseline="0" dirty="0" err="1"/>
              <a:t>who</a:t>
            </a:r>
            <a:r>
              <a:rPr lang="de-DE" baseline="0" dirty="0"/>
              <a:t> do not </a:t>
            </a:r>
            <a:r>
              <a:rPr lang="de-DE" baseline="0" dirty="0" err="1"/>
              <a:t>require</a:t>
            </a:r>
            <a:r>
              <a:rPr lang="de-DE" baseline="0" dirty="0"/>
              <a:t> </a:t>
            </a:r>
            <a:r>
              <a:rPr lang="de-DE" baseline="0" dirty="0" err="1"/>
              <a:t>you</a:t>
            </a:r>
            <a:r>
              <a:rPr lang="de-DE" baseline="0" dirty="0"/>
              <a:t> </a:t>
            </a:r>
            <a:r>
              <a:rPr lang="de-DE" baseline="0" dirty="0" err="1"/>
              <a:t>to</a:t>
            </a:r>
            <a:r>
              <a:rPr lang="de-DE" baseline="0" dirty="0"/>
              <a:t> </a:t>
            </a:r>
            <a:r>
              <a:rPr lang="de-DE" baseline="0" dirty="0" err="1"/>
              <a:t>pay</a:t>
            </a:r>
            <a:r>
              <a:rPr lang="de-DE" baseline="0" dirty="0"/>
              <a:t> </a:t>
            </a:r>
            <a:r>
              <a:rPr lang="de-DE" baseline="0" dirty="0" err="1"/>
              <a:t>interest</a:t>
            </a:r>
            <a:r>
              <a:rPr lang="de-DE" baseline="0" dirty="0"/>
              <a:t>.</a:t>
            </a:r>
          </a:p>
          <a:p>
            <a:pPr marL="161163" indent="0">
              <a:buNone/>
            </a:pPr>
            <a:r>
              <a:rPr lang="de-DE" baseline="0" dirty="0"/>
              <a:t>Think </a:t>
            </a:r>
            <a:r>
              <a:rPr lang="de-DE" baseline="0" dirty="0" err="1"/>
              <a:t>of</a:t>
            </a:r>
            <a:r>
              <a:rPr lang="de-DE" baseline="0" dirty="0"/>
              <a:t> </a:t>
            </a:r>
            <a:r>
              <a:rPr lang="de-DE" baseline="0" dirty="0" err="1"/>
              <a:t>new</a:t>
            </a:r>
            <a:r>
              <a:rPr lang="de-DE" baseline="0" dirty="0"/>
              <a:t> bootstrapping </a:t>
            </a:r>
            <a:r>
              <a:rPr lang="de-DE" baseline="0" dirty="0" err="1"/>
              <a:t>opportunities</a:t>
            </a:r>
            <a:r>
              <a:rPr lang="de-DE" baseline="0" dirty="0"/>
              <a:t>/</a:t>
            </a:r>
            <a:r>
              <a:rPr lang="de-DE" baseline="0" dirty="0" err="1"/>
              <a:t>ideas</a:t>
            </a:r>
            <a:r>
              <a:rPr lang="de-DE" baseline="0" dirty="0"/>
              <a:t>.</a:t>
            </a:r>
          </a:p>
          <a:p>
            <a:pPr marL="161163" indent="0">
              <a:buNone/>
            </a:pPr>
            <a:r>
              <a:rPr lang="de-DE" baseline="0" dirty="0"/>
              <a:t>Go </a:t>
            </a:r>
            <a:r>
              <a:rPr lang="de-DE" baseline="0" dirty="0" err="1"/>
              <a:t>and</a:t>
            </a:r>
            <a:r>
              <a:rPr lang="de-DE" baseline="0" dirty="0"/>
              <a:t> </a:t>
            </a:r>
            <a:r>
              <a:rPr lang="de-DE" baseline="0" dirty="0" err="1"/>
              <a:t>ask</a:t>
            </a:r>
            <a:r>
              <a:rPr lang="de-DE" baseline="0" dirty="0"/>
              <a:t> </a:t>
            </a:r>
            <a:r>
              <a:rPr lang="de-DE" baseline="0" dirty="0" err="1"/>
              <a:t>other</a:t>
            </a:r>
            <a:r>
              <a:rPr lang="de-DE" baseline="0" dirty="0"/>
              <a:t> </a:t>
            </a:r>
            <a:r>
              <a:rPr lang="de-DE" baseline="0" dirty="0" err="1"/>
              <a:t>entrepreneurs</a:t>
            </a:r>
            <a:r>
              <a:rPr lang="de-DE" baseline="0" dirty="0"/>
              <a:t> (</a:t>
            </a:r>
            <a:r>
              <a:rPr lang="de-DE" baseline="0" dirty="0" err="1"/>
              <a:t>how</a:t>
            </a:r>
            <a:r>
              <a:rPr lang="de-DE" baseline="0" dirty="0"/>
              <a:t> </a:t>
            </a:r>
            <a:r>
              <a:rPr lang="de-DE" baseline="0" dirty="0" err="1"/>
              <a:t>did</a:t>
            </a:r>
            <a:r>
              <a:rPr lang="de-DE" baseline="0" dirty="0"/>
              <a:t> </a:t>
            </a:r>
            <a:r>
              <a:rPr lang="de-DE" baseline="0" dirty="0" err="1"/>
              <a:t>they</a:t>
            </a:r>
            <a:r>
              <a:rPr lang="de-DE" baseline="0" dirty="0"/>
              <a:t> </a:t>
            </a:r>
            <a:r>
              <a:rPr lang="de-DE" baseline="0" dirty="0" err="1"/>
              <a:t>get</a:t>
            </a:r>
            <a:r>
              <a:rPr lang="de-DE" baseline="0" dirty="0"/>
              <a:t> </a:t>
            </a:r>
            <a:r>
              <a:rPr lang="de-DE" baseline="0" dirty="0" err="1"/>
              <a:t>their</a:t>
            </a:r>
            <a:r>
              <a:rPr lang="de-DE" baseline="0" dirty="0"/>
              <a:t> </a:t>
            </a:r>
            <a:r>
              <a:rPr lang="de-DE" baseline="0" dirty="0" err="1"/>
              <a:t>starting</a:t>
            </a:r>
            <a:r>
              <a:rPr lang="de-DE" baseline="0" dirty="0"/>
              <a:t> </a:t>
            </a:r>
            <a:r>
              <a:rPr lang="de-DE" baseline="0" dirty="0" err="1"/>
              <a:t>capital</a:t>
            </a:r>
            <a:r>
              <a:rPr lang="de-DE" baseline="0" dirty="0"/>
              <a:t>?)</a:t>
            </a:r>
          </a:p>
          <a:p>
            <a:pPr marL="161163" indent="0">
              <a:buNone/>
            </a:pPr>
            <a:r>
              <a:rPr lang="de-DE" baseline="0" dirty="0"/>
              <a:t>Go </a:t>
            </a:r>
            <a:r>
              <a:rPr lang="de-DE" baseline="0" dirty="0" err="1"/>
              <a:t>and</a:t>
            </a:r>
            <a:r>
              <a:rPr lang="de-DE" baseline="0" dirty="0"/>
              <a:t> </a:t>
            </a:r>
            <a:r>
              <a:rPr lang="de-DE" baseline="0" dirty="0" err="1"/>
              <a:t>start</a:t>
            </a:r>
            <a:r>
              <a:rPr lang="de-DE" baseline="0" dirty="0"/>
              <a:t> your </a:t>
            </a:r>
            <a:r>
              <a:rPr lang="de-DE" baseline="0" dirty="0" err="1"/>
              <a:t>idea</a:t>
            </a:r>
            <a:r>
              <a:rPr lang="de-DE" baseline="0" dirty="0"/>
              <a:t> </a:t>
            </a:r>
            <a:r>
              <a:rPr lang="de-DE" baseline="0" dirty="0" err="1"/>
              <a:t>with</a:t>
            </a:r>
            <a:r>
              <a:rPr lang="de-DE" baseline="0" dirty="0"/>
              <a:t> </a:t>
            </a:r>
            <a:r>
              <a:rPr lang="de-DE" baseline="0" dirty="0" err="1"/>
              <a:t>one</a:t>
            </a:r>
            <a:r>
              <a:rPr lang="de-DE" baseline="0" dirty="0"/>
              <a:t> </a:t>
            </a:r>
            <a:r>
              <a:rPr lang="de-DE" baseline="0" dirty="0" err="1"/>
              <a:t>month‘s</a:t>
            </a:r>
            <a:r>
              <a:rPr lang="de-DE" baseline="0" dirty="0"/>
              <a:t> </a:t>
            </a:r>
            <a:r>
              <a:rPr lang="de-DE" baseline="0" dirty="0" err="1"/>
              <a:t>salary</a:t>
            </a:r>
            <a:r>
              <a:rPr lang="de-DE" baseline="0" dirty="0"/>
              <a:t>.</a:t>
            </a:r>
          </a:p>
          <a:p>
            <a:pPr marL="161163" indent="0">
              <a:buNone/>
            </a:pPr>
            <a:endParaRPr lang="de-DE" baseline="0" dirty="0"/>
          </a:p>
        </p:txBody>
      </p:sp>
    </p:spTree>
    <p:extLst>
      <p:ext uri="{BB962C8B-B14F-4D97-AF65-F5344CB8AC3E}">
        <p14:creationId xmlns:p14="http://schemas.microsoft.com/office/powerpoint/2010/main" val="7930643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600b47a8e7_0_771:notes"/>
          <p:cNvSpPr>
            <a:spLocks noGrp="1" noRot="1" noChangeAspect="1"/>
          </p:cNvSpPr>
          <p:nvPr>
            <p:ph type="sldImg" idx="2"/>
          </p:nvPr>
        </p:nvSpPr>
        <p:spPr>
          <a:xfrm>
            <a:off x="425450" y="692150"/>
            <a:ext cx="6159500" cy="34639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600b47a8e7_0_771:notes"/>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pPr marL="0" indent="0">
              <a:buNone/>
            </a:pPr>
            <a:endParaRPr/>
          </a:p>
        </p:txBody>
      </p:sp>
    </p:spTree>
    <p:extLst>
      <p:ext uri="{BB962C8B-B14F-4D97-AF65-F5344CB8AC3E}">
        <p14:creationId xmlns:p14="http://schemas.microsoft.com/office/powerpoint/2010/main" val="4278780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1ACF-F2CD-82F3-12F8-EF127B609E4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599AEDFF-B540-6C40-B938-FB1BCF7624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F18527AA-3E26-C661-B38F-07530B1346DE}"/>
              </a:ext>
            </a:extLst>
          </p:cNvPr>
          <p:cNvSpPr>
            <a:spLocks noGrp="1"/>
          </p:cNvSpPr>
          <p:nvPr>
            <p:ph type="dt" sz="half" idx="10"/>
          </p:nvPr>
        </p:nvSpPr>
        <p:spPr/>
        <p:txBody>
          <a:bodyPr/>
          <a:lstStyle/>
          <a:p>
            <a:fld id="{B7F25EC1-7407-421C-903B-B831BB7AAE82}" type="datetimeFigureOut">
              <a:rPr lang="en-GB" smtClean="0"/>
              <a:t>17/04/2024</a:t>
            </a:fld>
            <a:endParaRPr lang="en-GB"/>
          </a:p>
        </p:txBody>
      </p:sp>
      <p:sp>
        <p:nvSpPr>
          <p:cNvPr id="5" name="Footer Placeholder 4">
            <a:extLst>
              <a:ext uri="{FF2B5EF4-FFF2-40B4-BE49-F238E27FC236}">
                <a16:creationId xmlns:a16="http://schemas.microsoft.com/office/drawing/2014/main" id="{7B143AA1-0F29-0EE2-895C-7AF5E612CD6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B36761D-5F3C-2D79-D118-676295EEA0E2}"/>
              </a:ext>
            </a:extLst>
          </p:cNvPr>
          <p:cNvSpPr>
            <a:spLocks noGrp="1"/>
          </p:cNvSpPr>
          <p:nvPr>
            <p:ph type="sldNum" sz="quarter" idx="12"/>
          </p:nvPr>
        </p:nvSpPr>
        <p:spPr/>
        <p:txBody>
          <a:bodyPr/>
          <a:lstStyle/>
          <a:p>
            <a:fld id="{43463A79-32A7-40D7-8310-367483AF3886}" type="slidenum">
              <a:rPr lang="en-GB" smtClean="0"/>
              <a:t>‹#›</a:t>
            </a:fld>
            <a:endParaRPr lang="en-GB"/>
          </a:p>
        </p:txBody>
      </p:sp>
    </p:spTree>
    <p:extLst>
      <p:ext uri="{BB962C8B-B14F-4D97-AF65-F5344CB8AC3E}">
        <p14:creationId xmlns:p14="http://schemas.microsoft.com/office/powerpoint/2010/main" val="3636478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00D80-7801-151B-E56D-439D7E9C16D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AAD1103-9380-BD0C-681D-09EF2569124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6637A3B-98C4-CBD4-2959-558F9B2A5EEB}"/>
              </a:ext>
            </a:extLst>
          </p:cNvPr>
          <p:cNvSpPr>
            <a:spLocks noGrp="1"/>
          </p:cNvSpPr>
          <p:nvPr>
            <p:ph type="dt" sz="half" idx="10"/>
          </p:nvPr>
        </p:nvSpPr>
        <p:spPr/>
        <p:txBody>
          <a:bodyPr/>
          <a:lstStyle/>
          <a:p>
            <a:fld id="{B7F25EC1-7407-421C-903B-B831BB7AAE82}" type="datetimeFigureOut">
              <a:rPr lang="en-GB" smtClean="0"/>
              <a:t>17/04/2024</a:t>
            </a:fld>
            <a:endParaRPr lang="en-GB"/>
          </a:p>
        </p:txBody>
      </p:sp>
      <p:sp>
        <p:nvSpPr>
          <p:cNvPr id="5" name="Footer Placeholder 4">
            <a:extLst>
              <a:ext uri="{FF2B5EF4-FFF2-40B4-BE49-F238E27FC236}">
                <a16:creationId xmlns:a16="http://schemas.microsoft.com/office/drawing/2014/main" id="{5DC2799E-B185-BADA-04EC-3BCDBF28C57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54FD52B-ED14-6E17-D611-C93D0CEFDDFA}"/>
              </a:ext>
            </a:extLst>
          </p:cNvPr>
          <p:cNvSpPr>
            <a:spLocks noGrp="1"/>
          </p:cNvSpPr>
          <p:nvPr>
            <p:ph type="sldNum" sz="quarter" idx="12"/>
          </p:nvPr>
        </p:nvSpPr>
        <p:spPr/>
        <p:txBody>
          <a:bodyPr/>
          <a:lstStyle/>
          <a:p>
            <a:fld id="{43463A79-32A7-40D7-8310-367483AF3886}" type="slidenum">
              <a:rPr lang="en-GB" smtClean="0"/>
              <a:t>‹#›</a:t>
            </a:fld>
            <a:endParaRPr lang="en-GB"/>
          </a:p>
        </p:txBody>
      </p:sp>
    </p:spTree>
    <p:extLst>
      <p:ext uri="{BB962C8B-B14F-4D97-AF65-F5344CB8AC3E}">
        <p14:creationId xmlns:p14="http://schemas.microsoft.com/office/powerpoint/2010/main" val="2148289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112F0-4E44-DCBB-CF0A-2E856D7E1E2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E8ED81BD-7E70-ACDE-D733-93585D0E584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4E7771D-C04F-16A8-672F-1CA3A4130F85}"/>
              </a:ext>
            </a:extLst>
          </p:cNvPr>
          <p:cNvSpPr>
            <a:spLocks noGrp="1"/>
          </p:cNvSpPr>
          <p:nvPr>
            <p:ph type="dt" sz="half" idx="10"/>
          </p:nvPr>
        </p:nvSpPr>
        <p:spPr/>
        <p:txBody>
          <a:bodyPr/>
          <a:lstStyle/>
          <a:p>
            <a:fld id="{B7F25EC1-7407-421C-903B-B831BB7AAE82}" type="datetimeFigureOut">
              <a:rPr lang="en-GB" smtClean="0"/>
              <a:t>17/04/2024</a:t>
            </a:fld>
            <a:endParaRPr lang="en-GB"/>
          </a:p>
        </p:txBody>
      </p:sp>
      <p:sp>
        <p:nvSpPr>
          <p:cNvPr id="5" name="Footer Placeholder 4">
            <a:extLst>
              <a:ext uri="{FF2B5EF4-FFF2-40B4-BE49-F238E27FC236}">
                <a16:creationId xmlns:a16="http://schemas.microsoft.com/office/drawing/2014/main" id="{3016B79A-9842-2685-8089-DDA8BD4608F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4D4DD21-ECE3-775A-65AE-098068847BED}"/>
              </a:ext>
            </a:extLst>
          </p:cNvPr>
          <p:cNvSpPr>
            <a:spLocks noGrp="1"/>
          </p:cNvSpPr>
          <p:nvPr>
            <p:ph type="sldNum" sz="quarter" idx="12"/>
          </p:nvPr>
        </p:nvSpPr>
        <p:spPr/>
        <p:txBody>
          <a:bodyPr/>
          <a:lstStyle/>
          <a:p>
            <a:fld id="{43463A79-32A7-40D7-8310-367483AF3886}" type="slidenum">
              <a:rPr lang="en-GB" smtClean="0"/>
              <a:t>‹#›</a:t>
            </a:fld>
            <a:endParaRPr lang="en-GB"/>
          </a:p>
        </p:txBody>
      </p:sp>
    </p:spTree>
    <p:extLst>
      <p:ext uri="{BB962C8B-B14F-4D97-AF65-F5344CB8AC3E}">
        <p14:creationId xmlns:p14="http://schemas.microsoft.com/office/powerpoint/2010/main" val="2816863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4CAFD-CD27-DB2A-99AB-A9D59F3BC16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D611A72-E5AC-8DEF-6A7E-2CA894E479B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38C65C65-1E88-3D0A-6943-A7503C3B3A5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EA2D5169-DB4A-25A6-6941-BB38D67B7D63}"/>
              </a:ext>
            </a:extLst>
          </p:cNvPr>
          <p:cNvSpPr>
            <a:spLocks noGrp="1"/>
          </p:cNvSpPr>
          <p:nvPr>
            <p:ph type="dt" sz="half" idx="10"/>
          </p:nvPr>
        </p:nvSpPr>
        <p:spPr/>
        <p:txBody>
          <a:bodyPr/>
          <a:lstStyle/>
          <a:p>
            <a:fld id="{B7F25EC1-7407-421C-903B-B831BB7AAE82}" type="datetimeFigureOut">
              <a:rPr lang="en-GB" smtClean="0"/>
              <a:t>17/04/2024</a:t>
            </a:fld>
            <a:endParaRPr lang="en-GB"/>
          </a:p>
        </p:txBody>
      </p:sp>
      <p:sp>
        <p:nvSpPr>
          <p:cNvPr id="6" name="Footer Placeholder 5">
            <a:extLst>
              <a:ext uri="{FF2B5EF4-FFF2-40B4-BE49-F238E27FC236}">
                <a16:creationId xmlns:a16="http://schemas.microsoft.com/office/drawing/2014/main" id="{B5D346BD-0653-7FEC-8394-A17DC8AA98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6F4764F-E067-EBB9-07B8-963ED65E7CC5}"/>
              </a:ext>
            </a:extLst>
          </p:cNvPr>
          <p:cNvSpPr>
            <a:spLocks noGrp="1"/>
          </p:cNvSpPr>
          <p:nvPr>
            <p:ph type="sldNum" sz="quarter" idx="12"/>
          </p:nvPr>
        </p:nvSpPr>
        <p:spPr/>
        <p:txBody>
          <a:bodyPr/>
          <a:lstStyle/>
          <a:p>
            <a:fld id="{43463A79-32A7-40D7-8310-367483AF3886}" type="slidenum">
              <a:rPr lang="en-GB" smtClean="0"/>
              <a:t>‹#›</a:t>
            </a:fld>
            <a:endParaRPr lang="en-GB"/>
          </a:p>
        </p:txBody>
      </p:sp>
    </p:spTree>
    <p:extLst>
      <p:ext uri="{BB962C8B-B14F-4D97-AF65-F5344CB8AC3E}">
        <p14:creationId xmlns:p14="http://schemas.microsoft.com/office/powerpoint/2010/main" val="2022454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0CE86-1C5A-D399-A59A-F5B01A01F059}"/>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074F7E57-D6EE-542E-1798-149FEB2679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BFF8462-82B6-634E-3F8F-FD614878548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1F996AA0-2B1D-B0FB-56AD-9A9D59F7BC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B050F19-2156-53A2-2ED6-CDB066C4210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C80886CC-633A-4C30-5CF8-EFA3DAD1ACB5}"/>
              </a:ext>
            </a:extLst>
          </p:cNvPr>
          <p:cNvSpPr>
            <a:spLocks noGrp="1"/>
          </p:cNvSpPr>
          <p:nvPr>
            <p:ph type="dt" sz="half" idx="10"/>
          </p:nvPr>
        </p:nvSpPr>
        <p:spPr/>
        <p:txBody>
          <a:bodyPr/>
          <a:lstStyle/>
          <a:p>
            <a:fld id="{B7F25EC1-7407-421C-903B-B831BB7AAE82}" type="datetimeFigureOut">
              <a:rPr lang="en-GB" smtClean="0"/>
              <a:t>17/04/2024</a:t>
            </a:fld>
            <a:endParaRPr lang="en-GB"/>
          </a:p>
        </p:txBody>
      </p:sp>
      <p:sp>
        <p:nvSpPr>
          <p:cNvPr id="8" name="Footer Placeholder 7">
            <a:extLst>
              <a:ext uri="{FF2B5EF4-FFF2-40B4-BE49-F238E27FC236}">
                <a16:creationId xmlns:a16="http://schemas.microsoft.com/office/drawing/2014/main" id="{678A6EAB-AF0F-16BE-1C4E-CD3CE849215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A0B1031-4709-27FF-4D28-12D0FD8113BD}"/>
              </a:ext>
            </a:extLst>
          </p:cNvPr>
          <p:cNvSpPr>
            <a:spLocks noGrp="1"/>
          </p:cNvSpPr>
          <p:nvPr>
            <p:ph type="sldNum" sz="quarter" idx="12"/>
          </p:nvPr>
        </p:nvSpPr>
        <p:spPr/>
        <p:txBody>
          <a:bodyPr/>
          <a:lstStyle/>
          <a:p>
            <a:fld id="{43463A79-32A7-40D7-8310-367483AF3886}" type="slidenum">
              <a:rPr lang="en-GB" smtClean="0"/>
              <a:t>‹#›</a:t>
            </a:fld>
            <a:endParaRPr lang="en-GB"/>
          </a:p>
        </p:txBody>
      </p:sp>
    </p:spTree>
    <p:extLst>
      <p:ext uri="{BB962C8B-B14F-4D97-AF65-F5344CB8AC3E}">
        <p14:creationId xmlns:p14="http://schemas.microsoft.com/office/powerpoint/2010/main" val="992593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67E37-8FA9-12CD-F5F7-FA5729E8FE08}"/>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D2E231E2-03DE-640C-0A0F-BA4815C7EB48}"/>
              </a:ext>
            </a:extLst>
          </p:cNvPr>
          <p:cNvSpPr>
            <a:spLocks noGrp="1"/>
          </p:cNvSpPr>
          <p:nvPr>
            <p:ph type="dt" sz="half" idx="10"/>
          </p:nvPr>
        </p:nvSpPr>
        <p:spPr/>
        <p:txBody>
          <a:bodyPr/>
          <a:lstStyle/>
          <a:p>
            <a:fld id="{B7F25EC1-7407-421C-903B-B831BB7AAE82}" type="datetimeFigureOut">
              <a:rPr lang="en-GB" smtClean="0"/>
              <a:t>17/04/2024</a:t>
            </a:fld>
            <a:endParaRPr lang="en-GB"/>
          </a:p>
        </p:txBody>
      </p:sp>
      <p:sp>
        <p:nvSpPr>
          <p:cNvPr id="4" name="Footer Placeholder 3">
            <a:extLst>
              <a:ext uri="{FF2B5EF4-FFF2-40B4-BE49-F238E27FC236}">
                <a16:creationId xmlns:a16="http://schemas.microsoft.com/office/drawing/2014/main" id="{F3704C73-F94B-2FFB-97B6-C5252FF88D2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4992744-04A4-63D4-B99D-F35078F0F320}"/>
              </a:ext>
            </a:extLst>
          </p:cNvPr>
          <p:cNvSpPr>
            <a:spLocks noGrp="1"/>
          </p:cNvSpPr>
          <p:nvPr>
            <p:ph type="sldNum" sz="quarter" idx="12"/>
          </p:nvPr>
        </p:nvSpPr>
        <p:spPr/>
        <p:txBody>
          <a:bodyPr/>
          <a:lstStyle/>
          <a:p>
            <a:fld id="{43463A79-32A7-40D7-8310-367483AF3886}" type="slidenum">
              <a:rPr lang="en-GB" smtClean="0"/>
              <a:t>‹#›</a:t>
            </a:fld>
            <a:endParaRPr lang="en-GB"/>
          </a:p>
        </p:txBody>
      </p:sp>
    </p:spTree>
    <p:extLst>
      <p:ext uri="{BB962C8B-B14F-4D97-AF65-F5344CB8AC3E}">
        <p14:creationId xmlns:p14="http://schemas.microsoft.com/office/powerpoint/2010/main" val="1209385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101E44-985D-D74F-BDB5-26F0E3AD6C84}"/>
              </a:ext>
            </a:extLst>
          </p:cNvPr>
          <p:cNvSpPr>
            <a:spLocks noGrp="1"/>
          </p:cNvSpPr>
          <p:nvPr>
            <p:ph type="dt" sz="half" idx="10"/>
          </p:nvPr>
        </p:nvSpPr>
        <p:spPr/>
        <p:txBody>
          <a:bodyPr/>
          <a:lstStyle/>
          <a:p>
            <a:fld id="{B7F25EC1-7407-421C-903B-B831BB7AAE82}" type="datetimeFigureOut">
              <a:rPr lang="en-GB" smtClean="0"/>
              <a:t>17/04/2024</a:t>
            </a:fld>
            <a:endParaRPr lang="en-GB"/>
          </a:p>
        </p:txBody>
      </p:sp>
      <p:sp>
        <p:nvSpPr>
          <p:cNvPr id="3" name="Footer Placeholder 2">
            <a:extLst>
              <a:ext uri="{FF2B5EF4-FFF2-40B4-BE49-F238E27FC236}">
                <a16:creationId xmlns:a16="http://schemas.microsoft.com/office/drawing/2014/main" id="{0F5E53D3-87E7-4E7A-0F3C-13DFA9EDC82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30C8794-BB8D-8E2C-145A-9F4608073055}"/>
              </a:ext>
            </a:extLst>
          </p:cNvPr>
          <p:cNvSpPr>
            <a:spLocks noGrp="1"/>
          </p:cNvSpPr>
          <p:nvPr>
            <p:ph type="sldNum" sz="quarter" idx="12"/>
          </p:nvPr>
        </p:nvSpPr>
        <p:spPr/>
        <p:txBody>
          <a:bodyPr/>
          <a:lstStyle/>
          <a:p>
            <a:fld id="{43463A79-32A7-40D7-8310-367483AF3886}" type="slidenum">
              <a:rPr lang="en-GB" smtClean="0"/>
              <a:t>‹#›</a:t>
            </a:fld>
            <a:endParaRPr lang="en-GB"/>
          </a:p>
        </p:txBody>
      </p:sp>
    </p:spTree>
    <p:extLst>
      <p:ext uri="{BB962C8B-B14F-4D97-AF65-F5344CB8AC3E}">
        <p14:creationId xmlns:p14="http://schemas.microsoft.com/office/powerpoint/2010/main" val="1957097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F2E56-8EA7-7CB7-F9A2-ED8162D0596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0D5446E4-513B-AB66-718A-15D1AC1A76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CCEAE37-E980-5F72-BB24-5DC872B06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884757B-D18C-7E35-D6F3-5F723784FBEE}"/>
              </a:ext>
            </a:extLst>
          </p:cNvPr>
          <p:cNvSpPr>
            <a:spLocks noGrp="1"/>
          </p:cNvSpPr>
          <p:nvPr>
            <p:ph type="dt" sz="half" idx="10"/>
          </p:nvPr>
        </p:nvSpPr>
        <p:spPr/>
        <p:txBody>
          <a:bodyPr/>
          <a:lstStyle/>
          <a:p>
            <a:fld id="{B7F25EC1-7407-421C-903B-B831BB7AAE82}" type="datetimeFigureOut">
              <a:rPr lang="en-GB" smtClean="0"/>
              <a:t>17/04/2024</a:t>
            </a:fld>
            <a:endParaRPr lang="en-GB"/>
          </a:p>
        </p:txBody>
      </p:sp>
      <p:sp>
        <p:nvSpPr>
          <p:cNvPr id="6" name="Footer Placeholder 5">
            <a:extLst>
              <a:ext uri="{FF2B5EF4-FFF2-40B4-BE49-F238E27FC236}">
                <a16:creationId xmlns:a16="http://schemas.microsoft.com/office/drawing/2014/main" id="{4A5AF8D6-1891-70FB-FB60-363713CCAC8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450CB10-E998-E811-D008-B7177B497618}"/>
              </a:ext>
            </a:extLst>
          </p:cNvPr>
          <p:cNvSpPr>
            <a:spLocks noGrp="1"/>
          </p:cNvSpPr>
          <p:nvPr>
            <p:ph type="sldNum" sz="quarter" idx="12"/>
          </p:nvPr>
        </p:nvSpPr>
        <p:spPr/>
        <p:txBody>
          <a:bodyPr/>
          <a:lstStyle/>
          <a:p>
            <a:fld id="{43463A79-32A7-40D7-8310-367483AF3886}" type="slidenum">
              <a:rPr lang="en-GB" smtClean="0"/>
              <a:t>‹#›</a:t>
            </a:fld>
            <a:endParaRPr lang="en-GB"/>
          </a:p>
        </p:txBody>
      </p:sp>
    </p:spTree>
    <p:extLst>
      <p:ext uri="{BB962C8B-B14F-4D97-AF65-F5344CB8AC3E}">
        <p14:creationId xmlns:p14="http://schemas.microsoft.com/office/powerpoint/2010/main" val="1251508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35364-5293-FA3F-356E-659C1244587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3A1A8DE0-7101-0021-9685-CFCD7D18E2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913B39B-253E-A05F-66A1-2E66003C18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E2DA196-FFD7-1EDF-F115-8E307751C18C}"/>
              </a:ext>
            </a:extLst>
          </p:cNvPr>
          <p:cNvSpPr>
            <a:spLocks noGrp="1"/>
          </p:cNvSpPr>
          <p:nvPr>
            <p:ph type="dt" sz="half" idx="10"/>
          </p:nvPr>
        </p:nvSpPr>
        <p:spPr/>
        <p:txBody>
          <a:bodyPr/>
          <a:lstStyle/>
          <a:p>
            <a:fld id="{B7F25EC1-7407-421C-903B-B831BB7AAE82}" type="datetimeFigureOut">
              <a:rPr lang="en-GB" smtClean="0"/>
              <a:t>17/04/2024</a:t>
            </a:fld>
            <a:endParaRPr lang="en-GB"/>
          </a:p>
        </p:txBody>
      </p:sp>
      <p:sp>
        <p:nvSpPr>
          <p:cNvPr id="6" name="Footer Placeholder 5">
            <a:extLst>
              <a:ext uri="{FF2B5EF4-FFF2-40B4-BE49-F238E27FC236}">
                <a16:creationId xmlns:a16="http://schemas.microsoft.com/office/drawing/2014/main" id="{00191166-3B29-E49F-6C2F-95AB8C85630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B680BFF-041D-286F-F7FA-F1071561C43D}"/>
              </a:ext>
            </a:extLst>
          </p:cNvPr>
          <p:cNvSpPr>
            <a:spLocks noGrp="1"/>
          </p:cNvSpPr>
          <p:nvPr>
            <p:ph type="sldNum" sz="quarter" idx="12"/>
          </p:nvPr>
        </p:nvSpPr>
        <p:spPr/>
        <p:txBody>
          <a:bodyPr/>
          <a:lstStyle/>
          <a:p>
            <a:fld id="{43463A79-32A7-40D7-8310-367483AF3886}" type="slidenum">
              <a:rPr lang="en-GB" smtClean="0"/>
              <a:t>‹#›</a:t>
            </a:fld>
            <a:endParaRPr lang="en-GB"/>
          </a:p>
        </p:txBody>
      </p:sp>
    </p:spTree>
    <p:extLst>
      <p:ext uri="{BB962C8B-B14F-4D97-AF65-F5344CB8AC3E}">
        <p14:creationId xmlns:p14="http://schemas.microsoft.com/office/powerpoint/2010/main" val="1174894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E29B9-0AD6-1E1E-E112-385FAB6AE700}"/>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EEC7667-CEA4-2BE5-85ED-1F61C65399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1AE409F-1CEC-1350-D6BD-0FB06BBB3F8B}"/>
              </a:ext>
            </a:extLst>
          </p:cNvPr>
          <p:cNvSpPr>
            <a:spLocks noGrp="1"/>
          </p:cNvSpPr>
          <p:nvPr>
            <p:ph type="dt" sz="half" idx="10"/>
          </p:nvPr>
        </p:nvSpPr>
        <p:spPr/>
        <p:txBody>
          <a:bodyPr/>
          <a:lstStyle/>
          <a:p>
            <a:fld id="{B7F25EC1-7407-421C-903B-B831BB7AAE82}" type="datetimeFigureOut">
              <a:rPr lang="en-GB" smtClean="0"/>
              <a:t>17/04/2024</a:t>
            </a:fld>
            <a:endParaRPr lang="en-GB"/>
          </a:p>
        </p:txBody>
      </p:sp>
      <p:sp>
        <p:nvSpPr>
          <p:cNvPr id="5" name="Footer Placeholder 4">
            <a:extLst>
              <a:ext uri="{FF2B5EF4-FFF2-40B4-BE49-F238E27FC236}">
                <a16:creationId xmlns:a16="http://schemas.microsoft.com/office/drawing/2014/main" id="{9E12BE83-5A93-D8B8-5C02-B0BC6CA2589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7AE111A-9415-B584-CF73-AFBF43E72F27}"/>
              </a:ext>
            </a:extLst>
          </p:cNvPr>
          <p:cNvSpPr>
            <a:spLocks noGrp="1"/>
          </p:cNvSpPr>
          <p:nvPr>
            <p:ph type="sldNum" sz="quarter" idx="12"/>
          </p:nvPr>
        </p:nvSpPr>
        <p:spPr/>
        <p:txBody>
          <a:bodyPr/>
          <a:lstStyle/>
          <a:p>
            <a:fld id="{43463A79-32A7-40D7-8310-367483AF3886}" type="slidenum">
              <a:rPr lang="en-GB" smtClean="0"/>
              <a:t>‹#›</a:t>
            </a:fld>
            <a:endParaRPr lang="en-GB"/>
          </a:p>
        </p:txBody>
      </p:sp>
    </p:spTree>
    <p:extLst>
      <p:ext uri="{BB962C8B-B14F-4D97-AF65-F5344CB8AC3E}">
        <p14:creationId xmlns:p14="http://schemas.microsoft.com/office/powerpoint/2010/main" val="3402220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875A42-DEFA-4D11-F118-5F8043501643}"/>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1BC11C5F-5F5B-A7B6-EB0E-DFE72956CD1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3133D24-B4DC-8749-F544-110EED6F7CE0}"/>
              </a:ext>
            </a:extLst>
          </p:cNvPr>
          <p:cNvSpPr>
            <a:spLocks noGrp="1"/>
          </p:cNvSpPr>
          <p:nvPr>
            <p:ph type="dt" sz="half" idx="10"/>
          </p:nvPr>
        </p:nvSpPr>
        <p:spPr/>
        <p:txBody>
          <a:bodyPr/>
          <a:lstStyle/>
          <a:p>
            <a:fld id="{B7F25EC1-7407-421C-903B-B831BB7AAE82}" type="datetimeFigureOut">
              <a:rPr lang="en-GB" smtClean="0"/>
              <a:t>17/04/2024</a:t>
            </a:fld>
            <a:endParaRPr lang="en-GB"/>
          </a:p>
        </p:txBody>
      </p:sp>
      <p:sp>
        <p:nvSpPr>
          <p:cNvPr id="5" name="Footer Placeholder 4">
            <a:extLst>
              <a:ext uri="{FF2B5EF4-FFF2-40B4-BE49-F238E27FC236}">
                <a16:creationId xmlns:a16="http://schemas.microsoft.com/office/drawing/2014/main" id="{8AC71D52-983A-0D51-BA62-859166C936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56B3860-B8C3-E673-5FE6-0252C41A3F6C}"/>
              </a:ext>
            </a:extLst>
          </p:cNvPr>
          <p:cNvSpPr>
            <a:spLocks noGrp="1"/>
          </p:cNvSpPr>
          <p:nvPr>
            <p:ph type="sldNum" sz="quarter" idx="12"/>
          </p:nvPr>
        </p:nvSpPr>
        <p:spPr/>
        <p:txBody>
          <a:bodyPr/>
          <a:lstStyle/>
          <a:p>
            <a:fld id="{43463A79-32A7-40D7-8310-367483AF3886}" type="slidenum">
              <a:rPr lang="en-GB" smtClean="0"/>
              <a:t>‹#›</a:t>
            </a:fld>
            <a:endParaRPr lang="en-GB"/>
          </a:p>
        </p:txBody>
      </p:sp>
    </p:spTree>
    <p:extLst>
      <p:ext uri="{BB962C8B-B14F-4D97-AF65-F5344CB8AC3E}">
        <p14:creationId xmlns:p14="http://schemas.microsoft.com/office/powerpoint/2010/main" val="3456854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Benutzerdefiniertes Layout">
    <p:spTree>
      <p:nvGrpSpPr>
        <p:cNvPr id="1" name=""/>
        <p:cNvGrpSpPr/>
        <p:nvPr/>
      </p:nvGrpSpPr>
      <p:grpSpPr>
        <a:xfrm>
          <a:off x="0" y="0"/>
          <a:ext cx="0" cy="0"/>
          <a:chOff x="0" y="0"/>
          <a:chExt cx="0" cy="0"/>
        </a:xfrm>
      </p:grpSpPr>
      <p:sp>
        <p:nvSpPr>
          <p:cNvPr id="4" name="Google Shape;43;p10"/>
          <p:cNvSpPr txBox="1">
            <a:spLocks noGrp="1"/>
          </p:cNvSpPr>
          <p:nvPr>
            <p:ph type="title"/>
          </p:nvPr>
        </p:nvSpPr>
        <p:spPr>
          <a:xfrm>
            <a:off x="855859" y="698900"/>
            <a:ext cx="7805540" cy="12668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2600"/>
              <a:buNone/>
              <a:defRPr sz="3467"/>
            </a:lvl2pPr>
            <a:lvl3pPr lvl="2" rtl="0">
              <a:spcBef>
                <a:spcPts val="0"/>
              </a:spcBef>
              <a:spcAft>
                <a:spcPts val="0"/>
              </a:spcAft>
              <a:buSzPts val="2600"/>
              <a:buNone/>
              <a:defRPr sz="3467"/>
            </a:lvl3pPr>
            <a:lvl4pPr lvl="3" rtl="0">
              <a:spcBef>
                <a:spcPts val="0"/>
              </a:spcBef>
              <a:spcAft>
                <a:spcPts val="0"/>
              </a:spcAft>
              <a:buSzPts val="2600"/>
              <a:buNone/>
              <a:defRPr sz="3467"/>
            </a:lvl4pPr>
            <a:lvl5pPr lvl="4" rtl="0">
              <a:spcBef>
                <a:spcPts val="0"/>
              </a:spcBef>
              <a:spcAft>
                <a:spcPts val="0"/>
              </a:spcAft>
              <a:buSzPts val="2600"/>
              <a:buNone/>
              <a:defRPr sz="3467"/>
            </a:lvl5pPr>
            <a:lvl6pPr lvl="5" rtl="0">
              <a:spcBef>
                <a:spcPts val="0"/>
              </a:spcBef>
              <a:spcAft>
                <a:spcPts val="0"/>
              </a:spcAft>
              <a:buSzPts val="2600"/>
              <a:buNone/>
              <a:defRPr sz="3467"/>
            </a:lvl6pPr>
            <a:lvl7pPr lvl="6" rtl="0">
              <a:spcBef>
                <a:spcPts val="0"/>
              </a:spcBef>
              <a:spcAft>
                <a:spcPts val="0"/>
              </a:spcAft>
              <a:buSzPts val="2600"/>
              <a:buNone/>
              <a:defRPr sz="3467"/>
            </a:lvl7pPr>
            <a:lvl8pPr lvl="7" rtl="0">
              <a:spcBef>
                <a:spcPts val="0"/>
              </a:spcBef>
              <a:spcAft>
                <a:spcPts val="0"/>
              </a:spcAft>
              <a:buSzPts val="2600"/>
              <a:buNone/>
              <a:defRPr sz="3467"/>
            </a:lvl8pPr>
            <a:lvl9pPr lvl="8" rtl="0">
              <a:spcBef>
                <a:spcPts val="0"/>
              </a:spcBef>
              <a:spcAft>
                <a:spcPts val="0"/>
              </a:spcAft>
              <a:buSzPts val="2600"/>
              <a:buNone/>
              <a:defRPr sz="3467"/>
            </a:lvl9pPr>
          </a:lstStyle>
          <a:p>
            <a:endParaRPr dirty="0"/>
          </a:p>
        </p:txBody>
      </p:sp>
    </p:spTree>
    <p:extLst>
      <p:ext uri="{BB962C8B-B14F-4D97-AF65-F5344CB8AC3E}">
        <p14:creationId xmlns:p14="http://schemas.microsoft.com/office/powerpoint/2010/main" val="1535067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4 COLUMNS 2">
  <p:cSld name="TITLE + 4 COLUMNS 2">
    <p:spTree>
      <p:nvGrpSpPr>
        <p:cNvPr id="1" name="Shape 77"/>
        <p:cNvGrpSpPr/>
        <p:nvPr/>
      </p:nvGrpSpPr>
      <p:grpSpPr>
        <a:xfrm>
          <a:off x="0" y="0"/>
          <a:ext cx="0" cy="0"/>
          <a:chOff x="0" y="0"/>
          <a:chExt cx="0" cy="0"/>
        </a:xfrm>
      </p:grpSpPr>
      <p:sp>
        <p:nvSpPr>
          <p:cNvPr id="78" name="Google Shape;78;p11"/>
          <p:cNvSpPr/>
          <p:nvPr/>
        </p:nvSpPr>
        <p:spPr>
          <a:xfrm>
            <a:off x="511267" y="414401"/>
            <a:ext cx="7004000" cy="5456783"/>
          </a:xfrm>
          <a:prstGeom prst="rect">
            <a:avLst/>
          </a:prstGeom>
          <a:solidFill>
            <a:schemeClr val="bg1">
              <a:lumMod val="7500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9" name="Google Shape;79;p11"/>
          <p:cNvSpPr txBox="1">
            <a:spLocks noGrp="1"/>
          </p:cNvSpPr>
          <p:nvPr>
            <p:ph type="subTitle" idx="1"/>
          </p:nvPr>
        </p:nvSpPr>
        <p:spPr>
          <a:xfrm>
            <a:off x="1370049" y="5287333"/>
            <a:ext cx="2378000" cy="10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7"/>
            </a:lvl1pPr>
            <a:lvl2pPr lvl="1" algn="ctr" rtl="0">
              <a:lnSpc>
                <a:spcPct val="100000"/>
              </a:lnSpc>
              <a:spcBef>
                <a:spcPts val="0"/>
              </a:spcBef>
              <a:spcAft>
                <a:spcPts val="0"/>
              </a:spcAft>
              <a:buSzPts val="1100"/>
              <a:buNone/>
              <a:defRPr sz="1467"/>
            </a:lvl2pPr>
            <a:lvl3pPr lvl="2" algn="ctr" rtl="0">
              <a:lnSpc>
                <a:spcPct val="100000"/>
              </a:lnSpc>
              <a:spcBef>
                <a:spcPts val="0"/>
              </a:spcBef>
              <a:spcAft>
                <a:spcPts val="0"/>
              </a:spcAft>
              <a:buSzPts val="1100"/>
              <a:buNone/>
              <a:defRPr sz="1467"/>
            </a:lvl3pPr>
            <a:lvl4pPr lvl="3" algn="ctr" rtl="0">
              <a:lnSpc>
                <a:spcPct val="100000"/>
              </a:lnSpc>
              <a:spcBef>
                <a:spcPts val="0"/>
              </a:spcBef>
              <a:spcAft>
                <a:spcPts val="0"/>
              </a:spcAft>
              <a:buSzPts val="1100"/>
              <a:buNone/>
              <a:defRPr sz="1467"/>
            </a:lvl4pPr>
            <a:lvl5pPr lvl="4" algn="ctr" rtl="0">
              <a:lnSpc>
                <a:spcPct val="100000"/>
              </a:lnSpc>
              <a:spcBef>
                <a:spcPts val="0"/>
              </a:spcBef>
              <a:spcAft>
                <a:spcPts val="0"/>
              </a:spcAft>
              <a:buSzPts val="1100"/>
              <a:buNone/>
              <a:defRPr sz="1467"/>
            </a:lvl5pPr>
            <a:lvl6pPr lvl="5" algn="ctr" rtl="0">
              <a:lnSpc>
                <a:spcPct val="100000"/>
              </a:lnSpc>
              <a:spcBef>
                <a:spcPts val="0"/>
              </a:spcBef>
              <a:spcAft>
                <a:spcPts val="0"/>
              </a:spcAft>
              <a:buSzPts val="1100"/>
              <a:buNone/>
              <a:defRPr sz="1467"/>
            </a:lvl6pPr>
            <a:lvl7pPr lvl="6" algn="ctr" rtl="0">
              <a:lnSpc>
                <a:spcPct val="100000"/>
              </a:lnSpc>
              <a:spcBef>
                <a:spcPts val="0"/>
              </a:spcBef>
              <a:spcAft>
                <a:spcPts val="0"/>
              </a:spcAft>
              <a:buSzPts val="1100"/>
              <a:buNone/>
              <a:defRPr sz="1467"/>
            </a:lvl7pPr>
            <a:lvl8pPr lvl="7" algn="ctr" rtl="0">
              <a:lnSpc>
                <a:spcPct val="100000"/>
              </a:lnSpc>
              <a:spcBef>
                <a:spcPts val="0"/>
              </a:spcBef>
              <a:spcAft>
                <a:spcPts val="0"/>
              </a:spcAft>
              <a:buSzPts val="1100"/>
              <a:buNone/>
              <a:defRPr sz="1467"/>
            </a:lvl8pPr>
            <a:lvl9pPr lvl="8" algn="ctr" rtl="0">
              <a:lnSpc>
                <a:spcPct val="100000"/>
              </a:lnSpc>
              <a:spcBef>
                <a:spcPts val="0"/>
              </a:spcBef>
              <a:spcAft>
                <a:spcPts val="0"/>
              </a:spcAft>
              <a:buSzPts val="1100"/>
              <a:buNone/>
              <a:defRPr sz="1467"/>
            </a:lvl9pPr>
          </a:lstStyle>
          <a:p>
            <a:endParaRPr/>
          </a:p>
        </p:txBody>
      </p:sp>
      <p:sp>
        <p:nvSpPr>
          <p:cNvPr id="80" name="Google Shape;80;p11"/>
          <p:cNvSpPr txBox="1">
            <a:spLocks noGrp="1"/>
          </p:cNvSpPr>
          <p:nvPr>
            <p:ph type="ctrTitle"/>
          </p:nvPr>
        </p:nvSpPr>
        <p:spPr>
          <a:xfrm>
            <a:off x="1370049" y="4844988"/>
            <a:ext cx="23780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None/>
              <a:defRPr sz="2667"/>
            </a:lvl1pPr>
            <a:lvl2pPr lvl="1" algn="ctr" rtl="0">
              <a:spcBef>
                <a:spcPts val="0"/>
              </a:spcBef>
              <a:spcAft>
                <a:spcPts val="0"/>
              </a:spcAft>
              <a:buSzPts val="2000"/>
              <a:buNone/>
              <a:defRPr sz="2667"/>
            </a:lvl2pPr>
            <a:lvl3pPr lvl="2" algn="ctr" rtl="0">
              <a:spcBef>
                <a:spcPts val="0"/>
              </a:spcBef>
              <a:spcAft>
                <a:spcPts val="0"/>
              </a:spcAft>
              <a:buSzPts val="2000"/>
              <a:buNone/>
              <a:defRPr sz="2667"/>
            </a:lvl3pPr>
            <a:lvl4pPr lvl="3" algn="ctr" rtl="0">
              <a:spcBef>
                <a:spcPts val="0"/>
              </a:spcBef>
              <a:spcAft>
                <a:spcPts val="0"/>
              </a:spcAft>
              <a:buSzPts val="2000"/>
              <a:buNone/>
              <a:defRPr sz="2667"/>
            </a:lvl4pPr>
            <a:lvl5pPr lvl="4" algn="ctr" rtl="0">
              <a:spcBef>
                <a:spcPts val="0"/>
              </a:spcBef>
              <a:spcAft>
                <a:spcPts val="0"/>
              </a:spcAft>
              <a:buSzPts val="2000"/>
              <a:buNone/>
              <a:defRPr sz="2667"/>
            </a:lvl5pPr>
            <a:lvl6pPr lvl="5" algn="ctr" rtl="0">
              <a:spcBef>
                <a:spcPts val="0"/>
              </a:spcBef>
              <a:spcAft>
                <a:spcPts val="0"/>
              </a:spcAft>
              <a:buSzPts val="2000"/>
              <a:buNone/>
              <a:defRPr sz="2667"/>
            </a:lvl6pPr>
            <a:lvl7pPr lvl="6" algn="ctr" rtl="0">
              <a:spcBef>
                <a:spcPts val="0"/>
              </a:spcBef>
              <a:spcAft>
                <a:spcPts val="0"/>
              </a:spcAft>
              <a:buSzPts val="2000"/>
              <a:buNone/>
              <a:defRPr sz="2667"/>
            </a:lvl7pPr>
            <a:lvl8pPr lvl="7" algn="ctr" rtl="0">
              <a:spcBef>
                <a:spcPts val="0"/>
              </a:spcBef>
              <a:spcAft>
                <a:spcPts val="0"/>
              </a:spcAft>
              <a:buSzPts val="2000"/>
              <a:buNone/>
              <a:defRPr sz="2667"/>
            </a:lvl8pPr>
            <a:lvl9pPr lvl="8" algn="ctr" rtl="0">
              <a:spcBef>
                <a:spcPts val="0"/>
              </a:spcBef>
              <a:spcAft>
                <a:spcPts val="0"/>
              </a:spcAft>
              <a:buSzPts val="2000"/>
              <a:buNone/>
              <a:defRPr sz="2667"/>
            </a:lvl9pPr>
          </a:lstStyle>
          <a:p>
            <a:endParaRPr/>
          </a:p>
        </p:txBody>
      </p:sp>
      <p:sp>
        <p:nvSpPr>
          <p:cNvPr id="81" name="Google Shape;81;p11"/>
          <p:cNvSpPr txBox="1">
            <a:spLocks noGrp="1"/>
          </p:cNvSpPr>
          <p:nvPr>
            <p:ph type="subTitle" idx="2"/>
          </p:nvPr>
        </p:nvSpPr>
        <p:spPr>
          <a:xfrm>
            <a:off x="1370053" y="3204533"/>
            <a:ext cx="2378000" cy="10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7"/>
            </a:lvl1pPr>
            <a:lvl2pPr lvl="1" algn="ctr" rtl="0">
              <a:lnSpc>
                <a:spcPct val="100000"/>
              </a:lnSpc>
              <a:spcBef>
                <a:spcPts val="0"/>
              </a:spcBef>
              <a:spcAft>
                <a:spcPts val="0"/>
              </a:spcAft>
              <a:buSzPts val="1100"/>
              <a:buNone/>
              <a:defRPr sz="1467"/>
            </a:lvl2pPr>
            <a:lvl3pPr lvl="2" algn="ctr" rtl="0">
              <a:lnSpc>
                <a:spcPct val="100000"/>
              </a:lnSpc>
              <a:spcBef>
                <a:spcPts val="0"/>
              </a:spcBef>
              <a:spcAft>
                <a:spcPts val="0"/>
              </a:spcAft>
              <a:buSzPts val="1100"/>
              <a:buNone/>
              <a:defRPr sz="1467"/>
            </a:lvl3pPr>
            <a:lvl4pPr lvl="3" algn="ctr" rtl="0">
              <a:lnSpc>
                <a:spcPct val="100000"/>
              </a:lnSpc>
              <a:spcBef>
                <a:spcPts val="0"/>
              </a:spcBef>
              <a:spcAft>
                <a:spcPts val="0"/>
              </a:spcAft>
              <a:buSzPts val="1100"/>
              <a:buNone/>
              <a:defRPr sz="1467"/>
            </a:lvl4pPr>
            <a:lvl5pPr lvl="4" algn="ctr" rtl="0">
              <a:lnSpc>
                <a:spcPct val="100000"/>
              </a:lnSpc>
              <a:spcBef>
                <a:spcPts val="0"/>
              </a:spcBef>
              <a:spcAft>
                <a:spcPts val="0"/>
              </a:spcAft>
              <a:buSzPts val="1100"/>
              <a:buNone/>
              <a:defRPr sz="1467"/>
            </a:lvl5pPr>
            <a:lvl6pPr lvl="5" algn="ctr" rtl="0">
              <a:lnSpc>
                <a:spcPct val="100000"/>
              </a:lnSpc>
              <a:spcBef>
                <a:spcPts val="0"/>
              </a:spcBef>
              <a:spcAft>
                <a:spcPts val="0"/>
              </a:spcAft>
              <a:buSzPts val="1100"/>
              <a:buNone/>
              <a:defRPr sz="1467"/>
            </a:lvl6pPr>
            <a:lvl7pPr lvl="6" algn="ctr" rtl="0">
              <a:lnSpc>
                <a:spcPct val="100000"/>
              </a:lnSpc>
              <a:spcBef>
                <a:spcPts val="0"/>
              </a:spcBef>
              <a:spcAft>
                <a:spcPts val="0"/>
              </a:spcAft>
              <a:buSzPts val="1100"/>
              <a:buNone/>
              <a:defRPr sz="1467"/>
            </a:lvl7pPr>
            <a:lvl8pPr lvl="7" algn="ctr" rtl="0">
              <a:lnSpc>
                <a:spcPct val="100000"/>
              </a:lnSpc>
              <a:spcBef>
                <a:spcPts val="0"/>
              </a:spcBef>
              <a:spcAft>
                <a:spcPts val="0"/>
              </a:spcAft>
              <a:buSzPts val="1100"/>
              <a:buNone/>
              <a:defRPr sz="1467"/>
            </a:lvl8pPr>
            <a:lvl9pPr lvl="8" algn="ctr" rtl="0">
              <a:lnSpc>
                <a:spcPct val="100000"/>
              </a:lnSpc>
              <a:spcBef>
                <a:spcPts val="0"/>
              </a:spcBef>
              <a:spcAft>
                <a:spcPts val="0"/>
              </a:spcAft>
              <a:buSzPts val="1100"/>
              <a:buNone/>
              <a:defRPr sz="1467"/>
            </a:lvl9pPr>
          </a:lstStyle>
          <a:p>
            <a:endParaRPr/>
          </a:p>
        </p:txBody>
      </p:sp>
      <p:sp>
        <p:nvSpPr>
          <p:cNvPr id="82" name="Google Shape;82;p11"/>
          <p:cNvSpPr txBox="1">
            <a:spLocks noGrp="1"/>
          </p:cNvSpPr>
          <p:nvPr>
            <p:ph type="ctrTitle" idx="3"/>
          </p:nvPr>
        </p:nvSpPr>
        <p:spPr>
          <a:xfrm>
            <a:off x="1370053" y="2762188"/>
            <a:ext cx="23780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None/>
              <a:defRPr sz="2667"/>
            </a:lvl1pPr>
            <a:lvl2pPr lvl="1" algn="ctr" rtl="0">
              <a:spcBef>
                <a:spcPts val="0"/>
              </a:spcBef>
              <a:spcAft>
                <a:spcPts val="0"/>
              </a:spcAft>
              <a:buSzPts val="2000"/>
              <a:buNone/>
              <a:defRPr sz="2667"/>
            </a:lvl2pPr>
            <a:lvl3pPr lvl="2" algn="ctr" rtl="0">
              <a:spcBef>
                <a:spcPts val="0"/>
              </a:spcBef>
              <a:spcAft>
                <a:spcPts val="0"/>
              </a:spcAft>
              <a:buSzPts val="2000"/>
              <a:buNone/>
              <a:defRPr sz="2667"/>
            </a:lvl3pPr>
            <a:lvl4pPr lvl="3" algn="ctr" rtl="0">
              <a:spcBef>
                <a:spcPts val="0"/>
              </a:spcBef>
              <a:spcAft>
                <a:spcPts val="0"/>
              </a:spcAft>
              <a:buSzPts val="2000"/>
              <a:buNone/>
              <a:defRPr sz="2667"/>
            </a:lvl4pPr>
            <a:lvl5pPr lvl="4" algn="ctr" rtl="0">
              <a:spcBef>
                <a:spcPts val="0"/>
              </a:spcBef>
              <a:spcAft>
                <a:spcPts val="0"/>
              </a:spcAft>
              <a:buSzPts val="2000"/>
              <a:buNone/>
              <a:defRPr sz="2667"/>
            </a:lvl5pPr>
            <a:lvl6pPr lvl="5" algn="ctr" rtl="0">
              <a:spcBef>
                <a:spcPts val="0"/>
              </a:spcBef>
              <a:spcAft>
                <a:spcPts val="0"/>
              </a:spcAft>
              <a:buSzPts val="2000"/>
              <a:buNone/>
              <a:defRPr sz="2667"/>
            </a:lvl6pPr>
            <a:lvl7pPr lvl="6" algn="ctr" rtl="0">
              <a:spcBef>
                <a:spcPts val="0"/>
              </a:spcBef>
              <a:spcAft>
                <a:spcPts val="0"/>
              </a:spcAft>
              <a:buSzPts val="2000"/>
              <a:buNone/>
              <a:defRPr sz="2667"/>
            </a:lvl7pPr>
            <a:lvl8pPr lvl="7" algn="ctr" rtl="0">
              <a:spcBef>
                <a:spcPts val="0"/>
              </a:spcBef>
              <a:spcAft>
                <a:spcPts val="0"/>
              </a:spcAft>
              <a:buSzPts val="2000"/>
              <a:buNone/>
              <a:defRPr sz="2667"/>
            </a:lvl8pPr>
            <a:lvl9pPr lvl="8" algn="ctr" rtl="0">
              <a:spcBef>
                <a:spcPts val="0"/>
              </a:spcBef>
              <a:spcAft>
                <a:spcPts val="0"/>
              </a:spcAft>
              <a:buSzPts val="2000"/>
              <a:buNone/>
              <a:defRPr sz="2667"/>
            </a:lvl9pPr>
          </a:lstStyle>
          <a:p>
            <a:endParaRPr/>
          </a:p>
        </p:txBody>
      </p:sp>
      <p:sp>
        <p:nvSpPr>
          <p:cNvPr id="83" name="Google Shape;83;p11"/>
          <p:cNvSpPr txBox="1">
            <a:spLocks noGrp="1"/>
          </p:cNvSpPr>
          <p:nvPr>
            <p:ph type="ctrTitle" idx="4"/>
          </p:nvPr>
        </p:nvSpPr>
        <p:spPr>
          <a:xfrm>
            <a:off x="1370063" y="960000"/>
            <a:ext cx="52864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800"/>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84" name="Google Shape;84;p11"/>
          <p:cNvSpPr txBox="1">
            <a:spLocks noGrp="1"/>
          </p:cNvSpPr>
          <p:nvPr>
            <p:ph type="subTitle" idx="5"/>
          </p:nvPr>
        </p:nvSpPr>
        <p:spPr>
          <a:xfrm>
            <a:off x="4278349" y="5287333"/>
            <a:ext cx="2378000" cy="10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7"/>
            </a:lvl1pPr>
            <a:lvl2pPr lvl="1" algn="ctr" rtl="0">
              <a:lnSpc>
                <a:spcPct val="100000"/>
              </a:lnSpc>
              <a:spcBef>
                <a:spcPts val="0"/>
              </a:spcBef>
              <a:spcAft>
                <a:spcPts val="0"/>
              </a:spcAft>
              <a:buSzPts val="1100"/>
              <a:buNone/>
              <a:defRPr sz="1467"/>
            </a:lvl2pPr>
            <a:lvl3pPr lvl="2" algn="ctr" rtl="0">
              <a:lnSpc>
                <a:spcPct val="100000"/>
              </a:lnSpc>
              <a:spcBef>
                <a:spcPts val="0"/>
              </a:spcBef>
              <a:spcAft>
                <a:spcPts val="0"/>
              </a:spcAft>
              <a:buSzPts val="1100"/>
              <a:buNone/>
              <a:defRPr sz="1467"/>
            </a:lvl3pPr>
            <a:lvl4pPr lvl="3" algn="ctr" rtl="0">
              <a:lnSpc>
                <a:spcPct val="100000"/>
              </a:lnSpc>
              <a:spcBef>
                <a:spcPts val="0"/>
              </a:spcBef>
              <a:spcAft>
                <a:spcPts val="0"/>
              </a:spcAft>
              <a:buSzPts val="1100"/>
              <a:buNone/>
              <a:defRPr sz="1467"/>
            </a:lvl4pPr>
            <a:lvl5pPr lvl="4" algn="ctr" rtl="0">
              <a:lnSpc>
                <a:spcPct val="100000"/>
              </a:lnSpc>
              <a:spcBef>
                <a:spcPts val="0"/>
              </a:spcBef>
              <a:spcAft>
                <a:spcPts val="0"/>
              </a:spcAft>
              <a:buSzPts val="1100"/>
              <a:buNone/>
              <a:defRPr sz="1467"/>
            </a:lvl5pPr>
            <a:lvl6pPr lvl="5" algn="ctr" rtl="0">
              <a:lnSpc>
                <a:spcPct val="100000"/>
              </a:lnSpc>
              <a:spcBef>
                <a:spcPts val="0"/>
              </a:spcBef>
              <a:spcAft>
                <a:spcPts val="0"/>
              </a:spcAft>
              <a:buSzPts val="1100"/>
              <a:buNone/>
              <a:defRPr sz="1467"/>
            </a:lvl6pPr>
            <a:lvl7pPr lvl="6" algn="ctr" rtl="0">
              <a:lnSpc>
                <a:spcPct val="100000"/>
              </a:lnSpc>
              <a:spcBef>
                <a:spcPts val="0"/>
              </a:spcBef>
              <a:spcAft>
                <a:spcPts val="0"/>
              </a:spcAft>
              <a:buSzPts val="1100"/>
              <a:buNone/>
              <a:defRPr sz="1467"/>
            </a:lvl7pPr>
            <a:lvl8pPr lvl="7" algn="ctr" rtl="0">
              <a:lnSpc>
                <a:spcPct val="100000"/>
              </a:lnSpc>
              <a:spcBef>
                <a:spcPts val="0"/>
              </a:spcBef>
              <a:spcAft>
                <a:spcPts val="0"/>
              </a:spcAft>
              <a:buSzPts val="1100"/>
              <a:buNone/>
              <a:defRPr sz="1467"/>
            </a:lvl8pPr>
            <a:lvl9pPr lvl="8" algn="ctr" rtl="0">
              <a:lnSpc>
                <a:spcPct val="100000"/>
              </a:lnSpc>
              <a:spcBef>
                <a:spcPts val="0"/>
              </a:spcBef>
              <a:spcAft>
                <a:spcPts val="0"/>
              </a:spcAft>
              <a:buSzPts val="1100"/>
              <a:buNone/>
              <a:defRPr sz="1467"/>
            </a:lvl9pPr>
          </a:lstStyle>
          <a:p>
            <a:endParaRPr/>
          </a:p>
        </p:txBody>
      </p:sp>
      <p:sp>
        <p:nvSpPr>
          <p:cNvPr id="85" name="Google Shape;85;p11"/>
          <p:cNvSpPr txBox="1">
            <a:spLocks noGrp="1"/>
          </p:cNvSpPr>
          <p:nvPr>
            <p:ph type="ctrTitle" idx="6"/>
          </p:nvPr>
        </p:nvSpPr>
        <p:spPr>
          <a:xfrm>
            <a:off x="4278349" y="4844988"/>
            <a:ext cx="23780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None/>
              <a:defRPr sz="2667"/>
            </a:lvl1pPr>
            <a:lvl2pPr lvl="1" algn="ctr" rtl="0">
              <a:spcBef>
                <a:spcPts val="0"/>
              </a:spcBef>
              <a:spcAft>
                <a:spcPts val="0"/>
              </a:spcAft>
              <a:buSzPts val="2000"/>
              <a:buNone/>
              <a:defRPr sz="2667"/>
            </a:lvl2pPr>
            <a:lvl3pPr lvl="2" algn="ctr" rtl="0">
              <a:spcBef>
                <a:spcPts val="0"/>
              </a:spcBef>
              <a:spcAft>
                <a:spcPts val="0"/>
              </a:spcAft>
              <a:buSzPts val="2000"/>
              <a:buNone/>
              <a:defRPr sz="2667"/>
            </a:lvl3pPr>
            <a:lvl4pPr lvl="3" algn="ctr" rtl="0">
              <a:spcBef>
                <a:spcPts val="0"/>
              </a:spcBef>
              <a:spcAft>
                <a:spcPts val="0"/>
              </a:spcAft>
              <a:buSzPts val="2000"/>
              <a:buNone/>
              <a:defRPr sz="2667"/>
            </a:lvl4pPr>
            <a:lvl5pPr lvl="4" algn="ctr" rtl="0">
              <a:spcBef>
                <a:spcPts val="0"/>
              </a:spcBef>
              <a:spcAft>
                <a:spcPts val="0"/>
              </a:spcAft>
              <a:buSzPts val="2000"/>
              <a:buNone/>
              <a:defRPr sz="2667"/>
            </a:lvl5pPr>
            <a:lvl6pPr lvl="5" algn="ctr" rtl="0">
              <a:spcBef>
                <a:spcPts val="0"/>
              </a:spcBef>
              <a:spcAft>
                <a:spcPts val="0"/>
              </a:spcAft>
              <a:buSzPts val="2000"/>
              <a:buNone/>
              <a:defRPr sz="2667"/>
            </a:lvl6pPr>
            <a:lvl7pPr lvl="6" algn="ctr" rtl="0">
              <a:spcBef>
                <a:spcPts val="0"/>
              </a:spcBef>
              <a:spcAft>
                <a:spcPts val="0"/>
              </a:spcAft>
              <a:buSzPts val="2000"/>
              <a:buNone/>
              <a:defRPr sz="2667"/>
            </a:lvl7pPr>
            <a:lvl8pPr lvl="7" algn="ctr" rtl="0">
              <a:spcBef>
                <a:spcPts val="0"/>
              </a:spcBef>
              <a:spcAft>
                <a:spcPts val="0"/>
              </a:spcAft>
              <a:buSzPts val="2000"/>
              <a:buNone/>
              <a:defRPr sz="2667"/>
            </a:lvl8pPr>
            <a:lvl9pPr lvl="8" algn="ctr" rtl="0">
              <a:spcBef>
                <a:spcPts val="0"/>
              </a:spcBef>
              <a:spcAft>
                <a:spcPts val="0"/>
              </a:spcAft>
              <a:buSzPts val="2000"/>
              <a:buNone/>
              <a:defRPr sz="2667"/>
            </a:lvl9pPr>
          </a:lstStyle>
          <a:p>
            <a:endParaRPr/>
          </a:p>
        </p:txBody>
      </p:sp>
      <p:sp>
        <p:nvSpPr>
          <p:cNvPr id="86" name="Google Shape;86;p11"/>
          <p:cNvSpPr txBox="1">
            <a:spLocks noGrp="1"/>
          </p:cNvSpPr>
          <p:nvPr>
            <p:ph type="subTitle" idx="7"/>
          </p:nvPr>
        </p:nvSpPr>
        <p:spPr>
          <a:xfrm>
            <a:off x="4278353" y="3204533"/>
            <a:ext cx="2378000" cy="10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7"/>
            </a:lvl1pPr>
            <a:lvl2pPr lvl="1" algn="ctr" rtl="0">
              <a:lnSpc>
                <a:spcPct val="100000"/>
              </a:lnSpc>
              <a:spcBef>
                <a:spcPts val="0"/>
              </a:spcBef>
              <a:spcAft>
                <a:spcPts val="0"/>
              </a:spcAft>
              <a:buSzPts val="1100"/>
              <a:buNone/>
              <a:defRPr sz="1467"/>
            </a:lvl2pPr>
            <a:lvl3pPr lvl="2" algn="ctr" rtl="0">
              <a:lnSpc>
                <a:spcPct val="100000"/>
              </a:lnSpc>
              <a:spcBef>
                <a:spcPts val="0"/>
              </a:spcBef>
              <a:spcAft>
                <a:spcPts val="0"/>
              </a:spcAft>
              <a:buSzPts val="1100"/>
              <a:buNone/>
              <a:defRPr sz="1467"/>
            </a:lvl3pPr>
            <a:lvl4pPr lvl="3" algn="ctr" rtl="0">
              <a:lnSpc>
                <a:spcPct val="100000"/>
              </a:lnSpc>
              <a:spcBef>
                <a:spcPts val="0"/>
              </a:spcBef>
              <a:spcAft>
                <a:spcPts val="0"/>
              </a:spcAft>
              <a:buSzPts val="1100"/>
              <a:buNone/>
              <a:defRPr sz="1467"/>
            </a:lvl4pPr>
            <a:lvl5pPr lvl="4" algn="ctr" rtl="0">
              <a:lnSpc>
                <a:spcPct val="100000"/>
              </a:lnSpc>
              <a:spcBef>
                <a:spcPts val="0"/>
              </a:spcBef>
              <a:spcAft>
                <a:spcPts val="0"/>
              </a:spcAft>
              <a:buSzPts val="1100"/>
              <a:buNone/>
              <a:defRPr sz="1467"/>
            </a:lvl5pPr>
            <a:lvl6pPr lvl="5" algn="ctr" rtl="0">
              <a:lnSpc>
                <a:spcPct val="100000"/>
              </a:lnSpc>
              <a:spcBef>
                <a:spcPts val="0"/>
              </a:spcBef>
              <a:spcAft>
                <a:spcPts val="0"/>
              </a:spcAft>
              <a:buSzPts val="1100"/>
              <a:buNone/>
              <a:defRPr sz="1467"/>
            </a:lvl6pPr>
            <a:lvl7pPr lvl="6" algn="ctr" rtl="0">
              <a:lnSpc>
                <a:spcPct val="100000"/>
              </a:lnSpc>
              <a:spcBef>
                <a:spcPts val="0"/>
              </a:spcBef>
              <a:spcAft>
                <a:spcPts val="0"/>
              </a:spcAft>
              <a:buSzPts val="1100"/>
              <a:buNone/>
              <a:defRPr sz="1467"/>
            </a:lvl7pPr>
            <a:lvl8pPr lvl="7" algn="ctr" rtl="0">
              <a:lnSpc>
                <a:spcPct val="100000"/>
              </a:lnSpc>
              <a:spcBef>
                <a:spcPts val="0"/>
              </a:spcBef>
              <a:spcAft>
                <a:spcPts val="0"/>
              </a:spcAft>
              <a:buSzPts val="1100"/>
              <a:buNone/>
              <a:defRPr sz="1467"/>
            </a:lvl8pPr>
            <a:lvl9pPr lvl="8" algn="ctr" rtl="0">
              <a:lnSpc>
                <a:spcPct val="100000"/>
              </a:lnSpc>
              <a:spcBef>
                <a:spcPts val="0"/>
              </a:spcBef>
              <a:spcAft>
                <a:spcPts val="0"/>
              </a:spcAft>
              <a:buSzPts val="1100"/>
              <a:buNone/>
              <a:defRPr sz="1467"/>
            </a:lvl9pPr>
          </a:lstStyle>
          <a:p>
            <a:endParaRPr/>
          </a:p>
        </p:txBody>
      </p:sp>
      <p:sp>
        <p:nvSpPr>
          <p:cNvPr id="87" name="Google Shape;87;p11"/>
          <p:cNvSpPr txBox="1">
            <a:spLocks noGrp="1"/>
          </p:cNvSpPr>
          <p:nvPr>
            <p:ph type="ctrTitle" idx="8"/>
          </p:nvPr>
        </p:nvSpPr>
        <p:spPr>
          <a:xfrm>
            <a:off x="4278353" y="2762188"/>
            <a:ext cx="23780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None/>
              <a:defRPr sz="2667"/>
            </a:lvl1pPr>
            <a:lvl2pPr lvl="1" algn="ctr" rtl="0">
              <a:spcBef>
                <a:spcPts val="0"/>
              </a:spcBef>
              <a:spcAft>
                <a:spcPts val="0"/>
              </a:spcAft>
              <a:buSzPts val="2000"/>
              <a:buNone/>
              <a:defRPr sz="2667"/>
            </a:lvl2pPr>
            <a:lvl3pPr lvl="2" algn="ctr" rtl="0">
              <a:spcBef>
                <a:spcPts val="0"/>
              </a:spcBef>
              <a:spcAft>
                <a:spcPts val="0"/>
              </a:spcAft>
              <a:buSzPts val="2000"/>
              <a:buNone/>
              <a:defRPr sz="2667"/>
            </a:lvl3pPr>
            <a:lvl4pPr lvl="3" algn="ctr" rtl="0">
              <a:spcBef>
                <a:spcPts val="0"/>
              </a:spcBef>
              <a:spcAft>
                <a:spcPts val="0"/>
              </a:spcAft>
              <a:buSzPts val="2000"/>
              <a:buNone/>
              <a:defRPr sz="2667"/>
            </a:lvl4pPr>
            <a:lvl5pPr lvl="4" algn="ctr" rtl="0">
              <a:spcBef>
                <a:spcPts val="0"/>
              </a:spcBef>
              <a:spcAft>
                <a:spcPts val="0"/>
              </a:spcAft>
              <a:buSzPts val="2000"/>
              <a:buNone/>
              <a:defRPr sz="2667"/>
            </a:lvl5pPr>
            <a:lvl6pPr lvl="5" algn="ctr" rtl="0">
              <a:spcBef>
                <a:spcPts val="0"/>
              </a:spcBef>
              <a:spcAft>
                <a:spcPts val="0"/>
              </a:spcAft>
              <a:buSzPts val="2000"/>
              <a:buNone/>
              <a:defRPr sz="2667"/>
            </a:lvl6pPr>
            <a:lvl7pPr lvl="6" algn="ctr" rtl="0">
              <a:spcBef>
                <a:spcPts val="0"/>
              </a:spcBef>
              <a:spcAft>
                <a:spcPts val="0"/>
              </a:spcAft>
              <a:buSzPts val="2000"/>
              <a:buNone/>
              <a:defRPr sz="2667"/>
            </a:lvl7pPr>
            <a:lvl8pPr lvl="7" algn="ctr" rtl="0">
              <a:spcBef>
                <a:spcPts val="0"/>
              </a:spcBef>
              <a:spcAft>
                <a:spcPts val="0"/>
              </a:spcAft>
              <a:buSzPts val="2000"/>
              <a:buNone/>
              <a:defRPr sz="2667"/>
            </a:lvl8pPr>
            <a:lvl9pPr lvl="8" algn="ctr" rtl="0">
              <a:spcBef>
                <a:spcPts val="0"/>
              </a:spcBef>
              <a:spcAft>
                <a:spcPts val="0"/>
              </a:spcAft>
              <a:buSzPts val="2000"/>
              <a:buNone/>
              <a:defRPr sz="2667"/>
            </a:lvl9pPr>
          </a:lstStyle>
          <a:p>
            <a:endParaRPr/>
          </a:p>
        </p:txBody>
      </p:sp>
    </p:spTree>
    <p:extLst>
      <p:ext uri="{BB962C8B-B14F-4D97-AF65-F5344CB8AC3E}">
        <p14:creationId xmlns:p14="http://schemas.microsoft.com/office/powerpoint/2010/main" val="831159845"/>
      </p:ext>
    </p:extLst>
  </p:cSld>
  <p:clrMapOvr>
    <a:masterClrMapping/>
  </p:clrMapOvr>
  <p:extLst>
    <p:ext uri="{DCECCB84-F9BA-43D5-87BE-67443E8EF086}">
      <p15:sldGuideLst xmlns:p15="http://schemas.microsoft.com/office/powerpoint/2012/main">
        <p15:guide id="1" orient="horz" pos="454">
          <p15:clr>
            <a:srgbClr val="FA7B17"/>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9302DD-760F-48C8-0F35-916F9FC132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AC2F0380-4215-C4A3-2EF8-36AED6EC08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FEF48F7-48CC-C94C-9DD1-EDD586B335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F25EC1-7407-421C-903B-B831BB7AAE82}" type="datetimeFigureOut">
              <a:rPr lang="en-GB" smtClean="0"/>
              <a:t>17/04/2024</a:t>
            </a:fld>
            <a:endParaRPr lang="en-GB"/>
          </a:p>
        </p:txBody>
      </p:sp>
      <p:sp>
        <p:nvSpPr>
          <p:cNvPr id="5" name="Footer Placeholder 4">
            <a:extLst>
              <a:ext uri="{FF2B5EF4-FFF2-40B4-BE49-F238E27FC236}">
                <a16:creationId xmlns:a16="http://schemas.microsoft.com/office/drawing/2014/main" id="{D945185F-1233-8546-0C30-F39CE2F1E1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A1E02AF-40A2-BEA9-6E43-D4B20E323B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3463A79-32A7-40D7-8310-367483AF3886}" type="slidenum">
              <a:rPr lang="en-GB" smtClean="0"/>
              <a:t>‹#›</a:t>
            </a:fld>
            <a:endParaRPr lang="en-GB"/>
          </a:p>
        </p:txBody>
      </p:sp>
    </p:spTree>
    <p:extLst>
      <p:ext uri="{BB962C8B-B14F-4D97-AF65-F5344CB8AC3E}">
        <p14:creationId xmlns:p14="http://schemas.microsoft.com/office/powerpoint/2010/main" val="2834576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svg"/><Relationship Id="rId18" Type="http://schemas.openxmlformats.org/officeDocument/2006/relationships/image" Target="../media/image25.png"/><Relationship Id="rId3" Type="http://schemas.openxmlformats.org/officeDocument/2006/relationships/image" Target="../media/image2.png"/><Relationship Id="rId21" Type="http://schemas.openxmlformats.org/officeDocument/2006/relationships/image" Target="../media/image28.sv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svg"/><Relationship Id="rId2" Type="http://schemas.openxmlformats.org/officeDocument/2006/relationships/notesSlide" Target="../notesSlides/notesSlide10.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13.svg"/><Relationship Id="rId11" Type="http://schemas.openxmlformats.org/officeDocument/2006/relationships/image" Target="../media/image18.svg"/><Relationship Id="rId5" Type="http://schemas.openxmlformats.org/officeDocument/2006/relationships/image" Target="../media/image12.png"/><Relationship Id="rId15" Type="http://schemas.openxmlformats.org/officeDocument/2006/relationships/image" Target="../media/image22.svg"/><Relationship Id="rId23" Type="http://schemas.openxmlformats.org/officeDocument/2006/relationships/image" Target="../media/image30.svg"/><Relationship Id="rId10" Type="http://schemas.openxmlformats.org/officeDocument/2006/relationships/image" Target="../media/image17.png"/><Relationship Id="rId19" Type="http://schemas.openxmlformats.org/officeDocument/2006/relationships/image" Target="../media/image26.svg"/><Relationship Id="rId4" Type="http://schemas.openxmlformats.org/officeDocument/2006/relationships/image" Target="../media/image11.png"/><Relationship Id="rId9" Type="http://schemas.openxmlformats.org/officeDocument/2006/relationships/image" Target="../media/image16.svg"/><Relationship Id="rId14" Type="http://schemas.openxmlformats.org/officeDocument/2006/relationships/image" Target="../media/image21.png"/><Relationship Id="rId22"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grpSp>
        <p:nvGrpSpPr>
          <p:cNvPr id="2" name="Gruppieren 1"/>
          <p:cNvGrpSpPr/>
          <p:nvPr/>
        </p:nvGrpSpPr>
        <p:grpSpPr>
          <a:xfrm>
            <a:off x="720127" y="690605"/>
            <a:ext cx="10702156" cy="2777200"/>
            <a:chOff x="979525" y="1411100"/>
            <a:chExt cx="7082500" cy="3315656"/>
          </a:xfrm>
        </p:grpSpPr>
        <p:sp>
          <p:nvSpPr>
            <p:cNvPr id="337" name="Google Shape;337;p37"/>
            <p:cNvSpPr/>
            <p:nvPr/>
          </p:nvSpPr>
          <p:spPr>
            <a:xfrm>
              <a:off x="2730500" y="3550156"/>
              <a:ext cx="1776300" cy="1176600"/>
            </a:xfrm>
            <a:prstGeom prst="rect">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38" name="Google Shape;338;p37"/>
            <p:cNvSpPr/>
            <p:nvPr/>
          </p:nvSpPr>
          <p:spPr>
            <a:xfrm>
              <a:off x="6285725" y="3533822"/>
              <a:ext cx="1776300" cy="1176600"/>
            </a:xfrm>
            <a:prstGeom prst="rect">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39" name="Google Shape;339;p37"/>
            <p:cNvSpPr/>
            <p:nvPr/>
          </p:nvSpPr>
          <p:spPr>
            <a:xfrm>
              <a:off x="4523100" y="1411100"/>
              <a:ext cx="1776300" cy="1176600"/>
            </a:xfrm>
            <a:prstGeom prst="rect">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0" name="Google Shape;340;p37"/>
            <p:cNvSpPr/>
            <p:nvPr/>
          </p:nvSpPr>
          <p:spPr>
            <a:xfrm>
              <a:off x="979525" y="1411100"/>
              <a:ext cx="1776300" cy="1176600"/>
            </a:xfrm>
            <a:prstGeom prst="rect">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2" name="Google Shape;342;p37"/>
            <p:cNvSpPr txBox="1"/>
            <p:nvPr/>
          </p:nvSpPr>
          <p:spPr>
            <a:xfrm>
              <a:off x="2893100" y="3771648"/>
              <a:ext cx="1451100" cy="633601"/>
            </a:xfrm>
            <a:prstGeom prst="rect">
              <a:avLst/>
            </a:prstGeom>
            <a:noFill/>
            <a:ln>
              <a:noFill/>
            </a:ln>
          </p:spPr>
          <p:txBody>
            <a:bodyPr spcFirstLastPara="1" wrap="square" lIns="121900" tIns="121900" rIns="121900" bIns="121900" anchor="ctr" anchorCtr="0">
              <a:noAutofit/>
            </a:bodyPr>
            <a:lstStyle/>
            <a:p>
              <a:pPr lvl="0" algn="ctr">
                <a:lnSpc>
                  <a:spcPct val="80000"/>
                </a:lnSpc>
              </a:pPr>
              <a:r>
                <a:rPr lang="de-DE" sz="2400" dirty="0">
                  <a:solidFill>
                    <a:srgbClr val="2F2F2F"/>
                  </a:solidFill>
                  <a:latin typeface="Poppins Light"/>
                  <a:ea typeface="Poppins Light"/>
                  <a:cs typeface="Poppins Light"/>
                  <a:sym typeface="Poppins Light"/>
                </a:rPr>
                <a:t>Setting </a:t>
              </a:r>
              <a:r>
                <a:rPr lang="de-DE" sz="2400" dirty="0" err="1">
                  <a:solidFill>
                    <a:srgbClr val="2F2F2F"/>
                  </a:solidFill>
                  <a:latin typeface="Poppins Light"/>
                  <a:ea typeface="Poppins Light"/>
                  <a:cs typeface="Poppins Light"/>
                  <a:sym typeface="Poppins Light"/>
                </a:rPr>
                <a:t>a goal</a:t>
              </a:r>
              <a:endParaRPr lang="de-DE" sz="2400" dirty="0">
                <a:solidFill>
                  <a:srgbClr val="2F2F2F"/>
                </a:solidFill>
                <a:latin typeface="Poppins Light"/>
                <a:ea typeface="Poppins Light"/>
                <a:cs typeface="Poppins Light"/>
                <a:sym typeface="Poppins Light"/>
              </a:endParaRPr>
            </a:p>
          </p:txBody>
        </p:sp>
        <p:sp>
          <p:nvSpPr>
            <p:cNvPr id="344" name="Google Shape;344;p37"/>
            <p:cNvSpPr/>
            <p:nvPr/>
          </p:nvSpPr>
          <p:spPr>
            <a:xfrm>
              <a:off x="1783503" y="2941201"/>
              <a:ext cx="158828" cy="286532"/>
            </a:xfrm>
            <a:custGeom>
              <a:avLst/>
              <a:gdLst/>
              <a:ahLst/>
              <a:cxnLst/>
              <a:rect l="l" t="t" r="r" b="b"/>
              <a:pathLst>
                <a:path w="5959" h="5928" fill="none" extrusionOk="0">
                  <a:moveTo>
                    <a:pt x="5958" y="2979"/>
                  </a:moveTo>
                  <a:cubicBezTo>
                    <a:pt x="5958" y="4620"/>
                    <a:pt x="4621" y="5927"/>
                    <a:pt x="2980" y="5927"/>
                  </a:cubicBezTo>
                  <a:cubicBezTo>
                    <a:pt x="1338" y="5927"/>
                    <a:pt x="1" y="4620"/>
                    <a:pt x="1" y="2979"/>
                  </a:cubicBezTo>
                  <a:cubicBezTo>
                    <a:pt x="1" y="1338"/>
                    <a:pt x="1338" y="0"/>
                    <a:pt x="2980" y="0"/>
                  </a:cubicBezTo>
                  <a:cubicBezTo>
                    <a:pt x="4621" y="0"/>
                    <a:pt x="5958" y="1338"/>
                    <a:pt x="5958" y="2979"/>
                  </a:cubicBezTo>
                  <a:close/>
                </a:path>
              </a:pathLst>
            </a:custGeom>
            <a:noFill/>
            <a:ln w="19050" cap="flat"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sp>
          <p:nvSpPr>
            <p:cNvPr id="345" name="Google Shape;345;p37"/>
            <p:cNvSpPr/>
            <p:nvPr/>
          </p:nvSpPr>
          <p:spPr>
            <a:xfrm rot="10800000" flipH="1">
              <a:off x="1938436" y="3122315"/>
              <a:ext cx="1590433" cy="5100"/>
            </a:xfrm>
            <a:custGeom>
              <a:avLst/>
              <a:gdLst/>
              <a:ahLst/>
              <a:cxnLst/>
              <a:rect l="l" t="t" r="r" b="b"/>
              <a:pathLst>
                <a:path w="40518" h="1" fill="none" extrusionOk="0">
                  <a:moveTo>
                    <a:pt x="0" y="1"/>
                  </a:moveTo>
                  <a:lnTo>
                    <a:pt x="40518" y="1"/>
                  </a:lnTo>
                </a:path>
              </a:pathLst>
            </a:custGeom>
            <a:noFill/>
            <a:ln w="19050" cap="flat"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sp>
          <p:nvSpPr>
            <p:cNvPr id="346" name="Google Shape;346;p37"/>
            <p:cNvSpPr/>
            <p:nvPr/>
          </p:nvSpPr>
          <p:spPr>
            <a:xfrm>
              <a:off x="3534103" y="2960611"/>
              <a:ext cx="158828" cy="286532"/>
            </a:xfrm>
            <a:custGeom>
              <a:avLst/>
              <a:gdLst/>
              <a:ahLst/>
              <a:cxnLst/>
              <a:rect l="l" t="t" r="r" b="b"/>
              <a:pathLst>
                <a:path w="5928" h="5928" fill="none" extrusionOk="0">
                  <a:moveTo>
                    <a:pt x="5928" y="2979"/>
                  </a:moveTo>
                  <a:cubicBezTo>
                    <a:pt x="5928" y="4620"/>
                    <a:pt x="4591" y="5927"/>
                    <a:pt x="2949" y="5927"/>
                  </a:cubicBezTo>
                  <a:cubicBezTo>
                    <a:pt x="1338" y="5927"/>
                    <a:pt x="1" y="4620"/>
                    <a:pt x="1" y="2979"/>
                  </a:cubicBezTo>
                  <a:cubicBezTo>
                    <a:pt x="1" y="1338"/>
                    <a:pt x="1338" y="0"/>
                    <a:pt x="2949" y="0"/>
                  </a:cubicBezTo>
                  <a:cubicBezTo>
                    <a:pt x="4591" y="0"/>
                    <a:pt x="5928" y="1338"/>
                    <a:pt x="5928" y="2979"/>
                  </a:cubicBezTo>
                  <a:close/>
                </a:path>
              </a:pathLst>
            </a:custGeom>
            <a:noFill/>
            <a:ln w="19050" cap="flat"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sp>
          <p:nvSpPr>
            <p:cNvPr id="347" name="Google Shape;347;p37"/>
            <p:cNvSpPr/>
            <p:nvPr/>
          </p:nvSpPr>
          <p:spPr>
            <a:xfrm>
              <a:off x="5317899" y="2960611"/>
              <a:ext cx="158828" cy="286532"/>
            </a:xfrm>
            <a:custGeom>
              <a:avLst/>
              <a:gdLst/>
              <a:ahLst/>
              <a:cxnLst/>
              <a:rect l="l" t="t" r="r" b="b"/>
              <a:pathLst>
                <a:path w="5958" h="5928" fill="none" extrusionOk="0">
                  <a:moveTo>
                    <a:pt x="5958" y="2979"/>
                  </a:moveTo>
                  <a:cubicBezTo>
                    <a:pt x="5958" y="4620"/>
                    <a:pt x="4621" y="5927"/>
                    <a:pt x="2979" y="5927"/>
                  </a:cubicBezTo>
                  <a:cubicBezTo>
                    <a:pt x="1338" y="5927"/>
                    <a:pt x="0" y="4620"/>
                    <a:pt x="0" y="2979"/>
                  </a:cubicBezTo>
                  <a:cubicBezTo>
                    <a:pt x="0" y="1338"/>
                    <a:pt x="1338" y="0"/>
                    <a:pt x="2979" y="0"/>
                  </a:cubicBezTo>
                  <a:cubicBezTo>
                    <a:pt x="4621" y="0"/>
                    <a:pt x="5958" y="1338"/>
                    <a:pt x="5958" y="2979"/>
                  </a:cubicBezTo>
                  <a:close/>
                </a:path>
              </a:pathLst>
            </a:custGeom>
            <a:noFill/>
            <a:ln w="19050" cap="flat"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sp>
          <p:nvSpPr>
            <p:cNvPr id="348" name="Google Shape;348;p37"/>
            <p:cNvSpPr/>
            <p:nvPr/>
          </p:nvSpPr>
          <p:spPr>
            <a:xfrm>
              <a:off x="7086541" y="2941203"/>
              <a:ext cx="158828" cy="286532"/>
            </a:xfrm>
            <a:custGeom>
              <a:avLst/>
              <a:gdLst/>
              <a:ahLst/>
              <a:cxnLst/>
              <a:rect l="l" t="t" r="r" b="b"/>
              <a:pathLst>
                <a:path w="5928" h="5928" fill="none" extrusionOk="0">
                  <a:moveTo>
                    <a:pt x="5928" y="2979"/>
                  </a:moveTo>
                  <a:cubicBezTo>
                    <a:pt x="5928" y="4620"/>
                    <a:pt x="4590" y="5927"/>
                    <a:pt x="2949" y="5927"/>
                  </a:cubicBezTo>
                  <a:cubicBezTo>
                    <a:pt x="1338" y="5927"/>
                    <a:pt x="0" y="4620"/>
                    <a:pt x="0" y="2979"/>
                  </a:cubicBezTo>
                  <a:cubicBezTo>
                    <a:pt x="0" y="1338"/>
                    <a:pt x="1338" y="0"/>
                    <a:pt x="2949" y="0"/>
                  </a:cubicBezTo>
                  <a:cubicBezTo>
                    <a:pt x="4590" y="0"/>
                    <a:pt x="5928" y="1338"/>
                    <a:pt x="5928" y="2979"/>
                  </a:cubicBezTo>
                  <a:close/>
                </a:path>
              </a:pathLst>
            </a:custGeom>
            <a:noFill/>
            <a:ln w="19050" cap="flat"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sp>
          <p:nvSpPr>
            <p:cNvPr id="349" name="Google Shape;349;p37"/>
            <p:cNvSpPr/>
            <p:nvPr/>
          </p:nvSpPr>
          <p:spPr>
            <a:xfrm>
              <a:off x="1850217" y="2941204"/>
              <a:ext cx="30" cy="30"/>
            </a:xfrm>
            <a:custGeom>
              <a:avLst/>
              <a:gdLst/>
              <a:ahLst/>
              <a:cxnLst/>
              <a:rect l="l" t="t" r="r" b="b"/>
              <a:pathLst>
                <a:path w="1" h="1" fill="none" extrusionOk="0">
                  <a:moveTo>
                    <a:pt x="1" y="0"/>
                  </a:moveTo>
                  <a:lnTo>
                    <a:pt x="1" y="0"/>
                  </a:lnTo>
                  <a:close/>
                </a:path>
              </a:pathLst>
            </a:custGeom>
            <a:noFill/>
            <a:ln w="19050" cap="rnd"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sp>
          <p:nvSpPr>
            <p:cNvPr id="350" name="Google Shape;350;p37"/>
            <p:cNvSpPr/>
            <p:nvPr/>
          </p:nvSpPr>
          <p:spPr>
            <a:xfrm>
              <a:off x="1850225" y="2587226"/>
              <a:ext cx="30" cy="353988"/>
            </a:xfrm>
            <a:custGeom>
              <a:avLst/>
              <a:gdLst/>
              <a:ahLst/>
              <a:cxnLst/>
              <a:rect l="l" t="t" r="r" b="b"/>
              <a:pathLst>
                <a:path w="1" h="12950" fill="none" extrusionOk="0">
                  <a:moveTo>
                    <a:pt x="1" y="12949"/>
                  </a:moveTo>
                  <a:lnTo>
                    <a:pt x="1" y="1"/>
                  </a:lnTo>
                </a:path>
              </a:pathLst>
            </a:custGeom>
            <a:noFill/>
            <a:ln w="19050" cap="rnd"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sp>
          <p:nvSpPr>
            <p:cNvPr id="351" name="Google Shape;351;p37"/>
            <p:cNvSpPr/>
            <p:nvPr/>
          </p:nvSpPr>
          <p:spPr>
            <a:xfrm>
              <a:off x="1850217" y="2469451"/>
              <a:ext cx="30" cy="30"/>
            </a:xfrm>
            <a:custGeom>
              <a:avLst/>
              <a:gdLst/>
              <a:ahLst/>
              <a:cxnLst/>
              <a:rect l="l" t="t" r="r" b="b"/>
              <a:pathLst>
                <a:path w="1" h="1" fill="none" extrusionOk="0">
                  <a:moveTo>
                    <a:pt x="1" y="1"/>
                  </a:moveTo>
                  <a:lnTo>
                    <a:pt x="1" y="1"/>
                  </a:lnTo>
                  <a:close/>
                </a:path>
              </a:pathLst>
            </a:custGeom>
            <a:noFill/>
            <a:ln w="9525" cap="rnd"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sp>
          <p:nvSpPr>
            <p:cNvPr id="352" name="Google Shape;352;p37"/>
            <p:cNvSpPr/>
            <p:nvPr/>
          </p:nvSpPr>
          <p:spPr>
            <a:xfrm>
              <a:off x="5395371" y="2941204"/>
              <a:ext cx="30" cy="30"/>
            </a:xfrm>
            <a:custGeom>
              <a:avLst/>
              <a:gdLst/>
              <a:ahLst/>
              <a:cxnLst/>
              <a:rect l="l" t="t" r="r" b="b"/>
              <a:pathLst>
                <a:path w="1" h="1" fill="none" extrusionOk="0">
                  <a:moveTo>
                    <a:pt x="0" y="0"/>
                  </a:moveTo>
                  <a:lnTo>
                    <a:pt x="0" y="0"/>
                  </a:lnTo>
                  <a:close/>
                </a:path>
              </a:pathLst>
            </a:custGeom>
            <a:noFill/>
            <a:ln w="19050" cap="rnd"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sp>
          <p:nvSpPr>
            <p:cNvPr id="353" name="Google Shape;353;p37"/>
            <p:cNvSpPr/>
            <p:nvPr/>
          </p:nvSpPr>
          <p:spPr>
            <a:xfrm>
              <a:off x="5395370" y="2587226"/>
              <a:ext cx="30" cy="353988"/>
            </a:xfrm>
            <a:custGeom>
              <a:avLst/>
              <a:gdLst/>
              <a:ahLst/>
              <a:cxnLst/>
              <a:rect l="l" t="t" r="r" b="b"/>
              <a:pathLst>
                <a:path w="1" h="12950" fill="none" extrusionOk="0">
                  <a:moveTo>
                    <a:pt x="0" y="12949"/>
                  </a:moveTo>
                  <a:lnTo>
                    <a:pt x="0" y="1"/>
                  </a:lnTo>
                </a:path>
              </a:pathLst>
            </a:custGeom>
            <a:noFill/>
            <a:ln w="19050" cap="rnd"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sp>
          <p:nvSpPr>
            <p:cNvPr id="354" name="Google Shape;354;p37"/>
            <p:cNvSpPr/>
            <p:nvPr/>
          </p:nvSpPr>
          <p:spPr>
            <a:xfrm>
              <a:off x="5395371" y="2469451"/>
              <a:ext cx="30" cy="30"/>
            </a:xfrm>
            <a:custGeom>
              <a:avLst/>
              <a:gdLst/>
              <a:ahLst/>
              <a:cxnLst/>
              <a:rect l="l" t="t" r="r" b="b"/>
              <a:pathLst>
                <a:path w="1" h="1" fill="none" extrusionOk="0">
                  <a:moveTo>
                    <a:pt x="0" y="1"/>
                  </a:moveTo>
                  <a:lnTo>
                    <a:pt x="0" y="1"/>
                  </a:lnTo>
                  <a:close/>
                </a:path>
              </a:pathLst>
            </a:custGeom>
            <a:noFill/>
            <a:ln w="9525" cap="rnd"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sp>
          <p:nvSpPr>
            <p:cNvPr id="355" name="Google Shape;355;p37"/>
            <p:cNvSpPr/>
            <p:nvPr/>
          </p:nvSpPr>
          <p:spPr>
            <a:xfrm>
              <a:off x="3225799" y="3518492"/>
              <a:ext cx="30" cy="30"/>
            </a:xfrm>
            <a:custGeom>
              <a:avLst/>
              <a:gdLst/>
              <a:ahLst/>
              <a:cxnLst/>
              <a:rect l="l" t="t" r="r" b="b"/>
              <a:pathLst>
                <a:path w="1" h="1" fill="none" extrusionOk="0">
                  <a:moveTo>
                    <a:pt x="0" y="1"/>
                  </a:moveTo>
                  <a:lnTo>
                    <a:pt x="0" y="1"/>
                  </a:lnTo>
                  <a:close/>
                </a:path>
              </a:pathLst>
            </a:custGeom>
            <a:noFill/>
            <a:ln w="9525" cap="rnd"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sp>
          <p:nvSpPr>
            <p:cNvPr id="356" name="Google Shape;356;p37"/>
            <p:cNvSpPr/>
            <p:nvPr/>
          </p:nvSpPr>
          <p:spPr>
            <a:xfrm>
              <a:off x="3610675" y="3253530"/>
              <a:ext cx="30" cy="274681"/>
            </a:xfrm>
            <a:custGeom>
              <a:avLst/>
              <a:gdLst/>
              <a:ahLst/>
              <a:cxnLst/>
              <a:rect l="l" t="t" r="r" b="b"/>
              <a:pathLst>
                <a:path w="1" h="12949" fill="none" extrusionOk="0">
                  <a:moveTo>
                    <a:pt x="0" y="12949"/>
                  </a:moveTo>
                  <a:lnTo>
                    <a:pt x="0" y="0"/>
                  </a:lnTo>
                </a:path>
              </a:pathLst>
            </a:custGeom>
            <a:noFill/>
            <a:ln w="19050" cap="rnd"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sp>
          <p:nvSpPr>
            <p:cNvPr id="357" name="Google Shape;357;p37"/>
            <p:cNvSpPr/>
            <p:nvPr/>
          </p:nvSpPr>
          <p:spPr>
            <a:xfrm>
              <a:off x="3225799" y="3117637"/>
              <a:ext cx="30" cy="30"/>
            </a:xfrm>
            <a:custGeom>
              <a:avLst/>
              <a:gdLst/>
              <a:ahLst/>
              <a:cxnLst/>
              <a:rect l="l" t="t" r="r" b="b"/>
              <a:pathLst>
                <a:path w="1" h="1" fill="none" extrusionOk="0">
                  <a:moveTo>
                    <a:pt x="0" y="1"/>
                  </a:moveTo>
                  <a:lnTo>
                    <a:pt x="0" y="1"/>
                  </a:lnTo>
                  <a:close/>
                </a:path>
              </a:pathLst>
            </a:custGeom>
            <a:noFill/>
            <a:ln w="9525" cap="rnd"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sp>
          <p:nvSpPr>
            <p:cNvPr id="358" name="Google Shape;358;p37"/>
            <p:cNvSpPr/>
            <p:nvPr/>
          </p:nvSpPr>
          <p:spPr>
            <a:xfrm>
              <a:off x="7132485" y="3518492"/>
              <a:ext cx="30" cy="30"/>
            </a:xfrm>
            <a:custGeom>
              <a:avLst/>
              <a:gdLst/>
              <a:ahLst/>
              <a:cxnLst/>
              <a:rect l="l" t="t" r="r" b="b"/>
              <a:pathLst>
                <a:path w="1" h="1" fill="none" extrusionOk="0">
                  <a:moveTo>
                    <a:pt x="1" y="1"/>
                  </a:moveTo>
                  <a:lnTo>
                    <a:pt x="1" y="1"/>
                  </a:lnTo>
                  <a:close/>
                </a:path>
              </a:pathLst>
            </a:custGeom>
            <a:noFill/>
            <a:ln w="9525" cap="rnd"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sp>
          <p:nvSpPr>
            <p:cNvPr id="359" name="Google Shape;359;p37"/>
            <p:cNvSpPr/>
            <p:nvPr/>
          </p:nvSpPr>
          <p:spPr>
            <a:xfrm>
              <a:off x="7173845" y="3234122"/>
              <a:ext cx="30" cy="274681"/>
            </a:xfrm>
            <a:custGeom>
              <a:avLst/>
              <a:gdLst/>
              <a:ahLst/>
              <a:cxnLst/>
              <a:rect l="l" t="t" r="r" b="b"/>
              <a:pathLst>
                <a:path w="1" h="12949" fill="none" extrusionOk="0">
                  <a:moveTo>
                    <a:pt x="1" y="12949"/>
                  </a:moveTo>
                  <a:lnTo>
                    <a:pt x="1" y="0"/>
                  </a:lnTo>
                </a:path>
              </a:pathLst>
            </a:custGeom>
            <a:noFill/>
            <a:ln w="19050" cap="rnd"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sp>
          <p:nvSpPr>
            <p:cNvPr id="360" name="Google Shape;360;p37"/>
            <p:cNvSpPr/>
            <p:nvPr/>
          </p:nvSpPr>
          <p:spPr>
            <a:xfrm>
              <a:off x="7132485" y="3117637"/>
              <a:ext cx="30" cy="30"/>
            </a:xfrm>
            <a:custGeom>
              <a:avLst/>
              <a:gdLst/>
              <a:ahLst/>
              <a:cxnLst/>
              <a:rect l="l" t="t" r="r" b="b"/>
              <a:pathLst>
                <a:path w="1" h="1" fill="none" extrusionOk="0">
                  <a:moveTo>
                    <a:pt x="1" y="1"/>
                  </a:moveTo>
                  <a:lnTo>
                    <a:pt x="1" y="1"/>
                  </a:lnTo>
                  <a:close/>
                </a:path>
              </a:pathLst>
            </a:custGeom>
            <a:noFill/>
            <a:ln w="9525" cap="rnd"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sp>
          <p:nvSpPr>
            <p:cNvPr id="361" name="Google Shape;361;p37"/>
            <p:cNvSpPr txBox="1"/>
            <p:nvPr/>
          </p:nvSpPr>
          <p:spPr>
            <a:xfrm>
              <a:off x="1099167" y="1554261"/>
              <a:ext cx="1502100" cy="873154"/>
            </a:xfrm>
            <a:prstGeom prst="rect">
              <a:avLst/>
            </a:prstGeom>
            <a:noFill/>
            <a:ln>
              <a:noFill/>
            </a:ln>
          </p:spPr>
          <p:txBody>
            <a:bodyPr spcFirstLastPara="1" wrap="square" lIns="121900" tIns="121900" rIns="121900" bIns="121900" anchor="ctr" anchorCtr="0">
              <a:noAutofit/>
            </a:bodyPr>
            <a:lstStyle/>
            <a:p>
              <a:pPr lvl="0" algn="ctr">
                <a:lnSpc>
                  <a:spcPct val="150000"/>
                </a:lnSpc>
              </a:pPr>
              <a:r>
                <a:rPr lang="de-DE" sz="2400" dirty="0">
                  <a:solidFill>
                    <a:srgbClr val="2F2F2F"/>
                  </a:solidFill>
                  <a:latin typeface="Poppins Light"/>
                  <a:ea typeface="Poppins Light"/>
                  <a:cs typeface="Poppins Light"/>
                  <a:sym typeface="Poppins Light"/>
                </a:rPr>
                <a:t>Identifying </a:t>
              </a:r>
              <a:r>
                <a:rPr lang="de-DE" sz="2400" dirty="0" err="1">
                  <a:solidFill>
                    <a:srgbClr val="2F2F2F"/>
                  </a:solidFill>
                  <a:latin typeface="Poppins Light"/>
                  <a:ea typeface="Poppins Light"/>
                  <a:cs typeface="Poppins Light"/>
                  <a:sym typeface="Poppins Light"/>
                </a:rPr>
                <a:t>opportunities</a:t>
              </a:r>
              <a:endParaRPr lang="de-DE" sz="2400" dirty="0">
                <a:solidFill>
                  <a:srgbClr val="2F2F2F"/>
                </a:solidFill>
                <a:latin typeface="Poppins Light"/>
                <a:ea typeface="Poppins Light"/>
                <a:cs typeface="Poppins Light"/>
                <a:sym typeface="Poppins Light"/>
              </a:endParaRPr>
            </a:p>
          </p:txBody>
        </p:sp>
        <p:sp>
          <p:nvSpPr>
            <p:cNvPr id="362" name="Google Shape;362;p37"/>
            <p:cNvSpPr txBox="1"/>
            <p:nvPr/>
          </p:nvSpPr>
          <p:spPr>
            <a:xfrm>
              <a:off x="4460119" y="1716414"/>
              <a:ext cx="1870500" cy="565500"/>
            </a:xfrm>
            <a:prstGeom prst="rect">
              <a:avLst/>
            </a:prstGeom>
            <a:noFill/>
            <a:ln>
              <a:noFill/>
            </a:ln>
          </p:spPr>
          <p:txBody>
            <a:bodyPr spcFirstLastPara="1" wrap="square" lIns="121900" tIns="121900" rIns="121900" bIns="121900" anchor="ctr" anchorCtr="0">
              <a:noAutofit/>
            </a:bodyPr>
            <a:lstStyle/>
            <a:p>
              <a:pPr lvl="0" algn="ctr">
                <a:lnSpc>
                  <a:spcPct val="80000"/>
                </a:lnSpc>
              </a:pPr>
              <a:r>
                <a:rPr lang="de-DE" sz="2400" dirty="0" err="1">
                  <a:solidFill>
                    <a:srgbClr val="2F2F2F"/>
                  </a:solidFill>
                  <a:latin typeface="Poppins Light"/>
                  <a:ea typeface="Poppins Light"/>
                  <a:cs typeface="Poppins Light"/>
                  <a:sym typeface="Poppins Light"/>
                </a:rPr>
                <a:t>Planning</a:t>
              </a:r>
              <a:endParaRPr lang="de-DE" sz="2400" dirty="0">
                <a:solidFill>
                  <a:srgbClr val="2F2F2F"/>
                </a:solidFill>
                <a:latin typeface="Poppins Light"/>
                <a:ea typeface="Poppins Light"/>
                <a:cs typeface="Poppins Light"/>
                <a:sym typeface="Poppins Light"/>
              </a:endParaRPr>
            </a:p>
          </p:txBody>
        </p:sp>
        <p:sp>
          <p:nvSpPr>
            <p:cNvPr id="363" name="Google Shape;363;p37"/>
            <p:cNvSpPr/>
            <p:nvPr/>
          </p:nvSpPr>
          <p:spPr>
            <a:xfrm rot="10800000" flipH="1">
              <a:off x="3697052" y="3093454"/>
              <a:ext cx="1628131" cy="72778"/>
            </a:xfrm>
            <a:custGeom>
              <a:avLst/>
              <a:gdLst/>
              <a:ahLst/>
              <a:cxnLst/>
              <a:rect l="l" t="t" r="r" b="b"/>
              <a:pathLst>
                <a:path w="40518" h="1" fill="none" extrusionOk="0">
                  <a:moveTo>
                    <a:pt x="0" y="1"/>
                  </a:moveTo>
                  <a:lnTo>
                    <a:pt x="40518" y="1"/>
                  </a:lnTo>
                </a:path>
              </a:pathLst>
            </a:custGeom>
            <a:noFill/>
            <a:ln w="19050" cap="flat"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sp>
          <p:nvSpPr>
            <p:cNvPr id="364" name="Google Shape;364;p37"/>
            <p:cNvSpPr/>
            <p:nvPr/>
          </p:nvSpPr>
          <p:spPr>
            <a:xfrm rot="10800000" flipH="1">
              <a:off x="5492511" y="3122315"/>
              <a:ext cx="1590433" cy="5100"/>
            </a:xfrm>
            <a:custGeom>
              <a:avLst/>
              <a:gdLst/>
              <a:ahLst/>
              <a:cxnLst/>
              <a:rect l="l" t="t" r="r" b="b"/>
              <a:pathLst>
                <a:path w="40518" h="1" fill="none" extrusionOk="0">
                  <a:moveTo>
                    <a:pt x="0" y="1"/>
                  </a:moveTo>
                  <a:lnTo>
                    <a:pt x="40518" y="1"/>
                  </a:lnTo>
                </a:path>
              </a:pathLst>
            </a:custGeom>
            <a:noFill/>
            <a:ln w="19050" cap="flat" cmpd="sng">
              <a:solidFill>
                <a:schemeClr val="dk1"/>
              </a:solidFill>
              <a:prstDash val="solid"/>
              <a:miter lim="30395"/>
              <a:headEnd type="none" w="sm" len="sm"/>
              <a:tailEnd type="none" w="sm" len="sm"/>
            </a:ln>
          </p:spPr>
          <p:txBody>
            <a:bodyPr spcFirstLastPara="1" wrap="square" lIns="121900" tIns="121900" rIns="121900" bIns="121900" anchor="ctr" anchorCtr="0">
              <a:noAutofit/>
            </a:bodyPr>
            <a:lstStyle/>
            <a:p>
              <a:endParaRPr sz="2400"/>
            </a:p>
          </p:txBody>
        </p:sp>
      </p:grpSp>
      <p:sp>
        <p:nvSpPr>
          <p:cNvPr id="5" name="Textfeld 4"/>
          <p:cNvSpPr txBox="1"/>
          <p:nvPr/>
        </p:nvSpPr>
        <p:spPr>
          <a:xfrm>
            <a:off x="5515399" y="-75539"/>
            <a:ext cx="3550972" cy="2144113"/>
          </a:xfrm>
          <a:prstGeom prst="rect">
            <a:avLst/>
          </a:prstGeom>
          <a:noFill/>
        </p:spPr>
        <p:txBody>
          <a:bodyPr wrap="none" rtlCol="0">
            <a:spAutoFit/>
          </a:bodyPr>
          <a:lstStyle/>
          <a:p>
            <a:r>
              <a:rPr lang="de-DE" sz="13333" dirty="0">
                <a:solidFill>
                  <a:schemeClr val="accent3"/>
                </a:solidFill>
              </a:rPr>
              <a:t>[      ]</a:t>
            </a:r>
          </a:p>
        </p:txBody>
      </p:sp>
      <p:sp>
        <p:nvSpPr>
          <p:cNvPr id="46" name="Google Shape;341;p37"/>
          <p:cNvSpPr txBox="1"/>
          <p:nvPr/>
        </p:nvSpPr>
        <p:spPr>
          <a:xfrm>
            <a:off x="8957341" y="2256292"/>
            <a:ext cx="2269779" cy="530705"/>
          </a:xfrm>
          <a:prstGeom prst="rect">
            <a:avLst/>
          </a:prstGeom>
          <a:noFill/>
          <a:ln>
            <a:noFill/>
          </a:ln>
        </p:spPr>
        <p:txBody>
          <a:bodyPr spcFirstLastPara="1" wrap="square" lIns="121900" tIns="121900" rIns="121900" bIns="121900" anchor="t" anchorCtr="0">
            <a:noAutofit/>
          </a:bodyPr>
          <a:lstStyle/>
          <a:p>
            <a:pPr algn="ctr">
              <a:lnSpc>
                <a:spcPct val="150000"/>
              </a:lnSpc>
            </a:pPr>
            <a:r>
              <a:rPr lang="en" sz="2400" dirty="0">
                <a:solidFill>
                  <a:srgbClr val="2F2F2F"/>
                </a:solidFill>
                <a:latin typeface="Poppins Light"/>
                <a:ea typeface="Poppins Light"/>
                <a:cs typeface="Poppins Light"/>
                <a:sym typeface="Poppins Light"/>
              </a:rPr>
              <a:t>Seeking feedback</a:t>
            </a:r>
            <a:endParaRPr sz="2400" dirty="0">
              <a:solidFill>
                <a:srgbClr val="2F2F2F"/>
              </a:solidFill>
              <a:latin typeface="Poppins Light"/>
              <a:ea typeface="Poppins Light"/>
              <a:cs typeface="Poppins Light"/>
              <a:sym typeface="Poppins Light"/>
            </a:endParaRPr>
          </a:p>
        </p:txBody>
      </p:sp>
      <p:sp>
        <p:nvSpPr>
          <p:cNvPr id="343" name="Google Shape;343;p37"/>
          <p:cNvSpPr txBox="1">
            <a:spLocks noGrp="1"/>
          </p:cNvSpPr>
          <p:nvPr>
            <p:ph type="title"/>
          </p:nvPr>
        </p:nvSpPr>
        <p:spPr>
          <a:xfrm>
            <a:off x="434523" y="4436191"/>
            <a:ext cx="9358092" cy="774700"/>
          </a:xfrm>
          <a:prstGeom prst="rect">
            <a:avLst/>
          </a:prstGeom>
        </p:spPr>
        <p:txBody>
          <a:bodyPr spcFirstLastPara="1" vert="horz" wrap="square" lIns="121900" tIns="121900" rIns="121900" bIns="121900" rtlCol="0" anchor="t" anchorCtr="0">
            <a:noAutofit/>
          </a:bodyPr>
          <a:lstStyle/>
          <a:p>
            <a:r>
              <a:rPr lang="fr-FR" sz="3733" dirty="0"/>
              <a:t>PLANNING</a:t>
            </a:r>
            <a:endParaRPr lang="fr-FR" dirty="0"/>
          </a:p>
        </p:txBody>
      </p:sp>
      <p:pic>
        <p:nvPicPr>
          <p:cNvPr id="34" name="Grafik 33"/>
          <p:cNvPicPr>
            <a:picLocks noChangeAspect="1"/>
          </p:cNvPicPr>
          <p:nvPr/>
        </p:nvPicPr>
        <p:blipFill rotWithShape="1">
          <a:blip r:embed="rId3" cstate="email">
            <a:extLst>
              <a:ext uri="{28A0092B-C50C-407E-A947-70E740481C1C}">
                <a14:useLocalDpi xmlns:a14="http://schemas.microsoft.com/office/drawing/2010/main"/>
              </a:ext>
            </a:extLst>
          </a:blip>
          <a:srcRect b="12201"/>
          <a:stretch/>
        </p:blipFill>
        <p:spPr>
          <a:xfrm>
            <a:off x="10328264" y="134431"/>
            <a:ext cx="796937" cy="699708"/>
          </a:xfrm>
          <a:prstGeom prst="rect">
            <a:avLst/>
          </a:prstGeom>
        </p:spPr>
      </p:pic>
      <p:sp>
        <p:nvSpPr>
          <p:cNvPr id="38" name="Textfeld 37"/>
          <p:cNvSpPr txBox="1"/>
          <p:nvPr/>
        </p:nvSpPr>
        <p:spPr>
          <a:xfrm>
            <a:off x="1308189" y="5169394"/>
            <a:ext cx="9817012" cy="461665"/>
          </a:xfrm>
          <a:prstGeom prst="rect">
            <a:avLst/>
          </a:prstGeom>
          <a:noFill/>
        </p:spPr>
        <p:txBody>
          <a:bodyPr wrap="square" rtlCol="0">
            <a:spAutoFit/>
          </a:bodyPr>
          <a:lstStyle/>
          <a:p>
            <a:r>
              <a:rPr lang="de-DE" sz="2400" dirty="0">
                <a:latin typeface="Josefin Sans" panose="020B0604020202020204" charset="0"/>
                <a:cs typeface="Poppins" panose="020B0604020202020204" charset="0"/>
              </a:rPr>
              <a:t>Finance &amp; Operations</a:t>
            </a:r>
          </a:p>
        </p:txBody>
      </p:sp>
      <p:pic>
        <p:nvPicPr>
          <p:cNvPr id="39" name="Grafik 38"/>
          <p:cNvPicPr>
            <a:picLocks noChangeAspect="1"/>
          </p:cNvPicPr>
          <p:nvPr/>
        </p:nvPicPr>
        <p:blipFill rotWithShape="1">
          <a:blip r:embed="rId3" cstate="email">
            <a:extLst>
              <a:ext uri="{28A0092B-C50C-407E-A947-70E740481C1C}">
                <a14:useLocalDpi xmlns:a14="http://schemas.microsoft.com/office/drawing/2010/main"/>
              </a:ext>
            </a:extLst>
          </a:blip>
          <a:srcRect b="12201"/>
          <a:stretch/>
        </p:blipFill>
        <p:spPr>
          <a:xfrm>
            <a:off x="5641411" y="4096839"/>
            <a:ext cx="2443188" cy="2145109"/>
          </a:xfrm>
          <a:prstGeom prst="rect">
            <a:avLst/>
          </a:prstGeom>
        </p:spPr>
      </p:pic>
    </p:spTree>
    <p:extLst>
      <p:ext uri="{BB962C8B-B14F-4D97-AF65-F5344CB8AC3E}">
        <p14:creationId xmlns:p14="http://schemas.microsoft.com/office/powerpoint/2010/main" val="713536623"/>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73233" y="562931"/>
            <a:ext cx="11360800" cy="763600"/>
          </a:xfrm>
        </p:spPr>
        <p:txBody>
          <a:bodyPr>
            <a:normAutofit fontScale="90000"/>
          </a:bodyPr>
          <a:lstStyle/>
          <a:p>
            <a:r>
              <a:rPr lang="fr-FR" noProof="0" dirty="0">
                <a:latin typeface="Josefin Sans" panose="020B0604020202020204" charset="0"/>
              </a:rPr>
              <a:t>PLANNING FINANCES - </a:t>
            </a:r>
            <a:br>
              <a:rPr lang="fr-FR" noProof="0" dirty="0">
                <a:latin typeface="Josefin Sans" panose="020B0604020202020204" charset="0"/>
              </a:rPr>
            </a:br>
            <a:r>
              <a:rPr lang="fr-FR" b="0" dirty="0" err="1">
                <a:latin typeface="Josefin Sans" panose="020B0604020202020204" charset="0"/>
                <a:cs typeface="Arial" pitchFamily="2"/>
              </a:rPr>
              <a:t>Acquiring</a:t>
            </a:r>
            <a:r>
              <a:rPr lang="fr-FR" b="0" dirty="0">
                <a:latin typeface="Josefin Sans" panose="020B0604020202020204" charset="0"/>
                <a:cs typeface="Arial" pitchFamily="2"/>
              </a:rPr>
              <a:t> Finances </a:t>
            </a:r>
            <a:endParaRPr lang="fr-FR" b="0" noProof="0" dirty="0">
              <a:latin typeface="Josefin Sans" panose="020B0604020202020204" charset="0"/>
            </a:endParaRPr>
          </a:p>
        </p:txBody>
      </p:sp>
      <p:sp>
        <p:nvSpPr>
          <p:cNvPr id="3" name="Inhaltsplatzhalter 2"/>
          <p:cNvSpPr>
            <a:spLocks noGrp="1"/>
          </p:cNvSpPr>
          <p:nvPr>
            <p:ph idx="1"/>
          </p:nvPr>
        </p:nvSpPr>
        <p:spPr>
          <a:xfrm>
            <a:off x="-631115" y="4404630"/>
            <a:ext cx="13482917" cy="1785581"/>
          </a:xfrm>
        </p:spPr>
        <p:txBody>
          <a:bodyPr/>
          <a:lstStyle/>
          <a:p>
            <a:pPr marL="0" indent="0" algn="ctr">
              <a:buNone/>
            </a:pPr>
            <a:endParaRPr lang="fr-FR" dirty="0"/>
          </a:p>
          <a:p>
            <a:pPr marL="0" indent="0" algn="ctr">
              <a:buNone/>
            </a:pPr>
            <a:r>
              <a:rPr lang="fr-FR" dirty="0"/>
              <a:t>A </a:t>
            </a:r>
            <a:r>
              <a:rPr lang="fr-FR" dirty="0" err="1"/>
              <a:t>lack</a:t>
            </a:r>
            <a:r>
              <a:rPr lang="fr-FR" dirty="0"/>
              <a:t> of finances should not </a:t>
            </a:r>
            <a:r>
              <a:rPr lang="fr-FR" dirty="0" err="1"/>
              <a:t>discourge</a:t>
            </a:r>
            <a:r>
              <a:rPr lang="fr-FR" dirty="0"/>
              <a:t> </a:t>
            </a:r>
            <a:r>
              <a:rPr lang="fr-FR" dirty="0" err="1"/>
              <a:t>you</a:t>
            </a:r>
            <a:r>
              <a:rPr lang="fr-FR" dirty="0"/>
              <a:t>!</a:t>
            </a:r>
          </a:p>
          <a:p>
            <a:pPr algn="r"/>
            <a:endParaRPr lang="fr-FR" sz="2000" dirty="0"/>
          </a:p>
        </p:txBody>
      </p:sp>
      <p:grpSp>
        <p:nvGrpSpPr>
          <p:cNvPr id="6" name="Google Shape;9266;p64"/>
          <p:cNvGrpSpPr/>
          <p:nvPr/>
        </p:nvGrpSpPr>
        <p:grpSpPr>
          <a:xfrm>
            <a:off x="5021476" y="2414515"/>
            <a:ext cx="2177737" cy="1975415"/>
            <a:chOff x="7390435" y="3680868"/>
            <a:chExt cx="372073" cy="355243"/>
          </a:xfrm>
          <a:solidFill>
            <a:schemeClr val="tx1"/>
          </a:solidFill>
        </p:grpSpPr>
        <p:sp>
          <p:nvSpPr>
            <p:cNvPr id="7"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8"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9"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10"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11"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12"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pic>
        <p:nvPicPr>
          <p:cNvPr id="14" name="Grafik 13"/>
          <p:cNvPicPr>
            <a:picLocks noChangeAspect="1"/>
          </p:cNvPicPr>
          <p:nvPr/>
        </p:nvPicPr>
        <p:blipFill rotWithShape="1">
          <a:blip r:embed="rId3" cstate="email">
            <a:extLst>
              <a:ext uri="{28A0092B-C50C-407E-A947-70E740481C1C}">
                <a14:useLocalDpi xmlns:a14="http://schemas.microsoft.com/office/drawing/2010/main"/>
              </a:ext>
            </a:extLst>
          </a:blip>
          <a:srcRect b="12201"/>
          <a:stretch/>
        </p:blipFill>
        <p:spPr>
          <a:xfrm>
            <a:off x="10328264" y="134431"/>
            <a:ext cx="796937" cy="699708"/>
          </a:xfrm>
          <a:prstGeom prst="rect">
            <a:avLst/>
          </a:prstGeom>
        </p:spPr>
      </p:pic>
      <p:sp>
        <p:nvSpPr>
          <p:cNvPr id="15" name="Google Shape;9637;p65"/>
          <p:cNvSpPr/>
          <p:nvPr/>
        </p:nvSpPr>
        <p:spPr>
          <a:xfrm>
            <a:off x="11125200" y="164233"/>
            <a:ext cx="888685" cy="716300"/>
          </a:xfrm>
          <a:custGeom>
            <a:avLst/>
            <a:gdLst/>
            <a:ahLst/>
            <a:cxnLst/>
            <a:rect l="l" t="t" r="r" b="b"/>
            <a:pathLst>
              <a:path w="11967" h="9809" extrusionOk="0">
                <a:moveTo>
                  <a:pt x="8309" y="358"/>
                </a:moveTo>
                <a:cubicBezTo>
                  <a:pt x="8940" y="358"/>
                  <a:pt x="9663" y="469"/>
                  <a:pt x="10418" y="796"/>
                </a:cubicBezTo>
                <a:lnTo>
                  <a:pt x="10418" y="7796"/>
                </a:lnTo>
                <a:cubicBezTo>
                  <a:pt x="9723" y="7513"/>
                  <a:pt x="8997" y="7381"/>
                  <a:pt x="8289" y="7381"/>
                </a:cubicBezTo>
                <a:cubicBezTo>
                  <a:pt x="7542" y="7381"/>
                  <a:pt x="6816" y="7527"/>
                  <a:pt x="6168" y="7796"/>
                </a:cubicBezTo>
                <a:lnTo>
                  <a:pt x="6168" y="796"/>
                </a:lnTo>
                <a:cubicBezTo>
                  <a:pt x="6430" y="676"/>
                  <a:pt x="7238" y="358"/>
                  <a:pt x="8309" y="358"/>
                </a:cubicBezTo>
                <a:close/>
                <a:moveTo>
                  <a:pt x="3700" y="358"/>
                </a:moveTo>
                <a:cubicBezTo>
                  <a:pt x="4458" y="358"/>
                  <a:pt x="5191" y="513"/>
                  <a:pt x="5823" y="796"/>
                </a:cubicBezTo>
                <a:cubicBezTo>
                  <a:pt x="5811" y="1677"/>
                  <a:pt x="5811" y="6761"/>
                  <a:pt x="5811" y="7796"/>
                </a:cubicBezTo>
                <a:cubicBezTo>
                  <a:pt x="5418" y="7642"/>
                  <a:pt x="4656" y="7392"/>
                  <a:pt x="3668" y="7392"/>
                </a:cubicBezTo>
                <a:cubicBezTo>
                  <a:pt x="2929" y="7392"/>
                  <a:pt x="2215" y="7523"/>
                  <a:pt x="1548" y="7808"/>
                </a:cubicBezTo>
                <a:lnTo>
                  <a:pt x="1548" y="3867"/>
                </a:lnTo>
                <a:cubicBezTo>
                  <a:pt x="1548" y="3760"/>
                  <a:pt x="1477" y="3689"/>
                  <a:pt x="1370" y="3689"/>
                </a:cubicBezTo>
                <a:cubicBezTo>
                  <a:pt x="1262" y="3689"/>
                  <a:pt x="1191" y="3760"/>
                  <a:pt x="1191" y="3867"/>
                </a:cubicBezTo>
                <a:lnTo>
                  <a:pt x="1191" y="7987"/>
                </a:lnTo>
                <a:cubicBezTo>
                  <a:pt x="1191" y="8118"/>
                  <a:pt x="1298" y="8225"/>
                  <a:pt x="1429" y="8225"/>
                </a:cubicBezTo>
                <a:cubicBezTo>
                  <a:pt x="1465" y="8225"/>
                  <a:pt x="1489" y="8225"/>
                  <a:pt x="1524" y="8213"/>
                </a:cubicBezTo>
                <a:cubicBezTo>
                  <a:pt x="2203" y="7916"/>
                  <a:pt x="2917" y="7761"/>
                  <a:pt x="3656" y="7761"/>
                </a:cubicBezTo>
                <a:cubicBezTo>
                  <a:pt x="4715" y="7761"/>
                  <a:pt x="5537" y="8070"/>
                  <a:pt x="5799" y="8189"/>
                </a:cubicBezTo>
                <a:lnTo>
                  <a:pt x="5799" y="8606"/>
                </a:lnTo>
                <a:lnTo>
                  <a:pt x="417" y="8606"/>
                </a:lnTo>
                <a:cubicBezTo>
                  <a:pt x="381" y="8606"/>
                  <a:pt x="358" y="8582"/>
                  <a:pt x="358" y="8547"/>
                </a:cubicBezTo>
                <a:lnTo>
                  <a:pt x="358" y="1248"/>
                </a:lnTo>
                <a:cubicBezTo>
                  <a:pt x="358" y="1212"/>
                  <a:pt x="381" y="1188"/>
                  <a:pt x="417" y="1188"/>
                </a:cubicBezTo>
                <a:lnTo>
                  <a:pt x="1203" y="1188"/>
                </a:lnTo>
                <a:lnTo>
                  <a:pt x="1203" y="3153"/>
                </a:lnTo>
                <a:cubicBezTo>
                  <a:pt x="1203" y="3248"/>
                  <a:pt x="1274" y="3332"/>
                  <a:pt x="1382" y="3332"/>
                </a:cubicBezTo>
                <a:cubicBezTo>
                  <a:pt x="1489" y="3332"/>
                  <a:pt x="1560" y="3248"/>
                  <a:pt x="1560" y="3153"/>
                </a:cubicBezTo>
                <a:lnTo>
                  <a:pt x="1560" y="796"/>
                </a:lnTo>
                <a:cubicBezTo>
                  <a:pt x="2253" y="495"/>
                  <a:pt x="2987" y="358"/>
                  <a:pt x="3700" y="358"/>
                </a:cubicBezTo>
                <a:close/>
                <a:moveTo>
                  <a:pt x="6608" y="7987"/>
                </a:moveTo>
                <a:lnTo>
                  <a:pt x="6608" y="9249"/>
                </a:lnTo>
                <a:lnTo>
                  <a:pt x="6501" y="9166"/>
                </a:lnTo>
                <a:cubicBezTo>
                  <a:pt x="6471" y="9136"/>
                  <a:pt x="6430" y="9121"/>
                  <a:pt x="6390" y="9121"/>
                </a:cubicBezTo>
                <a:cubicBezTo>
                  <a:pt x="6349" y="9121"/>
                  <a:pt x="6311" y="9136"/>
                  <a:pt x="6287" y="9166"/>
                </a:cubicBezTo>
                <a:lnTo>
                  <a:pt x="6168" y="9261"/>
                </a:lnTo>
                <a:lnTo>
                  <a:pt x="6168" y="8166"/>
                </a:lnTo>
                <a:cubicBezTo>
                  <a:pt x="6251" y="8118"/>
                  <a:pt x="6418" y="8058"/>
                  <a:pt x="6608" y="7987"/>
                </a:cubicBezTo>
                <a:close/>
                <a:moveTo>
                  <a:pt x="8273" y="0"/>
                </a:moveTo>
                <a:cubicBezTo>
                  <a:pt x="7438" y="0"/>
                  <a:pt x="6643" y="178"/>
                  <a:pt x="5989" y="486"/>
                </a:cubicBezTo>
                <a:cubicBezTo>
                  <a:pt x="5715" y="367"/>
                  <a:pt x="4858" y="10"/>
                  <a:pt x="3668" y="10"/>
                </a:cubicBezTo>
                <a:cubicBezTo>
                  <a:pt x="2858" y="10"/>
                  <a:pt x="2072" y="176"/>
                  <a:pt x="1322" y="510"/>
                </a:cubicBezTo>
                <a:cubicBezTo>
                  <a:pt x="1143" y="593"/>
                  <a:pt x="1191" y="796"/>
                  <a:pt x="1191" y="843"/>
                </a:cubicBezTo>
                <a:lnTo>
                  <a:pt x="405" y="843"/>
                </a:lnTo>
                <a:cubicBezTo>
                  <a:pt x="179" y="843"/>
                  <a:pt x="0" y="1022"/>
                  <a:pt x="0" y="1248"/>
                </a:cubicBezTo>
                <a:lnTo>
                  <a:pt x="0" y="8535"/>
                </a:lnTo>
                <a:cubicBezTo>
                  <a:pt x="0" y="8761"/>
                  <a:pt x="179" y="8939"/>
                  <a:pt x="405" y="8939"/>
                </a:cubicBezTo>
                <a:lnTo>
                  <a:pt x="5811" y="8939"/>
                </a:lnTo>
                <a:lnTo>
                  <a:pt x="5811" y="9630"/>
                </a:lnTo>
                <a:cubicBezTo>
                  <a:pt x="5811" y="9740"/>
                  <a:pt x="5889" y="9808"/>
                  <a:pt x="5977" y="9808"/>
                </a:cubicBezTo>
                <a:cubicBezTo>
                  <a:pt x="6013" y="9808"/>
                  <a:pt x="6050" y="9797"/>
                  <a:pt x="6084" y="9773"/>
                </a:cubicBezTo>
                <a:lnTo>
                  <a:pt x="6382" y="9535"/>
                </a:lnTo>
                <a:cubicBezTo>
                  <a:pt x="6656" y="9737"/>
                  <a:pt x="6668" y="9809"/>
                  <a:pt x="6787" y="9809"/>
                </a:cubicBezTo>
                <a:cubicBezTo>
                  <a:pt x="6894" y="9809"/>
                  <a:pt x="6966" y="9737"/>
                  <a:pt x="6966" y="9630"/>
                </a:cubicBezTo>
                <a:lnTo>
                  <a:pt x="6966" y="8939"/>
                </a:lnTo>
                <a:lnTo>
                  <a:pt x="9335" y="8939"/>
                </a:lnTo>
                <a:cubicBezTo>
                  <a:pt x="9442" y="8939"/>
                  <a:pt x="9513" y="8856"/>
                  <a:pt x="9513" y="8761"/>
                </a:cubicBezTo>
                <a:cubicBezTo>
                  <a:pt x="9513" y="8654"/>
                  <a:pt x="9442" y="8582"/>
                  <a:pt x="9335" y="8582"/>
                </a:cubicBezTo>
                <a:lnTo>
                  <a:pt x="6966" y="8582"/>
                </a:lnTo>
                <a:lnTo>
                  <a:pt x="6966" y="7892"/>
                </a:lnTo>
                <a:cubicBezTo>
                  <a:pt x="7400" y="7783"/>
                  <a:pt x="7847" y="7728"/>
                  <a:pt x="8295" y="7728"/>
                </a:cubicBezTo>
                <a:cubicBezTo>
                  <a:pt x="9025" y="7728"/>
                  <a:pt x="9760" y="7875"/>
                  <a:pt x="10454" y="8177"/>
                </a:cubicBezTo>
                <a:cubicBezTo>
                  <a:pt x="10483" y="8192"/>
                  <a:pt x="10514" y="8199"/>
                  <a:pt x="10544" y="8199"/>
                </a:cubicBezTo>
                <a:cubicBezTo>
                  <a:pt x="10662" y="8199"/>
                  <a:pt x="10776" y="8096"/>
                  <a:pt x="10776" y="7963"/>
                </a:cubicBezTo>
                <a:lnTo>
                  <a:pt x="10776" y="1177"/>
                </a:lnTo>
                <a:lnTo>
                  <a:pt x="11561" y="1177"/>
                </a:lnTo>
                <a:cubicBezTo>
                  <a:pt x="11597" y="1177"/>
                  <a:pt x="11621" y="1212"/>
                  <a:pt x="11621" y="1236"/>
                </a:cubicBezTo>
                <a:lnTo>
                  <a:pt x="11621" y="8535"/>
                </a:lnTo>
                <a:cubicBezTo>
                  <a:pt x="11621" y="8570"/>
                  <a:pt x="11597" y="8594"/>
                  <a:pt x="11561" y="8594"/>
                </a:cubicBezTo>
                <a:lnTo>
                  <a:pt x="10049" y="8594"/>
                </a:lnTo>
                <a:cubicBezTo>
                  <a:pt x="9942" y="8594"/>
                  <a:pt x="9871" y="8666"/>
                  <a:pt x="9871" y="8773"/>
                </a:cubicBezTo>
                <a:cubicBezTo>
                  <a:pt x="9871" y="8880"/>
                  <a:pt x="9942" y="8951"/>
                  <a:pt x="10049" y="8951"/>
                </a:cubicBezTo>
                <a:lnTo>
                  <a:pt x="11561" y="8951"/>
                </a:lnTo>
                <a:cubicBezTo>
                  <a:pt x="11788" y="8951"/>
                  <a:pt x="11966" y="8773"/>
                  <a:pt x="11966" y="8547"/>
                </a:cubicBezTo>
                <a:lnTo>
                  <a:pt x="11966" y="1236"/>
                </a:lnTo>
                <a:cubicBezTo>
                  <a:pt x="11954" y="998"/>
                  <a:pt x="11776" y="831"/>
                  <a:pt x="11549" y="831"/>
                </a:cubicBezTo>
                <a:lnTo>
                  <a:pt x="10764" y="831"/>
                </a:lnTo>
                <a:cubicBezTo>
                  <a:pt x="10752" y="784"/>
                  <a:pt x="10811" y="581"/>
                  <a:pt x="10633" y="498"/>
                </a:cubicBezTo>
                <a:cubicBezTo>
                  <a:pt x="9864" y="154"/>
                  <a:pt x="9051" y="0"/>
                  <a:pt x="8273" y="0"/>
                </a:cubicBezTo>
                <a:close/>
              </a:path>
            </a:pathLst>
          </a:custGeom>
          <a:solidFill>
            <a:srgbClr val="000000"/>
          </a:solidFill>
          <a:ln w="3175">
            <a:noFill/>
          </a:ln>
        </p:spPr>
        <p:txBody>
          <a:bodyPr spcFirstLastPara="1" wrap="square" lIns="121900" tIns="121900" rIns="121900" bIns="121900" anchor="ctr" anchorCtr="0">
            <a:noAutofit/>
          </a:bodyPr>
          <a:lstStyle/>
          <a:p>
            <a:endParaRPr sz="2400"/>
          </a:p>
        </p:txBody>
      </p:sp>
    </p:spTree>
    <p:extLst>
      <p:ext uri="{BB962C8B-B14F-4D97-AF65-F5344CB8AC3E}">
        <p14:creationId xmlns:p14="http://schemas.microsoft.com/office/powerpoint/2010/main" val="927687366"/>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85" name="Google Shape;685;p29"/>
          <p:cNvSpPr txBox="1">
            <a:spLocks noGrp="1"/>
          </p:cNvSpPr>
          <p:nvPr>
            <p:ph type="ctrTitle" idx="4"/>
          </p:nvPr>
        </p:nvSpPr>
        <p:spPr>
          <a:xfrm>
            <a:off x="971568" y="856624"/>
            <a:ext cx="5286400" cy="3631441"/>
          </a:xfrm>
          <a:prstGeom prst="rect">
            <a:avLst/>
          </a:prstGeom>
        </p:spPr>
        <p:txBody>
          <a:bodyPr spcFirstLastPara="1" vert="horz" wrap="square" lIns="121900" tIns="121900" rIns="121900" bIns="121900" rtlCol="0" anchor="t" anchorCtr="0">
            <a:noAutofit/>
          </a:bodyPr>
          <a:lstStyle/>
          <a:p>
            <a:pPr algn="l">
              <a:spcBef>
                <a:spcPct val="50000"/>
              </a:spcBef>
            </a:pPr>
            <a:r>
              <a:rPr lang="fr-BE" sz="3200" dirty="0"/>
              <a:t>SELF-ASSESSMENT QUESTIONNAIRE "Acquiring finances</a:t>
            </a:r>
            <a:br>
              <a:rPr lang="fr-BE" sz="3200" dirty="0"/>
            </a:br>
            <a:br>
              <a:rPr lang="fr-BE" sz="3200" dirty="0"/>
            </a:br>
            <a:endParaRPr lang="fr-BE" sz="3200" dirty="0"/>
          </a:p>
        </p:txBody>
      </p:sp>
      <p:sp>
        <p:nvSpPr>
          <p:cNvPr id="686" name="Google Shape;686;p29"/>
          <p:cNvSpPr/>
          <p:nvPr/>
        </p:nvSpPr>
        <p:spPr>
          <a:xfrm>
            <a:off x="11569833" y="1049867"/>
            <a:ext cx="244409" cy="5393733"/>
          </a:xfrm>
          <a:prstGeom prst="rect">
            <a:avLst/>
          </a:prstGeom>
          <a:solidFill>
            <a:schemeClr val="bg1">
              <a:lumMod val="75000"/>
            </a:schemeClr>
          </a:solidFill>
          <a:ln>
            <a:noFill/>
          </a:ln>
        </p:spPr>
        <p:txBody>
          <a:bodyPr spcFirstLastPara="1" wrap="square" lIns="121900" tIns="121900" rIns="121900" bIns="121900" anchor="ctr" anchorCtr="0">
            <a:noAutofit/>
          </a:bodyPr>
          <a:lstStyle/>
          <a:p>
            <a:endParaRPr sz="2400"/>
          </a:p>
        </p:txBody>
      </p:sp>
      <p:sp>
        <p:nvSpPr>
          <p:cNvPr id="2" name="Textfeld 1"/>
          <p:cNvSpPr txBox="1"/>
          <p:nvPr/>
        </p:nvSpPr>
        <p:spPr>
          <a:xfrm>
            <a:off x="965297" y="3003987"/>
            <a:ext cx="5047320" cy="1200329"/>
          </a:xfrm>
          <a:prstGeom prst="rect">
            <a:avLst/>
          </a:prstGeom>
          <a:noFill/>
        </p:spPr>
        <p:txBody>
          <a:bodyPr wrap="square" rtlCol="0">
            <a:spAutoFit/>
          </a:bodyPr>
          <a:lstStyle/>
          <a:p>
            <a:r>
              <a:rPr lang="fr-FR" sz="2400" dirty="0">
                <a:latin typeface="Poppins Light" panose="020B0604020202020204" charset="0"/>
                <a:cs typeface="Poppins Light" panose="020B0604020202020204" charset="0"/>
              </a:rPr>
              <a:t>Take the 'Acquiring Finances' self-assessment questionnaire and tick the appropriate box.</a:t>
            </a:r>
          </a:p>
        </p:txBody>
      </p:sp>
      <p:grpSp>
        <p:nvGrpSpPr>
          <p:cNvPr id="176" name="Google Shape;9266;p64"/>
          <p:cNvGrpSpPr/>
          <p:nvPr/>
        </p:nvGrpSpPr>
        <p:grpSpPr>
          <a:xfrm>
            <a:off x="10160475" y="187972"/>
            <a:ext cx="922960" cy="787195"/>
            <a:chOff x="7390435" y="3680868"/>
            <a:chExt cx="372073" cy="355243"/>
          </a:xfrm>
          <a:solidFill>
            <a:schemeClr val="tx1"/>
          </a:solidFill>
        </p:grpSpPr>
        <p:sp>
          <p:nvSpPr>
            <p:cNvPr id="177"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178"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179"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180"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181"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182"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83" name="Gruppieren 182"/>
          <p:cNvGrpSpPr/>
          <p:nvPr/>
        </p:nvGrpSpPr>
        <p:grpSpPr>
          <a:xfrm>
            <a:off x="130117" y="162554"/>
            <a:ext cx="972127" cy="933014"/>
            <a:chOff x="97587" y="121915"/>
            <a:chExt cx="729095" cy="699761"/>
          </a:xfrm>
        </p:grpSpPr>
        <p:grpSp>
          <p:nvGrpSpPr>
            <p:cNvPr id="184" name="Gruppieren 183"/>
            <p:cNvGrpSpPr/>
            <p:nvPr/>
          </p:nvGrpSpPr>
          <p:grpSpPr>
            <a:xfrm>
              <a:off x="97587" y="121915"/>
              <a:ext cx="729095" cy="601507"/>
              <a:chOff x="2016744" y="-182666"/>
              <a:chExt cx="5143500" cy="4481945"/>
            </a:xfrm>
          </p:grpSpPr>
          <p:pic>
            <p:nvPicPr>
              <p:cNvPr id="188" name="Grafik 187"/>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2016744" y="-182666"/>
                <a:ext cx="5143500" cy="4481945"/>
              </a:xfrm>
              <a:prstGeom prst="rect">
                <a:avLst/>
              </a:prstGeom>
            </p:spPr>
          </p:pic>
          <p:sp>
            <p:nvSpPr>
              <p:cNvPr id="189" name="Rechteck 188"/>
              <p:cNvSpPr/>
              <p:nvPr userDrawn="1"/>
            </p:nvSpPr>
            <p:spPr>
              <a:xfrm>
                <a:off x="3263729" y="657940"/>
                <a:ext cx="777978" cy="303812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
          <p:nvSpPr>
            <p:cNvPr id="185" name="Rechteck 184"/>
            <p:cNvSpPr/>
            <p:nvPr/>
          </p:nvSpPr>
          <p:spPr>
            <a:xfrm>
              <a:off x="350038" y="269215"/>
              <a:ext cx="307596"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sp>
          <p:nvSpPr>
            <p:cNvPr id="186" name="Rechteck 185"/>
            <p:cNvSpPr/>
            <p:nvPr/>
          </p:nvSpPr>
          <p:spPr>
            <a:xfrm>
              <a:off x="384628" y="314934"/>
              <a:ext cx="273005" cy="327533"/>
            </a:xfrm>
            <a:prstGeom prst="rect">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187" name="Textfeld 186"/>
            <p:cNvSpPr txBox="1"/>
            <p:nvPr/>
          </p:nvSpPr>
          <p:spPr>
            <a:xfrm>
              <a:off x="109379" y="198428"/>
              <a:ext cx="689390" cy="623248"/>
            </a:xfrm>
            <a:prstGeom prst="rect">
              <a:avLst/>
            </a:prstGeom>
            <a:noFill/>
          </p:spPr>
          <p:txBody>
            <a:bodyPr wrap="square" rtlCol="0">
              <a:spAutoFit/>
            </a:bodyPr>
            <a:lstStyle/>
            <a:p>
              <a:pPr algn="ctr"/>
              <a:r>
                <a:rPr lang="de-DE" sz="2400" dirty="0">
                  <a:latin typeface="Poppins" panose="020B0604020202020204" charset="0"/>
                  <a:cs typeface="Poppins" panose="020B0604020202020204" charset="0"/>
                </a:rPr>
                <a:t>WS 23</a:t>
              </a:r>
              <a:endParaRPr lang="en-GB" sz="2400" dirty="0">
                <a:latin typeface="Poppins" panose="020B0604020202020204" charset="0"/>
                <a:cs typeface="Poppins" panose="020B0604020202020204" charset="0"/>
              </a:endParaRPr>
            </a:p>
          </p:txBody>
        </p:sp>
      </p:grpSp>
      <p:pic>
        <p:nvPicPr>
          <p:cNvPr id="174" name="Grafik 173"/>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1249603" y="136417"/>
            <a:ext cx="782367" cy="682999"/>
          </a:xfrm>
          <a:prstGeom prst="rect">
            <a:avLst/>
          </a:prstGeom>
        </p:spPr>
      </p:pic>
      <p:grpSp>
        <p:nvGrpSpPr>
          <p:cNvPr id="195" name="Google Shape;8797;p63"/>
          <p:cNvGrpSpPr/>
          <p:nvPr/>
        </p:nvGrpSpPr>
        <p:grpSpPr>
          <a:xfrm>
            <a:off x="288514" y="1137524"/>
            <a:ext cx="197108" cy="389321"/>
            <a:chOff x="3527539" y="4476677"/>
            <a:chExt cx="159232" cy="314510"/>
          </a:xfrm>
          <a:solidFill>
            <a:srgbClr val="000000"/>
          </a:solidFill>
        </p:grpSpPr>
        <p:sp>
          <p:nvSpPr>
            <p:cNvPr id="196"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197"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687" name="Google Shape;687;p29"/>
          <p:cNvSpPr/>
          <p:nvPr/>
        </p:nvSpPr>
        <p:spPr>
          <a:xfrm>
            <a:off x="10871567" y="5398567"/>
            <a:ext cx="152400" cy="152400"/>
          </a:xfrm>
          <a:prstGeom prst="ellipse">
            <a:avLst/>
          </a:prstGeom>
          <a:solidFill>
            <a:srgbClr val="FFFFFF"/>
          </a:solidFill>
          <a:ln>
            <a:noFill/>
          </a:ln>
        </p:spPr>
        <p:txBody>
          <a:bodyPr spcFirstLastPara="1" wrap="square" lIns="121900" tIns="121900" rIns="121900" bIns="121900" anchor="ctr" anchorCtr="0">
            <a:noAutofit/>
          </a:bodyPr>
          <a:lstStyle/>
          <a:p>
            <a:endParaRPr sz="2400"/>
          </a:p>
        </p:txBody>
      </p:sp>
      <p:sp>
        <p:nvSpPr>
          <p:cNvPr id="46" name="Google Shape;3979;p60"/>
          <p:cNvSpPr/>
          <p:nvPr/>
        </p:nvSpPr>
        <p:spPr>
          <a:xfrm>
            <a:off x="6022058" y="6030755"/>
            <a:ext cx="154637" cy="306064"/>
          </a:xfrm>
          <a:custGeom>
            <a:avLst/>
            <a:gdLst/>
            <a:ahLst/>
            <a:cxnLst/>
            <a:rect l="l" t="t" r="r" b="b"/>
            <a:pathLst>
              <a:path w="1638" h="3242" extrusionOk="0">
                <a:moveTo>
                  <a:pt x="0" y="0"/>
                </a:moveTo>
                <a:lnTo>
                  <a:pt x="0" y="3242"/>
                </a:lnTo>
                <a:lnTo>
                  <a:pt x="752" y="3242"/>
                </a:lnTo>
                <a:cubicBezTo>
                  <a:pt x="702" y="2908"/>
                  <a:pt x="702" y="2557"/>
                  <a:pt x="752" y="2206"/>
                </a:cubicBezTo>
                <a:cubicBezTo>
                  <a:pt x="819" y="1822"/>
                  <a:pt x="1637" y="836"/>
                  <a:pt x="1604" y="0"/>
                </a:cubicBez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47" name="Google Shape;3980;p60"/>
          <p:cNvSpPr/>
          <p:nvPr/>
        </p:nvSpPr>
        <p:spPr>
          <a:xfrm>
            <a:off x="6588306" y="6030755"/>
            <a:ext cx="153127" cy="306064"/>
          </a:xfrm>
          <a:custGeom>
            <a:avLst/>
            <a:gdLst/>
            <a:ahLst/>
            <a:cxnLst/>
            <a:rect l="l" t="t" r="r" b="b"/>
            <a:pathLst>
              <a:path w="1622" h="3242" extrusionOk="0">
                <a:moveTo>
                  <a:pt x="0" y="0"/>
                </a:moveTo>
                <a:lnTo>
                  <a:pt x="0" y="3242"/>
                </a:lnTo>
                <a:lnTo>
                  <a:pt x="736" y="3242"/>
                </a:lnTo>
                <a:cubicBezTo>
                  <a:pt x="702" y="2908"/>
                  <a:pt x="702" y="2557"/>
                  <a:pt x="736" y="2206"/>
                </a:cubicBezTo>
                <a:cubicBezTo>
                  <a:pt x="819" y="1822"/>
                  <a:pt x="1621" y="836"/>
                  <a:pt x="1604" y="0"/>
                </a:cubicBez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48" name="Google Shape;3981;p60"/>
          <p:cNvSpPr/>
          <p:nvPr/>
        </p:nvSpPr>
        <p:spPr>
          <a:xfrm>
            <a:off x="6987359" y="6030755"/>
            <a:ext cx="154732" cy="306064"/>
          </a:xfrm>
          <a:custGeom>
            <a:avLst/>
            <a:gdLst/>
            <a:ahLst/>
            <a:cxnLst/>
            <a:rect l="l" t="t" r="r" b="b"/>
            <a:pathLst>
              <a:path w="1639" h="3242" extrusionOk="0">
                <a:moveTo>
                  <a:pt x="17" y="0"/>
                </a:moveTo>
                <a:cubicBezTo>
                  <a:pt x="1" y="836"/>
                  <a:pt x="819" y="1822"/>
                  <a:pt x="886" y="2206"/>
                </a:cubicBezTo>
                <a:cubicBezTo>
                  <a:pt x="920" y="2557"/>
                  <a:pt x="920" y="2908"/>
                  <a:pt x="886" y="3242"/>
                </a:cubicBezTo>
                <a:lnTo>
                  <a:pt x="1638" y="3242"/>
                </a:lnTo>
                <a:lnTo>
                  <a:pt x="1638" y="0"/>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49" name="Google Shape;3982;p60"/>
          <p:cNvSpPr/>
          <p:nvPr/>
        </p:nvSpPr>
        <p:spPr>
          <a:xfrm>
            <a:off x="7477987" y="6030755"/>
            <a:ext cx="154637" cy="306064"/>
          </a:xfrm>
          <a:custGeom>
            <a:avLst/>
            <a:gdLst/>
            <a:ahLst/>
            <a:cxnLst/>
            <a:rect l="l" t="t" r="r" b="b"/>
            <a:pathLst>
              <a:path w="1638" h="3242" extrusionOk="0">
                <a:moveTo>
                  <a:pt x="17" y="0"/>
                </a:moveTo>
                <a:cubicBezTo>
                  <a:pt x="0" y="836"/>
                  <a:pt x="802" y="1822"/>
                  <a:pt x="886" y="2206"/>
                </a:cubicBezTo>
                <a:cubicBezTo>
                  <a:pt x="919" y="2557"/>
                  <a:pt x="919" y="2908"/>
                  <a:pt x="886" y="3242"/>
                </a:cubicBezTo>
                <a:lnTo>
                  <a:pt x="1637" y="3242"/>
                </a:lnTo>
                <a:lnTo>
                  <a:pt x="1637" y="0"/>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50" name="Google Shape;3983;p60"/>
          <p:cNvSpPr/>
          <p:nvPr/>
        </p:nvSpPr>
        <p:spPr>
          <a:xfrm>
            <a:off x="5973155" y="4517993"/>
            <a:ext cx="1695720" cy="1522296"/>
          </a:xfrm>
          <a:custGeom>
            <a:avLst/>
            <a:gdLst/>
            <a:ahLst/>
            <a:cxnLst/>
            <a:rect l="l" t="t" r="r" b="b"/>
            <a:pathLst>
              <a:path w="17962" h="16125" extrusionOk="0">
                <a:moveTo>
                  <a:pt x="0" y="1"/>
                </a:moveTo>
                <a:lnTo>
                  <a:pt x="0" y="16125"/>
                </a:lnTo>
                <a:lnTo>
                  <a:pt x="17962" y="16125"/>
                </a:lnTo>
                <a:lnTo>
                  <a:pt x="17962" y="1"/>
                </a:lnTo>
                <a:close/>
              </a:path>
            </a:pathLst>
          </a:custGeom>
          <a:solidFill>
            <a:srgbClr val="F5F5F5"/>
          </a:solidFill>
          <a:ln>
            <a:noFill/>
          </a:ln>
        </p:spPr>
        <p:txBody>
          <a:bodyPr spcFirstLastPara="1" wrap="square" lIns="121900" tIns="121900" rIns="121900" bIns="121900" anchor="ctr" anchorCtr="0">
            <a:noAutofit/>
          </a:bodyPr>
          <a:lstStyle/>
          <a:p>
            <a:endParaRPr sz="2400"/>
          </a:p>
        </p:txBody>
      </p:sp>
      <p:sp>
        <p:nvSpPr>
          <p:cNvPr id="51" name="Google Shape;3984;p60"/>
          <p:cNvSpPr/>
          <p:nvPr/>
        </p:nvSpPr>
        <p:spPr>
          <a:xfrm>
            <a:off x="7212897" y="4517993"/>
            <a:ext cx="455980" cy="1522296"/>
          </a:xfrm>
          <a:custGeom>
            <a:avLst/>
            <a:gdLst/>
            <a:ahLst/>
            <a:cxnLst/>
            <a:rect l="l" t="t" r="r" b="b"/>
            <a:pathLst>
              <a:path w="4830" h="16125" extrusionOk="0">
                <a:moveTo>
                  <a:pt x="1" y="1"/>
                </a:moveTo>
                <a:lnTo>
                  <a:pt x="135" y="16125"/>
                </a:lnTo>
                <a:lnTo>
                  <a:pt x="4830" y="16125"/>
                </a:lnTo>
                <a:lnTo>
                  <a:pt x="4830" y="1"/>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52" name="Google Shape;3985;p60"/>
          <p:cNvSpPr/>
          <p:nvPr/>
        </p:nvSpPr>
        <p:spPr>
          <a:xfrm>
            <a:off x="6050379" y="4630055"/>
            <a:ext cx="1088503" cy="386499"/>
          </a:xfrm>
          <a:custGeom>
            <a:avLst/>
            <a:gdLst/>
            <a:ahLst/>
            <a:cxnLst/>
            <a:rect l="l" t="t" r="r" b="b"/>
            <a:pathLst>
              <a:path w="11530" h="4094" extrusionOk="0">
                <a:moveTo>
                  <a:pt x="1" y="0"/>
                </a:moveTo>
                <a:lnTo>
                  <a:pt x="1" y="4094"/>
                </a:lnTo>
                <a:lnTo>
                  <a:pt x="11530" y="4094"/>
                </a:lnTo>
                <a:lnTo>
                  <a:pt x="11530" y="0"/>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53" name="Google Shape;3986;p60"/>
          <p:cNvSpPr/>
          <p:nvPr/>
        </p:nvSpPr>
        <p:spPr>
          <a:xfrm>
            <a:off x="6050379" y="5093776"/>
            <a:ext cx="1088503" cy="388104"/>
          </a:xfrm>
          <a:custGeom>
            <a:avLst/>
            <a:gdLst/>
            <a:ahLst/>
            <a:cxnLst/>
            <a:rect l="l" t="t" r="r" b="b"/>
            <a:pathLst>
              <a:path w="11530" h="4111" extrusionOk="0">
                <a:moveTo>
                  <a:pt x="1" y="0"/>
                </a:moveTo>
                <a:lnTo>
                  <a:pt x="1" y="4111"/>
                </a:lnTo>
                <a:lnTo>
                  <a:pt x="11530" y="4111"/>
                </a:lnTo>
                <a:lnTo>
                  <a:pt x="11530" y="0"/>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54" name="Google Shape;3987;p60"/>
          <p:cNvSpPr/>
          <p:nvPr/>
        </p:nvSpPr>
        <p:spPr>
          <a:xfrm>
            <a:off x="6050379" y="5559104"/>
            <a:ext cx="1088503" cy="388104"/>
          </a:xfrm>
          <a:custGeom>
            <a:avLst/>
            <a:gdLst/>
            <a:ahLst/>
            <a:cxnLst/>
            <a:rect l="l" t="t" r="r" b="b"/>
            <a:pathLst>
              <a:path w="11530" h="4111" extrusionOk="0">
                <a:moveTo>
                  <a:pt x="1" y="0"/>
                </a:moveTo>
                <a:lnTo>
                  <a:pt x="1" y="4111"/>
                </a:lnTo>
                <a:lnTo>
                  <a:pt x="11530" y="4111"/>
                </a:lnTo>
                <a:lnTo>
                  <a:pt x="11530" y="0"/>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55" name="Google Shape;3988;p60"/>
          <p:cNvSpPr/>
          <p:nvPr/>
        </p:nvSpPr>
        <p:spPr>
          <a:xfrm>
            <a:off x="6419509" y="4079479"/>
            <a:ext cx="651591" cy="437101"/>
          </a:xfrm>
          <a:custGeom>
            <a:avLst/>
            <a:gdLst/>
            <a:ahLst/>
            <a:cxnLst/>
            <a:rect l="l" t="t" r="r" b="b"/>
            <a:pathLst>
              <a:path w="6902" h="4630" extrusionOk="0">
                <a:moveTo>
                  <a:pt x="502" y="1"/>
                </a:moveTo>
                <a:lnTo>
                  <a:pt x="1" y="4629"/>
                </a:lnTo>
                <a:lnTo>
                  <a:pt x="6383" y="4629"/>
                </a:lnTo>
                <a:lnTo>
                  <a:pt x="6901" y="1"/>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56" name="Google Shape;3989;p60"/>
          <p:cNvSpPr/>
          <p:nvPr/>
        </p:nvSpPr>
        <p:spPr>
          <a:xfrm>
            <a:off x="6446319" y="4111106"/>
            <a:ext cx="586923" cy="381777"/>
          </a:xfrm>
          <a:custGeom>
            <a:avLst/>
            <a:gdLst/>
            <a:ahLst/>
            <a:cxnLst/>
            <a:rect l="l" t="t" r="r" b="b"/>
            <a:pathLst>
              <a:path w="6217" h="4044" extrusionOk="0">
                <a:moveTo>
                  <a:pt x="485" y="0"/>
                </a:moveTo>
                <a:lnTo>
                  <a:pt x="1" y="4043"/>
                </a:lnTo>
                <a:lnTo>
                  <a:pt x="5748" y="4043"/>
                </a:lnTo>
                <a:lnTo>
                  <a:pt x="6216"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7" name="Google Shape;3990;p60"/>
          <p:cNvSpPr/>
          <p:nvPr/>
        </p:nvSpPr>
        <p:spPr>
          <a:xfrm>
            <a:off x="6555167" y="4175772"/>
            <a:ext cx="359783" cy="252443"/>
          </a:xfrm>
          <a:custGeom>
            <a:avLst/>
            <a:gdLst/>
            <a:ahLst/>
            <a:cxnLst/>
            <a:rect l="l" t="t" r="r" b="b"/>
            <a:pathLst>
              <a:path w="3811" h="2674" extrusionOk="0">
                <a:moveTo>
                  <a:pt x="301" y="0"/>
                </a:moveTo>
                <a:lnTo>
                  <a:pt x="1" y="2673"/>
                </a:lnTo>
                <a:lnTo>
                  <a:pt x="3626" y="2673"/>
                </a:lnTo>
                <a:lnTo>
                  <a:pt x="3810" y="0"/>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58" name="Google Shape;3991;p60"/>
          <p:cNvSpPr/>
          <p:nvPr/>
        </p:nvSpPr>
        <p:spPr>
          <a:xfrm>
            <a:off x="7022101" y="4267251"/>
            <a:ext cx="153032" cy="250837"/>
          </a:xfrm>
          <a:custGeom>
            <a:avLst/>
            <a:gdLst/>
            <a:ahLst/>
            <a:cxnLst/>
            <a:rect l="l" t="t" r="r" b="b"/>
            <a:pathLst>
              <a:path w="1621" h="2657" extrusionOk="0">
                <a:moveTo>
                  <a:pt x="301" y="0"/>
                </a:moveTo>
                <a:lnTo>
                  <a:pt x="0" y="2640"/>
                </a:lnTo>
                <a:lnTo>
                  <a:pt x="1621" y="2657"/>
                </a:lnTo>
                <a:lnTo>
                  <a:pt x="301" y="0"/>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59" name="Google Shape;3992;p60"/>
          <p:cNvSpPr/>
          <p:nvPr/>
        </p:nvSpPr>
        <p:spPr>
          <a:xfrm>
            <a:off x="6541009" y="4803571"/>
            <a:ext cx="93084" cy="79772"/>
          </a:xfrm>
          <a:custGeom>
            <a:avLst/>
            <a:gdLst/>
            <a:ahLst/>
            <a:cxnLst/>
            <a:rect l="l" t="t" r="r" b="b"/>
            <a:pathLst>
              <a:path w="986" h="845" extrusionOk="0">
                <a:moveTo>
                  <a:pt x="568" y="0"/>
                </a:moveTo>
                <a:cubicBezTo>
                  <a:pt x="184" y="0"/>
                  <a:pt x="0" y="451"/>
                  <a:pt x="267" y="719"/>
                </a:cubicBezTo>
                <a:cubicBezTo>
                  <a:pt x="355" y="806"/>
                  <a:pt x="461" y="845"/>
                  <a:pt x="565" y="845"/>
                </a:cubicBezTo>
                <a:cubicBezTo>
                  <a:pt x="781" y="845"/>
                  <a:pt x="986" y="677"/>
                  <a:pt x="986" y="418"/>
                </a:cubicBezTo>
                <a:cubicBezTo>
                  <a:pt x="986" y="184"/>
                  <a:pt x="802" y="0"/>
                  <a:pt x="568" y="0"/>
                </a:cubicBez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60" name="Google Shape;3993;p60"/>
          <p:cNvSpPr/>
          <p:nvPr/>
        </p:nvSpPr>
        <p:spPr>
          <a:xfrm>
            <a:off x="6541009" y="5273620"/>
            <a:ext cx="93084" cy="79489"/>
          </a:xfrm>
          <a:custGeom>
            <a:avLst/>
            <a:gdLst/>
            <a:ahLst/>
            <a:cxnLst/>
            <a:rect l="l" t="t" r="r" b="b"/>
            <a:pathLst>
              <a:path w="986" h="842" extrusionOk="0">
                <a:moveTo>
                  <a:pt x="568" y="0"/>
                </a:moveTo>
                <a:cubicBezTo>
                  <a:pt x="184" y="0"/>
                  <a:pt x="0" y="451"/>
                  <a:pt x="267" y="719"/>
                </a:cubicBezTo>
                <a:cubicBezTo>
                  <a:pt x="353" y="804"/>
                  <a:pt x="456" y="841"/>
                  <a:pt x="558" y="841"/>
                </a:cubicBezTo>
                <a:cubicBezTo>
                  <a:pt x="776" y="841"/>
                  <a:pt x="986" y="669"/>
                  <a:pt x="986" y="418"/>
                </a:cubicBezTo>
                <a:cubicBezTo>
                  <a:pt x="986" y="184"/>
                  <a:pt x="802" y="0"/>
                  <a:pt x="568" y="0"/>
                </a:cubicBez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61" name="Google Shape;3994;p60"/>
          <p:cNvSpPr/>
          <p:nvPr/>
        </p:nvSpPr>
        <p:spPr>
          <a:xfrm>
            <a:off x="6541009" y="5742064"/>
            <a:ext cx="93084" cy="79867"/>
          </a:xfrm>
          <a:custGeom>
            <a:avLst/>
            <a:gdLst/>
            <a:ahLst/>
            <a:cxnLst/>
            <a:rect l="l" t="t" r="r" b="b"/>
            <a:pathLst>
              <a:path w="986" h="846" extrusionOk="0">
                <a:moveTo>
                  <a:pt x="568" y="1"/>
                </a:moveTo>
                <a:cubicBezTo>
                  <a:pt x="184" y="1"/>
                  <a:pt x="0" y="452"/>
                  <a:pt x="267" y="719"/>
                </a:cubicBezTo>
                <a:cubicBezTo>
                  <a:pt x="355" y="806"/>
                  <a:pt x="461" y="845"/>
                  <a:pt x="565" y="845"/>
                </a:cubicBezTo>
                <a:cubicBezTo>
                  <a:pt x="781" y="845"/>
                  <a:pt x="986" y="677"/>
                  <a:pt x="986" y="418"/>
                </a:cubicBezTo>
                <a:cubicBezTo>
                  <a:pt x="986" y="184"/>
                  <a:pt x="802" y="1"/>
                  <a:pt x="568" y="1"/>
                </a:cubicBez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62" name="Google Shape;3995;p60"/>
          <p:cNvSpPr/>
          <p:nvPr/>
        </p:nvSpPr>
        <p:spPr>
          <a:xfrm>
            <a:off x="6174995" y="2033605"/>
            <a:ext cx="989187" cy="1255695"/>
          </a:xfrm>
          <a:custGeom>
            <a:avLst/>
            <a:gdLst/>
            <a:ahLst/>
            <a:cxnLst/>
            <a:rect l="l" t="t" r="r" b="b"/>
            <a:pathLst>
              <a:path w="10478" h="13301" extrusionOk="0">
                <a:moveTo>
                  <a:pt x="1" y="1"/>
                </a:moveTo>
                <a:lnTo>
                  <a:pt x="285" y="13267"/>
                </a:lnTo>
                <a:lnTo>
                  <a:pt x="10477" y="13301"/>
                </a:lnTo>
                <a:lnTo>
                  <a:pt x="10193" y="101"/>
                </a:lnTo>
                <a:lnTo>
                  <a:pt x="1" y="1"/>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63" name="Google Shape;3996;p60"/>
          <p:cNvSpPr/>
          <p:nvPr/>
        </p:nvSpPr>
        <p:spPr>
          <a:xfrm>
            <a:off x="6233340" y="2076276"/>
            <a:ext cx="866081" cy="1146843"/>
          </a:xfrm>
          <a:custGeom>
            <a:avLst/>
            <a:gdLst/>
            <a:ahLst/>
            <a:cxnLst/>
            <a:rect l="l" t="t" r="r" b="b"/>
            <a:pathLst>
              <a:path w="9174" h="12148" extrusionOk="0">
                <a:moveTo>
                  <a:pt x="1" y="0"/>
                </a:moveTo>
                <a:lnTo>
                  <a:pt x="252" y="12030"/>
                </a:lnTo>
                <a:lnTo>
                  <a:pt x="9174" y="12147"/>
                </a:lnTo>
                <a:lnTo>
                  <a:pt x="8907" y="234"/>
                </a:lnTo>
                <a:lnTo>
                  <a:pt x="1"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64" name="Google Shape;3997;p60"/>
          <p:cNvSpPr/>
          <p:nvPr/>
        </p:nvSpPr>
        <p:spPr>
          <a:xfrm>
            <a:off x="6372211" y="2259237"/>
            <a:ext cx="575783" cy="793481"/>
          </a:xfrm>
          <a:custGeom>
            <a:avLst/>
            <a:gdLst/>
            <a:ahLst/>
            <a:cxnLst/>
            <a:rect l="l" t="t" r="r" b="b"/>
            <a:pathLst>
              <a:path w="6099" h="8405" extrusionOk="0">
                <a:moveTo>
                  <a:pt x="0" y="0"/>
                </a:moveTo>
                <a:lnTo>
                  <a:pt x="184" y="8405"/>
                </a:lnTo>
                <a:lnTo>
                  <a:pt x="6099" y="8288"/>
                </a:lnTo>
                <a:lnTo>
                  <a:pt x="5915" y="100"/>
                </a:lnTo>
                <a:lnTo>
                  <a:pt x="0" y="0"/>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65" name="Google Shape;3998;p60"/>
          <p:cNvSpPr/>
          <p:nvPr/>
        </p:nvSpPr>
        <p:spPr>
          <a:xfrm>
            <a:off x="6372211" y="2259237"/>
            <a:ext cx="566341" cy="793481"/>
          </a:xfrm>
          <a:custGeom>
            <a:avLst/>
            <a:gdLst/>
            <a:ahLst/>
            <a:cxnLst/>
            <a:rect l="l" t="t" r="r" b="b"/>
            <a:pathLst>
              <a:path w="5999" h="8405" extrusionOk="0">
                <a:moveTo>
                  <a:pt x="0" y="0"/>
                </a:moveTo>
                <a:lnTo>
                  <a:pt x="184" y="8405"/>
                </a:lnTo>
                <a:lnTo>
                  <a:pt x="5999" y="3960"/>
                </a:lnTo>
                <a:lnTo>
                  <a:pt x="0" y="0"/>
                </a:lnTo>
                <a:close/>
              </a:path>
            </a:pathLst>
          </a:custGeom>
          <a:solidFill>
            <a:srgbClr val="F5F5F5"/>
          </a:solidFill>
          <a:ln>
            <a:noFill/>
          </a:ln>
        </p:spPr>
        <p:txBody>
          <a:bodyPr spcFirstLastPara="1" wrap="square" lIns="121900" tIns="121900" rIns="121900" bIns="121900" anchor="ctr" anchorCtr="0">
            <a:noAutofit/>
          </a:bodyPr>
          <a:lstStyle/>
          <a:p>
            <a:endParaRPr sz="2400"/>
          </a:p>
        </p:txBody>
      </p:sp>
      <p:sp>
        <p:nvSpPr>
          <p:cNvPr id="66" name="Google Shape;3999;p60"/>
          <p:cNvSpPr/>
          <p:nvPr/>
        </p:nvSpPr>
        <p:spPr>
          <a:xfrm>
            <a:off x="10430820" y="1380601"/>
            <a:ext cx="866081" cy="1102663"/>
          </a:xfrm>
          <a:custGeom>
            <a:avLst/>
            <a:gdLst/>
            <a:ahLst/>
            <a:cxnLst/>
            <a:rect l="l" t="t" r="r" b="b"/>
            <a:pathLst>
              <a:path w="9174" h="11680" extrusionOk="0">
                <a:moveTo>
                  <a:pt x="0" y="1"/>
                </a:moveTo>
                <a:lnTo>
                  <a:pt x="234" y="11646"/>
                </a:lnTo>
                <a:lnTo>
                  <a:pt x="9173" y="11680"/>
                </a:lnTo>
                <a:lnTo>
                  <a:pt x="9173" y="11680"/>
                </a:lnTo>
                <a:lnTo>
                  <a:pt x="8923" y="101"/>
                </a:lnTo>
                <a:lnTo>
                  <a:pt x="0" y="1"/>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67" name="Google Shape;4000;p60"/>
          <p:cNvSpPr/>
          <p:nvPr/>
        </p:nvSpPr>
        <p:spPr>
          <a:xfrm>
            <a:off x="10481327" y="1418457"/>
            <a:ext cx="758741" cy="1006463"/>
          </a:xfrm>
          <a:custGeom>
            <a:avLst/>
            <a:gdLst/>
            <a:ahLst/>
            <a:cxnLst/>
            <a:rect l="l" t="t" r="r" b="b"/>
            <a:pathLst>
              <a:path w="8037" h="10661" extrusionOk="0">
                <a:moveTo>
                  <a:pt x="0" y="1"/>
                </a:moveTo>
                <a:lnTo>
                  <a:pt x="217" y="10560"/>
                </a:lnTo>
                <a:lnTo>
                  <a:pt x="8037" y="10661"/>
                </a:lnTo>
                <a:lnTo>
                  <a:pt x="7820" y="218"/>
                </a:lnTo>
                <a:lnTo>
                  <a:pt x="0"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68" name="Google Shape;4001;p60"/>
          <p:cNvSpPr/>
          <p:nvPr/>
        </p:nvSpPr>
        <p:spPr>
          <a:xfrm>
            <a:off x="10602732" y="1579324"/>
            <a:ext cx="504883" cy="697376"/>
          </a:xfrm>
          <a:custGeom>
            <a:avLst/>
            <a:gdLst/>
            <a:ahLst/>
            <a:cxnLst/>
            <a:rect l="l" t="t" r="r" b="b"/>
            <a:pathLst>
              <a:path w="5348" h="7387" extrusionOk="0">
                <a:moveTo>
                  <a:pt x="1" y="1"/>
                </a:moveTo>
                <a:lnTo>
                  <a:pt x="168" y="7386"/>
                </a:lnTo>
                <a:lnTo>
                  <a:pt x="5347" y="7269"/>
                </a:lnTo>
                <a:lnTo>
                  <a:pt x="5197" y="84"/>
                </a:lnTo>
                <a:lnTo>
                  <a:pt x="1" y="1"/>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69" name="Google Shape;4002;p60"/>
          <p:cNvSpPr/>
          <p:nvPr/>
        </p:nvSpPr>
        <p:spPr>
          <a:xfrm>
            <a:off x="10602733" y="1579324"/>
            <a:ext cx="496953" cy="697376"/>
          </a:xfrm>
          <a:custGeom>
            <a:avLst/>
            <a:gdLst/>
            <a:ahLst/>
            <a:cxnLst/>
            <a:rect l="l" t="t" r="r" b="b"/>
            <a:pathLst>
              <a:path w="5264" h="7387" extrusionOk="0">
                <a:moveTo>
                  <a:pt x="1" y="1"/>
                </a:moveTo>
                <a:lnTo>
                  <a:pt x="168" y="7386"/>
                </a:lnTo>
                <a:lnTo>
                  <a:pt x="5264" y="3476"/>
                </a:lnTo>
                <a:lnTo>
                  <a:pt x="1" y="1"/>
                </a:lnTo>
                <a:close/>
              </a:path>
            </a:pathLst>
          </a:custGeom>
          <a:solidFill>
            <a:srgbClr val="F5F5F5"/>
          </a:solidFill>
          <a:ln>
            <a:noFill/>
          </a:ln>
        </p:spPr>
        <p:txBody>
          <a:bodyPr spcFirstLastPara="1" wrap="square" lIns="121900" tIns="121900" rIns="121900" bIns="121900" anchor="ctr" anchorCtr="0">
            <a:noAutofit/>
          </a:bodyPr>
          <a:lstStyle/>
          <a:p>
            <a:endParaRPr sz="2400"/>
          </a:p>
        </p:txBody>
      </p:sp>
      <p:sp>
        <p:nvSpPr>
          <p:cNvPr id="70" name="Google Shape;4003;p60"/>
          <p:cNvSpPr/>
          <p:nvPr/>
        </p:nvSpPr>
        <p:spPr>
          <a:xfrm>
            <a:off x="10325178" y="5521248"/>
            <a:ext cx="212980" cy="489117"/>
          </a:xfrm>
          <a:custGeom>
            <a:avLst/>
            <a:gdLst/>
            <a:ahLst/>
            <a:cxnLst/>
            <a:rect l="l" t="t" r="r" b="b"/>
            <a:pathLst>
              <a:path w="2256" h="5181" extrusionOk="0">
                <a:moveTo>
                  <a:pt x="33" y="0"/>
                </a:moveTo>
                <a:cubicBezTo>
                  <a:pt x="0" y="117"/>
                  <a:pt x="1337" y="5180"/>
                  <a:pt x="1337" y="5180"/>
                </a:cubicBezTo>
                <a:lnTo>
                  <a:pt x="2256" y="4996"/>
                </a:lnTo>
                <a:lnTo>
                  <a:pt x="986" y="0"/>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71" name="Google Shape;4004;p60"/>
          <p:cNvSpPr/>
          <p:nvPr/>
        </p:nvSpPr>
        <p:spPr>
          <a:xfrm>
            <a:off x="10825153" y="5453370"/>
            <a:ext cx="265091" cy="556996"/>
          </a:xfrm>
          <a:custGeom>
            <a:avLst/>
            <a:gdLst/>
            <a:ahLst/>
            <a:cxnLst/>
            <a:rect l="l" t="t" r="r" b="b"/>
            <a:pathLst>
              <a:path w="2808" h="5900" extrusionOk="0">
                <a:moveTo>
                  <a:pt x="1822" y="1"/>
                </a:moveTo>
                <a:lnTo>
                  <a:pt x="1" y="5899"/>
                </a:lnTo>
                <a:lnTo>
                  <a:pt x="1070" y="5899"/>
                </a:lnTo>
                <a:lnTo>
                  <a:pt x="2808" y="419"/>
                </a:lnTo>
                <a:lnTo>
                  <a:pt x="1822" y="1"/>
                </a:lnTo>
                <a:close/>
              </a:path>
            </a:pathLst>
          </a:custGeom>
          <a:solidFill>
            <a:srgbClr val="F5F5F5"/>
          </a:solidFill>
          <a:ln>
            <a:noFill/>
          </a:ln>
        </p:spPr>
        <p:txBody>
          <a:bodyPr spcFirstLastPara="1" wrap="square" lIns="121900" tIns="121900" rIns="121900" bIns="121900" anchor="ctr" anchorCtr="0">
            <a:noAutofit/>
          </a:bodyPr>
          <a:lstStyle/>
          <a:p>
            <a:endParaRPr sz="2400"/>
          </a:p>
        </p:txBody>
      </p:sp>
      <p:sp>
        <p:nvSpPr>
          <p:cNvPr id="72" name="Google Shape;4005;p60"/>
          <p:cNvSpPr/>
          <p:nvPr/>
        </p:nvSpPr>
        <p:spPr>
          <a:xfrm>
            <a:off x="10957699" y="5366706"/>
            <a:ext cx="291904" cy="643660"/>
          </a:xfrm>
          <a:custGeom>
            <a:avLst/>
            <a:gdLst/>
            <a:ahLst/>
            <a:cxnLst/>
            <a:rect l="l" t="t" r="r" b="b"/>
            <a:pathLst>
              <a:path w="3092" h="6818" extrusionOk="0">
                <a:moveTo>
                  <a:pt x="2089" y="0"/>
                </a:moveTo>
                <a:lnTo>
                  <a:pt x="0" y="6817"/>
                </a:lnTo>
                <a:lnTo>
                  <a:pt x="1069" y="6817"/>
                </a:lnTo>
                <a:lnTo>
                  <a:pt x="3091" y="434"/>
                </a:lnTo>
                <a:lnTo>
                  <a:pt x="2089" y="0"/>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73" name="Google Shape;4006;p60"/>
          <p:cNvSpPr/>
          <p:nvPr/>
        </p:nvSpPr>
        <p:spPr>
          <a:xfrm>
            <a:off x="10389846" y="5970809"/>
            <a:ext cx="700399" cy="348643"/>
          </a:xfrm>
          <a:custGeom>
            <a:avLst/>
            <a:gdLst/>
            <a:ahLst/>
            <a:cxnLst/>
            <a:rect l="l" t="t" r="r" b="b"/>
            <a:pathLst>
              <a:path w="7419" h="3693" extrusionOk="0">
                <a:moveTo>
                  <a:pt x="0" y="0"/>
                </a:moveTo>
                <a:lnTo>
                  <a:pt x="1069" y="3693"/>
                </a:lnTo>
                <a:lnTo>
                  <a:pt x="6433" y="3693"/>
                </a:lnTo>
                <a:lnTo>
                  <a:pt x="7419" y="0"/>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74" name="Google Shape;4007;p60"/>
          <p:cNvSpPr/>
          <p:nvPr/>
        </p:nvSpPr>
        <p:spPr>
          <a:xfrm>
            <a:off x="10399285" y="5251530"/>
            <a:ext cx="252443" cy="719373"/>
          </a:xfrm>
          <a:custGeom>
            <a:avLst/>
            <a:gdLst/>
            <a:ahLst/>
            <a:cxnLst/>
            <a:rect l="l" t="t" r="r" b="b"/>
            <a:pathLst>
              <a:path w="2674" h="7620" extrusionOk="0">
                <a:moveTo>
                  <a:pt x="0" y="0"/>
                </a:moveTo>
                <a:lnTo>
                  <a:pt x="17" y="50"/>
                </a:lnTo>
                <a:lnTo>
                  <a:pt x="1253" y="5431"/>
                </a:lnTo>
                <a:cubicBezTo>
                  <a:pt x="1404" y="6099"/>
                  <a:pt x="1538" y="6650"/>
                  <a:pt x="1621" y="7035"/>
                </a:cubicBezTo>
                <a:cubicBezTo>
                  <a:pt x="1671" y="7218"/>
                  <a:pt x="1705" y="7369"/>
                  <a:pt x="1721" y="7469"/>
                </a:cubicBezTo>
                <a:cubicBezTo>
                  <a:pt x="1738" y="7519"/>
                  <a:pt x="1755" y="7553"/>
                  <a:pt x="1755" y="7586"/>
                </a:cubicBezTo>
                <a:cubicBezTo>
                  <a:pt x="1755" y="7603"/>
                  <a:pt x="1771" y="7619"/>
                  <a:pt x="1771" y="7619"/>
                </a:cubicBezTo>
                <a:cubicBezTo>
                  <a:pt x="1771" y="7603"/>
                  <a:pt x="1771" y="7603"/>
                  <a:pt x="1771" y="7586"/>
                </a:cubicBezTo>
                <a:cubicBezTo>
                  <a:pt x="1755" y="7553"/>
                  <a:pt x="1755" y="7519"/>
                  <a:pt x="1738" y="7469"/>
                </a:cubicBezTo>
                <a:lnTo>
                  <a:pt x="1654" y="7035"/>
                </a:lnTo>
                <a:cubicBezTo>
                  <a:pt x="1554" y="6650"/>
                  <a:pt x="1437" y="6099"/>
                  <a:pt x="1287" y="5414"/>
                </a:cubicBezTo>
                <a:cubicBezTo>
                  <a:pt x="988" y="4051"/>
                  <a:pt x="556" y="2159"/>
                  <a:pt x="91" y="67"/>
                </a:cubicBezTo>
                <a:lnTo>
                  <a:pt x="956" y="67"/>
                </a:lnTo>
                <a:lnTo>
                  <a:pt x="2156" y="5431"/>
                </a:lnTo>
                <a:cubicBezTo>
                  <a:pt x="2306" y="6099"/>
                  <a:pt x="2440" y="6650"/>
                  <a:pt x="2523" y="7035"/>
                </a:cubicBezTo>
                <a:cubicBezTo>
                  <a:pt x="2573" y="7218"/>
                  <a:pt x="2607" y="7369"/>
                  <a:pt x="2624" y="7469"/>
                </a:cubicBezTo>
                <a:cubicBezTo>
                  <a:pt x="2640" y="7519"/>
                  <a:pt x="2657" y="7553"/>
                  <a:pt x="2657" y="7586"/>
                </a:cubicBezTo>
                <a:cubicBezTo>
                  <a:pt x="2657" y="7603"/>
                  <a:pt x="2657" y="7619"/>
                  <a:pt x="2674" y="7619"/>
                </a:cubicBezTo>
                <a:cubicBezTo>
                  <a:pt x="2674" y="7603"/>
                  <a:pt x="2674" y="7603"/>
                  <a:pt x="2674" y="7586"/>
                </a:cubicBezTo>
                <a:cubicBezTo>
                  <a:pt x="2657" y="7553"/>
                  <a:pt x="2657" y="7519"/>
                  <a:pt x="2640" y="7469"/>
                </a:cubicBezTo>
                <a:cubicBezTo>
                  <a:pt x="2624" y="7369"/>
                  <a:pt x="2590" y="7218"/>
                  <a:pt x="2557" y="7035"/>
                </a:cubicBezTo>
                <a:cubicBezTo>
                  <a:pt x="2473" y="6650"/>
                  <a:pt x="2356" y="6099"/>
                  <a:pt x="2206" y="5414"/>
                </a:cubicBezTo>
                <a:cubicBezTo>
                  <a:pt x="1905" y="4044"/>
                  <a:pt x="1487" y="2139"/>
                  <a:pt x="1020" y="34"/>
                </a:cubicBezTo>
                <a:lnTo>
                  <a:pt x="1020" y="0"/>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75" name="Google Shape;4008;p60"/>
          <p:cNvSpPr/>
          <p:nvPr/>
        </p:nvSpPr>
        <p:spPr>
          <a:xfrm>
            <a:off x="7272844" y="1768607"/>
            <a:ext cx="2964067" cy="4061912"/>
          </a:xfrm>
          <a:custGeom>
            <a:avLst/>
            <a:gdLst/>
            <a:ahLst/>
            <a:cxnLst/>
            <a:rect l="l" t="t" r="r" b="b"/>
            <a:pathLst>
              <a:path w="31397" h="43026" extrusionOk="0">
                <a:moveTo>
                  <a:pt x="1" y="1"/>
                </a:moveTo>
                <a:lnTo>
                  <a:pt x="1" y="43025"/>
                </a:lnTo>
                <a:lnTo>
                  <a:pt x="31396" y="43025"/>
                </a:lnTo>
                <a:lnTo>
                  <a:pt x="31396" y="1"/>
                </a:lnTo>
                <a:close/>
              </a:path>
            </a:pathLst>
          </a:custGeom>
          <a:solidFill>
            <a:srgbClr val="455A64"/>
          </a:solidFill>
          <a:ln>
            <a:noFill/>
          </a:ln>
        </p:spPr>
        <p:txBody>
          <a:bodyPr spcFirstLastPara="1" wrap="square" lIns="121900" tIns="121900" rIns="121900" bIns="121900" anchor="ctr" anchorCtr="0">
            <a:noAutofit/>
          </a:bodyPr>
          <a:lstStyle/>
          <a:p>
            <a:endParaRPr sz="2400"/>
          </a:p>
        </p:txBody>
      </p:sp>
      <p:sp>
        <p:nvSpPr>
          <p:cNvPr id="76" name="Google Shape;4009;p60"/>
          <p:cNvSpPr/>
          <p:nvPr/>
        </p:nvSpPr>
        <p:spPr>
          <a:xfrm>
            <a:off x="7520566" y="1932686"/>
            <a:ext cx="2599565" cy="3656441"/>
          </a:xfrm>
          <a:custGeom>
            <a:avLst/>
            <a:gdLst/>
            <a:ahLst/>
            <a:cxnLst/>
            <a:rect l="l" t="t" r="r" b="b"/>
            <a:pathLst>
              <a:path w="27536" h="38731" extrusionOk="0">
                <a:moveTo>
                  <a:pt x="0" y="1"/>
                </a:moveTo>
                <a:lnTo>
                  <a:pt x="0" y="38731"/>
                </a:lnTo>
                <a:lnTo>
                  <a:pt x="27536" y="38731"/>
                </a:lnTo>
                <a:lnTo>
                  <a:pt x="27536" y="33902"/>
                </a:lnTo>
                <a:lnTo>
                  <a:pt x="27536" y="1"/>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77" name="Google Shape;4010;p60"/>
          <p:cNvSpPr/>
          <p:nvPr/>
        </p:nvSpPr>
        <p:spPr>
          <a:xfrm>
            <a:off x="7501590" y="1883783"/>
            <a:ext cx="2577567" cy="3637560"/>
          </a:xfrm>
          <a:custGeom>
            <a:avLst/>
            <a:gdLst/>
            <a:ahLst/>
            <a:cxnLst/>
            <a:rect l="l" t="t" r="r" b="b"/>
            <a:pathLst>
              <a:path w="27303" h="38531" extrusionOk="0">
                <a:moveTo>
                  <a:pt x="1" y="1"/>
                </a:moveTo>
                <a:lnTo>
                  <a:pt x="1" y="38530"/>
                </a:lnTo>
                <a:lnTo>
                  <a:pt x="27302" y="38530"/>
                </a:lnTo>
                <a:lnTo>
                  <a:pt x="27302" y="33735"/>
                </a:lnTo>
                <a:lnTo>
                  <a:pt x="27302" y="1"/>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78" name="Google Shape;4011;p60"/>
          <p:cNvSpPr/>
          <p:nvPr/>
        </p:nvSpPr>
        <p:spPr>
          <a:xfrm>
            <a:off x="7454292" y="1893223"/>
            <a:ext cx="2599659" cy="3585540"/>
          </a:xfrm>
          <a:custGeom>
            <a:avLst/>
            <a:gdLst/>
            <a:ahLst/>
            <a:cxnLst/>
            <a:rect l="l" t="t" r="r" b="b"/>
            <a:pathLst>
              <a:path w="27537" h="37980" extrusionOk="0">
                <a:moveTo>
                  <a:pt x="0" y="1"/>
                </a:moveTo>
                <a:lnTo>
                  <a:pt x="0" y="37979"/>
                </a:lnTo>
                <a:lnTo>
                  <a:pt x="21722" y="37979"/>
                </a:lnTo>
                <a:lnTo>
                  <a:pt x="24879" y="35423"/>
                </a:lnTo>
                <a:lnTo>
                  <a:pt x="27536" y="33251"/>
                </a:lnTo>
                <a:lnTo>
                  <a:pt x="27536"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79" name="Google Shape;4012;p60"/>
          <p:cNvSpPr/>
          <p:nvPr/>
        </p:nvSpPr>
        <p:spPr>
          <a:xfrm>
            <a:off x="7451082" y="1890107"/>
            <a:ext cx="2605983" cy="3591771"/>
          </a:xfrm>
          <a:custGeom>
            <a:avLst/>
            <a:gdLst/>
            <a:ahLst/>
            <a:cxnLst/>
            <a:rect l="l" t="t" r="r" b="b"/>
            <a:pathLst>
              <a:path w="27604" h="38046" extrusionOk="0">
                <a:moveTo>
                  <a:pt x="25080" y="35322"/>
                </a:moveTo>
                <a:lnTo>
                  <a:pt x="25080" y="35322"/>
                </a:lnTo>
                <a:cubicBezTo>
                  <a:pt x="24963" y="35406"/>
                  <a:pt x="24897" y="35456"/>
                  <a:pt x="24897" y="35456"/>
                </a:cubicBezTo>
                <a:lnTo>
                  <a:pt x="24913" y="35456"/>
                </a:lnTo>
                <a:cubicBezTo>
                  <a:pt x="24913" y="35456"/>
                  <a:pt x="24964" y="35406"/>
                  <a:pt x="25080" y="35322"/>
                </a:cubicBezTo>
                <a:close/>
                <a:moveTo>
                  <a:pt x="24897" y="35456"/>
                </a:moveTo>
                <a:lnTo>
                  <a:pt x="24897" y="35456"/>
                </a:lnTo>
                <a:cubicBezTo>
                  <a:pt x="24897" y="35456"/>
                  <a:pt x="24830" y="35506"/>
                  <a:pt x="24713" y="35623"/>
                </a:cubicBezTo>
                <a:cubicBezTo>
                  <a:pt x="24847" y="35506"/>
                  <a:pt x="24897" y="35456"/>
                  <a:pt x="24897" y="35456"/>
                </a:cubicBezTo>
                <a:close/>
                <a:moveTo>
                  <a:pt x="1" y="0"/>
                </a:moveTo>
                <a:lnTo>
                  <a:pt x="1" y="34"/>
                </a:lnTo>
                <a:cubicBezTo>
                  <a:pt x="1" y="14320"/>
                  <a:pt x="1" y="27486"/>
                  <a:pt x="1" y="38012"/>
                </a:cubicBezTo>
                <a:lnTo>
                  <a:pt x="1" y="38046"/>
                </a:lnTo>
                <a:lnTo>
                  <a:pt x="34" y="38046"/>
                </a:lnTo>
                <a:lnTo>
                  <a:pt x="21756" y="38029"/>
                </a:lnTo>
                <a:lnTo>
                  <a:pt x="21772" y="38029"/>
                </a:lnTo>
                <a:lnTo>
                  <a:pt x="24128" y="36108"/>
                </a:lnTo>
                <a:lnTo>
                  <a:pt x="24713" y="35623"/>
                </a:lnTo>
                <a:lnTo>
                  <a:pt x="24713" y="35623"/>
                </a:lnTo>
                <a:lnTo>
                  <a:pt x="24111" y="36091"/>
                </a:lnTo>
                <a:lnTo>
                  <a:pt x="21756" y="38012"/>
                </a:lnTo>
                <a:lnTo>
                  <a:pt x="68" y="37996"/>
                </a:lnTo>
                <a:lnTo>
                  <a:pt x="68" y="37996"/>
                </a:lnTo>
                <a:cubicBezTo>
                  <a:pt x="68" y="27480"/>
                  <a:pt x="68" y="14333"/>
                  <a:pt x="68" y="67"/>
                </a:cubicBezTo>
                <a:lnTo>
                  <a:pt x="27553" y="67"/>
                </a:lnTo>
                <a:cubicBezTo>
                  <a:pt x="27553" y="15707"/>
                  <a:pt x="27570" y="27841"/>
                  <a:pt x="27570" y="33284"/>
                </a:cubicBezTo>
                <a:lnTo>
                  <a:pt x="25582" y="34905"/>
                </a:lnTo>
                <a:lnTo>
                  <a:pt x="25081" y="35322"/>
                </a:lnTo>
                <a:lnTo>
                  <a:pt x="25582" y="34921"/>
                </a:lnTo>
                <a:lnTo>
                  <a:pt x="27587" y="33301"/>
                </a:lnTo>
                <a:cubicBezTo>
                  <a:pt x="27587" y="27837"/>
                  <a:pt x="27604" y="15690"/>
                  <a:pt x="27604" y="34"/>
                </a:cubicBezTo>
                <a:lnTo>
                  <a:pt x="27604" y="0"/>
                </a:ln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0" name="Google Shape;4013;p60"/>
          <p:cNvSpPr/>
          <p:nvPr/>
        </p:nvSpPr>
        <p:spPr>
          <a:xfrm>
            <a:off x="8222472" y="1642481"/>
            <a:ext cx="1064805" cy="364407"/>
          </a:xfrm>
          <a:custGeom>
            <a:avLst/>
            <a:gdLst/>
            <a:ahLst/>
            <a:cxnLst/>
            <a:rect l="l" t="t" r="r" b="b"/>
            <a:pathLst>
              <a:path w="11279" h="3860" extrusionOk="0">
                <a:moveTo>
                  <a:pt x="1922" y="0"/>
                </a:moveTo>
                <a:cubicBezTo>
                  <a:pt x="869" y="0"/>
                  <a:pt x="0" y="852"/>
                  <a:pt x="0" y="1905"/>
                </a:cubicBezTo>
                <a:lnTo>
                  <a:pt x="0" y="3860"/>
                </a:lnTo>
                <a:lnTo>
                  <a:pt x="11279" y="3860"/>
                </a:lnTo>
                <a:lnTo>
                  <a:pt x="11279" y="1838"/>
                </a:lnTo>
                <a:cubicBezTo>
                  <a:pt x="11279" y="819"/>
                  <a:pt x="10460" y="0"/>
                  <a:pt x="9441" y="0"/>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81" name="Google Shape;4014;p60"/>
          <p:cNvSpPr/>
          <p:nvPr/>
        </p:nvSpPr>
        <p:spPr>
          <a:xfrm>
            <a:off x="8444893" y="1445269"/>
            <a:ext cx="612128" cy="197311"/>
          </a:xfrm>
          <a:custGeom>
            <a:avLst/>
            <a:gdLst/>
            <a:ahLst/>
            <a:cxnLst/>
            <a:rect l="l" t="t" r="r" b="b"/>
            <a:pathLst>
              <a:path w="6484" h="2090" extrusionOk="0">
                <a:moveTo>
                  <a:pt x="0" y="1"/>
                </a:moveTo>
                <a:lnTo>
                  <a:pt x="418" y="2089"/>
                </a:lnTo>
                <a:lnTo>
                  <a:pt x="6132" y="2089"/>
                </a:lnTo>
                <a:lnTo>
                  <a:pt x="6483" y="1"/>
                </a:lnTo>
                <a:close/>
              </a:path>
            </a:pathLst>
          </a:custGeom>
          <a:solidFill>
            <a:schemeClr val="accent3"/>
          </a:solidFill>
          <a:ln>
            <a:noFill/>
          </a:ln>
        </p:spPr>
        <p:txBody>
          <a:bodyPr spcFirstLastPara="1" wrap="square" lIns="121900" tIns="121900" rIns="121900" bIns="121900" anchor="ctr" anchorCtr="0">
            <a:noAutofit/>
          </a:bodyPr>
          <a:lstStyle/>
          <a:p>
            <a:endParaRPr sz="2400"/>
          </a:p>
        </p:txBody>
      </p:sp>
      <p:grpSp>
        <p:nvGrpSpPr>
          <p:cNvPr id="3" name="Gruppieren 2"/>
          <p:cNvGrpSpPr/>
          <p:nvPr/>
        </p:nvGrpSpPr>
        <p:grpSpPr>
          <a:xfrm>
            <a:off x="7643770" y="2320037"/>
            <a:ext cx="925333" cy="279251"/>
            <a:chOff x="6262653" y="1925108"/>
            <a:chExt cx="1021072" cy="209438"/>
          </a:xfrm>
        </p:grpSpPr>
        <p:sp>
          <p:nvSpPr>
            <p:cNvPr id="83" name="Google Shape;4016;p60"/>
            <p:cNvSpPr/>
            <p:nvPr/>
          </p:nvSpPr>
          <p:spPr>
            <a:xfrm>
              <a:off x="6262653" y="1925108"/>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4" name="Google Shape;4017;p60"/>
            <p:cNvSpPr/>
            <p:nvPr/>
          </p:nvSpPr>
          <p:spPr>
            <a:xfrm>
              <a:off x="6262653" y="1993717"/>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5" name="Google Shape;4018;p60"/>
            <p:cNvSpPr/>
            <p:nvPr/>
          </p:nvSpPr>
          <p:spPr>
            <a:xfrm>
              <a:off x="6262653" y="2062328"/>
              <a:ext cx="1021072" cy="4814"/>
            </a:xfrm>
            <a:custGeom>
              <a:avLst/>
              <a:gdLst/>
              <a:ahLst/>
              <a:cxnLst/>
              <a:rect l="l" t="t" r="r" b="b"/>
              <a:pathLst>
                <a:path w="14421" h="68" extrusionOk="0">
                  <a:moveTo>
                    <a:pt x="7219" y="1"/>
                  </a:moveTo>
                  <a:cubicBezTo>
                    <a:pt x="3226" y="1"/>
                    <a:pt x="1" y="1"/>
                    <a:pt x="1" y="34"/>
                  </a:cubicBezTo>
                  <a:cubicBezTo>
                    <a:pt x="1" y="51"/>
                    <a:pt x="3226" y="67"/>
                    <a:pt x="7219" y="67"/>
                  </a:cubicBezTo>
                  <a:cubicBezTo>
                    <a:pt x="11196" y="67"/>
                    <a:pt x="14420" y="51"/>
                    <a:pt x="14420" y="34"/>
                  </a:cubicBezTo>
                  <a:cubicBezTo>
                    <a:pt x="14420" y="1"/>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6" name="Google Shape;4019;p60"/>
            <p:cNvSpPr/>
            <p:nvPr/>
          </p:nvSpPr>
          <p:spPr>
            <a:xfrm>
              <a:off x="6262653" y="2129732"/>
              <a:ext cx="1021072" cy="4814"/>
            </a:xfrm>
            <a:custGeom>
              <a:avLst/>
              <a:gdLst/>
              <a:ahLst/>
              <a:cxnLst/>
              <a:rect l="l" t="t" r="r" b="b"/>
              <a:pathLst>
                <a:path w="14421" h="68" extrusionOk="0">
                  <a:moveTo>
                    <a:pt x="7219" y="1"/>
                  </a:moveTo>
                  <a:cubicBezTo>
                    <a:pt x="3226" y="1"/>
                    <a:pt x="1" y="18"/>
                    <a:pt x="1" y="34"/>
                  </a:cubicBezTo>
                  <a:cubicBezTo>
                    <a:pt x="1" y="51"/>
                    <a:pt x="3226" y="68"/>
                    <a:pt x="7219" y="68"/>
                  </a:cubicBezTo>
                  <a:cubicBezTo>
                    <a:pt x="11196" y="68"/>
                    <a:pt x="14420" y="51"/>
                    <a:pt x="14420" y="34"/>
                  </a:cubicBezTo>
                  <a:cubicBezTo>
                    <a:pt x="14420" y="18"/>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grpSp>
      <p:sp>
        <p:nvSpPr>
          <p:cNvPr id="105" name="Google Shape;4038;p60"/>
          <p:cNvSpPr/>
          <p:nvPr/>
        </p:nvSpPr>
        <p:spPr>
          <a:xfrm>
            <a:off x="9301441" y="4885518"/>
            <a:ext cx="285577" cy="590039"/>
          </a:xfrm>
          <a:custGeom>
            <a:avLst/>
            <a:gdLst/>
            <a:ahLst/>
            <a:cxnLst/>
            <a:rect l="l" t="t" r="r" b="b"/>
            <a:pathLst>
              <a:path w="3025" h="6250" extrusionOk="0">
                <a:moveTo>
                  <a:pt x="3024" y="1"/>
                </a:moveTo>
                <a:lnTo>
                  <a:pt x="0" y="6250"/>
                </a:lnTo>
                <a:lnTo>
                  <a:pt x="2156" y="6250"/>
                </a:lnTo>
                <a:lnTo>
                  <a:pt x="3024" y="1"/>
                </a:lnTo>
                <a:close/>
              </a:path>
            </a:pathLst>
          </a:custGeom>
          <a:solidFill>
            <a:srgbClr val="E0E0E0"/>
          </a:solidFill>
          <a:ln>
            <a:noFill/>
          </a:ln>
        </p:spPr>
        <p:txBody>
          <a:bodyPr spcFirstLastPara="1" wrap="square" lIns="121900" tIns="121900" rIns="121900" bIns="121900" anchor="ctr" anchorCtr="0">
            <a:noAutofit/>
          </a:bodyPr>
          <a:lstStyle/>
          <a:p>
            <a:endParaRPr sz="2400"/>
          </a:p>
        </p:txBody>
      </p:sp>
      <p:grpSp>
        <p:nvGrpSpPr>
          <p:cNvPr id="235" name="Gruppieren 234"/>
          <p:cNvGrpSpPr/>
          <p:nvPr/>
        </p:nvGrpSpPr>
        <p:grpSpPr>
          <a:xfrm>
            <a:off x="8666814" y="5074923"/>
            <a:ext cx="1137836" cy="144000"/>
            <a:chOff x="6500110" y="1780140"/>
            <a:chExt cx="853377" cy="108000"/>
          </a:xfrm>
        </p:grpSpPr>
        <p:sp>
          <p:nvSpPr>
            <p:cNvPr id="236" name="Google Shape;4026;p60"/>
            <p:cNvSpPr/>
            <p:nvPr/>
          </p:nvSpPr>
          <p:spPr>
            <a:xfrm>
              <a:off x="650011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37" name="Google Shape;4026;p60"/>
            <p:cNvSpPr/>
            <p:nvPr/>
          </p:nvSpPr>
          <p:spPr>
            <a:xfrm>
              <a:off x="668643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38" name="Google Shape;4026;p60"/>
            <p:cNvSpPr/>
            <p:nvPr/>
          </p:nvSpPr>
          <p:spPr>
            <a:xfrm>
              <a:off x="686808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39" name="Google Shape;4026;p60"/>
            <p:cNvSpPr/>
            <p:nvPr/>
          </p:nvSpPr>
          <p:spPr>
            <a:xfrm>
              <a:off x="705440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40" name="Google Shape;4026;p60"/>
            <p:cNvSpPr/>
            <p:nvPr/>
          </p:nvSpPr>
          <p:spPr>
            <a:xfrm>
              <a:off x="7245487"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grpSp>
      <p:sp>
        <p:nvSpPr>
          <p:cNvPr id="107" name="Google Shape;4040;p60"/>
          <p:cNvSpPr/>
          <p:nvPr/>
        </p:nvSpPr>
        <p:spPr>
          <a:xfrm>
            <a:off x="9504886" y="4885518"/>
            <a:ext cx="556901" cy="593247"/>
          </a:xfrm>
          <a:custGeom>
            <a:avLst/>
            <a:gdLst/>
            <a:ahLst/>
            <a:cxnLst/>
            <a:rect l="l" t="t" r="r" b="b"/>
            <a:pathLst>
              <a:path w="5899" h="6284" extrusionOk="0">
                <a:moveTo>
                  <a:pt x="17" y="6201"/>
                </a:moveTo>
                <a:cubicBezTo>
                  <a:pt x="14" y="6220"/>
                  <a:pt x="11" y="6237"/>
                  <a:pt x="8" y="6251"/>
                </a:cubicBezTo>
                <a:lnTo>
                  <a:pt x="8" y="6251"/>
                </a:lnTo>
                <a:cubicBezTo>
                  <a:pt x="14" y="6235"/>
                  <a:pt x="16" y="6221"/>
                  <a:pt x="17" y="6201"/>
                </a:cubicBezTo>
                <a:close/>
                <a:moveTo>
                  <a:pt x="8" y="6251"/>
                </a:moveTo>
                <a:cubicBezTo>
                  <a:pt x="6" y="6256"/>
                  <a:pt x="3" y="6261"/>
                  <a:pt x="1" y="6267"/>
                </a:cubicBezTo>
                <a:cubicBezTo>
                  <a:pt x="1" y="6267"/>
                  <a:pt x="1" y="6283"/>
                  <a:pt x="1" y="6283"/>
                </a:cubicBezTo>
                <a:cubicBezTo>
                  <a:pt x="3" y="6274"/>
                  <a:pt x="5" y="6263"/>
                  <a:pt x="8" y="6251"/>
                </a:cubicBezTo>
                <a:close/>
                <a:moveTo>
                  <a:pt x="836" y="1"/>
                </a:moveTo>
                <a:lnTo>
                  <a:pt x="836" y="34"/>
                </a:lnTo>
                <a:cubicBezTo>
                  <a:pt x="585" y="1856"/>
                  <a:pt x="385" y="3426"/>
                  <a:pt x="234" y="4546"/>
                </a:cubicBezTo>
                <a:cubicBezTo>
                  <a:pt x="168" y="5097"/>
                  <a:pt x="101" y="5531"/>
                  <a:pt x="67" y="5832"/>
                </a:cubicBezTo>
                <a:cubicBezTo>
                  <a:pt x="51" y="5983"/>
                  <a:pt x="34" y="6100"/>
                  <a:pt x="17" y="6166"/>
                </a:cubicBezTo>
                <a:cubicBezTo>
                  <a:pt x="17" y="6180"/>
                  <a:pt x="17" y="6192"/>
                  <a:pt x="17" y="6201"/>
                </a:cubicBezTo>
                <a:lnTo>
                  <a:pt x="17" y="6201"/>
                </a:lnTo>
                <a:cubicBezTo>
                  <a:pt x="55" y="5983"/>
                  <a:pt x="124" y="5445"/>
                  <a:pt x="268" y="4512"/>
                </a:cubicBezTo>
                <a:cubicBezTo>
                  <a:pt x="417" y="3419"/>
                  <a:pt x="632" y="1882"/>
                  <a:pt x="896" y="81"/>
                </a:cubicBezTo>
                <a:lnTo>
                  <a:pt x="896" y="81"/>
                </a:lnTo>
                <a:lnTo>
                  <a:pt x="3894" y="1003"/>
                </a:lnTo>
                <a:lnTo>
                  <a:pt x="5758" y="1571"/>
                </a:lnTo>
                <a:lnTo>
                  <a:pt x="5758" y="1571"/>
                </a:lnTo>
                <a:lnTo>
                  <a:pt x="1671" y="4913"/>
                </a:lnTo>
                <a:lnTo>
                  <a:pt x="1" y="6283"/>
                </a:lnTo>
                <a:cubicBezTo>
                  <a:pt x="1" y="6283"/>
                  <a:pt x="17" y="6283"/>
                  <a:pt x="34" y="6267"/>
                </a:cubicBezTo>
                <a:lnTo>
                  <a:pt x="118" y="6200"/>
                </a:lnTo>
                <a:lnTo>
                  <a:pt x="435" y="5949"/>
                </a:lnTo>
                <a:lnTo>
                  <a:pt x="1655" y="4963"/>
                </a:lnTo>
                <a:lnTo>
                  <a:pt x="5849" y="1588"/>
                </a:lnTo>
                <a:lnTo>
                  <a:pt x="5899" y="1555"/>
                </a:lnTo>
                <a:lnTo>
                  <a:pt x="5832" y="1538"/>
                </a:lnTo>
                <a:lnTo>
                  <a:pt x="3927" y="937"/>
                </a:lnTo>
                <a:lnTo>
                  <a:pt x="886" y="1"/>
                </a:ln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08" name="Google Shape;4041;p60"/>
          <p:cNvSpPr/>
          <p:nvPr/>
        </p:nvSpPr>
        <p:spPr>
          <a:xfrm>
            <a:off x="8981213" y="1445269"/>
            <a:ext cx="75808" cy="197311"/>
          </a:xfrm>
          <a:custGeom>
            <a:avLst/>
            <a:gdLst/>
            <a:ahLst/>
            <a:cxnLst/>
            <a:rect l="l" t="t" r="r" b="b"/>
            <a:pathLst>
              <a:path w="803" h="2090" extrusionOk="0">
                <a:moveTo>
                  <a:pt x="368" y="1"/>
                </a:moveTo>
                <a:lnTo>
                  <a:pt x="0" y="2089"/>
                </a:lnTo>
                <a:lnTo>
                  <a:pt x="451" y="2089"/>
                </a:lnTo>
                <a:lnTo>
                  <a:pt x="802" y="1"/>
                </a:ln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109" name="Google Shape;4042;p60"/>
          <p:cNvSpPr/>
          <p:nvPr/>
        </p:nvSpPr>
        <p:spPr>
          <a:xfrm>
            <a:off x="7127741" y="2866646"/>
            <a:ext cx="318715" cy="654895"/>
          </a:xfrm>
          <a:custGeom>
            <a:avLst/>
            <a:gdLst/>
            <a:ahLst/>
            <a:cxnLst/>
            <a:rect l="l" t="t" r="r" b="b"/>
            <a:pathLst>
              <a:path w="3376" h="6937" extrusionOk="0">
                <a:moveTo>
                  <a:pt x="1863" y="0"/>
                </a:moveTo>
                <a:cubicBezTo>
                  <a:pt x="1213" y="0"/>
                  <a:pt x="565" y="191"/>
                  <a:pt x="1" y="567"/>
                </a:cubicBezTo>
                <a:lnTo>
                  <a:pt x="68" y="3926"/>
                </a:lnTo>
                <a:lnTo>
                  <a:pt x="68" y="5713"/>
                </a:lnTo>
                <a:cubicBezTo>
                  <a:pt x="68" y="6315"/>
                  <a:pt x="385" y="6883"/>
                  <a:pt x="987" y="6933"/>
                </a:cubicBezTo>
                <a:cubicBezTo>
                  <a:pt x="1017" y="6935"/>
                  <a:pt x="1047" y="6937"/>
                  <a:pt x="1076" y="6937"/>
                </a:cubicBezTo>
                <a:cubicBezTo>
                  <a:pt x="1690" y="6937"/>
                  <a:pt x="2208" y="6451"/>
                  <a:pt x="2240" y="5814"/>
                </a:cubicBezTo>
                <a:cubicBezTo>
                  <a:pt x="2256" y="5179"/>
                  <a:pt x="2290" y="4544"/>
                  <a:pt x="2290" y="4544"/>
                </a:cubicBezTo>
                <a:cubicBezTo>
                  <a:pt x="2290" y="4544"/>
                  <a:pt x="3242" y="4460"/>
                  <a:pt x="3309" y="3508"/>
                </a:cubicBezTo>
                <a:cubicBezTo>
                  <a:pt x="3376" y="2555"/>
                  <a:pt x="3342" y="350"/>
                  <a:pt x="3342" y="350"/>
                </a:cubicBezTo>
                <a:cubicBezTo>
                  <a:pt x="2874" y="116"/>
                  <a:pt x="2368" y="0"/>
                  <a:pt x="1863" y="0"/>
                </a:cubicBezTo>
                <a:close/>
              </a:path>
            </a:pathLst>
          </a:custGeom>
          <a:solidFill>
            <a:srgbClr val="695043"/>
          </a:solidFill>
          <a:ln>
            <a:noFill/>
          </a:ln>
        </p:spPr>
        <p:txBody>
          <a:bodyPr spcFirstLastPara="1" wrap="square" lIns="121900" tIns="121900" rIns="121900" bIns="121900" anchor="ctr" anchorCtr="0">
            <a:noAutofit/>
          </a:bodyPr>
          <a:lstStyle/>
          <a:p>
            <a:endParaRPr sz="2400"/>
          </a:p>
        </p:txBody>
      </p:sp>
      <p:sp>
        <p:nvSpPr>
          <p:cNvPr id="110" name="Google Shape;4043;p60"/>
          <p:cNvSpPr/>
          <p:nvPr/>
        </p:nvSpPr>
        <p:spPr>
          <a:xfrm>
            <a:off x="7080445" y="2792251"/>
            <a:ext cx="440215" cy="530844"/>
          </a:xfrm>
          <a:custGeom>
            <a:avLst/>
            <a:gdLst/>
            <a:ahLst/>
            <a:cxnLst/>
            <a:rect l="l" t="t" r="r" b="b"/>
            <a:pathLst>
              <a:path w="4663" h="5623" extrusionOk="0">
                <a:moveTo>
                  <a:pt x="2874" y="3126"/>
                </a:moveTo>
                <a:lnTo>
                  <a:pt x="2874" y="3126"/>
                </a:lnTo>
                <a:cubicBezTo>
                  <a:pt x="2869" y="3126"/>
                  <a:pt x="2863" y="3126"/>
                  <a:pt x="2858" y="3126"/>
                </a:cubicBezTo>
                <a:lnTo>
                  <a:pt x="2874" y="3126"/>
                </a:lnTo>
                <a:cubicBezTo>
                  <a:pt x="2874" y="3126"/>
                  <a:pt x="2874" y="3126"/>
                  <a:pt x="2874" y="3126"/>
                </a:cubicBezTo>
                <a:close/>
                <a:moveTo>
                  <a:pt x="2759" y="0"/>
                </a:moveTo>
                <a:cubicBezTo>
                  <a:pt x="2548" y="0"/>
                  <a:pt x="2340" y="56"/>
                  <a:pt x="2156" y="169"/>
                </a:cubicBezTo>
                <a:cubicBezTo>
                  <a:pt x="1872" y="353"/>
                  <a:pt x="1571" y="520"/>
                  <a:pt x="1254" y="653"/>
                </a:cubicBezTo>
                <a:cubicBezTo>
                  <a:pt x="986" y="737"/>
                  <a:pt x="686" y="754"/>
                  <a:pt x="452" y="904"/>
                </a:cubicBezTo>
                <a:cubicBezTo>
                  <a:pt x="251" y="1054"/>
                  <a:pt x="117" y="1272"/>
                  <a:pt x="67" y="1522"/>
                </a:cubicBezTo>
                <a:cubicBezTo>
                  <a:pt x="17" y="1773"/>
                  <a:pt x="0" y="2023"/>
                  <a:pt x="17" y="2274"/>
                </a:cubicBezTo>
                <a:cubicBezTo>
                  <a:pt x="34" y="2976"/>
                  <a:pt x="34" y="3678"/>
                  <a:pt x="51" y="4379"/>
                </a:cubicBezTo>
                <a:cubicBezTo>
                  <a:pt x="34" y="4680"/>
                  <a:pt x="101" y="4981"/>
                  <a:pt x="251" y="5231"/>
                </a:cubicBezTo>
                <a:cubicBezTo>
                  <a:pt x="454" y="5521"/>
                  <a:pt x="833" y="5623"/>
                  <a:pt x="1191" y="5623"/>
                </a:cubicBezTo>
                <a:cubicBezTo>
                  <a:pt x="1246" y="5623"/>
                  <a:pt x="1301" y="5620"/>
                  <a:pt x="1354" y="5616"/>
                </a:cubicBezTo>
                <a:cubicBezTo>
                  <a:pt x="1772" y="5566"/>
                  <a:pt x="2156" y="5382"/>
                  <a:pt x="2457" y="5081"/>
                </a:cubicBezTo>
                <a:cubicBezTo>
                  <a:pt x="2624" y="4914"/>
                  <a:pt x="2741" y="4680"/>
                  <a:pt x="2791" y="4429"/>
                </a:cubicBezTo>
                <a:cubicBezTo>
                  <a:pt x="2808" y="4246"/>
                  <a:pt x="2674" y="4079"/>
                  <a:pt x="2507" y="4028"/>
                </a:cubicBezTo>
                <a:cubicBezTo>
                  <a:pt x="2306" y="3978"/>
                  <a:pt x="2139" y="3861"/>
                  <a:pt x="2039" y="3678"/>
                </a:cubicBezTo>
                <a:cubicBezTo>
                  <a:pt x="1922" y="3427"/>
                  <a:pt x="1989" y="3143"/>
                  <a:pt x="2223" y="2993"/>
                </a:cubicBezTo>
                <a:cubicBezTo>
                  <a:pt x="2300" y="2945"/>
                  <a:pt x="2385" y="2923"/>
                  <a:pt x="2470" y="2923"/>
                </a:cubicBezTo>
                <a:cubicBezTo>
                  <a:pt x="2624" y="2923"/>
                  <a:pt x="2777" y="2997"/>
                  <a:pt x="2874" y="3126"/>
                </a:cubicBezTo>
                <a:lnTo>
                  <a:pt x="2874" y="3126"/>
                </a:lnTo>
                <a:cubicBezTo>
                  <a:pt x="3026" y="3115"/>
                  <a:pt x="3043" y="2956"/>
                  <a:pt x="3075" y="2859"/>
                </a:cubicBezTo>
                <a:cubicBezTo>
                  <a:pt x="3142" y="2642"/>
                  <a:pt x="3142" y="2408"/>
                  <a:pt x="3092" y="2191"/>
                </a:cubicBezTo>
                <a:lnTo>
                  <a:pt x="3092" y="2191"/>
                </a:lnTo>
                <a:cubicBezTo>
                  <a:pt x="3251" y="2268"/>
                  <a:pt x="3419" y="2304"/>
                  <a:pt x="3583" y="2304"/>
                </a:cubicBezTo>
                <a:cubicBezTo>
                  <a:pt x="4024" y="2304"/>
                  <a:pt x="4442" y="2044"/>
                  <a:pt x="4612" y="1606"/>
                </a:cubicBezTo>
                <a:cubicBezTo>
                  <a:pt x="4662" y="1439"/>
                  <a:pt x="4662" y="1272"/>
                  <a:pt x="4612" y="1121"/>
                </a:cubicBezTo>
                <a:cubicBezTo>
                  <a:pt x="4478" y="670"/>
                  <a:pt x="4044" y="703"/>
                  <a:pt x="3743" y="520"/>
                </a:cubicBezTo>
                <a:cubicBezTo>
                  <a:pt x="3526" y="403"/>
                  <a:pt x="3376" y="186"/>
                  <a:pt x="3158" y="69"/>
                </a:cubicBezTo>
                <a:cubicBezTo>
                  <a:pt x="3028" y="23"/>
                  <a:pt x="2893" y="0"/>
                  <a:pt x="275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06" name="Google Shape;4039;p60"/>
          <p:cNvSpPr/>
          <p:nvPr/>
        </p:nvSpPr>
        <p:spPr>
          <a:xfrm>
            <a:off x="9504886" y="4888729"/>
            <a:ext cx="549065" cy="590039"/>
          </a:xfrm>
          <a:custGeom>
            <a:avLst/>
            <a:gdLst/>
            <a:ahLst/>
            <a:cxnLst/>
            <a:rect l="l" t="t" r="r" b="b"/>
            <a:pathLst>
              <a:path w="5816" h="6250" extrusionOk="0">
                <a:moveTo>
                  <a:pt x="869" y="0"/>
                </a:moveTo>
                <a:lnTo>
                  <a:pt x="1" y="6249"/>
                </a:lnTo>
                <a:lnTo>
                  <a:pt x="1" y="6249"/>
                </a:lnTo>
                <a:lnTo>
                  <a:pt x="5815" y="1538"/>
                </a:lnTo>
                <a:lnTo>
                  <a:pt x="869"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2" name="Google Shape;4045;p60"/>
          <p:cNvSpPr/>
          <p:nvPr/>
        </p:nvSpPr>
        <p:spPr>
          <a:xfrm>
            <a:off x="7077328" y="2869665"/>
            <a:ext cx="44181" cy="42673"/>
          </a:xfrm>
          <a:custGeom>
            <a:avLst/>
            <a:gdLst/>
            <a:ahLst/>
            <a:cxnLst/>
            <a:rect l="l" t="t" r="r" b="b"/>
            <a:pathLst>
              <a:path w="468" h="452" extrusionOk="0">
                <a:moveTo>
                  <a:pt x="468" y="0"/>
                </a:moveTo>
                <a:cubicBezTo>
                  <a:pt x="434" y="0"/>
                  <a:pt x="401" y="134"/>
                  <a:pt x="267" y="268"/>
                </a:cubicBezTo>
                <a:cubicBezTo>
                  <a:pt x="150" y="385"/>
                  <a:pt x="0" y="418"/>
                  <a:pt x="17" y="452"/>
                </a:cubicBezTo>
                <a:cubicBezTo>
                  <a:pt x="251" y="435"/>
                  <a:pt x="451" y="251"/>
                  <a:pt x="468" y="0"/>
                </a:cubicBezTo>
                <a:close/>
              </a:path>
            </a:pathLst>
          </a:custGeom>
          <a:solidFill>
            <a:srgbClr val="19B5B1"/>
          </a:solidFill>
          <a:ln>
            <a:noFill/>
          </a:ln>
        </p:spPr>
        <p:txBody>
          <a:bodyPr spcFirstLastPara="1" wrap="square" lIns="121900" tIns="121900" rIns="121900" bIns="121900" anchor="ctr" anchorCtr="0">
            <a:noAutofit/>
          </a:bodyPr>
          <a:lstStyle/>
          <a:p>
            <a:endParaRPr sz="2400"/>
          </a:p>
        </p:txBody>
      </p:sp>
      <p:sp>
        <p:nvSpPr>
          <p:cNvPr id="115" name="Google Shape;4048;p60"/>
          <p:cNvSpPr/>
          <p:nvPr/>
        </p:nvSpPr>
        <p:spPr>
          <a:xfrm>
            <a:off x="6848583" y="3748303"/>
            <a:ext cx="239791" cy="407363"/>
          </a:xfrm>
          <a:custGeom>
            <a:avLst/>
            <a:gdLst/>
            <a:ahLst/>
            <a:cxnLst/>
            <a:rect l="l" t="t" r="r" b="b"/>
            <a:pathLst>
              <a:path w="2540" h="4315" extrusionOk="0">
                <a:moveTo>
                  <a:pt x="485" y="0"/>
                </a:moveTo>
                <a:cubicBezTo>
                  <a:pt x="485" y="0"/>
                  <a:pt x="0" y="3542"/>
                  <a:pt x="485" y="3993"/>
                </a:cubicBezTo>
                <a:cubicBezTo>
                  <a:pt x="685" y="4207"/>
                  <a:pt x="950" y="4314"/>
                  <a:pt x="1228" y="4314"/>
                </a:cubicBezTo>
                <a:cubicBezTo>
                  <a:pt x="1297" y="4314"/>
                  <a:pt x="1367" y="4308"/>
                  <a:pt x="1437" y="4294"/>
                </a:cubicBezTo>
                <a:lnTo>
                  <a:pt x="2356" y="3526"/>
                </a:lnTo>
                <a:lnTo>
                  <a:pt x="2540" y="0"/>
                </a:lnTo>
                <a:close/>
              </a:path>
            </a:pathLst>
          </a:custGeom>
          <a:solidFill>
            <a:srgbClr val="695043"/>
          </a:solidFill>
          <a:ln>
            <a:noFill/>
          </a:ln>
        </p:spPr>
        <p:txBody>
          <a:bodyPr spcFirstLastPara="1" wrap="square" lIns="121900" tIns="121900" rIns="121900" bIns="121900" anchor="ctr" anchorCtr="0">
            <a:noAutofit/>
          </a:bodyPr>
          <a:lstStyle/>
          <a:p>
            <a:endParaRPr sz="2400"/>
          </a:p>
        </p:txBody>
      </p:sp>
      <p:grpSp>
        <p:nvGrpSpPr>
          <p:cNvPr id="190" name="Gruppieren 189"/>
          <p:cNvGrpSpPr/>
          <p:nvPr/>
        </p:nvGrpSpPr>
        <p:grpSpPr>
          <a:xfrm>
            <a:off x="7636376" y="2989193"/>
            <a:ext cx="925333" cy="279251"/>
            <a:chOff x="6262653" y="1925108"/>
            <a:chExt cx="1021072" cy="209438"/>
          </a:xfrm>
        </p:grpSpPr>
        <p:sp>
          <p:nvSpPr>
            <p:cNvPr id="191" name="Google Shape;4016;p60"/>
            <p:cNvSpPr/>
            <p:nvPr/>
          </p:nvSpPr>
          <p:spPr>
            <a:xfrm>
              <a:off x="6262653" y="1925108"/>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92" name="Google Shape;4017;p60"/>
            <p:cNvSpPr/>
            <p:nvPr/>
          </p:nvSpPr>
          <p:spPr>
            <a:xfrm>
              <a:off x="6262653" y="1993717"/>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93" name="Google Shape;4018;p60"/>
            <p:cNvSpPr/>
            <p:nvPr/>
          </p:nvSpPr>
          <p:spPr>
            <a:xfrm>
              <a:off x="6262653" y="2062328"/>
              <a:ext cx="1021072" cy="4814"/>
            </a:xfrm>
            <a:custGeom>
              <a:avLst/>
              <a:gdLst/>
              <a:ahLst/>
              <a:cxnLst/>
              <a:rect l="l" t="t" r="r" b="b"/>
              <a:pathLst>
                <a:path w="14421" h="68" extrusionOk="0">
                  <a:moveTo>
                    <a:pt x="7219" y="1"/>
                  </a:moveTo>
                  <a:cubicBezTo>
                    <a:pt x="3226" y="1"/>
                    <a:pt x="1" y="1"/>
                    <a:pt x="1" y="34"/>
                  </a:cubicBezTo>
                  <a:cubicBezTo>
                    <a:pt x="1" y="51"/>
                    <a:pt x="3226" y="67"/>
                    <a:pt x="7219" y="67"/>
                  </a:cubicBezTo>
                  <a:cubicBezTo>
                    <a:pt x="11196" y="67"/>
                    <a:pt x="14420" y="51"/>
                    <a:pt x="14420" y="34"/>
                  </a:cubicBezTo>
                  <a:cubicBezTo>
                    <a:pt x="14420" y="1"/>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94" name="Google Shape;4019;p60"/>
            <p:cNvSpPr/>
            <p:nvPr/>
          </p:nvSpPr>
          <p:spPr>
            <a:xfrm>
              <a:off x="6262653" y="2129732"/>
              <a:ext cx="1021072" cy="4814"/>
            </a:xfrm>
            <a:custGeom>
              <a:avLst/>
              <a:gdLst/>
              <a:ahLst/>
              <a:cxnLst/>
              <a:rect l="l" t="t" r="r" b="b"/>
              <a:pathLst>
                <a:path w="14421" h="68" extrusionOk="0">
                  <a:moveTo>
                    <a:pt x="7219" y="1"/>
                  </a:moveTo>
                  <a:cubicBezTo>
                    <a:pt x="3226" y="1"/>
                    <a:pt x="1" y="18"/>
                    <a:pt x="1" y="34"/>
                  </a:cubicBezTo>
                  <a:cubicBezTo>
                    <a:pt x="1" y="51"/>
                    <a:pt x="3226" y="68"/>
                    <a:pt x="7219" y="68"/>
                  </a:cubicBezTo>
                  <a:cubicBezTo>
                    <a:pt x="11196" y="68"/>
                    <a:pt x="14420" y="51"/>
                    <a:pt x="14420" y="34"/>
                  </a:cubicBezTo>
                  <a:cubicBezTo>
                    <a:pt x="14420" y="18"/>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grpSp>
      <p:sp>
        <p:nvSpPr>
          <p:cNvPr id="175" name="Google Shape;9650;p71"/>
          <p:cNvSpPr/>
          <p:nvPr/>
        </p:nvSpPr>
        <p:spPr>
          <a:xfrm rot="575160">
            <a:off x="7938772" y="2538769"/>
            <a:ext cx="389288" cy="385400"/>
          </a:xfrm>
          <a:custGeom>
            <a:avLst/>
            <a:gdLst/>
            <a:ahLst/>
            <a:cxnLst/>
            <a:rect l="l" t="t" r="r" b="b"/>
            <a:pathLst>
              <a:path w="11113" h="11002" extrusionOk="0">
                <a:moveTo>
                  <a:pt x="2619" y="0"/>
                </a:moveTo>
                <a:cubicBezTo>
                  <a:pt x="2492" y="0"/>
                  <a:pt x="2366" y="49"/>
                  <a:pt x="2268" y="146"/>
                </a:cubicBezTo>
                <a:lnTo>
                  <a:pt x="201" y="2213"/>
                </a:lnTo>
                <a:cubicBezTo>
                  <a:pt x="7" y="2407"/>
                  <a:pt x="7" y="2719"/>
                  <a:pt x="201" y="2914"/>
                </a:cubicBezTo>
                <a:lnTo>
                  <a:pt x="2782" y="5501"/>
                </a:lnTo>
                <a:lnTo>
                  <a:pt x="195" y="8081"/>
                </a:lnTo>
                <a:cubicBezTo>
                  <a:pt x="0" y="8275"/>
                  <a:pt x="0" y="8587"/>
                  <a:pt x="195" y="8782"/>
                </a:cubicBezTo>
                <a:lnTo>
                  <a:pt x="2268" y="10856"/>
                </a:lnTo>
                <a:cubicBezTo>
                  <a:pt x="2366" y="10953"/>
                  <a:pt x="2492" y="11001"/>
                  <a:pt x="2619" y="11001"/>
                </a:cubicBezTo>
                <a:cubicBezTo>
                  <a:pt x="2745" y="11001"/>
                  <a:pt x="2872" y="10953"/>
                  <a:pt x="2969" y="10856"/>
                </a:cubicBezTo>
                <a:lnTo>
                  <a:pt x="5556" y="8268"/>
                </a:lnTo>
                <a:lnTo>
                  <a:pt x="8143" y="10856"/>
                </a:lnTo>
                <a:cubicBezTo>
                  <a:pt x="8241" y="10953"/>
                  <a:pt x="8367" y="11001"/>
                  <a:pt x="8494" y="11001"/>
                </a:cubicBezTo>
                <a:cubicBezTo>
                  <a:pt x="8620" y="11001"/>
                  <a:pt x="8747" y="10953"/>
                  <a:pt x="8844" y="10856"/>
                </a:cubicBezTo>
                <a:lnTo>
                  <a:pt x="10911" y="8789"/>
                </a:lnTo>
                <a:cubicBezTo>
                  <a:pt x="11105" y="8594"/>
                  <a:pt x="11105" y="8275"/>
                  <a:pt x="10911" y="8081"/>
                </a:cubicBezTo>
                <a:lnTo>
                  <a:pt x="8331" y="5501"/>
                </a:lnTo>
                <a:lnTo>
                  <a:pt x="10918" y="2914"/>
                </a:lnTo>
                <a:cubicBezTo>
                  <a:pt x="11112" y="2719"/>
                  <a:pt x="11112" y="2407"/>
                  <a:pt x="10918" y="2213"/>
                </a:cubicBezTo>
                <a:lnTo>
                  <a:pt x="8844" y="146"/>
                </a:lnTo>
                <a:cubicBezTo>
                  <a:pt x="8747" y="49"/>
                  <a:pt x="8620" y="0"/>
                  <a:pt x="8494" y="0"/>
                </a:cubicBezTo>
                <a:cubicBezTo>
                  <a:pt x="8367" y="0"/>
                  <a:pt x="8241" y="49"/>
                  <a:pt x="8143" y="146"/>
                </a:cubicBezTo>
                <a:lnTo>
                  <a:pt x="5556" y="2726"/>
                </a:lnTo>
                <a:lnTo>
                  <a:pt x="2969" y="146"/>
                </a:lnTo>
                <a:cubicBezTo>
                  <a:pt x="2872" y="49"/>
                  <a:pt x="2745" y="0"/>
                  <a:pt x="2619" y="0"/>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117" name="Google Shape;4050;p60"/>
          <p:cNvSpPr/>
          <p:nvPr/>
        </p:nvSpPr>
        <p:spPr>
          <a:xfrm>
            <a:off x="7618372" y="2823880"/>
            <a:ext cx="515833" cy="741465"/>
          </a:xfrm>
          <a:custGeom>
            <a:avLst/>
            <a:gdLst/>
            <a:ahLst/>
            <a:cxnLst/>
            <a:rect l="l" t="t" r="r" b="b"/>
            <a:pathLst>
              <a:path w="5464" h="7854" extrusionOk="0">
                <a:moveTo>
                  <a:pt x="4086" y="0"/>
                </a:moveTo>
                <a:cubicBezTo>
                  <a:pt x="4070" y="0"/>
                  <a:pt x="4060" y="16"/>
                  <a:pt x="4060" y="51"/>
                </a:cubicBezTo>
                <a:cubicBezTo>
                  <a:pt x="4077" y="218"/>
                  <a:pt x="4077" y="1137"/>
                  <a:pt x="4077" y="1137"/>
                </a:cubicBezTo>
                <a:lnTo>
                  <a:pt x="2473" y="4495"/>
                </a:lnTo>
                <a:cubicBezTo>
                  <a:pt x="2306" y="4947"/>
                  <a:pt x="1938" y="5281"/>
                  <a:pt x="1487" y="5448"/>
                </a:cubicBezTo>
                <a:lnTo>
                  <a:pt x="0" y="5882"/>
                </a:lnTo>
                <a:lnTo>
                  <a:pt x="585" y="7854"/>
                </a:lnTo>
                <a:lnTo>
                  <a:pt x="2657" y="7169"/>
                </a:lnTo>
                <a:cubicBezTo>
                  <a:pt x="3191" y="6985"/>
                  <a:pt x="3609" y="6567"/>
                  <a:pt x="3793" y="6033"/>
                </a:cubicBezTo>
                <a:lnTo>
                  <a:pt x="5213" y="1688"/>
                </a:lnTo>
                <a:cubicBezTo>
                  <a:pt x="5313" y="1404"/>
                  <a:pt x="5380" y="1120"/>
                  <a:pt x="5447" y="836"/>
                </a:cubicBezTo>
                <a:cubicBezTo>
                  <a:pt x="5464" y="536"/>
                  <a:pt x="5397" y="252"/>
                  <a:pt x="5263" y="1"/>
                </a:cubicBezTo>
                <a:lnTo>
                  <a:pt x="4361" y="569"/>
                </a:lnTo>
                <a:cubicBezTo>
                  <a:pt x="4334" y="285"/>
                  <a:pt x="4153" y="0"/>
                  <a:pt x="4086" y="0"/>
                </a:cubicBezTo>
                <a:close/>
              </a:path>
            </a:pathLst>
          </a:custGeom>
          <a:solidFill>
            <a:srgbClr val="695043"/>
          </a:solidFill>
          <a:ln>
            <a:noFill/>
          </a:ln>
        </p:spPr>
        <p:txBody>
          <a:bodyPr spcFirstLastPara="1" wrap="square" lIns="121900" tIns="121900" rIns="121900" bIns="121900" anchor="ctr" anchorCtr="0">
            <a:noAutofit/>
          </a:bodyPr>
          <a:lstStyle/>
          <a:p>
            <a:endParaRPr sz="2400"/>
          </a:p>
        </p:txBody>
      </p:sp>
      <p:sp>
        <p:nvSpPr>
          <p:cNvPr id="118" name="Google Shape;4051;p60"/>
          <p:cNvSpPr/>
          <p:nvPr/>
        </p:nvSpPr>
        <p:spPr>
          <a:xfrm>
            <a:off x="7246031" y="6191626"/>
            <a:ext cx="328251" cy="142837"/>
          </a:xfrm>
          <a:custGeom>
            <a:avLst/>
            <a:gdLst/>
            <a:ahLst/>
            <a:cxnLst/>
            <a:rect l="l" t="t" r="r" b="b"/>
            <a:pathLst>
              <a:path w="3477" h="1513" extrusionOk="0">
                <a:moveTo>
                  <a:pt x="1856" y="1"/>
                </a:moveTo>
                <a:lnTo>
                  <a:pt x="1" y="17"/>
                </a:lnTo>
                <a:lnTo>
                  <a:pt x="18" y="1488"/>
                </a:lnTo>
                <a:lnTo>
                  <a:pt x="135" y="1488"/>
                </a:lnTo>
                <a:cubicBezTo>
                  <a:pt x="394" y="1496"/>
                  <a:pt x="1045" y="1513"/>
                  <a:pt x="1676" y="1513"/>
                </a:cubicBezTo>
                <a:cubicBezTo>
                  <a:pt x="2307" y="1513"/>
                  <a:pt x="2917" y="1496"/>
                  <a:pt x="3092" y="1438"/>
                </a:cubicBezTo>
                <a:cubicBezTo>
                  <a:pt x="3476" y="1321"/>
                  <a:pt x="1889" y="986"/>
                  <a:pt x="1889" y="986"/>
                </a:cubicBezTo>
                <a:lnTo>
                  <a:pt x="1856" y="1"/>
                </a:lnTo>
                <a:close/>
              </a:path>
            </a:pathLst>
          </a:custGeom>
          <a:solidFill>
            <a:schemeClr val="tx1"/>
          </a:solidFill>
          <a:ln>
            <a:noFill/>
          </a:ln>
        </p:spPr>
        <p:txBody>
          <a:bodyPr spcFirstLastPara="1" wrap="square" lIns="121900" tIns="121900" rIns="121900" bIns="121900" anchor="ctr" anchorCtr="0">
            <a:noAutofit/>
          </a:bodyPr>
          <a:lstStyle/>
          <a:p>
            <a:endParaRPr sz="2400"/>
          </a:p>
        </p:txBody>
      </p:sp>
      <p:sp>
        <p:nvSpPr>
          <p:cNvPr id="119" name="Google Shape;4052;p60"/>
          <p:cNvSpPr/>
          <p:nvPr/>
        </p:nvSpPr>
        <p:spPr>
          <a:xfrm>
            <a:off x="7246032" y="6279704"/>
            <a:ext cx="64761" cy="49280"/>
          </a:xfrm>
          <a:custGeom>
            <a:avLst/>
            <a:gdLst/>
            <a:ahLst/>
            <a:cxnLst/>
            <a:rect l="l" t="t" r="r" b="b"/>
            <a:pathLst>
              <a:path w="686" h="522" extrusionOk="0">
                <a:moveTo>
                  <a:pt x="65" y="0"/>
                </a:moveTo>
                <a:cubicBezTo>
                  <a:pt x="44" y="0"/>
                  <a:pt x="22" y="1"/>
                  <a:pt x="1" y="3"/>
                </a:cubicBezTo>
                <a:lnTo>
                  <a:pt x="18" y="521"/>
                </a:lnTo>
                <a:lnTo>
                  <a:pt x="686" y="521"/>
                </a:lnTo>
                <a:cubicBezTo>
                  <a:pt x="653" y="371"/>
                  <a:pt x="569" y="220"/>
                  <a:pt x="452" y="120"/>
                </a:cubicBezTo>
                <a:cubicBezTo>
                  <a:pt x="336" y="47"/>
                  <a:pt x="207" y="0"/>
                  <a:pt x="65" y="0"/>
                </a:cubicBezTo>
                <a:close/>
              </a:path>
            </a:pathLst>
          </a:custGeom>
          <a:solidFill>
            <a:srgbClr val="FFFFFF">
              <a:alpha val="56250"/>
            </a:srgbClr>
          </a:solidFill>
          <a:ln>
            <a:noFill/>
          </a:ln>
        </p:spPr>
        <p:txBody>
          <a:bodyPr spcFirstLastPara="1" wrap="square" lIns="121900" tIns="121900" rIns="121900" bIns="121900" anchor="ctr" anchorCtr="0">
            <a:noAutofit/>
          </a:bodyPr>
          <a:lstStyle/>
          <a:p>
            <a:endParaRPr sz="2400"/>
          </a:p>
        </p:txBody>
      </p:sp>
      <p:sp>
        <p:nvSpPr>
          <p:cNvPr id="120" name="Google Shape;4053;p60"/>
          <p:cNvSpPr/>
          <p:nvPr/>
        </p:nvSpPr>
        <p:spPr>
          <a:xfrm>
            <a:off x="7247637" y="6303590"/>
            <a:ext cx="301345" cy="31815"/>
          </a:xfrm>
          <a:custGeom>
            <a:avLst/>
            <a:gdLst/>
            <a:ahLst/>
            <a:cxnLst/>
            <a:rect l="l" t="t" r="r" b="b"/>
            <a:pathLst>
              <a:path w="3192" h="337" extrusionOk="0">
                <a:moveTo>
                  <a:pt x="2641" y="1"/>
                </a:moveTo>
                <a:cubicBezTo>
                  <a:pt x="2540" y="1"/>
                  <a:pt x="2473" y="235"/>
                  <a:pt x="2473" y="235"/>
                </a:cubicBezTo>
                <a:lnTo>
                  <a:pt x="1" y="252"/>
                </a:lnTo>
                <a:lnTo>
                  <a:pt x="1" y="302"/>
                </a:lnTo>
                <a:cubicBezTo>
                  <a:pt x="332" y="325"/>
                  <a:pt x="812" y="336"/>
                  <a:pt x="1297" y="336"/>
                </a:cubicBezTo>
                <a:cubicBezTo>
                  <a:pt x="2182" y="336"/>
                  <a:pt x="3082" y="300"/>
                  <a:pt x="3125" y="235"/>
                </a:cubicBezTo>
                <a:cubicBezTo>
                  <a:pt x="3192" y="151"/>
                  <a:pt x="2641" y="1"/>
                  <a:pt x="2641" y="1"/>
                </a:cubicBezTo>
                <a:close/>
              </a:path>
            </a:pathLst>
          </a:custGeom>
          <a:solidFill>
            <a:srgbClr val="FFFFFF">
              <a:alpha val="56250"/>
            </a:srgbClr>
          </a:solidFill>
          <a:ln>
            <a:noFill/>
          </a:ln>
        </p:spPr>
        <p:txBody>
          <a:bodyPr spcFirstLastPara="1" wrap="square" lIns="121900" tIns="121900" rIns="121900" bIns="121900" anchor="ctr" anchorCtr="0">
            <a:noAutofit/>
          </a:bodyPr>
          <a:lstStyle/>
          <a:p>
            <a:endParaRPr sz="2400"/>
          </a:p>
        </p:txBody>
      </p:sp>
      <p:sp>
        <p:nvSpPr>
          <p:cNvPr id="121" name="Google Shape;4054;p60"/>
          <p:cNvSpPr/>
          <p:nvPr/>
        </p:nvSpPr>
        <p:spPr>
          <a:xfrm>
            <a:off x="7257076" y="6322566"/>
            <a:ext cx="282464" cy="7081"/>
          </a:xfrm>
          <a:custGeom>
            <a:avLst/>
            <a:gdLst/>
            <a:ahLst/>
            <a:cxnLst/>
            <a:rect l="l" t="t" r="r" b="b"/>
            <a:pathLst>
              <a:path w="2992" h="75" extrusionOk="0">
                <a:moveTo>
                  <a:pt x="2908" y="0"/>
                </a:moveTo>
                <a:lnTo>
                  <a:pt x="2574" y="17"/>
                </a:lnTo>
                <a:cubicBezTo>
                  <a:pt x="2290" y="34"/>
                  <a:pt x="1889" y="34"/>
                  <a:pt x="1454" y="51"/>
                </a:cubicBezTo>
                <a:lnTo>
                  <a:pt x="1" y="51"/>
                </a:lnTo>
                <a:lnTo>
                  <a:pt x="335" y="67"/>
                </a:lnTo>
                <a:cubicBezTo>
                  <a:pt x="524" y="67"/>
                  <a:pt x="766" y="75"/>
                  <a:pt x="1034" y="75"/>
                </a:cubicBezTo>
                <a:cubicBezTo>
                  <a:pt x="1169" y="75"/>
                  <a:pt x="1310" y="73"/>
                  <a:pt x="1454" y="67"/>
                </a:cubicBezTo>
                <a:cubicBezTo>
                  <a:pt x="1889" y="67"/>
                  <a:pt x="2290" y="51"/>
                  <a:pt x="2574" y="34"/>
                </a:cubicBezTo>
                <a:lnTo>
                  <a:pt x="2908" y="17"/>
                </a:lnTo>
                <a:lnTo>
                  <a:pt x="2992" y="0"/>
                </a:ln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22" name="Google Shape;4055;p60"/>
          <p:cNvSpPr/>
          <p:nvPr/>
        </p:nvSpPr>
        <p:spPr>
          <a:xfrm>
            <a:off x="7481103" y="6300474"/>
            <a:ext cx="17464" cy="28511"/>
          </a:xfrm>
          <a:custGeom>
            <a:avLst/>
            <a:gdLst/>
            <a:ahLst/>
            <a:cxnLst/>
            <a:rect l="l" t="t" r="r" b="b"/>
            <a:pathLst>
              <a:path w="185" h="302" extrusionOk="0">
                <a:moveTo>
                  <a:pt x="184" y="0"/>
                </a:moveTo>
                <a:lnTo>
                  <a:pt x="184" y="0"/>
                </a:lnTo>
                <a:cubicBezTo>
                  <a:pt x="67" y="51"/>
                  <a:pt x="0" y="168"/>
                  <a:pt x="0" y="301"/>
                </a:cubicBezTo>
                <a:cubicBezTo>
                  <a:pt x="17" y="234"/>
                  <a:pt x="34" y="184"/>
                  <a:pt x="67" y="134"/>
                </a:cubicBezTo>
                <a:cubicBezTo>
                  <a:pt x="101" y="84"/>
                  <a:pt x="134" y="51"/>
                  <a:pt x="184"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23" name="Google Shape;4056;p60"/>
          <p:cNvSpPr/>
          <p:nvPr/>
        </p:nvSpPr>
        <p:spPr>
          <a:xfrm>
            <a:off x="7429085" y="6287825"/>
            <a:ext cx="9535" cy="15859"/>
          </a:xfrm>
          <a:custGeom>
            <a:avLst/>
            <a:gdLst/>
            <a:ahLst/>
            <a:cxnLst/>
            <a:rect l="l" t="t" r="r" b="b"/>
            <a:pathLst>
              <a:path w="101" h="168" extrusionOk="0">
                <a:moveTo>
                  <a:pt x="100" y="1"/>
                </a:moveTo>
                <a:cubicBezTo>
                  <a:pt x="100" y="1"/>
                  <a:pt x="67" y="34"/>
                  <a:pt x="50" y="84"/>
                </a:cubicBezTo>
                <a:cubicBezTo>
                  <a:pt x="17" y="118"/>
                  <a:pt x="0" y="151"/>
                  <a:pt x="0" y="168"/>
                </a:cubicBezTo>
                <a:cubicBezTo>
                  <a:pt x="17" y="168"/>
                  <a:pt x="33" y="134"/>
                  <a:pt x="67" y="84"/>
                </a:cubicBezTo>
                <a:cubicBezTo>
                  <a:pt x="84" y="51"/>
                  <a:pt x="100" y="1"/>
                  <a:pt x="100"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24" name="Google Shape;4057;p60"/>
          <p:cNvSpPr/>
          <p:nvPr/>
        </p:nvSpPr>
        <p:spPr>
          <a:xfrm>
            <a:off x="7414831" y="6285843"/>
            <a:ext cx="11140" cy="10007"/>
          </a:xfrm>
          <a:custGeom>
            <a:avLst/>
            <a:gdLst/>
            <a:ahLst/>
            <a:cxnLst/>
            <a:rect l="l" t="t" r="r" b="b"/>
            <a:pathLst>
              <a:path w="118" h="106" extrusionOk="0">
                <a:moveTo>
                  <a:pt x="114" y="1"/>
                </a:moveTo>
                <a:cubicBezTo>
                  <a:pt x="105" y="1"/>
                  <a:pt x="78" y="25"/>
                  <a:pt x="51" y="39"/>
                </a:cubicBezTo>
                <a:cubicBezTo>
                  <a:pt x="17" y="72"/>
                  <a:pt x="1" y="105"/>
                  <a:pt x="1" y="105"/>
                </a:cubicBezTo>
                <a:cubicBezTo>
                  <a:pt x="1" y="105"/>
                  <a:pt x="34" y="89"/>
                  <a:pt x="68" y="55"/>
                </a:cubicBezTo>
                <a:cubicBezTo>
                  <a:pt x="101" y="22"/>
                  <a:pt x="118" y="5"/>
                  <a:pt x="118" y="5"/>
                </a:cubicBezTo>
                <a:cubicBezTo>
                  <a:pt x="118" y="2"/>
                  <a:pt x="116" y="1"/>
                  <a:pt x="114"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25" name="Google Shape;4058;p60"/>
          <p:cNvSpPr/>
          <p:nvPr/>
        </p:nvSpPr>
        <p:spPr>
          <a:xfrm>
            <a:off x="7405389" y="6278385"/>
            <a:ext cx="18976" cy="1700"/>
          </a:xfrm>
          <a:custGeom>
            <a:avLst/>
            <a:gdLst/>
            <a:ahLst/>
            <a:cxnLst/>
            <a:rect l="l" t="t" r="r" b="b"/>
            <a:pathLst>
              <a:path w="201" h="18" extrusionOk="0">
                <a:moveTo>
                  <a:pt x="0" y="1"/>
                </a:moveTo>
                <a:lnTo>
                  <a:pt x="0" y="17"/>
                </a:lnTo>
                <a:lnTo>
                  <a:pt x="101" y="17"/>
                </a:lnTo>
                <a:cubicBezTo>
                  <a:pt x="134" y="17"/>
                  <a:pt x="168" y="17"/>
                  <a:pt x="201"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26" name="Google Shape;4059;p60"/>
          <p:cNvSpPr/>
          <p:nvPr/>
        </p:nvSpPr>
        <p:spPr>
          <a:xfrm>
            <a:off x="7402274" y="6267339"/>
            <a:ext cx="20581" cy="3399"/>
          </a:xfrm>
          <a:custGeom>
            <a:avLst/>
            <a:gdLst/>
            <a:ahLst/>
            <a:cxnLst/>
            <a:rect l="l" t="t" r="r" b="b"/>
            <a:pathLst>
              <a:path w="218" h="36" extrusionOk="0">
                <a:moveTo>
                  <a:pt x="0" y="1"/>
                </a:moveTo>
                <a:cubicBezTo>
                  <a:pt x="41" y="21"/>
                  <a:pt x="89" y="36"/>
                  <a:pt x="135" y="36"/>
                </a:cubicBezTo>
                <a:cubicBezTo>
                  <a:pt x="164" y="36"/>
                  <a:pt x="192" y="30"/>
                  <a:pt x="217" y="17"/>
                </a:cubicBezTo>
                <a:cubicBezTo>
                  <a:pt x="195" y="17"/>
                  <a:pt x="173" y="10"/>
                  <a:pt x="150" y="10"/>
                </a:cubicBezTo>
                <a:cubicBezTo>
                  <a:pt x="139" y="10"/>
                  <a:pt x="128" y="12"/>
                  <a:pt x="117" y="17"/>
                </a:cubicBezTo>
                <a:cubicBezTo>
                  <a:pt x="84" y="1"/>
                  <a:pt x="33" y="1"/>
                  <a:pt x="0"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27" name="Google Shape;4060;p60"/>
          <p:cNvSpPr/>
          <p:nvPr/>
        </p:nvSpPr>
        <p:spPr>
          <a:xfrm>
            <a:off x="7435317" y="6271398"/>
            <a:ext cx="33232" cy="19729"/>
          </a:xfrm>
          <a:custGeom>
            <a:avLst/>
            <a:gdLst/>
            <a:ahLst/>
            <a:cxnLst/>
            <a:rect l="l" t="t" r="r" b="b"/>
            <a:pathLst>
              <a:path w="352" h="209" extrusionOk="0">
                <a:moveTo>
                  <a:pt x="212" y="17"/>
                </a:moveTo>
                <a:cubicBezTo>
                  <a:pt x="247" y="17"/>
                  <a:pt x="283" y="29"/>
                  <a:pt x="318" y="41"/>
                </a:cubicBezTo>
                <a:cubicBezTo>
                  <a:pt x="335" y="58"/>
                  <a:pt x="318" y="75"/>
                  <a:pt x="302" y="91"/>
                </a:cubicBezTo>
                <a:cubicBezTo>
                  <a:pt x="285" y="108"/>
                  <a:pt x="268" y="108"/>
                  <a:pt x="235" y="125"/>
                </a:cubicBezTo>
                <a:cubicBezTo>
                  <a:pt x="201" y="141"/>
                  <a:pt x="151" y="141"/>
                  <a:pt x="118" y="158"/>
                </a:cubicBezTo>
                <a:cubicBezTo>
                  <a:pt x="82" y="167"/>
                  <a:pt x="51" y="171"/>
                  <a:pt x="30" y="173"/>
                </a:cubicBezTo>
                <a:lnTo>
                  <a:pt x="30" y="173"/>
                </a:lnTo>
                <a:cubicBezTo>
                  <a:pt x="43" y="142"/>
                  <a:pt x="55" y="120"/>
                  <a:pt x="68" y="108"/>
                </a:cubicBezTo>
                <a:cubicBezTo>
                  <a:pt x="101" y="75"/>
                  <a:pt x="135" y="41"/>
                  <a:pt x="168" y="24"/>
                </a:cubicBezTo>
                <a:cubicBezTo>
                  <a:pt x="183" y="20"/>
                  <a:pt x="197" y="17"/>
                  <a:pt x="212" y="17"/>
                </a:cubicBezTo>
                <a:close/>
                <a:moveTo>
                  <a:pt x="236" y="1"/>
                </a:moveTo>
                <a:cubicBezTo>
                  <a:pt x="165" y="1"/>
                  <a:pt x="96" y="34"/>
                  <a:pt x="51" y="91"/>
                </a:cubicBezTo>
                <a:cubicBezTo>
                  <a:pt x="34" y="108"/>
                  <a:pt x="34" y="141"/>
                  <a:pt x="18" y="174"/>
                </a:cubicBezTo>
                <a:lnTo>
                  <a:pt x="18" y="174"/>
                </a:lnTo>
                <a:cubicBezTo>
                  <a:pt x="7" y="175"/>
                  <a:pt x="1" y="175"/>
                  <a:pt x="1" y="175"/>
                </a:cubicBezTo>
                <a:lnTo>
                  <a:pt x="18" y="175"/>
                </a:lnTo>
                <a:cubicBezTo>
                  <a:pt x="18" y="192"/>
                  <a:pt x="18" y="208"/>
                  <a:pt x="18" y="208"/>
                </a:cubicBezTo>
                <a:cubicBezTo>
                  <a:pt x="22" y="196"/>
                  <a:pt x="26" y="185"/>
                  <a:pt x="30" y="175"/>
                </a:cubicBezTo>
                <a:lnTo>
                  <a:pt x="118" y="175"/>
                </a:lnTo>
                <a:cubicBezTo>
                  <a:pt x="168" y="158"/>
                  <a:pt x="201" y="158"/>
                  <a:pt x="252" y="141"/>
                </a:cubicBezTo>
                <a:cubicBezTo>
                  <a:pt x="268" y="125"/>
                  <a:pt x="302" y="125"/>
                  <a:pt x="318" y="108"/>
                </a:cubicBezTo>
                <a:cubicBezTo>
                  <a:pt x="335" y="91"/>
                  <a:pt x="335" y="91"/>
                  <a:pt x="352" y="75"/>
                </a:cubicBezTo>
                <a:cubicBezTo>
                  <a:pt x="352" y="58"/>
                  <a:pt x="335" y="41"/>
                  <a:pt x="335" y="24"/>
                </a:cubicBezTo>
                <a:cubicBezTo>
                  <a:pt x="303" y="8"/>
                  <a:pt x="269" y="1"/>
                  <a:pt x="236"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28" name="Google Shape;4061;p60"/>
          <p:cNvSpPr/>
          <p:nvPr/>
        </p:nvSpPr>
        <p:spPr>
          <a:xfrm>
            <a:off x="7422760" y="6265733"/>
            <a:ext cx="17464" cy="22187"/>
          </a:xfrm>
          <a:custGeom>
            <a:avLst/>
            <a:gdLst/>
            <a:ahLst/>
            <a:cxnLst/>
            <a:rect l="l" t="t" r="r" b="b"/>
            <a:pathLst>
              <a:path w="185" h="235" extrusionOk="0">
                <a:moveTo>
                  <a:pt x="34" y="1"/>
                </a:moveTo>
                <a:cubicBezTo>
                  <a:pt x="17" y="18"/>
                  <a:pt x="0" y="34"/>
                  <a:pt x="0" y="68"/>
                </a:cubicBezTo>
                <a:cubicBezTo>
                  <a:pt x="0" y="84"/>
                  <a:pt x="17" y="101"/>
                  <a:pt x="34" y="118"/>
                </a:cubicBezTo>
                <a:cubicBezTo>
                  <a:pt x="50" y="135"/>
                  <a:pt x="67" y="168"/>
                  <a:pt x="84" y="185"/>
                </a:cubicBezTo>
                <a:cubicBezTo>
                  <a:pt x="100" y="201"/>
                  <a:pt x="134" y="218"/>
                  <a:pt x="151" y="235"/>
                </a:cubicBezTo>
                <a:cubicBezTo>
                  <a:pt x="151" y="235"/>
                  <a:pt x="134" y="218"/>
                  <a:pt x="100" y="168"/>
                </a:cubicBezTo>
                <a:cubicBezTo>
                  <a:pt x="84" y="151"/>
                  <a:pt x="50" y="135"/>
                  <a:pt x="50" y="101"/>
                </a:cubicBezTo>
                <a:cubicBezTo>
                  <a:pt x="34" y="84"/>
                  <a:pt x="17" y="34"/>
                  <a:pt x="50" y="34"/>
                </a:cubicBezTo>
                <a:cubicBezTo>
                  <a:pt x="53" y="31"/>
                  <a:pt x="57" y="30"/>
                  <a:pt x="61" y="30"/>
                </a:cubicBezTo>
                <a:cubicBezTo>
                  <a:pt x="79" y="30"/>
                  <a:pt x="104" y="57"/>
                  <a:pt x="117" y="84"/>
                </a:cubicBezTo>
                <a:cubicBezTo>
                  <a:pt x="134" y="101"/>
                  <a:pt x="151" y="135"/>
                  <a:pt x="167" y="151"/>
                </a:cubicBezTo>
                <a:cubicBezTo>
                  <a:pt x="167" y="118"/>
                  <a:pt x="167" y="84"/>
                  <a:pt x="134" y="68"/>
                </a:cubicBezTo>
                <a:cubicBezTo>
                  <a:pt x="117" y="34"/>
                  <a:pt x="84" y="1"/>
                  <a:pt x="34" y="1"/>
                </a:cubicBezTo>
                <a:close/>
                <a:moveTo>
                  <a:pt x="167" y="151"/>
                </a:moveTo>
                <a:cubicBezTo>
                  <a:pt x="167" y="185"/>
                  <a:pt x="167" y="201"/>
                  <a:pt x="167" y="235"/>
                </a:cubicBezTo>
                <a:cubicBezTo>
                  <a:pt x="184" y="218"/>
                  <a:pt x="184" y="185"/>
                  <a:pt x="167" y="15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29" name="Google Shape;4062;p60"/>
          <p:cNvSpPr/>
          <p:nvPr/>
        </p:nvSpPr>
        <p:spPr>
          <a:xfrm>
            <a:off x="7247637" y="6278384"/>
            <a:ext cx="63156" cy="48997"/>
          </a:xfrm>
          <a:custGeom>
            <a:avLst/>
            <a:gdLst/>
            <a:ahLst/>
            <a:cxnLst/>
            <a:rect l="l" t="t" r="r" b="b"/>
            <a:pathLst>
              <a:path w="669" h="519" extrusionOk="0">
                <a:moveTo>
                  <a:pt x="1" y="1"/>
                </a:moveTo>
                <a:cubicBezTo>
                  <a:pt x="1" y="9"/>
                  <a:pt x="13" y="9"/>
                  <a:pt x="36" y="9"/>
                </a:cubicBezTo>
                <a:cubicBezTo>
                  <a:pt x="59" y="9"/>
                  <a:pt x="92" y="9"/>
                  <a:pt x="134" y="17"/>
                </a:cubicBezTo>
                <a:cubicBezTo>
                  <a:pt x="368" y="34"/>
                  <a:pt x="552" y="184"/>
                  <a:pt x="636" y="385"/>
                </a:cubicBezTo>
                <a:cubicBezTo>
                  <a:pt x="669" y="468"/>
                  <a:pt x="669" y="519"/>
                  <a:pt x="669" y="519"/>
                </a:cubicBezTo>
                <a:cubicBezTo>
                  <a:pt x="669" y="519"/>
                  <a:pt x="669" y="502"/>
                  <a:pt x="669" y="485"/>
                </a:cubicBezTo>
                <a:cubicBezTo>
                  <a:pt x="669" y="452"/>
                  <a:pt x="652" y="418"/>
                  <a:pt x="652" y="385"/>
                </a:cubicBezTo>
                <a:cubicBezTo>
                  <a:pt x="569" y="168"/>
                  <a:pt x="368" y="1"/>
                  <a:pt x="134"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30" name="Google Shape;4063;p60"/>
          <p:cNvSpPr/>
          <p:nvPr/>
        </p:nvSpPr>
        <p:spPr>
          <a:xfrm>
            <a:off x="7263405" y="6205785"/>
            <a:ext cx="3305" cy="72695"/>
          </a:xfrm>
          <a:custGeom>
            <a:avLst/>
            <a:gdLst/>
            <a:ahLst/>
            <a:cxnLst/>
            <a:rect l="l" t="t" r="r" b="b"/>
            <a:pathLst>
              <a:path w="35" h="770" extrusionOk="0">
                <a:moveTo>
                  <a:pt x="17" y="1"/>
                </a:moveTo>
                <a:cubicBezTo>
                  <a:pt x="1" y="252"/>
                  <a:pt x="1" y="502"/>
                  <a:pt x="17" y="770"/>
                </a:cubicBezTo>
                <a:cubicBezTo>
                  <a:pt x="34" y="502"/>
                  <a:pt x="34" y="252"/>
                  <a:pt x="17"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31" name="Google Shape;4064;p60"/>
          <p:cNvSpPr/>
          <p:nvPr/>
        </p:nvSpPr>
        <p:spPr>
          <a:xfrm>
            <a:off x="7332789" y="6310766"/>
            <a:ext cx="52208" cy="3116"/>
          </a:xfrm>
          <a:custGeom>
            <a:avLst/>
            <a:gdLst/>
            <a:ahLst/>
            <a:cxnLst/>
            <a:rect l="l" t="t" r="r" b="b"/>
            <a:pathLst>
              <a:path w="553" h="33" extrusionOk="0">
                <a:moveTo>
                  <a:pt x="512" y="1"/>
                </a:moveTo>
                <a:cubicBezTo>
                  <a:pt x="461" y="1"/>
                  <a:pt x="368" y="8"/>
                  <a:pt x="268" y="8"/>
                </a:cubicBezTo>
                <a:lnTo>
                  <a:pt x="1" y="8"/>
                </a:lnTo>
                <a:cubicBezTo>
                  <a:pt x="60" y="20"/>
                  <a:pt x="127" y="32"/>
                  <a:pt x="191" y="32"/>
                </a:cubicBezTo>
                <a:cubicBezTo>
                  <a:pt x="218" y="32"/>
                  <a:pt x="244" y="30"/>
                  <a:pt x="268" y="25"/>
                </a:cubicBezTo>
                <a:cubicBezTo>
                  <a:pt x="368" y="25"/>
                  <a:pt x="452" y="25"/>
                  <a:pt x="552" y="8"/>
                </a:cubicBezTo>
                <a:cubicBezTo>
                  <a:pt x="552" y="3"/>
                  <a:pt x="537" y="1"/>
                  <a:pt x="512"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32" name="Google Shape;4065;p60"/>
          <p:cNvSpPr/>
          <p:nvPr/>
        </p:nvSpPr>
        <p:spPr>
          <a:xfrm>
            <a:off x="7298144" y="6311519"/>
            <a:ext cx="6419" cy="11140"/>
          </a:xfrm>
          <a:custGeom>
            <a:avLst/>
            <a:gdLst/>
            <a:ahLst/>
            <a:cxnLst/>
            <a:rect l="l" t="t" r="r" b="b"/>
            <a:pathLst>
              <a:path w="68" h="118" extrusionOk="0">
                <a:moveTo>
                  <a:pt x="0" y="0"/>
                </a:moveTo>
                <a:cubicBezTo>
                  <a:pt x="0" y="17"/>
                  <a:pt x="17" y="34"/>
                  <a:pt x="34" y="51"/>
                </a:cubicBezTo>
                <a:cubicBezTo>
                  <a:pt x="34" y="84"/>
                  <a:pt x="50" y="117"/>
                  <a:pt x="50" y="117"/>
                </a:cubicBezTo>
                <a:cubicBezTo>
                  <a:pt x="67" y="101"/>
                  <a:pt x="67" y="84"/>
                  <a:pt x="50" y="51"/>
                </a:cubicBezTo>
                <a:cubicBezTo>
                  <a:pt x="34" y="17"/>
                  <a:pt x="0" y="0"/>
                  <a:pt x="0"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33" name="Google Shape;4066;p60"/>
          <p:cNvSpPr/>
          <p:nvPr/>
        </p:nvSpPr>
        <p:spPr>
          <a:xfrm>
            <a:off x="7285492" y="6295756"/>
            <a:ext cx="6419" cy="7081"/>
          </a:xfrm>
          <a:custGeom>
            <a:avLst/>
            <a:gdLst/>
            <a:ahLst/>
            <a:cxnLst/>
            <a:rect l="l" t="t" r="r" b="b"/>
            <a:pathLst>
              <a:path w="68" h="75" extrusionOk="0">
                <a:moveTo>
                  <a:pt x="1" y="0"/>
                </a:moveTo>
                <a:cubicBezTo>
                  <a:pt x="1" y="0"/>
                  <a:pt x="1" y="34"/>
                  <a:pt x="17" y="50"/>
                </a:cubicBezTo>
                <a:cubicBezTo>
                  <a:pt x="41" y="62"/>
                  <a:pt x="56" y="74"/>
                  <a:pt x="63" y="74"/>
                </a:cubicBezTo>
                <a:cubicBezTo>
                  <a:pt x="66" y="74"/>
                  <a:pt x="67" y="72"/>
                  <a:pt x="67" y="67"/>
                </a:cubicBezTo>
                <a:cubicBezTo>
                  <a:pt x="67" y="67"/>
                  <a:pt x="67" y="50"/>
                  <a:pt x="34" y="34"/>
                </a:cubicBezTo>
                <a:cubicBezTo>
                  <a:pt x="17" y="17"/>
                  <a:pt x="1" y="0"/>
                  <a:pt x="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34" name="Google Shape;4067;p60"/>
          <p:cNvSpPr/>
          <p:nvPr/>
        </p:nvSpPr>
        <p:spPr>
          <a:xfrm>
            <a:off x="7266613" y="6287825"/>
            <a:ext cx="11140" cy="4816"/>
          </a:xfrm>
          <a:custGeom>
            <a:avLst/>
            <a:gdLst/>
            <a:ahLst/>
            <a:cxnLst/>
            <a:rect l="l" t="t" r="r" b="b"/>
            <a:pathLst>
              <a:path w="118" h="51" extrusionOk="0">
                <a:moveTo>
                  <a:pt x="67" y="1"/>
                </a:moveTo>
                <a:cubicBezTo>
                  <a:pt x="33" y="1"/>
                  <a:pt x="0" y="1"/>
                  <a:pt x="0" y="18"/>
                </a:cubicBezTo>
                <a:cubicBezTo>
                  <a:pt x="0" y="18"/>
                  <a:pt x="33" y="18"/>
                  <a:pt x="50" y="34"/>
                </a:cubicBezTo>
                <a:cubicBezTo>
                  <a:pt x="84" y="34"/>
                  <a:pt x="100" y="51"/>
                  <a:pt x="100" y="51"/>
                </a:cubicBezTo>
                <a:cubicBezTo>
                  <a:pt x="117" y="34"/>
                  <a:pt x="100" y="18"/>
                  <a:pt x="67"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35" name="Google Shape;4068;p60"/>
          <p:cNvSpPr/>
          <p:nvPr/>
        </p:nvSpPr>
        <p:spPr>
          <a:xfrm>
            <a:off x="7252357" y="6285086"/>
            <a:ext cx="6419" cy="2831"/>
          </a:xfrm>
          <a:custGeom>
            <a:avLst/>
            <a:gdLst/>
            <a:ahLst/>
            <a:cxnLst/>
            <a:rect l="l" t="t" r="r" b="b"/>
            <a:pathLst>
              <a:path w="68" h="30" extrusionOk="0">
                <a:moveTo>
                  <a:pt x="26" y="1"/>
                </a:moveTo>
                <a:cubicBezTo>
                  <a:pt x="22" y="1"/>
                  <a:pt x="17" y="5"/>
                  <a:pt x="17" y="13"/>
                </a:cubicBezTo>
                <a:cubicBezTo>
                  <a:pt x="1" y="13"/>
                  <a:pt x="17" y="13"/>
                  <a:pt x="34" y="30"/>
                </a:cubicBezTo>
                <a:lnTo>
                  <a:pt x="68" y="30"/>
                </a:lnTo>
                <a:cubicBezTo>
                  <a:pt x="68" y="13"/>
                  <a:pt x="51" y="13"/>
                  <a:pt x="34" y="13"/>
                </a:cubicBezTo>
                <a:cubicBezTo>
                  <a:pt x="34" y="5"/>
                  <a:pt x="30" y="1"/>
                  <a:pt x="26"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36" name="Google Shape;4069;p60"/>
          <p:cNvSpPr/>
          <p:nvPr/>
        </p:nvSpPr>
        <p:spPr>
          <a:xfrm>
            <a:off x="6638813" y="6070218"/>
            <a:ext cx="247155" cy="293036"/>
          </a:xfrm>
          <a:custGeom>
            <a:avLst/>
            <a:gdLst/>
            <a:ahLst/>
            <a:cxnLst/>
            <a:rect l="l" t="t" r="r" b="b"/>
            <a:pathLst>
              <a:path w="2618" h="3104" extrusionOk="0">
                <a:moveTo>
                  <a:pt x="936" y="0"/>
                </a:moveTo>
                <a:lnTo>
                  <a:pt x="0" y="1119"/>
                </a:lnTo>
                <a:lnTo>
                  <a:pt x="84" y="1186"/>
                </a:lnTo>
                <a:cubicBezTo>
                  <a:pt x="468" y="1537"/>
                  <a:pt x="2022" y="2941"/>
                  <a:pt x="2356" y="3091"/>
                </a:cubicBezTo>
                <a:cubicBezTo>
                  <a:pt x="2376" y="3099"/>
                  <a:pt x="2392" y="3103"/>
                  <a:pt x="2405" y="3103"/>
                </a:cubicBezTo>
                <a:cubicBezTo>
                  <a:pt x="2618" y="3103"/>
                  <a:pt x="1738" y="1955"/>
                  <a:pt x="1738" y="1955"/>
                </a:cubicBezTo>
                <a:lnTo>
                  <a:pt x="2373" y="1186"/>
                </a:lnTo>
                <a:lnTo>
                  <a:pt x="936" y="0"/>
                </a:ln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37" name="Google Shape;4070;p60"/>
          <p:cNvSpPr/>
          <p:nvPr/>
        </p:nvSpPr>
        <p:spPr>
          <a:xfrm>
            <a:off x="6640324" y="6134888"/>
            <a:ext cx="58437" cy="80529"/>
          </a:xfrm>
          <a:custGeom>
            <a:avLst/>
            <a:gdLst/>
            <a:ahLst/>
            <a:cxnLst/>
            <a:rect l="l" t="t" r="r" b="b"/>
            <a:pathLst>
              <a:path w="619" h="853" extrusionOk="0">
                <a:moveTo>
                  <a:pt x="335" y="0"/>
                </a:moveTo>
                <a:lnTo>
                  <a:pt x="1" y="401"/>
                </a:lnTo>
                <a:lnTo>
                  <a:pt x="519" y="852"/>
                </a:lnTo>
                <a:cubicBezTo>
                  <a:pt x="602" y="702"/>
                  <a:pt x="619" y="551"/>
                  <a:pt x="586" y="384"/>
                </a:cubicBezTo>
                <a:cubicBezTo>
                  <a:pt x="552" y="234"/>
                  <a:pt x="469" y="100"/>
                  <a:pt x="335" y="0"/>
                </a:cubicBezTo>
                <a:close/>
              </a:path>
            </a:pathLst>
          </a:custGeom>
          <a:solidFill>
            <a:srgbClr val="FFFFFF">
              <a:alpha val="56250"/>
            </a:srgbClr>
          </a:solidFill>
          <a:ln>
            <a:noFill/>
          </a:ln>
        </p:spPr>
        <p:txBody>
          <a:bodyPr spcFirstLastPara="1" wrap="square" lIns="121900" tIns="121900" rIns="121900" bIns="121900" anchor="ctr" anchorCtr="0">
            <a:noAutofit/>
          </a:bodyPr>
          <a:lstStyle/>
          <a:p>
            <a:endParaRPr sz="2400"/>
          </a:p>
        </p:txBody>
      </p:sp>
      <p:sp>
        <p:nvSpPr>
          <p:cNvPr id="138" name="Google Shape;4071;p60"/>
          <p:cNvSpPr/>
          <p:nvPr/>
        </p:nvSpPr>
        <p:spPr>
          <a:xfrm>
            <a:off x="6638813" y="6172745"/>
            <a:ext cx="238280" cy="190983"/>
          </a:xfrm>
          <a:custGeom>
            <a:avLst/>
            <a:gdLst/>
            <a:ahLst/>
            <a:cxnLst/>
            <a:rect l="l" t="t" r="r" b="b"/>
            <a:pathLst>
              <a:path w="2524" h="2023" extrusionOk="0">
                <a:moveTo>
                  <a:pt x="33" y="0"/>
                </a:moveTo>
                <a:lnTo>
                  <a:pt x="0" y="17"/>
                </a:lnTo>
                <a:cubicBezTo>
                  <a:pt x="660" y="677"/>
                  <a:pt x="2267" y="2022"/>
                  <a:pt x="2418" y="2022"/>
                </a:cubicBezTo>
                <a:cubicBezTo>
                  <a:pt x="2420" y="2022"/>
                  <a:pt x="2421" y="2022"/>
                  <a:pt x="2423" y="2022"/>
                </a:cubicBezTo>
                <a:cubicBezTo>
                  <a:pt x="2523" y="2005"/>
                  <a:pt x="2206" y="1521"/>
                  <a:pt x="2206" y="1521"/>
                </a:cubicBezTo>
                <a:cubicBezTo>
                  <a:pt x="2190" y="1508"/>
                  <a:pt x="2171" y="1503"/>
                  <a:pt x="2150" y="1503"/>
                </a:cubicBezTo>
                <a:cubicBezTo>
                  <a:pt x="2056" y="1503"/>
                  <a:pt x="1922" y="1604"/>
                  <a:pt x="1922" y="1604"/>
                </a:cubicBezTo>
                <a:lnTo>
                  <a:pt x="33" y="0"/>
                </a:lnTo>
                <a:close/>
              </a:path>
            </a:pathLst>
          </a:custGeom>
          <a:solidFill>
            <a:srgbClr val="FFFFFF">
              <a:alpha val="56250"/>
            </a:srgbClr>
          </a:solidFill>
          <a:ln>
            <a:noFill/>
          </a:ln>
        </p:spPr>
        <p:txBody>
          <a:bodyPr spcFirstLastPara="1" wrap="square" lIns="121900" tIns="121900" rIns="121900" bIns="121900" anchor="ctr" anchorCtr="0">
            <a:noAutofit/>
          </a:bodyPr>
          <a:lstStyle/>
          <a:p>
            <a:endParaRPr sz="2400"/>
          </a:p>
        </p:txBody>
      </p:sp>
      <p:sp>
        <p:nvSpPr>
          <p:cNvPr id="139" name="Google Shape;4072;p60"/>
          <p:cNvSpPr/>
          <p:nvPr/>
        </p:nvSpPr>
        <p:spPr>
          <a:xfrm>
            <a:off x="6640325" y="6169534"/>
            <a:ext cx="227897" cy="191265"/>
          </a:xfrm>
          <a:custGeom>
            <a:avLst/>
            <a:gdLst/>
            <a:ahLst/>
            <a:cxnLst/>
            <a:rect l="l" t="t" r="r" b="b"/>
            <a:pathLst>
              <a:path w="2414" h="2026" extrusionOk="0">
                <a:moveTo>
                  <a:pt x="1" y="1"/>
                </a:moveTo>
                <a:lnTo>
                  <a:pt x="1" y="17"/>
                </a:lnTo>
                <a:cubicBezTo>
                  <a:pt x="1" y="17"/>
                  <a:pt x="17" y="17"/>
                  <a:pt x="17" y="34"/>
                </a:cubicBezTo>
                <a:cubicBezTo>
                  <a:pt x="17" y="17"/>
                  <a:pt x="1" y="17"/>
                  <a:pt x="1" y="1"/>
                </a:cubicBezTo>
                <a:close/>
                <a:moveTo>
                  <a:pt x="17" y="34"/>
                </a:moveTo>
                <a:lnTo>
                  <a:pt x="84" y="101"/>
                </a:lnTo>
                <a:lnTo>
                  <a:pt x="335" y="318"/>
                </a:lnTo>
                <a:cubicBezTo>
                  <a:pt x="552" y="519"/>
                  <a:pt x="853" y="769"/>
                  <a:pt x="1187" y="1053"/>
                </a:cubicBezTo>
                <a:cubicBezTo>
                  <a:pt x="1521" y="1337"/>
                  <a:pt x="1822" y="1588"/>
                  <a:pt x="2056" y="1755"/>
                </a:cubicBezTo>
                <a:lnTo>
                  <a:pt x="2323" y="1956"/>
                </a:lnTo>
                <a:lnTo>
                  <a:pt x="2056" y="1738"/>
                </a:lnTo>
                <a:cubicBezTo>
                  <a:pt x="1839" y="1571"/>
                  <a:pt x="1538" y="1321"/>
                  <a:pt x="1204" y="1037"/>
                </a:cubicBezTo>
                <a:cubicBezTo>
                  <a:pt x="870" y="753"/>
                  <a:pt x="569" y="502"/>
                  <a:pt x="352" y="318"/>
                </a:cubicBezTo>
                <a:lnTo>
                  <a:pt x="101" y="84"/>
                </a:lnTo>
                <a:lnTo>
                  <a:pt x="17" y="34"/>
                </a:lnTo>
                <a:close/>
                <a:moveTo>
                  <a:pt x="2323" y="1956"/>
                </a:moveTo>
                <a:lnTo>
                  <a:pt x="2390" y="2022"/>
                </a:lnTo>
                <a:cubicBezTo>
                  <a:pt x="2390" y="2025"/>
                  <a:pt x="2391" y="2026"/>
                  <a:pt x="2392" y="2026"/>
                </a:cubicBezTo>
                <a:cubicBezTo>
                  <a:pt x="2398" y="2026"/>
                  <a:pt x="2414" y="2002"/>
                  <a:pt x="2411" y="2002"/>
                </a:cubicBezTo>
                <a:lnTo>
                  <a:pt x="2411" y="2002"/>
                </a:lnTo>
                <a:cubicBezTo>
                  <a:pt x="2411" y="2002"/>
                  <a:pt x="2409" y="2003"/>
                  <a:pt x="2407" y="2006"/>
                </a:cubicBezTo>
                <a:lnTo>
                  <a:pt x="2323" y="1956"/>
                </a:ln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40" name="Google Shape;4073;p60"/>
          <p:cNvSpPr/>
          <p:nvPr/>
        </p:nvSpPr>
        <p:spPr>
          <a:xfrm>
            <a:off x="6818562" y="6314354"/>
            <a:ext cx="31721" cy="11423"/>
          </a:xfrm>
          <a:custGeom>
            <a:avLst/>
            <a:gdLst/>
            <a:ahLst/>
            <a:cxnLst/>
            <a:rect l="l" t="t" r="r" b="b"/>
            <a:pathLst>
              <a:path w="336" h="121" extrusionOk="0">
                <a:moveTo>
                  <a:pt x="231" y="1"/>
                </a:moveTo>
                <a:cubicBezTo>
                  <a:pt x="141" y="1"/>
                  <a:pt x="62" y="47"/>
                  <a:pt x="1" y="121"/>
                </a:cubicBezTo>
                <a:cubicBezTo>
                  <a:pt x="88" y="63"/>
                  <a:pt x="188" y="17"/>
                  <a:pt x="289" y="17"/>
                </a:cubicBezTo>
                <a:cubicBezTo>
                  <a:pt x="304" y="17"/>
                  <a:pt x="320" y="18"/>
                  <a:pt x="335" y="21"/>
                </a:cubicBezTo>
                <a:cubicBezTo>
                  <a:pt x="299" y="7"/>
                  <a:pt x="265" y="1"/>
                  <a:pt x="231"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41" name="Google Shape;4074;p60"/>
          <p:cNvSpPr/>
          <p:nvPr/>
        </p:nvSpPr>
        <p:spPr>
          <a:xfrm>
            <a:off x="6794959" y="6267339"/>
            <a:ext cx="17371" cy="4816"/>
          </a:xfrm>
          <a:custGeom>
            <a:avLst/>
            <a:gdLst/>
            <a:ahLst/>
            <a:cxnLst/>
            <a:rect l="l" t="t" r="r" b="b"/>
            <a:pathLst>
              <a:path w="184" h="51" extrusionOk="0">
                <a:moveTo>
                  <a:pt x="184" y="1"/>
                </a:moveTo>
                <a:cubicBezTo>
                  <a:pt x="151" y="1"/>
                  <a:pt x="117" y="1"/>
                  <a:pt x="100" y="17"/>
                </a:cubicBezTo>
                <a:cubicBezTo>
                  <a:pt x="50" y="34"/>
                  <a:pt x="0" y="51"/>
                  <a:pt x="17" y="51"/>
                </a:cubicBezTo>
                <a:cubicBezTo>
                  <a:pt x="34" y="51"/>
                  <a:pt x="67" y="51"/>
                  <a:pt x="100" y="34"/>
                </a:cubicBezTo>
                <a:cubicBezTo>
                  <a:pt x="151" y="17"/>
                  <a:pt x="184" y="1"/>
                  <a:pt x="184"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42" name="Google Shape;4075;p60"/>
          <p:cNvSpPr/>
          <p:nvPr/>
        </p:nvSpPr>
        <p:spPr>
          <a:xfrm>
            <a:off x="6790240" y="6256293"/>
            <a:ext cx="14256" cy="1700"/>
          </a:xfrm>
          <a:custGeom>
            <a:avLst/>
            <a:gdLst/>
            <a:ahLst/>
            <a:cxnLst/>
            <a:rect l="l" t="t" r="r" b="b"/>
            <a:pathLst>
              <a:path w="151" h="18" extrusionOk="0">
                <a:moveTo>
                  <a:pt x="67" y="1"/>
                </a:moveTo>
                <a:cubicBezTo>
                  <a:pt x="34" y="1"/>
                  <a:pt x="0" y="1"/>
                  <a:pt x="0" y="17"/>
                </a:cubicBezTo>
                <a:lnTo>
                  <a:pt x="67" y="17"/>
                </a:lnTo>
                <a:cubicBezTo>
                  <a:pt x="117" y="17"/>
                  <a:pt x="150" y="17"/>
                  <a:pt x="150"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43" name="Google Shape;4076;p60"/>
          <p:cNvSpPr/>
          <p:nvPr/>
        </p:nvSpPr>
        <p:spPr>
          <a:xfrm>
            <a:off x="6793356" y="6238924"/>
            <a:ext cx="14256" cy="12745"/>
          </a:xfrm>
          <a:custGeom>
            <a:avLst/>
            <a:gdLst/>
            <a:ahLst/>
            <a:cxnLst/>
            <a:rect l="l" t="t" r="r" b="b"/>
            <a:pathLst>
              <a:path w="151" h="135" extrusionOk="0">
                <a:moveTo>
                  <a:pt x="1" y="1"/>
                </a:moveTo>
                <a:lnTo>
                  <a:pt x="1" y="1"/>
                </a:lnTo>
                <a:cubicBezTo>
                  <a:pt x="1" y="1"/>
                  <a:pt x="34" y="34"/>
                  <a:pt x="67" y="68"/>
                </a:cubicBezTo>
                <a:cubicBezTo>
                  <a:pt x="117" y="101"/>
                  <a:pt x="151" y="134"/>
                  <a:pt x="151" y="134"/>
                </a:cubicBezTo>
                <a:cubicBezTo>
                  <a:pt x="151" y="118"/>
                  <a:pt x="117" y="84"/>
                  <a:pt x="84" y="51"/>
                </a:cubicBezTo>
                <a:cubicBezTo>
                  <a:pt x="51" y="18"/>
                  <a:pt x="1" y="1"/>
                  <a:pt x="1"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44" name="Google Shape;4077;p60"/>
          <p:cNvSpPr/>
          <p:nvPr/>
        </p:nvSpPr>
        <p:spPr>
          <a:xfrm>
            <a:off x="6798075" y="6227877"/>
            <a:ext cx="15859" cy="14351"/>
          </a:xfrm>
          <a:custGeom>
            <a:avLst/>
            <a:gdLst/>
            <a:ahLst/>
            <a:cxnLst/>
            <a:rect l="l" t="t" r="r" b="b"/>
            <a:pathLst>
              <a:path w="168" h="152" extrusionOk="0">
                <a:moveTo>
                  <a:pt x="1" y="1"/>
                </a:moveTo>
                <a:cubicBezTo>
                  <a:pt x="34" y="68"/>
                  <a:pt x="101" y="135"/>
                  <a:pt x="168" y="151"/>
                </a:cubicBezTo>
                <a:cubicBezTo>
                  <a:pt x="168" y="151"/>
                  <a:pt x="134" y="118"/>
                  <a:pt x="84" y="84"/>
                </a:cubicBezTo>
                <a:cubicBezTo>
                  <a:pt x="34" y="34"/>
                  <a:pt x="17" y="1"/>
                  <a:pt x="1"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45" name="Google Shape;4078;p60"/>
          <p:cNvSpPr/>
          <p:nvPr/>
        </p:nvSpPr>
        <p:spPr>
          <a:xfrm>
            <a:off x="6809121" y="6261674"/>
            <a:ext cx="34835" cy="18409"/>
          </a:xfrm>
          <a:custGeom>
            <a:avLst/>
            <a:gdLst/>
            <a:ahLst/>
            <a:cxnLst/>
            <a:rect l="l" t="t" r="r" b="b"/>
            <a:pathLst>
              <a:path w="369" h="195" extrusionOk="0">
                <a:moveTo>
                  <a:pt x="150" y="20"/>
                </a:moveTo>
                <a:cubicBezTo>
                  <a:pt x="179" y="20"/>
                  <a:pt x="211" y="32"/>
                  <a:pt x="235" y="44"/>
                </a:cubicBezTo>
                <a:cubicBezTo>
                  <a:pt x="285" y="61"/>
                  <a:pt x="318" y="94"/>
                  <a:pt x="335" y="127"/>
                </a:cubicBezTo>
                <a:cubicBezTo>
                  <a:pt x="335" y="152"/>
                  <a:pt x="326" y="167"/>
                  <a:pt x="314" y="167"/>
                </a:cubicBezTo>
                <a:cubicBezTo>
                  <a:pt x="310" y="167"/>
                  <a:pt x="306" y="165"/>
                  <a:pt x="301" y="161"/>
                </a:cubicBezTo>
                <a:cubicBezTo>
                  <a:pt x="268" y="161"/>
                  <a:pt x="251" y="161"/>
                  <a:pt x="235" y="144"/>
                </a:cubicBezTo>
                <a:cubicBezTo>
                  <a:pt x="184" y="127"/>
                  <a:pt x="151" y="111"/>
                  <a:pt x="118" y="94"/>
                </a:cubicBezTo>
                <a:cubicBezTo>
                  <a:pt x="80" y="75"/>
                  <a:pt x="53" y="57"/>
                  <a:pt x="37" y="44"/>
                </a:cubicBezTo>
                <a:lnTo>
                  <a:pt x="37" y="44"/>
                </a:lnTo>
                <a:cubicBezTo>
                  <a:pt x="60" y="34"/>
                  <a:pt x="85" y="27"/>
                  <a:pt x="118" y="27"/>
                </a:cubicBezTo>
                <a:cubicBezTo>
                  <a:pt x="127" y="22"/>
                  <a:pt x="139" y="20"/>
                  <a:pt x="150" y="20"/>
                </a:cubicBezTo>
                <a:close/>
                <a:moveTo>
                  <a:pt x="171" y="0"/>
                </a:moveTo>
                <a:cubicBezTo>
                  <a:pt x="149" y="0"/>
                  <a:pt x="125" y="3"/>
                  <a:pt x="101" y="10"/>
                </a:cubicBezTo>
                <a:cubicBezTo>
                  <a:pt x="85" y="10"/>
                  <a:pt x="52" y="26"/>
                  <a:pt x="35" y="43"/>
                </a:cubicBezTo>
                <a:lnTo>
                  <a:pt x="35" y="43"/>
                </a:lnTo>
                <a:cubicBezTo>
                  <a:pt x="23" y="33"/>
                  <a:pt x="17" y="27"/>
                  <a:pt x="17" y="27"/>
                </a:cubicBezTo>
                <a:lnTo>
                  <a:pt x="17" y="27"/>
                </a:lnTo>
                <a:cubicBezTo>
                  <a:pt x="21" y="34"/>
                  <a:pt x="25" y="40"/>
                  <a:pt x="29" y="47"/>
                </a:cubicBezTo>
                <a:lnTo>
                  <a:pt x="29" y="47"/>
                </a:lnTo>
                <a:cubicBezTo>
                  <a:pt x="30" y="46"/>
                  <a:pt x="31" y="46"/>
                  <a:pt x="32" y="45"/>
                </a:cubicBezTo>
                <a:lnTo>
                  <a:pt x="32" y="45"/>
                </a:lnTo>
                <a:cubicBezTo>
                  <a:pt x="31" y="46"/>
                  <a:pt x="31" y="47"/>
                  <a:pt x="30" y="48"/>
                </a:cubicBezTo>
                <a:lnTo>
                  <a:pt x="30" y="48"/>
                </a:lnTo>
                <a:cubicBezTo>
                  <a:pt x="29" y="48"/>
                  <a:pt x="29" y="47"/>
                  <a:pt x="29" y="47"/>
                </a:cubicBezTo>
                <a:lnTo>
                  <a:pt x="29" y="47"/>
                </a:lnTo>
                <a:cubicBezTo>
                  <a:pt x="19" y="51"/>
                  <a:pt x="10" y="56"/>
                  <a:pt x="1" y="61"/>
                </a:cubicBezTo>
                <a:cubicBezTo>
                  <a:pt x="1" y="61"/>
                  <a:pt x="15" y="61"/>
                  <a:pt x="30" y="48"/>
                </a:cubicBezTo>
                <a:lnTo>
                  <a:pt x="30" y="48"/>
                </a:lnTo>
                <a:cubicBezTo>
                  <a:pt x="48" y="74"/>
                  <a:pt x="74" y="97"/>
                  <a:pt x="101" y="111"/>
                </a:cubicBezTo>
                <a:cubicBezTo>
                  <a:pt x="134" y="127"/>
                  <a:pt x="184" y="144"/>
                  <a:pt x="218" y="161"/>
                </a:cubicBezTo>
                <a:cubicBezTo>
                  <a:pt x="251" y="178"/>
                  <a:pt x="268" y="178"/>
                  <a:pt x="301" y="194"/>
                </a:cubicBezTo>
                <a:cubicBezTo>
                  <a:pt x="318" y="194"/>
                  <a:pt x="335" y="194"/>
                  <a:pt x="351" y="178"/>
                </a:cubicBezTo>
                <a:cubicBezTo>
                  <a:pt x="351" y="161"/>
                  <a:pt x="368" y="144"/>
                  <a:pt x="351" y="127"/>
                </a:cubicBezTo>
                <a:cubicBezTo>
                  <a:pt x="325" y="48"/>
                  <a:pt x="257" y="0"/>
                  <a:pt x="17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46" name="Google Shape;4079;p60"/>
          <p:cNvSpPr/>
          <p:nvPr/>
        </p:nvSpPr>
        <p:spPr>
          <a:xfrm>
            <a:off x="6809122" y="6242130"/>
            <a:ext cx="12745" cy="25300"/>
          </a:xfrm>
          <a:custGeom>
            <a:avLst/>
            <a:gdLst/>
            <a:ahLst/>
            <a:cxnLst/>
            <a:rect l="l" t="t" r="r" b="b"/>
            <a:pathLst>
              <a:path w="135" h="268" extrusionOk="0">
                <a:moveTo>
                  <a:pt x="84" y="0"/>
                </a:moveTo>
                <a:cubicBezTo>
                  <a:pt x="67" y="0"/>
                  <a:pt x="34" y="0"/>
                  <a:pt x="34" y="34"/>
                </a:cubicBezTo>
                <a:cubicBezTo>
                  <a:pt x="17" y="50"/>
                  <a:pt x="17" y="67"/>
                  <a:pt x="1" y="84"/>
                </a:cubicBezTo>
                <a:cubicBezTo>
                  <a:pt x="1" y="117"/>
                  <a:pt x="1" y="134"/>
                  <a:pt x="1" y="167"/>
                </a:cubicBezTo>
                <a:cubicBezTo>
                  <a:pt x="1" y="201"/>
                  <a:pt x="17" y="234"/>
                  <a:pt x="34" y="251"/>
                </a:cubicBezTo>
                <a:cubicBezTo>
                  <a:pt x="34" y="251"/>
                  <a:pt x="17" y="217"/>
                  <a:pt x="17" y="167"/>
                </a:cubicBezTo>
                <a:cubicBezTo>
                  <a:pt x="17" y="134"/>
                  <a:pt x="17" y="117"/>
                  <a:pt x="34" y="84"/>
                </a:cubicBezTo>
                <a:cubicBezTo>
                  <a:pt x="34" y="57"/>
                  <a:pt x="45" y="29"/>
                  <a:pt x="67" y="29"/>
                </a:cubicBezTo>
                <a:cubicBezTo>
                  <a:pt x="72" y="29"/>
                  <a:pt x="78" y="31"/>
                  <a:pt x="84" y="34"/>
                </a:cubicBezTo>
                <a:cubicBezTo>
                  <a:pt x="101" y="50"/>
                  <a:pt x="118" y="84"/>
                  <a:pt x="101" y="117"/>
                </a:cubicBezTo>
                <a:cubicBezTo>
                  <a:pt x="101" y="151"/>
                  <a:pt x="101" y="167"/>
                  <a:pt x="84" y="201"/>
                </a:cubicBezTo>
                <a:cubicBezTo>
                  <a:pt x="67" y="217"/>
                  <a:pt x="51" y="234"/>
                  <a:pt x="34" y="268"/>
                </a:cubicBezTo>
                <a:cubicBezTo>
                  <a:pt x="34" y="268"/>
                  <a:pt x="67" y="251"/>
                  <a:pt x="101" y="201"/>
                </a:cubicBezTo>
                <a:cubicBezTo>
                  <a:pt x="118" y="184"/>
                  <a:pt x="118" y="151"/>
                  <a:pt x="134" y="117"/>
                </a:cubicBezTo>
                <a:cubicBezTo>
                  <a:pt x="134" y="84"/>
                  <a:pt x="118" y="34"/>
                  <a:pt x="84"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47" name="Google Shape;4080;p60"/>
          <p:cNvSpPr/>
          <p:nvPr/>
        </p:nvSpPr>
        <p:spPr>
          <a:xfrm>
            <a:off x="6673459" y="6136395"/>
            <a:ext cx="31627" cy="77413"/>
          </a:xfrm>
          <a:custGeom>
            <a:avLst/>
            <a:gdLst/>
            <a:ahLst/>
            <a:cxnLst/>
            <a:rect l="l" t="t" r="r" b="b"/>
            <a:pathLst>
              <a:path w="335" h="820" extrusionOk="0">
                <a:moveTo>
                  <a:pt x="1" y="1"/>
                </a:moveTo>
                <a:cubicBezTo>
                  <a:pt x="1" y="1"/>
                  <a:pt x="51" y="17"/>
                  <a:pt x="101" y="84"/>
                </a:cubicBezTo>
                <a:cubicBezTo>
                  <a:pt x="268" y="251"/>
                  <a:pt x="301" y="485"/>
                  <a:pt x="235" y="703"/>
                </a:cubicBezTo>
                <a:cubicBezTo>
                  <a:pt x="201" y="769"/>
                  <a:pt x="168" y="819"/>
                  <a:pt x="168" y="819"/>
                </a:cubicBezTo>
                <a:cubicBezTo>
                  <a:pt x="184" y="819"/>
                  <a:pt x="184" y="803"/>
                  <a:pt x="201" y="786"/>
                </a:cubicBezTo>
                <a:cubicBezTo>
                  <a:pt x="218" y="769"/>
                  <a:pt x="235" y="736"/>
                  <a:pt x="251" y="703"/>
                </a:cubicBezTo>
                <a:cubicBezTo>
                  <a:pt x="335" y="485"/>
                  <a:pt x="285" y="235"/>
                  <a:pt x="118" y="68"/>
                </a:cubicBezTo>
                <a:cubicBezTo>
                  <a:pt x="84" y="51"/>
                  <a:pt x="67" y="34"/>
                  <a:pt x="34" y="17"/>
                </a:cubicBezTo>
                <a:cubicBezTo>
                  <a:pt x="17" y="1"/>
                  <a:pt x="17" y="1"/>
                  <a:pt x="1"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48" name="Google Shape;4081;p60"/>
          <p:cNvSpPr/>
          <p:nvPr/>
        </p:nvSpPr>
        <p:spPr>
          <a:xfrm>
            <a:off x="6687716" y="6090704"/>
            <a:ext cx="47392" cy="55321"/>
          </a:xfrm>
          <a:custGeom>
            <a:avLst/>
            <a:gdLst/>
            <a:ahLst/>
            <a:cxnLst/>
            <a:rect l="l" t="t" r="r" b="b"/>
            <a:pathLst>
              <a:path w="502" h="586" extrusionOk="0">
                <a:moveTo>
                  <a:pt x="501" y="0"/>
                </a:moveTo>
                <a:cubicBezTo>
                  <a:pt x="401" y="100"/>
                  <a:pt x="317" y="184"/>
                  <a:pt x="234" y="284"/>
                </a:cubicBezTo>
                <a:cubicBezTo>
                  <a:pt x="150" y="385"/>
                  <a:pt x="67" y="485"/>
                  <a:pt x="0" y="585"/>
                </a:cubicBezTo>
                <a:cubicBezTo>
                  <a:pt x="167" y="401"/>
                  <a:pt x="334" y="217"/>
                  <a:pt x="50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49" name="Google Shape;4082;p60"/>
          <p:cNvSpPr/>
          <p:nvPr/>
        </p:nvSpPr>
        <p:spPr>
          <a:xfrm>
            <a:off x="6717641" y="6215319"/>
            <a:ext cx="39556" cy="33232"/>
          </a:xfrm>
          <a:custGeom>
            <a:avLst/>
            <a:gdLst/>
            <a:ahLst/>
            <a:cxnLst/>
            <a:rect l="l" t="t" r="r" b="b"/>
            <a:pathLst>
              <a:path w="419" h="352" extrusionOk="0">
                <a:moveTo>
                  <a:pt x="0" y="0"/>
                </a:moveTo>
                <a:lnTo>
                  <a:pt x="0" y="0"/>
                </a:lnTo>
                <a:cubicBezTo>
                  <a:pt x="117" y="151"/>
                  <a:pt x="251" y="268"/>
                  <a:pt x="418" y="351"/>
                </a:cubicBezTo>
                <a:cubicBezTo>
                  <a:pt x="418" y="351"/>
                  <a:pt x="318" y="284"/>
                  <a:pt x="201" y="184"/>
                </a:cubicBezTo>
                <a:cubicBezTo>
                  <a:pt x="84" y="84"/>
                  <a:pt x="1" y="0"/>
                  <a:pt x="0"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50" name="Google Shape;4083;p60"/>
          <p:cNvSpPr/>
          <p:nvPr/>
        </p:nvSpPr>
        <p:spPr>
          <a:xfrm>
            <a:off x="6687716" y="6193229"/>
            <a:ext cx="4816" cy="11140"/>
          </a:xfrm>
          <a:custGeom>
            <a:avLst/>
            <a:gdLst/>
            <a:ahLst/>
            <a:cxnLst/>
            <a:rect l="l" t="t" r="r" b="b"/>
            <a:pathLst>
              <a:path w="51" h="118" extrusionOk="0">
                <a:moveTo>
                  <a:pt x="33" y="0"/>
                </a:moveTo>
                <a:cubicBezTo>
                  <a:pt x="33" y="0"/>
                  <a:pt x="17" y="34"/>
                  <a:pt x="17" y="67"/>
                </a:cubicBezTo>
                <a:cubicBezTo>
                  <a:pt x="0" y="84"/>
                  <a:pt x="0" y="117"/>
                  <a:pt x="0" y="117"/>
                </a:cubicBezTo>
                <a:cubicBezTo>
                  <a:pt x="0" y="117"/>
                  <a:pt x="33" y="101"/>
                  <a:pt x="33" y="67"/>
                </a:cubicBezTo>
                <a:cubicBezTo>
                  <a:pt x="50" y="34"/>
                  <a:pt x="33" y="0"/>
                  <a:pt x="33"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51" name="Google Shape;4084;p60"/>
          <p:cNvSpPr/>
          <p:nvPr/>
        </p:nvSpPr>
        <p:spPr>
          <a:xfrm>
            <a:off x="6690830" y="6172745"/>
            <a:ext cx="1700" cy="9535"/>
          </a:xfrm>
          <a:custGeom>
            <a:avLst/>
            <a:gdLst/>
            <a:ahLst/>
            <a:cxnLst/>
            <a:rect l="l" t="t" r="r" b="b"/>
            <a:pathLst>
              <a:path w="18" h="101" extrusionOk="0">
                <a:moveTo>
                  <a:pt x="0" y="0"/>
                </a:moveTo>
                <a:cubicBezTo>
                  <a:pt x="0" y="0"/>
                  <a:pt x="0" y="33"/>
                  <a:pt x="0" y="50"/>
                </a:cubicBezTo>
                <a:cubicBezTo>
                  <a:pt x="0" y="84"/>
                  <a:pt x="0" y="100"/>
                  <a:pt x="17" y="100"/>
                </a:cubicBezTo>
                <a:cubicBezTo>
                  <a:pt x="17" y="100"/>
                  <a:pt x="17" y="84"/>
                  <a:pt x="17" y="50"/>
                </a:cubicBezTo>
                <a:cubicBezTo>
                  <a:pt x="17" y="17"/>
                  <a:pt x="17" y="0"/>
                  <a:pt x="0"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52" name="Google Shape;4085;p60"/>
          <p:cNvSpPr/>
          <p:nvPr/>
        </p:nvSpPr>
        <p:spPr>
          <a:xfrm>
            <a:off x="6681388" y="6155371"/>
            <a:ext cx="6419" cy="9535"/>
          </a:xfrm>
          <a:custGeom>
            <a:avLst/>
            <a:gdLst/>
            <a:ahLst/>
            <a:cxnLst/>
            <a:rect l="l" t="t" r="r" b="b"/>
            <a:pathLst>
              <a:path w="68" h="101" extrusionOk="0">
                <a:moveTo>
                  <a:pt x="0" y="0"/>
                </a:moveTo>
                <a:cubicBezTo>
                  <a:pt x="0" y="0"/>
                  <a:pt x="17" y="17"/>
                  <a:pt x="34" y="50"/>
                </a:cubicBezTo>
                <a:cubicBezTo>
                  <a:pt x="50" y="67"/>
                  <a:pt x="50" y="101"/>
                  <a:pt x="67" y="101"/>
                </a:cubicBezTo>
                <a:cubicBezTo>
                  <a:pt x="67" y="101"/>
                  <a:pt x="67" y="67"/>
                  <a:pt x="50" y="34"/>
                </a:cubicBezTo>
                <a:cubicBezTo>
                  <a:pt x="34" y="0"/>
                  <a:pt x="0" y="0"/>
                  <a:pt x="0"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53" name="Google Shape;4086;p60"/>
          <p:cNvSpPr/>
          <p:nvPr/>
        </p:nvSpPr>
        <p:spPr>
          <a:xfrm>
            <a:off x="6673460" y="6144328"/>
            <a:ext cx="3305" cy="4816"/>
          </a:xfrm>
          <a:custGeom>
            <a:avLst/>
            <a:gdLst/>
            <a:ahLst/>
            <a:cxnLst/>
            <a:rect l="l" t="t" r="r" b="b"/>
            <a:pathLst>
              <a:path w="35" h="51" extrusionOk="0">
                <a:moveTo>
                  <a:pt x="1" y="0"/>
                </a:moveTo>
                <a:cubicBezTo>
                  <a:pt x="1" y="0"/>
                  <a:pt x="1" y="17"/>
                  <a:pt x="1" y="34"/>
                </a:cubicBezTo>
                <a:cubicBezTo>
                  <a:pt x="17" y="50"/>
                  <a:pt x="34" y="50"/>
                  <a:pt x="34" y="50"/>
                </a:cubicBezTo>
                <a:cubicBezTo>
                  <a:pt x="34" y="50"/>
                  <a:pt x="34" y="34"/>
                  <a:pt x="34" y="17"/>
                </a:cubicBezTo>
                <a:cubicBezTo>
                  <a:pt x="17" y="0"/>
                  <a:pt x="1" y="0"/>
                  <a:pt x="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54" name="Google Shape;4087;p60"/>
          <p:cNvSpPr/>
          <p:nvPr/>
        </p:nvSpPr>
        <p:spPr>
          <a:xfrm>
            <a:off x="6654578" y="4279808"/>
            <a:ext cx="973324" cy="1976579"/>
          </a:xfrm>
          <a:custGeom>
            <a:avLst/>
            <a:gdLst/>
            <a:ahLst/>
            <a:cxnLst/>
            <a:rect l="l" t="t" r="r" b="b"/>
            <a:pathLst>
              <a:path w="10310" h="20937" extrusionOk="0">
                <a:moveTo>
                  <a:pt x="9340" y="1"/>
                </a:moveTo>
                <a:lnTo>
                  <a:pt x="5447" y="118"/>
                </a:lnTo>
                <a:cubicBezTo>
                  <a:pt x="5447" y="118"/>
                  <a:pt x="4829" y="2741"/>
                  <a:pt x="5013" y="3259"/>
                </a:cubicBezTo>
                <a:cubicBezTo>
                  <a:pt x="5180" y="3777"/>
                  <a:pt x="6316" y="4078"/>
                  <a:pt x="6316" y="4078"/>
                </a:cubicBezTo>
                <a:lnTo>
                  <a:pt x="6283" y="11262"/>
                </a:lnTo>
                <a:lnTo>
                  <a:pt x="0" y="19032"/>
                </a:lnTo>
                <a:lnTo>
                  <a:pt x="2323" y="20937"/>
                </a:lnTo>
                <a:cubicBezTo>
                  <a:pt x="2323" y="20937"/>
                  <a:pt x="9123" y="13150"/>
                  <a:pt x="9725" y="11747"/>
                </a:cubicBezTo>
                <a:cubicBezTo>
                  <a:pt x="10309" y="10327"/>
                  <a:pt x="9340" y="1"/>
                  <a:pt x="9340"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55" name="Google Shape;4088;p60"/>
          <p:cNvSpPr/>
          <p:nvPr/>
        </p:nvSpPr>
        <p:spPr>
          <a:xfrm>
            <a:off x="6971593" y="4189932"/>
            <a:ext cx="530091" cy="2061733"/>
          </a:xfrm>
          <a:custGeom>
            <a:avLst/>
            <a:gdLst/>
            <a:ahLst/>
            <a:cxnLst/>
            <a:rect l="l" t="t" r="r" b="b"/>
            <a:pathLst>
              <a:path w="5615" h="21839" extrusionOk="0">
                <a:moveTo>
                  <a:pt x="5297" y="0"/>
                </a:moveTo>
                <a:lnTo>
                  <a:pt x="134" y="518"/>
                </a:lnTo>
                <a:lnTo>
                  <a:pt x="67" y="1955"/>
                </a:lnTo>
                <a:cubicBezTo>
                  <a:pt x="1" y="3192"/>
                  <a:pt x="468" y="3743"/>
                  <a:pt x="803" y="4061"/>
                </a:cubicBezTo>
                <a:lnTo>
                  <a:pt x="2407" y="21838"/>
                </a:lnTo>
                <a:lnTo>
                  <a:pt x="5615" y="21822"/>
                </a:lnTo>
                <a:lnTo>
                  <a:pt x="5297" y="0"/>
                </a:ln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56" name="Google Shape;4089;p60"/>
          <p:cNvSpPr/>
          <p:nvPr/>
        </p:nvSpPr>
        <p:spPr>
          <a:xfrm>
            <a:off x="7153042" y="4606358"/>
            <a:ext cx="116781" cy="851919"/>
          </a:xfrm>
          <a:custGeom>
            <a:avLst/>
            <a:gdLst/>
            <a:ahLst/>
            <a:cxnLst/>
            <a:rect l="l" t="t" r="r" b="b"/>
            <a:pathLst>
              <a:path w="1237" h="9024" extrusionOk="0">
                <a:moveTo>
                  <a:pt x="618" y="1"/>
                </a:moveTo>
                <a:cubicBezTo>
                  <a:pt x="602" y="34"/>
                  <a:pt x="602" y="67"/>
                  <a:pt x="618" y="101"/>
                </a:cubicBezTo>
                <a:cubicBezTo>
                  <a:pt x="618" y="67"/>
                  <a:pt x="618" y="34"/>
                  <a:pt x="618" y="1"/>
                </a:cubicBezTo>
                <a:close/>
                <a:moveTo>
                  <a:pt x="618" y="101"/>
                </a:moveTo>
                <a:cubicBezTo>
                  <a:pt x="618" y="168"/>
                  <a:pt x="618" y="268"/>
                  <a:pt x="618" y="385"/>
                </a:cubicBezTo>
                <a:cubicBezTo>
                  <a:pt x="635" y="619"/>
                  <a:pt x="652" y="953"/>
                  <a:pt x="685" y="1387"/>
                </a:cubicBezTo>
                <a:cubicBezTo>
                  <a:pt x="735" y="2239"/>
                  <a:pt x="819" y="3409"/>
                  <a:pt x="936" y="4712"/>
                </a:cubicBezTo>
                <a:cubicBezTo>
                  <a:pt x="1035" y="5692"/>
                  <a:pt x="1118" y="6605"/>
                  <a:pt x="1185" y="7371"/>
                </a:cubicBezTo>
                <a:lnTo>
                  <a:pt x="1185" y="7371"/>
                </a:lnTo>
                <a:lnTo>
                  <a:pt x="334" y="8555"/>
                </a:lnTo>
                <a:lnTo>
                  <a:pt x="84" y="8906"/>
                </a:lnTo>
                <a:lnTo>
                  <a:pt x="33" y="8990"/>
                </a:lnTo>
                <a:lnTo>
                  <a:pt x="33" y="8990"/>
                </a:lnTo>
                <a:lnTo>
                  <a:pt x="100" y="8906"/>
                </a:lnTo>
                <a:lnTo>
                  <a:pt x="351" y="8589"/>
                </a:lnTo>
                <a:cubicBezTo>
                  <a:pt x="568" y="8288"/>
                  <a:pt x="869" y="7887"/>
                  <a:pt x="1236" y="7402"/>
                </a:cubicBezTo>
                <a:lnTo>
                  <a:pt x="1236" y="7386"/>
                </a:lnTo>
                <a:cubicBezTo>
                  <a:pt x="1186" y="6617"/>
                  <a:pt x="1103" y="5698"/>
                  <a:pt x="1003" y="4712"/>
                </a:cubicBezTo>
                <a:cubicBezTo>
                  <a:pt x="902" y="3409"/>
                  <a:pt x="785" y="2239"/>
                  <a:pt x="719" y="1387"/>
                </a:cubicBezTo>
                <a:cubicBezTo>
                  <a:pt x="685" y="970"/>
                  <a:pt x="668" y="619"/>
                  <a:pt x="652" y="368"/>
                </a:cubicBezTo>
                <a:cubicBezTo>
                  <a:pt x="635" y="268"/>
                  <a:pt x="635" y="168"/>
                  <a:pt x="618" y="101"/>
                </a:cubicBezTo>
                <a:close/>
                <a:moveTo>
                  <a:pt x="33" y="8990"/>
                </a:moveTo>
                <a:cubicBezTo>
                  <a:pt x="20" y="8990"/>
                  <a:pt x="18" y="9000"/>
                  <a:pt x="17" y="9012"/>
                </a:cubicBezTo>
                <a:lnTo>
                  <a:pt x="17" y="9012"/>
                </a:lnTo>
                <a:cubicBezTo>
                  <a:pt x="21" y="9006"/>
                  <a:pt x="25" y="8998"/>
                  <a:pt x="33" y="8990"/>
                </a:cubicBezTo>
                <a:close/>
                <a:moveTo>
                  <a:pt x="17" y="9012"/>
                </a:moveTo>
                <a:cubicBezTo>
                  <a:pt x="13" y="9019"/>
                  <a:pt x="9" y="9023"/>
                  <a:pt x="0" y="9023"/>
                </a:cubicBezTo>
                <a:lnTo>
                  <a:pt x="17" y="9023"/>
                </a:lnTo>
                <a:cubicBezTo>
                  <a:pt x="17" y="9019"/>
                  <a:pt x="17" y="9016"/>
                  <a:pt x="17" y="9012"/>
                </a:cubicBezTo>
                <a:close/>
              </a:path>
            </a:pathLst>
          </a:custGeom>
          <a:solidFill>
            <a:srgbClr val="455A64"/>
          </a:solidFill>
          <a:ln>
            <a:noFill/>
          </a:ln>
        </p:spPr>
        <p:txBody>
          <a:bodyPr spcFirstLastPara="1" wrap="square" lIns="121900" tIns="121900" rIns="121900" bIns="121900" anchor="ctr" anchorCtr="0">
            <a:noAutofit/>
          </a:bodyPr>
          <a:lstStyle/>
          <a:p>
            <a:endParaRPr sz="2400"/>
          </a:p>
        </p:txBody>
      </p:sp>
      <p:sp>
        <p:nvSpPr>
          <p:cNvPr id="157" name="Google Shape;4090;p60"/>
          <p:cNvSpPr/>
          <p:nvPr/>
        </p:nvSpPr>
        <p:spPr>
          <a:xfrm>
            <a:off x="7088374" y="4573220"/>
            <a:ext cx="157753" cy="33232"/>
          </a:xfrm>
          <a:custGeom>
            <a:avLst/>
            <a:gdLst/>
            <a:ahLst/>
            <a:cxnLst/>
            <a:rect l="l" t="t" r="r" b="b"/>
            <a:pathLst>
              <a:path w="1671" h="352" extrusionOk="0">
                <a:moveTo>
                  <a:pt x="0" y="1"/>
                </a:moveTo>
                <a:cubicBezTo>
                  <a:pt x="551" y="184"/>
                  <a:pt x="1103" y="301"/>
                  <a:pt x="1671" y="352"/>
                </a:cubicBezTo>
                <a:cubicBezTo>
                  <a:pt x="1119" y="218"/>
                  <a:pt x="568" y="101"/>
                  <a:pt x="0" y="1"/>
                </a:cubicBezTo>
                <a:close/>
              </a:path>
            </a:pathLst>
          </a:custGeom>
          <a:solidFill>
            <a:srgbClr val="455A64"/>
          </a:solidFill>
          <a:ln>
            <a:noFill/>
          </a:ln>
        </p:spPr>
        <p:txBody>
          <a:bodyPr spcFirstLastPara="1" wrap="square" lIns="121900" tIns="121900" rIns="121900" bIns="121900" anchor="ctr" anchorCtr="0">
            <a:noAutofit/>
          </a:bodyPr>
          <a:lstStyle/>
          <a:p>
            <a:endParaRPr sz="2400"/>
          </a:p>
        </p:txBody>
      </p:sp>
      <p:sp>
        <p:nvSpPr>
          <p:cNvPr id="158" name="Google Shape;4091;p60"/>
          <p:cNvSpPr/>
          <p:nvPr/>
        </p:nvSpPr>
        <p:spPr>
          <a:xfrm>
            <a:off x="7288610" y="5281741"/>
            <a:ext cx="164172" cy="28228"/>
          </a:xfrm>
          <a:custGeom>
            <a:avLst/>
            <a:gdLst/>
            <a:ahLst/>
            <a:cxnLst/>
            <a:rect l="l" t="t" r="r" b="b"/>
            <a:pathLst>
              <a:path w="1739" h="299" extrusionOk="0">
                <a:moveTo>
                  <a:pt x="721" y="1"/>
                </a:moveTo>
                <a:cubicBezTo>
                  <a:pt x="559" y="1"/>
                  <a:pt x="396" y="21"/>
                  <a:pt x="235" y="65"/>
                </a:cubicBezTo>
                <a:cubicBezTo>
                  <a:pt x="151" y="81"/>
                  <a:pt x="68" y="115"/>
                  <a:pt x="1" y="165"/>
                </a:cubicBezTo>
                <a:cubicBezTo>
                  <a:pt x="223" y="100"/>
                  <a:pt x="452" y="67"/>
                  <a:pt x="682" y="67"/>
                </a:cubicBezTo>
                <a:cubicBezTo>
                  <a:pt x="1042" y="67"/>
                  <a:pt x="1403" y="146"/>
                  <a:pt x="1739" y="299"/>
                </a:cubicBezTo>
                <a:cubicBezTo>
                  <a:pt x="1672" y="248"/>
                  <a:pt x="1605" y="198"/>
                  <a:pt x="1521" y="165"/>
                </a:cubicBezTo>
                <a:cubicBezTo>
                  <a:pt x="1269" y="60"/>
                  <a:pt x="997" y="1"/>
                  <a:pt x="721" y="1"/>
                </a:cubicBezTo>
                <a:close/>
              </a:path>
            </a:pathLst>
          </a:custGeom>
          <a:solidFill>
            <a:srgbClr val="455A64"/>
          </a:solidFill>
          <a:ln>
            <a:noFill/>
          </a:ln>
        </p:spPr>
        <p:txBody>
          <a:bodyPr spcFirstLastPara="1" wrap="square" lIns="121900" tIns="121900" rIns="121900" bIns="121900" anchor="ctr" anchorCtr="0">
            <a:noAutofit/>
          </a:bodyPr>
          <a:lstStyle/>
          <a:p>
            <a:endParaRPr sz="2400"/>
          </a:p>
        </p:txBody>
      </p:sp>
      <p:sp>
        <p:nvSpPr>
          <p:cNvPr id="159" name="Google Shape;4092;p60"/>
          <p:cNvSpPr/>
          <p:nvPr/>
        </p:nvSpPr>
        <p:spPr>
          <a:xfrm>
            <a:off x="7173528" y="5406072"/>
            <a:ext cx="388104" cy="504883"/>
          </a:xfrm>
          <a:custGeom>
            <a:avLst/>
            <a:gdLst/>
            <a:ahLst/>
            <a:cxnLst/>
            <a:rect l="l" t="t" r="r" b="b"/>
            <a:pathLst>
              <a:path w="4111" h="5348" extrusionOk="0">
                <a:moveTo>
                  <a:pt x="4093" y="1"/>
                </a:moveTo>
                <a:cubicBezTo>
                  <a:pt x="4064" y="1"/>
                  <a:pt x="3150" y="1181"/>
                  <a:pt x="2022" y="2657"/>
                </a:cubicBezTo>
                <a:cubicBezTo>
                  <a:pt x="903" y="4128"/>
                  <a:pt x="0" y="5331"/>
                  <a:pt x="17" y="5347"/>
                </a:cubicBezTo>
                <a:cubicBezTo>
                  <a:pt x="34" y="5347"/>
                  <a:pt x="953" y="4161"/>
                  <a:pt x="2089" y="2691"/>
                </a:cubicBezTo>
                <a:cubicBezTo>
                  <a:pt x="3208" y="1220"/>
                  <a:pt x="4111" y="1"/>
                  <a:pt x="4094" y="1"/>
                </a:cubicBezTo>
                <a:cubicBezTo>
                  <a:pt x="4094" y="1"/>
                  <a:pt x="4094" y="1"/>
                  <a:pt x="4093" y="1"/>
                </a:cubicBezTo>
                <a:close/>
              </a:path>
            </a:pathLst>
          </a:custGeom>
          <a:solidFill>
            <a:srgbClr val="455A64"/>
          </a:solidFill>
          <a:ln>
            <a:noFill/>
          </a:ln>
        </p:spPr>
        <p:txBody>
          <a:bodyPr spcFirstLastPara="1" wrap="square" lIns="121900" tIns="121900" rIns="121900" bIns="121900" anchor="ctr" anchorCtr="0">
            <a:noAutofit/>
          </a:bodyPr>
          <a:lstStyle/>
          <a:p>
            <a:endParaRPr sz="2400"/>
          </a:p>
        </p:txBody>
      </p:sp>
      <p:sp>
        <p:nvSpPr>
          <p:cNvPr id="160" name="Google Shape;4093;p60"/>
          <p:cNvSpPr/>
          <p:nvPr/>
        </p:nvSpPr>
        <p:spPr>
          <a:xfrm>
            <a:off x="7367534" y="4327199"/>
            <a:ext cx="151521" cy="59285"/>
          </a:xfrm>
          <a:custGeom>
            <a:avLst/>
            <a:gdLst/>
            <a:ahLst/>
            <a:cxnLst/>
            <a:rect l="l" t="t" r="r" b="b"/>
            <a:pathLst>
              <a:path w="1605" h="628" extrusionOk="0">
                <a:moveTo>
                  <a:pt x="0" y="0"/>
                </a:moveTo>
                <a:lnTo>
                  <a:pt x="0" y="0"/>
                </a:lnTo>
                <a:cubicBezTo>
                  <a:pt x="17" y="100"/>
                  <a:pt x="51" y="184"/>
                  <a:pt x="117" y="267"/>
                </a:cubicBezTo>
                <a:cubicBezTo>
                  <a:pt x="297" y="503"/>
                  <a:pt x="567" y="627"/>
                  <a:pt x="837" y="627"/>
                </a:cubicBezTo>
                <a:cubicBezTo>
                  <a:pt x="1045" y="627"/>
                  <a:pt x="1253" y="554"/>
                  <a:pt x="1421" y="401"/>
                </a:cubicBezTo>
                <a:cubicBezTo>
                  <a:pt x="1504" y="351"/>
                  <a:pt x="1571" y="267"/>
                  <a:pt x="1604" y="167"/>
                </a:cubicBezTo>
                <a:lnTo>
                  <a:pt x="1604" y="167"/>
                </a:lnTo>
                <a:cubicBezTo>
                  <a:pt x="1538" y="234"/>
                  <a:pt x="1471" y="301"/>
                  <a:pt x="1387" y="368"/>
                </a:cubicBezTo>
                <a:cubicBezTo>
                  <a:pt x="1231" y="496"/>
                  <a:pt x="1041" y="557"/>
                  <a:pt x="850" y="557"/>
                </a:cubicBezTo>
                <a:cubicBezTo>
                  <a:pt x="593" y="557"/>
                  <a:pt x="333" y="445"/>
                  <a:pt x="151" y="234"/>
                </a:cubicBezTo>
                <a:cubicBezTo>
                  <a:pt x="101" y="167"/>
                  <a:pt x="51" y="84"/>
                  <a:pt x="0" y="0"/>
                </a:cubicBezTo>
                <a:close/>
              </a:path>
            </a:pathLst>
          </a:custGeom>
          <a:solidFill>
            <a:srgbClr val="455A64"/>
          </a:solidFill>
          <a:ln>
            <a:noFill/>
          </a:ln>
        </p:spPr>
        <p:txBody>
          <a:bodyPr spcFirstLastPara="1" wrap="square" lIns="121900" tIns="121900" rIns="121900" bIns="121900" anchor="ctr" anchorCtr="0">
            <a:noAutofit/>
          </a:bodyPr>
          <a:lstStyle/>
          <a:p>
            <a:endParaRPr sz="2400"/>
          </a:p>
        </p:txBody>
      </p:sp>
      <p:sp>
        <p:nvSpPr>
          <p:cNvPr id="161" name="Google Shape;4094;p60"/>
          <p:cNvSpPr/>
          <p:nvPr/>
        </p:nvSpPr>
        <p:spPr>
          <a:xfrm>
            <a:off x="6996799" y="2915356"/>
            <a:ext cx="110551" cy="367712"/>
          </a:xfrm>
          <a:custGeom>
            <a:avLst/>
            <a:gdLst/>
            <a:ahLst/>
            <a:cxnLst/>
            <a:rect l="l" t="t" r="r" b="b"/>
            <a:pathLst>
              <a:path w="1171" h="3895" extrusionOk="0">
                <a:moveTo>
                  <a:pt x="1003" y="1"/>
                </a:moveTo>
                <a:lnTo>
                  <a:pt x="1003" y="1"/>
                </a:lnTo>
                <a:cubicBezTo>
                  <a:pt x="1" y="1137"/>
                  <a:pt x="68" y="2858"/>
                  <a:pt x="1171" y="3894"/>
                </a:cubicBezTo>
                <a:lnTo>
                  <a:pt x="1003" y="1"/>
                </a:ln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62" name="Google Shape;4095;p60"/>
          <p:cNvSpPr/>
          <p:nvPr/>
        </p:nvSpPr>
        <p:spPr>
          <a:xfrm>
            <a:off x="6858023" y="3475374"/>
            <a:ext cx="194100" cy="383948"/>
          </a:xfrm>
          <a:custGeom>
            <a:avLst/>
            <a:gdLst/>
            <a:ahLst/>
            <a:cxnLst/>
            <a:rect l="l" t="t" r="r" b="b"/>
            <a:pathLst>
              <a:path w="2056" h="4067" extrusionOk="0">
                <a:moveTo>
                  <a:pt x="836" y="1"/>
                </a:moveTo>
                <a:cubicBezTo>
                  <a:pt x="836" y="1"/>
                  <a:pt x="134" y="786"/>
                  <a:pt x="1" y="3777"/>
                </a:cubicBezTo>
                <a:cubicBezTo>
                  <a:pt x="1" y="3777"/>
                  <a:pt x="1486" y="4066"/>
                  <a:pt x="1900" y="4066"/>
                </a:cubicBezTo>
                <a:cubicBezTo>
                  <a:pt x="1963" y="4066"/>
                  <a:pt x="2001" y="4059"/>
                  <a:pt x="2006" y="4044"/>
                </a:cubicBezTo>
                <a:cubicBezTo>
                  <a:pt x="2056" y="3944"/>
                  <a:pt x="836" y="1"/>
                  <a:pt x="836"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63" name="Google Shape;4096;p60"/>
          <p:cNvSpPr/>
          <p:nvPr/>
        </p:nvSpPr>
        <p:spPr>
          <a:xfrm>
            <a:off x="6905321" y="3336599"/>
            <a:ext cx="855036" cy="963887"/>
          </a:xfrm>
          <a:custGeom>
            <a:avLst/>
            <a:gdLst/>
            <a:ahLst/>
            <a:cxnLst/>
            <a:rect l="l" t="t" r="r" b="b"/>
            <a:pathLst>
              <a:path w="9057" h="10210" extrusionOk="0">
                <a:moveTo>
                  <a:pt x="8322" y="0"/>
                </a:moveTo>
                <a:cubicBezTo>
                  <a:pt x="6968" y="217"/>
                  <a:pt x="4930" y="485"/>
                  <a:pt x="4930" y="485"/>
                </a:cubicBezTo>
                <a:lnTo>
                  <a:pt x="4629" y="501"/>
                </a:lnTo>
                <a:cubicBezTo>
                  <a:pt x="4629" y="501"/>
                  <a:pt x="2524" y="618"/>
                  <a:pt x="2474" y="618"/>
                </a:cubicBezTo>
                <a:cubicBezTo>
                  <a:pt x="1605" y="719"/>
                  <a:pt x="569" y="785"/>
                  <a:pt x="201" y="1738"/>
                </a:cubicBezTo>
                <a:cubicBezTo>
                  <a:pt x="1" y="2239"/>
                  <a:pt x="185" y="2991"/>
                  <a:pt x="519" y="3776"/>
                </a:cubicBezTo>
                <a:lnTo>
                  <a:pt x="1304" y="6166"/>
                </a:lnTo>
                <a:cubicBezTo>
                  <a:pt x="1605" y="7486"/>
                  <a:pt x="1104" y="7419"/>
                  <a:pt x="836" y="8739"/>
                </a:cubicBezTo>
                <a:cubicBezTo>
                  <a:pt x="803" y="8939"/>
                  <a:pt x="652" y="10025"/>
                  <a:pt x="652" y="10209"/>
                </a:cubicBezTo>
                <a:lnTo>
                  <a:pt x="6734" y="10209"/>
                </a:lnTo>
                <a:lnTo>
                  <a:pt x="6634" y="9257"/>
                </a:lnTo>
                <a:cubicBezTo>
                  <a:pt x="6634" y="9257"/>
                  <a:pt x="5932" y="5648"/>
                  <a:pt x="5932" y="5598"/>
                </a:cubicBezTo>
                <a:lnTo>
                  <a:pt x="6049" y="5380"/>
                </a:lnTo>
                <a:cubicBezTo>
                  <a:pt x="6333" y="4779"/>
                  <a:pt x="6350" y="4077"/>
                  <a:pt x="6083" y="3459"/>
                </a:cubicBezTo>
                <a:lnTo>
                  <a:pt x="9057" y="2456"/>
                </a:lnTo>
                <a:lnTo>
                  <a:pt x="8322" y="0"/>
                </a:ln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164" name="Google Shape;4097;p60"/>
          <p:cNvSpPr/>
          <p:nvPr/>
        </p:nvSpPr>
        <p:spPr>
          <a:xfrm>
            <a:off x="7432013" y="3571573"/>
            <a:ext cx="325228" cy="117723"/>
          </a:xfrm>
          <a:custGeom>
            <a:avLst/>
            <a:gdLst/>
            <a:ahLst/>
            <a:cxnLst/>
            <a:rect l="l" t="t" r="r" b="b"/>
            <a:pathLst>
              <a:path w="3445" h="1247" extrusionOk="0">
                <a:moveTo>
                  <a:pt x="3444" y="1"/>
                </a:moveTo>
                <a:cubicBezTo>
                  <a:pt x="3394" y="1"/>
                  <a:pt x="3344" y="17"/>
                  <a:pt x="3294" y="34"/>
                </a:cubicBezTo>
                <a:cubicBezTo>
                  <a:pt x="3211" y="51"/>
                  <a:pt x="3094" y="84"/>
                  <a:pt x="2926" y="134"/>
                </a:cubicBezTo>
                <a:cubicBezTo>
                  <a:pt x="2609" y="235"/>
                  <a:pt x="2175" y="368"/>
                  <a:pt x="1707" y="519"/>
                </a:cubicBezTo>
                <a:cubicBezTo>
                  <a:pt x="1289" y="636"/>
                  <a:pt x="888" y="786"/>
                  <a:pt x="504" y="970"/>
                </a:cubicBezTo>
                <a:cubicBezTo>
                  <a:pt x="353" y="1037"/>
                  <a:pt x="236" y="1087"/>
                  <a:pt x="153" y="1137"/>
                </a:cubicBezTo>
                <a:cubicBezTo>
                  <a:pt x="138" y="1117"/>
                  <a:pt x="118" y="1109"/>
                  <a:pt x="97" y="1109"/>
                </a:cubicBezTo>
                <a:cubicBezTo>
                  <a:pt x="49" y="1109"/>
                  <a:pt x="0" y="1156"/>
                  <a:pt x="36" y="1204"/>
                </a:cubicBezTo>
                <a:cubicBezTo>
                  <a:pt x="48" y="1234"/>
                  <a:pt x="71" y="1247"/>
                  <a:pt x="95" y="1247"/>
                </a:cubicBezTo>
                <a:cubicBezTo>
                  <a:pt x="136" y="1247"/>
                  <a:pt x="180" y="1207"/>
                  <a:pt x="170" y="1154"/>
                </a:cubicBezTo>
                <a:cubicBezTo>
                  <a:pt x="253" y="1120"/>
                  <a:pt x="370" y="1070"/>
                  <a:pt x="520" y="1003"/>
                </a:cubicBezTo>
                <a:cubicBezTo>
                  <a:pt x="821" y="886"/>
                  <a:pt x="1256" y="736"/>
                  <a:pt x="1723" y="586"/>
                </a:cubicBezTo>
                <a:cubicBezTo>
                  <a:pt x="2208" y="418"/>
                  <a:pt x="2626" y="285"/>
                  <a:pt x="2943" y="185"/>
                </a:cubicBezTo>
                <a:cubicBezTo>
                  <a:pt x="3094" y="134"/>
                  <a:pt x="3227" y="84"/>
                  <a:pt x="3311" y="51"/>
                </a:cubicBezTo>
                <a:cubicBezTo>
                  <a:pt x="3361" y="34"/>
                  <a:pt x="3394" y="17"/>
                  <a:pt x="3444"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65" name="Google Shape;4098;p60"/>
          <p:cNvSpPr/>
          <p:nvPr/>
        </p:nvSpPr>
        <p:spPr>
          <a:xfrm>
            <a:off x="6966873" y="3445447"/>
            <a:ext cx="757231" cy="6324"/>
          </a:xfrm>
          <a:custGeom>
            <a:avLst/>
            <a:gdLst/>
            <a:ahLst/>
            <a:cxnLst/>
            <a:rect l="l" t="t" r="r" b="b"/>
            <a:pathLst>
              <a:path w="8021" h="67" extrusionOk="0">
                <a:moveTo>
                  <a:pt x="4011" y="0"/>
                </a:moveTo>
                <a:cubicBezTo>
                  <a:pt x="1788" y="0"/>
                  <a:pt x="0" y="17"/>
                  <a:pt x="0" y="33"/>
                </a:cubicBezTo>
                <a:cubicBezTo>
                  <a:pt x="0" y="50"/>
                  <a:pt x="1788" y="67"/>
                  <a:pt x="4011" y="67"/>
                </a:cubicBezTo>
                <a:cubicBezTo>
                  <a:pt x="6216" y="67"/>
                  <a:pt x="8021" y="50"/>
                  <a:pt x="8021" y="33"/>
                </a:cubicBezTo>
                <a:cubicBezTo>
                  <a:pt x="8021" y="17"/>
                  <a:pt x="6216" y="0"/>
                  <a:pt x="4011"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66" name="Google Shape;4099;p60"/>
          <p:cNvSpPr/>
          <p:nvPr/>
        </p:nvSpPr>
        <p:spPr>
          <a:xfrm>
            <a:off x="6898997" y="3557411"/>
            <a:ext cx="842479" cy="6419"/>
          </a:xfrm>
          <a:custGeom>
            <a:avLst/>
            <a:gdLst/>
            <a:ahLst/>
            <a:cxnLst/>
            <a:rect l="l" t="t" r="r" b="b"/>
            <a:pathLst>
              <a:path w="8924" h="68" extrusionOk="0">
                <a:moveTo>
                  <a:pt x="4462" y="0"/>
                </a:moveTo>
                <a:cubicBezTo>
                  <a:pt x="1989" y="0"/>
                  <a:pt x="1" y="17"/>
                  <a:pt x="1" y="34"/>
                </a:cubicBezTo>
                <a:cubicBezTo>
                  <a:pt x="1" y="50"/>
                  <a:pt x="1989" y="67"/>
                  <a:pt x="4462" y="67"/>
                </a:cubicBezTo>
                <a:cubicBezTo>
                  <a:pt x="6918" y="67"/>
                  <a:pt x="8923" y="50"/>
                  <a:pt x="8923" y="34"/>
                </a:cubicBezTo>
                <a:cubicBezTo>
                  <a:pt x="8923" y="17"/>
                  <a:pt x="6918" y="0"/>
                  <a:pt x="4462"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67" name="Google Shape;4100;p60"/>
          <p:cNvSpPr/>
          <p:nvPr/>
        </p:nvSpPr>
        <p:spPr>
          <a:xfrm>
            <a:off x="6875394" y="3685995"/>
            <a:ext cx="71089" cy="5947"/>
          </a:xfrm>
          <a:custGeom>
            <a:avLst/>
            <a:gdLst/>
            <a:ahLst/>
            <a:cxnLst/>
            <a:rect l="l" t="t" r="r" b="b"/>
            <a:pathLst>
              <a:path w="753" h="63" extrusionOk="0">
                <a:moveTo>
                  <a:pt x="376" y="0"/>
                </a:moveTo>
                <a:cubicBezTo>
                  <a:pt x="251" y="0"/>
                  <a:pt x="126" y="8"/>
                  <a:pt x="0" y="25"/>
                </a:cubicBezTo>
                <a:cubicBezTo>
                  <a:pt x="126" y="50"/>
                  <a:pt x="251" y="63"/>
                  <a:pt x="376" y="63"/>
                </a:cubicBezTo>
                <a:cubicBezTo>
                  <a:pt x="502" y="63"/>
                  <a:pt x="627" y="50"/>
                  <a:pt x="752" y="25"/>
                </a:cubicBezTo>
                <a:cubicBezTo>
                  <a:pt x="627" y="8"/>
                  <a:pt x="502" y="0"/>
                  <a:pt x="376"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68" name="Google Shape;4101;p60"/>
          <p:cNvSpPr/>
          <p:nvPr/>
        </p:nvSpPr>
        <p:spPr>
          <a:xfrm>
            <a:off x="6946389" y="3689865"/>
            <a:ext cx="550577" cy="6419"/>
          </a:xfrm>
          <a:custGeom>
            <a:avLst/>
            <a:gdLst/>
            <a:ahLst/>
            <a:cxnLst/>
            <a:rect l="l" t="t" r="r" b="b"/>
            <a:pathLst>
              <a:path w="5832" h="68" extrusionOk="0">
                <a:moveTo>
                  <a:pt x="2908" y="1"/>
                </a:moveTo>
                <a:cubicBezTo>
                  <a:pt x="1304" y="1"/>
                  <a:pt x="0" y="18"/>
                  <a:pt x="0" y="34"/>
                </a:cubicBezTo>
                <a:cubicBezTo>
                  <a:pt x="0" y="51"/>
                  <a:pt x="1304" y="68"/>
                  <a:pt x="2908" y="68"/>
                </a:cubicBezTo>
                <a:cubicBezTo>
                  <a:pt x="4528" y="68"/>
                  <a:pt x="5832" y="51"/>
                  <a:pt x="5832" y="34"/>
                </a:cubicBezTo>
                <a:cubicBezTo>
                  <a:pt x="5832" y="18"/>
                  <a:pt x="4528" y="1"/>
                  <a:pt x="2908"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69" name="Google Shape;4102;p60"/>
          <p:cNvSpPr/>
          <p:nvPr/>
        </p:nvSpPr>
        <p:spPr>
          <a:xfrm>
            <a:off x="6990570" y="3820805"/>
            <a:ext cx="493743" cy="6419"/>
          </a:xfrm>
          <a:custGeom>
            <a:avLst/>
            <a:gdLst/>
            <a:ahLst/>
            <a:cxnLst/>
            <a:rect l="l" t="t" r="r" b="b"/>
            <a:pathLst>
              <a:path w="5230" h="68" extrusionOk="0">
                <a:moveTo>
                  <a:pt x="2607" y="1"/>
                </a:moveTo>
                <a:cubicBezTo>
                  <a:pt x="1170" y="1"/>
                  <a:pt x="0" y="17"/>
                  <a:pt x="0" y="34"/>
                </a:cubicBezTo>
                <a:cubicBezTo>
                  <a:pt x="0" y="51"/>
                  <a:pt x="1170" y="68"/>
                  <a:pt x="2607" y="68"/>
                </a:cubicBezTo>
                <a:cubicBezTo>
                  <a:pt x="4060" y="68"/>
                  <a:pt x="5230" y="51"/>
                  <a:pt x="5230" y="34"/>
                </a:cubicBezTo>
                <a:cubicBezTo>
                  <a:pt x="5230" y="17"/>
                  <a:pt x="4060" y="1"/>
                  <a:pt x="2607"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70" name="Google Shape;4103;p60"/>
          <p:cNvSpPr/>
          <p:nvPr/>
        </p:nvSpPr>
        <p:spPr>
          <a:xfrm>
            <a:off x="7033147" y="3943816"/>
            <a:ext cx="448051" cy="6419"/>
          </a:xfrm>
          <a:custGeom>
            <a:avLst/>
            <a:gdLst/>
            <a:ahLst/>
            <a:cxnLst/>
            <a:rect l="l" t="t" r="r" b="b"/>
            <a:pathLst>
              <a:path w="4746" h="68" extrusionOk="0">
                <a:moveTo>
                  <a:pt x="2373" y="1"/>
                </a:moveTo>
                <a:cubicBezTo>
                  <a:pt x="1053" y="1"/>
                  <a:pt x="0" y="18"/>
                  <a:pt x="0" y="34"/>
                </a:cubicBezTo>
                <a:cubicBezTo>
                  <a:pt x="0" y="51"/>
                  <a:pt x="1053" y="68"/>
                  <a:pt x="2373" y="68"/>
                </a:cubicBezTo>
                <a:cubicBezTo>
                  <a:pt x="3676" y="68"/>
                  <a:pt x="4745" y="51"/>
                  <a:pt x="4745" y="34"/>
                </a:cubicBezTo>
                <a:cubicBezTo>
                  <a:pt x="4745" y="18"/>
                  <a:pt x="3676" y="1"/>
                  <a:pt x="2373"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71" name="Google Shape;4104;p60"/>
          <p:cNvSpPr/>
          <p:nvPr/>
        </p:nvSpPr>
        <p:spPr>
          <a:xfrm>
            <a:off x="7020497" y="4043227"/>
            <a:ext cx="479583" cy="6419"/>
          </a:xfrm>
          <a:custGeom>
            <a:avLst/>
            <a:gdLst/>
            <a:ahLst/>
            <a:cxnLst/>
            <a:rect l="l" t="t" r="r" b="b"/>
            <a:pathLst>
              <a:path w="5080" h="68" extrusionOk="0">
                <a:moveTo>
                  <a:pt x="2540" y="1"/>
                </a:moveTo>
                <a:cubicBezTo>
                  <a:pt x="1137" y="1"/>
                  <a:pt x="1" y="1"/>
                  <a:pt x="1" y="34"/>
                </a:cubicBezTo>
                <a:cubicBezTo>
                  <a:pt x="1" y="51"/>
                  <a:pt x="1137" y="67"/>
                  <a:pt x="2540" y="67"/>
                </a:cubicBezTo>
                <a:cubicBezTo>
                  <a:pt x="3944" y="67"/>
                  <a:pt x="5080" y="51"/>
                  <a:pt x="5080" y="34"/>
                </a:cubicBezTo>
                <a:cubicBezTo>
                  <a:pt x="5080" y="17"/>
                  <a:pt x="3944" y="1"/>
                  <a:pt x="2540"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72" name="Google Shape;4105;p60"/>
          <p:cNvSpPr/>
          <p:nvPr/>
        </p:nvSpPr>
        <p:spPr>
          <a:xfrm>
            <a:off x="6985754" y="4169448"/>
            <a:ext cx="545949" cy="6419"/>
          </a:xfrm>
          <a:custGeom>
            <a:avLst/>
            <a:gdLst/>
            <a:ahLst/>
            <a:cxnLst/>
            <a:rect l="l" t="t" r="r" b="b"/>
            <a:pathLst>
              <a:path w="5783" h="68" extrusionOk="0">
                <a:moveTo>
                  <a:pt x="2892" y="0"/>
                </a:moveTo>
                <a:cubicBezTo>
                  <a:pt x="1304" y="0"/>
                  <a:pt x="1" y="0"/>
                  <a:pt x="1" y="34"/>
                </a:cubicBezTo>
                <a:cubicBezTo>
                  <a:pt x="1" y="50"/>
                  <a:pt x="1304" y="67"/>
                  <a:pt x="2892" y="67"/>
                </a:cubicBezTo>
                <a:cubicBezTo>
                  <a:pt x="4496" y="67"/>
                  <a:pt x="5782" y="50"/>
                  <a:pt x="5782" y="34"/>
                </a:cubicBezTo>
                <a:cubicBezTo>
                  <a:pt x="5782" y="0"/>
                  <a:pt x="4496" y="0"/>
                  <a:pt x="2892"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73" name="Google Shape;4106;p60"/>
          <p:cNvSpPr/>
          <p:nvPr/>
        </p:nvSpPr>
        <p:spPr>
          <a:xfrm>
            <a:off x="6922691" y="3612641"/>
            <a:ext cx="101013" cy="295019"/>
          </a:xfrm>
          <a:custGeom>
            <a:avLst/>
            <a:gdLst/>
            <a:ahLst/>
            <a:cxnLst/>
            <a:rect l="l" t="t" r="r" b="b"/>
            <a:pathLst>
              <a:path w="1070" h="3125" extrusionOk="0">
                <a:moveTo>
                  <a:pt x="1" y="0"/>
                </a:moveTo>
                <a:cubicBezTo>
                  <a:pt x="1" y="34"/>
                  <a:pt x="17" y="84"/>
                  <a:pt x="17" y="134"/>
                </a:cubicBezTo>
                <a:cubicBezTo>
                  <a:pt x="34" y="201"/>
                  <a:pt x="67" y="318"/>
                  <a:pt x="118" y="468"/>
                </a:cubicBezTo>
                <a:cubicBezTo>
                  <a:pt x="201" y="752"/>
                  <a:pt x="318" y="1153"/>
                  <a:pt x="485" y="1587"/>
                </a:cubicBezTo>
                <a:cubicBezTo>
                  <a:pt x="636" y="2022"/>
                  <a:pt x="786" y="2406"/>
                  <a:pt x="886" y="2674"/>
                </a:cubicBezTo>
                <a:cubicBezTo>
                  <a:pt x="936" y="2807"/>
                  <a:pt x="986" y="2924"/>
                  <a:pt x="1020" y="3008"/>
                </a:cubicBezTo>
                <a:cubicBezTo>
                  <a:pt x="1037" y="3058"/>
                  <a:pt x="1053" y="3091"/>
                  <a:pt x="1070" y="3125"/>
                </a:cubicBezTo>
                <a:cubicBezTo>
                  <a:pt x="1070" y="3091"/>
                  <a:pt x="1053" y="3041"/>
                  <a:pt x="1053" y="3008"/>
                </a:cubicBezTo>
                <a:cubicBezTo>
                  <a:pt x="1020" y="2924"/>
                  <a:pt x="986" y="2807"/>
                  <a:pt x="936" y="2657"/>
                </a:cubicBezTo>
                <a:cubicBezTo>
                  <a:pt x="836" y="2373"/>
                  <a:pt x="702" y="1988"/>
                  <a:pt x="552" y="1554"/>
                </a:cubicBezTo>
                <a:cubicBezTo>
                  <a:pt x="385" y="1136"/>
                  <a:pt x="251" y="735"/>
                  <a:pt x="151" y="451"/>
                </a:cubicBezTo>
                <a:cubicBezTo>
                  <a:pt x="118" y="301"/>
                  <a:pt x="67" y="151"/>
                  <a:pt x="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grpSp>
        <p:nvGrpSpPr>
          <p:cNvPr id="208" name="Gruppieren 207"/>
          <p:cNvGrpSpPr/>
          <p:nvPr/>
        </p:nvGrpSpPr>
        <p:grpSpPr>
          <a:xfrm>
            <a:off x="7636376" y="4992552"/>
            <a:ext cx="925333" cy="279251"/>
            <a:chOff x="6262653" y="1925108"/>
            <a:chExt cx="1021072" cy="209438"/>
          </a:xfrm>
        </p:grpSpPr>
        <p:sp>
          <p:nvSpPr>
            <p:cNvPr id="209" name="Google Shape;4016;p60"/>
            <p:cNvSpPr/>
            <p:nvPr/>
          </p:nvSpPr>
          <p:spPr>
            <a:xfrm>
              <a:off x="6262653" y="1925108"/>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10" name="Google Shape;4017;p60"/>
            <p:cNvSpPr/>
            <p:nvPr/>
          </p:nvSpPr>
          <p:spPr>
            <a:xfrm>
              <a:off x="6262653" y="1993717"/>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11" name="Google Shape;4018;p60"/>
            <p:cNvSpPr/>
            <p:nvPr/>
          </p:nvSpPr>
          <p:spPr>
            <a:xfrm>
              <a:off x="6262653" y="2062328"/>
              <a:ext cx="1021072" cy="4814"/>
            </a:xfrm>
            <a:custGeom>
              <a:avLst/>
              <a:gdLst/>
              <a:ahLst/>
              <a:cxnLst/>
              <a:rect l="l" t="t" r="r" b="b"/>
              <a:pathLst>
                <a:path w="14421" h="68" extrusionOk="0">
                  <a:moveTo>
                    <a:pt x="7219" y="1"/>
                  </a:moveTo>
                  <a:cubicBezTo>
                    <a:pt x="3226" y="1"/>
                    <a:pt x="1" y="1"/>
                    <a:pt x="1" y="34"/>
                  </a:cubicBezTo>
                  <a:cubicBezTo>
                    <a:pt x="1" y="51"/>
                    <a:pt x="3226" y="67"/>
                    <a:pt x="7219" y="67"/>
                  </a:cubicBezTo>
                  <a:cubicBezTo>
                    <a:pt x="11196" y="67"/>
                    <a:pt x="14420" y="51"/>
                    <a:pt x="14420" y="34"/>
                  </a:cubicBezTo>
                  <a:cubicBezTo>
                    <a:pt x="14420" y="1"/>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12" name="Google Shape;4019;p60"/>
            <p:cNvSpPr/>
            <p:nvPr/>
          </p:nvSpPr>
          <p:spPr>
            <a:xfrm>
              <a:off x="6262653" y="2129732"/>
              <a:ext cx="1021072" cy="4814"/>
            </a:xfrm>
            <a:custGeom>
              <a:avLst/>
              <a:gdLst/>
              <a:ahLst/>
              <a:cxnLst/>
              <a:rect l="l" t="t" r="r" b="b"/>
              <a:pathLst>
                <a:path w="14421" h="68" extrusionOk="0">
                  <a:moveTo>
                    <a:pt x="7219" y="1"/>
                  </a:moveTo>
                  <a:cubicBezTo>
                    <a:pt x="3226" y="1"/>
                    <a:pt x="1" y="18"/>
                    <a:pt x="1" y="34"/>
                  </a:cubicBezTo>
                  <a:cubicBezTo>
                    <a:pt x="1" y="51"/>
                    <a:pt x="3226" y="68"/>
                    <a:pt x="7219" y="68"/>
                  </a:cubicBezTo>
                  <a:cubicBezTo>
                    <a:pt x="11196" y="68"/>
                    <a:pt x="14420" y="51"/>
                    <a:pt x="14420" y="34"/>
                  </a:cubicBezTo>
                  <a:cubicBezTo>
                    <a:pt x="14420" y="18"/>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grpSp>
      <p:grpSp>
        <p:nvGrpSpPr>
          <p:cNvPr id="4" name="Gruppieren 3"/>
          <p:cNvGrpSpPr/>
          <p:nvPr/>
        </p:nvGrpSpPr>
        <p:grpSpPr>
          <a:xfrm>
            <a:off x="8666814" y="2373520"/>
            <a:ext cx="1137836" cy="144000"/>
            <a:chOff x="6500110" y="1780140"/>
            <a:chExt cx="853377" cy="108000"/>
          </a:xfrm>
        </p:grpSpPr>
        <p:sp>
          <p:nvSpPr>
            <p:cNvPr id="93" name="Google Shape;4026;p60"/>
            <p:cNvSpPr/>
            <p:nvPr/>
          </p:nvSpPr>
          <p:spPr>
            <a:xfrm>
              <a:off x="650011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13" name="Google Shape;4026;p60"/>
            <p:cNvSpPr/>
            <p:nvPr/>
          </p:nvSpPr>
          <p:spPr>
            <a:xfrm>
              <a:off x="668643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14" name="Google Shape;4026;p60"/>
            <p:cNvSpPr/>
            <p:nvPr/>
          </p:nvSpPr>
          <p:spPr>
            <a:xfrm>
              <a:off x="686808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15" name="Google Shape;4026;p60"/>
            <p:cNvSpPr/>
            <p:nvPr/>
          </p:nvSpPr>
          <p:spPr>
            <a:xfrm>
              <a:off x="705440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16" name="Google Shape;4026;p60"/>
            <p:cNvSpPr/>
            <p:nvPr/>
          </p:nvSpPr>
          <p:spPr>
            <a:xfrm>
              <a:off x="7245487"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grpSp>
      <p:grpSp>
        <p:nvGrpSpPr>
          <p:cNvPr id="217" name="Gruppieren 216"/>
          <p:cNvGrpSpPr/>
          <p:nvPr/>
        </p:nvGrpSpPr>
        <p:grpSpPr>
          <a:xfrm>
            <a:off x="8666814" y="3051200"/>
            <a:ext cx="1137836" cy="144000"/>
            <a:chOff x="6500110" y="1780140"/>
            <a:chExt cx="853377" cy="108000"/>
          </a:xfrm>
        </p:grpSpPr>
        <p:sp>
          <p:nvSpPr>
            <p:cNvPr id="218" name="Google Shape;4026;p60"/>
            <p:cNvSpPr/>
            <p:nvPr/>
          </p:nvSpPr>
          <p:spPr>
            <a:xfrm>
              <a:off x="650011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19" name="Google Shape;4026;p60"/>
            <p:cNvSpPr/>
            <p:nvPr/>
          </p:nvSpPr>
          <p:spPr>
            <a:xfrm>
              <a:off x="668643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20" name="Google Shape;4026;p60"/>
            <p:cNvSpPr/>
            <p:nvPr/>
          </p:nvSpPr>
          <p:spPr>
            <a:xfrm>
              <a:off x="686808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21" name="Google Shape;4026;p60"/>
            <p:cNvSpPr/>
            <p:nvPr/>
          </p:nvSpPr>
          <p:spPr>
            <a:xfrm>
              <a:off x="705440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22" name="Google Shape;4026;p60"/>
            <p:cNvSpPr/>
            <p:nvPr/>
          </p:nvSpPr>
          <p:spPr>
            <a:xfrm>
              <a:off x="7245487"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grpSp>
      <p:grpSp>
        <p:nvGrpSpPr>
          <p:cNvPr id="223" name="Gruppieren 222"/>
          <p:cNvGrpSpPr/>
          <p:nvPr/>
        </p:nvGrpSpPr>
        <p:grpSpPr>
          <a:xfrm>
            <a:off x="8660522" y="3763660"/>
            <a:ext cx="1137836" cy="144000"/>
            <a:chOff x="6500110" y="1780140"/>
            <a:chExt cx="853377" cy="108000"/>
          </a:xfrm>
        </p:grpSpPr>
        <p:sp>
          <p:nvSpPr>
            <p:cNvPr id="224" name="Google Shape;4026;p60"/>
            <p:cNvSpPr/>
            <p:nvPr/>
          </p:nvSpPr>
          <p:spPr>
            <a:xfrm>
              <a:off x="650011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25" name="Google Shape;4026;p60"/>
            <p:cNvSpPr/>
            <p:nvPr/>
          </p:nvSpPr>
          <p:spPr>
            <a:xfrm>
              <a:off x="668643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26" name="Google Shape;4026;p60"/>
            <p:cNvSpPr/>
            <p:nvPr/>
          </p:nvSpPr>
          <p:spPr>
            <a:xfrm>
              <a:off x="686808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27" name="Google Shape;4026;p60"/>
            <p:cNvSpPr/>
            <p:nvPr/>
          </p:nvSpPr>
          <p:spPr>
            <a:xfrm>
              <a:off x="705440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28" name="Google Shape;4026;p60"/>
            <p:cNvSpPr/>
            <p:nvPr/>
          </p:nvSpPr>
          <p:spPr>
            <a:xfrm>
              <a:off x="7245487"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grpSp>
      <p:grpSp>
        <p:nvGrpSpPr>
          <p:cNvPr id="229" name="Gruppieren 228"/>
          <p:cNvGrpSpPr/>
          <p:nvPr/>
        </p:nvGrpSpPr>
        <p:grpSpPr>
          <a:xfrm>
            <a:off x="8660522" y="4436793"/>
            <a:ext cx="1137836" cy="144000"/>
            <a:chOff x="6500110" y="1780140"/>
            <a:chExt cx="853377" cy="108000"/>
          </a:xfrm>
        </p:grpSpPr>
        <p:sp>
          <p:nvSpPr>
            <p:cNvPr id="230" name="Google Shape;4026;p60"/>
            <p:cNvSpPr/>
            <p:nvPr/>
          </p:nvSpPr>
          <p:spPr>
            <a:xfrm>
              <a:off x="650011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31" name="Google Shape;4026;p60"/>
            <p:cNvSpPr/>
            <p:nvPr/>
          </p:nvSpPr>
          <p:spPr>
            <a:xfrm>
              <a:off x="668643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32" name="Google Shape;4026;p60"/>
            <p:cNvSpPr/>
            <p:nvPr/>
          </p:nvSpPr>
          <p:spPr>
            <a:xfrm>
              <a:off x="686808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33" name="Google Shape;4026;p60"/>
            <p:cNvSpPr/>
            <p:nvPr/>
          </p:nvSpPr>
          <p:spPr>
            <a:xfrm>
              <a:off x="705440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34" name="Google Shape;4026;p60"/>
            <p:cNvSpPr/>
            <p:nvPr/>
          </p:nvSpPr>
          <p:spPr>
            <a:xfrm>
              <a:off x="7245487"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grpSp>
      <p:sp>
        <p:nvSpPr>
          <p:cNvPr id="241" name="Google Shape;9650;p71"/>
          <p:cNvSpPr>
            <a:spLocks noChangeAspect="1"/>
          </p:cNvSpPr>
          <p:nvPr/>
        </p:nvSpPr>
        <p:spPr>
          <a:xfrm>
            <a:off x="8873783" y="3773282"/>
            <a:ext cx="185131" cy="183281"/>
          </a:xfrm>
          <a:custGeom>
            <a:avLst/>
            <a:gdLst/>
            <a:ahLst/>
            <a:cxnLst/>
            <a:rect l="l" t="t" r="r" b="b"/>
            <a:pathLst>
              <a:path w="11113" h="11002" extrusionOk="0">
                <a:moveTo>
                  <a:pt x="2619" y="0"/>
                </a:moveTo>
                <a:cubicBezTo>
                  <a:pt x="2492" y="0"/>
                  <a:pt x="2366" y="49"/>
                  <a:pt x="2268" y="146"/>
                </a:cubicBezTo>
                <a:lnTo>
                  <a:pt x="201" y="2213"/>
                </a:lnTo>
                <a:cubicBezTo>
                  <a:pt x="7" y="2407"/>
                  <a:pt x="7" y="2719"/>
                  <a:pt x="201" y="2914"/>
                </a:cubicBezTo>
                <a:lnTo>
                  <a:pt x="2782" y="5501"/>
                </a:lnTo>
                <a:lnTo>
                  <a:pt x="195" y="8081"/>
                </a:lnTo>
                <a:cubicBezTo>
                  <a:pt x="0" y="8275"/>
                  <a:pt x="0" y="8587"/>
                  <a:pt x="195" y="8782"/>
                </a:cubicBezTo>
                <a:lnTo>
                  <a:pt x="2268" y="10856"/>
                </a:lnTo>
                <a:cubicBezTo>
                  <a:pt x="2366" y="10953"/>
                  <a:pt x="2492" y="11001"/>
                  <a:pt x="2619" y="11001"/>
                </a:cubicBezTo>
                <a:cubicBezTo>
                  <a:pt x="2745" y="11001"/>
                  <a:pt x="2872" y="10953"/>
                  <a:pt x="2969" y="10856"/>
                </a:cubicBezTo>
                <a:lnTo>
                  <a:pt x="5556" y="8268"/>
                </a:lnTo>
                <a:lnTo>
                  <a:pt x="8143" y="10856"/>
                </a:lnTo>
                <a:cubicBezTo>
                  <a:pt x="8241" y="10953"/>
                  <a:pt x="8367" y="11001"/>
                  <a:pt x="8494" y="11001"/>
                </a:cubicBezTo>
                <a:cubicBezTo>
                  <a:pt x="8620" y="11001"/>
                  <a:pt x="8747" y="10953"/>
                  <a:pt x="8844" y="10856"/>
                </a:cubicBezTo>
                <a:lnTo>
                  <a:pt x="10911" y="8789"/>
                </a:lnTo>
                <a:cubicBezTo>
                  <a:pt x="11105" y="8594"/>
                  <a:pt x="11105" y="8275"/>
                  <a:pt x="10911" y="8081"/>
                </a:cubicBezTo>
                <a:lnTo>
                  <a:pt x="8331" y="5501"/>
                </a:lnTo>
                <a:lnTo>
                  <a:pt x="10918" y="2914"/>
                </a:lnTo>
                <a:cubicBezTo>
                  <a:pt x="11112" y="2719"/>
                  <a:pt x="11112" y="2407"/>
                  <a:pt x="10918" y="2213"/>
                </a:cubicBezTo>
                <a:lnTo>
                  <a:pt x="8844" y="146"/>
                </a:lnTo>
                <a:cubicBezTo>
                  <a:pt x="8747" y="49"/>
                  <a:pt x="8620" y="0"/>
                  <a:pt x="8494" y="0"/>
                </a:cubicBezTo>
                <a:cubicBezTo>
                  <a:pt x="8367" y="0"/>
                  <a:pt x="8241" y="49"/>
                  <a:pt x="8143" y="146"/>
                </a:cubicBezTo>
                <a:lnTo>
                  <a:pt x="5556" y="2726"/>
                </a:lnTo>
                <a:lnTo>
                  <a:pt x="2969" y="146"/>
                </a:lnTo>
                <a:cubicBezTo>
                  <a:pt x="2872" y="49"/>
                  <a:pt x="2745" y="0"/>
                  <a:pt x="2619" y="0"/>
                </a:cubicBezTo>
                <a:close/>
              </a:path>
            </a:pathLst>
          </a:custGeom>
          <a:solidFill>
            <a:schemeClr val="bg2">
              <a:lumMod val="60000"/>
              <a:lumOff val="40000"/>
            </a:schemeClr>
          </a:solidFill>
          <a:ln>
            <a:noFill/>
          </a:ln>
        </p:spPr>
        <p:txBody>
          <a:bodyPr spcFirstLastPara="1" wrap="square" lIns="121900" tIns="121900" rIns="121900" bIns="121900" anchor="ctr" anchorCtr="0">
            <a:noAutofit/>
          </a:bodyPr>
          <a:lstStyle/>
          <a:p>
            <a:endParaRPr sz="2400"/>
          </a:p>
        </p:txBody>
      </p:sp>
      <p:sp>
        <p:nvSpPr>
          <p:cNvPr id="242" name="Google Shape;9650;p71"/>
          <p:cNvSpPr>
            <a:spLocks noChangeAspect="1"/>
          </p:cNvSpPr>
          <p:nvPr/>
        </p:nvSpPr>
        <p:spPr>
          <a:xfrm>
            <a:off x="9424687" y="3069514"/>
            <a:ext cx="185131" cy="183281"/>
          </a:xfrm>
          <a:custGeom>
            <a:avLst/>
            <a:gdLst/>
            <a:ahLst/>
            <a:cxnLst/>
            <a:rect l="l" t="t" r="r" b="b"/>
            <a:pathLst>
              <a:path w="11113" h="11002" extrusionOk="0">
                <a:moveTo>
                  <a:pt x="2619" y="0"/>
                </a:moveTo>
                <a:cubicBezTo>
                  <a:pt x="2492" y="0"/>
                  <a:pt x="2366" y="49"/>
                  <a:pt x="2268" y="146"/>
                </a:cubicBezTo>
                <a:lnTo>
                  <a:pt x="201" y="2213"/>
                </a:lnTo>
                <a:cubicBezTo>
                  <a:pt x="7" y="2407"/>
                  <a:pt x="7" y="2719"/>
                  <a:pt x="201" y="2914"/>
                </a:cubicBezTo>
                <a:lnTo>
                  <a:pt x="2782" y="5501"/>
                </a:lnTo>
                <a:lnTo>
                  <a:pt x="195" y="8081"/>
                </a:lnTo>
                <a:cubicBezTo>
                  <a:pt x="0" y="8275"/>
                  <a:pt x="0" y="8587"/>
                  <a:pt x="195" y="8782"/>
                </a:cubicBezTo>
                <a:lnTo>
                  <a:pt x="2268" y="10856"/>
                </a:lnTo>
                <a:cubicBezTo>
                  <a:pt x="2366" y="10953"/>
                  <a:pt x="2492" y="11001"/>
                  <a:pt x="2619" y="11001"/>
                </a:cubicBezTo>
                <a:cubicBezTo>
                  <a:pt x="2745" y="11001"/>
                  <a:pt x="2872" y="10953"/>
                  <a:pt x="2969" y="10856"/>
                </a:cubicBezTo>
                <a:lnTo>
                  <a:pt x="5556" y="8268"/>
                </a:lnTo>
                <a:lnTo>
                  <a:pt x="8143" y="10856"/>
                </a:lnTo>
                <a:cubicBezTo>
                  <a:pt x="8241" y="10953"/>
                  <a:pt x="8367" y="11001"/>
                  <a:pt x="8494" y="11001"/>
                </a:cubicBezTo>
                <a:cubicBezTo>
                  <a:pt x="8620" y="11001"/>
                  <a:pt x="8747" y="10953"/>
                  <a:pt x="8844" y="10856"/>
                </a:cubicBezTo>
                <a:lnTo>
                  <a:pt x="10911" y="8789"/>
                </a:lnTo>
                <a:cubicBezTo>
                  <a:pt x="11105" y="8594"/>
                  <a:pt x="11105" y="8275"/>
                  <a:pt x="10911" y="8081"/>
                </a:cubicBezTo>
                <a:lnTo>
                  <a:pt x="8331" y="5501"/>
                </a:lnTo>
                <a:lnTo>
                  <a:pt x="10918" y="2914"/>
                </a:lnTo>
                <a:cubicBezTo>
                  <a:pt x="11112" y="2719"/>
                  <a:pt x="11112" y="2407"/>
                  <a:pt x="10918" y="2213"/>
                </a:cubicBezTo>
                <a:lnTo>
                  <a:pt x="8844" y="146"/>
                </a:lnTo>
                <a:cubicBezTo>
                  <a:pt x="8747" y="49"/>
                  <a:pt x="8620" y="0"/>
                  <a:pt x="8494" y="0"/>
                </a:cubicBezTo>
                <a:cubicBezTo>
                  <a:pt x="8367" y="0"/>
                  <a:pt x="8241" y="49"/>
                  <a:pt x="8143" y="146"/>
                </a:cubicBezTo>
                <a:lnTo>
                  <a:pt x="5556" y="2726"/>
                </a:lnTo>
                <a:lnTo>
                  <a:pt x="2969" y="146"/>
                </a:lnTo>
                <a:cubicBezTo>
                  <a:pt x="2872" y="49"/>
                  <a:pt x="2745" y="0"/>
                  <a:pt x="2619" y="0"/>
                </a:cubicBezTo>
                <a:close/>
              </a:path>
            </a:pathLst>
          </a:custGeom>
          <a:solidFill>
            <a:schemeClr val="bg2">
              <a:lumMod val="60000"/>
              <a:lumOff val="40000"/>
            </a:schemeClr>
          </a:solidFill>
          <a:ln>
            <a:noFill/>
          </a:ln>
        </p:spPr>
        <p:txBody>
          <a:bodyPr spcFirstLastPara="1" wrap="square" lIns="121900" tIns="121900" rIns="121900" bIns="121900" anchor="ctr" anchorCtr="0">
            <a:noAutofit/>
          </a:bodyPr>
          <a:lstStyle/>
          <a:p>
            <a:endParaRPr sz="2400"/>
          </a:p>
        </p:txBody>
      </p:sp>
      <p:grpSp>
        <p:nvGrpSpPr>
          <p:cNvPr id="243" name="Gruppieren 242"/>
          <p:cNvGrpSpPr/>
          <p:nvPr/>
        </p:nvGrpSpPr>
        <p:grpSpPr>
          <a:xfrm>
            <a:off x="7649788" y="4398673"/>
            <a:ext cx="925333" cy="279251"/>
            <a:chOff x="6262653" y="1925108"/>
            <a:chExt cx="1021072" cy="209438"/>
          </a:xfrm>
        </p:grpSpPr>
        <p:sp>
          <p:nvSpPr>
            <p:cNvPr id="244" name="Google Shape;4016;p60"/>
            <p:cNvSpPr/>
            <p:nvPr/>
          </p:nvSpPr>
          <p:spPr>
            <a:xfrm>
              <a:off x="6262653" y="1925108"/>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45" name="Google Shape;4017;p60"/>
            <p:cNvSpPr/>
            <p:nvPr/>
          </p:nvSpPr>
          <p:spPr>
            <a:xfrm>
              <a:off x="6262653" y="1993717"/>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46" name="Google Shape;4018;p60"/>
            <p:cNvSpPr/>
            <p:nvPr/>
          </p:nvSpPr>
          <p:spPr>
            <a:xfrm>
              <a:off x="6262653" y="2062328"/>
              <a:ext cx="1021072" cy="4814"/>
            </a:xfrm>
            <a:custGeom>
              <a:avLst/>
              <a:gdLst/>
              <a:ahLst/>
              <a:cxnLst/>
              <a:rect l="l" t="t" r="r" b="b"/>
              <a:pathLst>
                <a:path w="14421" h="68" extrusionOk="0">
                  <a:moveTo>
                    <a:pt x="7219" y="1"/>
                  </a:moveTo>
                  <a:cubicBezTo>
                    <a:pt x="3226" y="1"/>
                    <a:pt x="1" y="1"/>
                    <a:pt x="1" y="34"/>
                  </a:cubicBezTo>
                  <a:cubicBezTo>
                    <a:pt x="1" y="51"/>
                    <a:pt x="3226" y="67"/>
                    <a:pt x="7219" y="67"/>
                  </a:cubicBezTo>
                  <a:cubicBezTo>
                    <a:pt x="11196" y="67"/>
                    <a:pt x="14420" y="51"/>
                    <a:pt x="14420" y="34"/>
                  </a:cubicBezTo>
                  <a:cubicBezTo>
                    <a:pt x="14420" y="1"/>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47" name="Google Shape;4019;p60"/>
            <p:cNvSpPr/>
            <p:nvPr/>
          </p:nvSpPr>
          <p:spPr>
            <a:xfrm>
              <a:off x="6262653" y="2129732"/>
              <a:ext cx="1021072" cy="4814"/>
            </a:xfrm>
            <a:custGeom>
              <a:avLst/>
              <a:gdLst/>
              <a:ahLst/>
              <a:cxnLst/>
              <a:rect l="l" t="t" r="r" b="b"/>
              <a:pathLst>
                <a:path w="14421" h="68" extrusionOk="0">
                  <a:moveTo>
                    <a:pt x="7219" y="1"/>
                  </a:moveTo>
                  <a:cubicBezTo>
                    <a:pt x="3226" y="1"/>
                    <a:pt x="1" y="18"/>
                    <a:pt x="1" y="34"/>
                  </a:cubicBezTo>
                  <a:cubicBezTo>
                    <a:pt x="1" y="51"/>
                    <a:pt x="3226" y="68"/>
                    <a:pt x="7219" y="68"/>
                  </a:cubicBezTo>
                  <a:cubicBezTo>
                    <a:pt x="11196" y="68"/>
                    <a:pt x="14420" y="51"/>
                    <a:pt x="14420" y="34"/>
                  </a:cubicBezTo>
                  <a:cubicBezTo>
                    <a:pt x="14420" y="18"/>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grpSp>
      <p:grpSp>
        <p:nvGrpSpPr>
          <p:cNvPr id="253" name="Gruppieren 252"/>
          <p:cNvGrpSpPr/>
          <p:nvPr/>
        </p:nvGrpSpPr>
        <p:grpSpPr>
          <a:xfrm>
            <a:off x="7642954" y="3719387"/>
            <a:ext cx="925333" cy="279251"/>
            <a:chOff x="6262653" y="1925108"/>
            <a:chExt cx="1021072" cy="209438"/>
          </a:xfrm>
        </p:grpSpPr>
        <p:sp>
          <p:nvSpPr>
            <p:cNvPr id="254" name="Google Shape;4016;p60"/>
            <p:cNvSpPr/>
            <p:nvPr/>
          </p:nvSpPr>
          <p:spPr>
            <a:xfrm>
              <a:off x="6262653" y="1925108"/>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56" name="Google Shape;4018;p60"/>
            <p:cNvSpPr/>
            <p:nvPr/>
          </p:nvSpPr>
          <p:spPr>
            <a:xfrm>
              <a:off x="6262653" y="2062328"/>
              <a:ext cx="1021072" cy="4814"/>
            </a:xfrm>
            <a:custGeom>
              <a:avLst/>
              <a:gdLst/>
              <a:ahLst/>
              <a:cxnLst/>
              <a:rect l="l" t="t" r="r" b="b"/>
              <a:pathLst>
                <a:path w="14421" h="68" extrusionOk="0">
                  <a:moveTo>
                    <a:pt x="7219" y="1"/>
                  </a:moveTo>
                  <a:cubicBezTo>
                    <a:pt x="3226" y="1"/>
                    <a:pt x="1" y="1"/>
                    <a:pt x="1" y="34"/>
                  </a:cubicBezTo>
                  <a:cubicBezTo>
                    <a:pt x="1" y="51"/>
                    <a:pt x="3226" y="67"/>
                    <a:pt x="7219" y="67"/>
                  </a:cubicBezTo>
                  <a:cubicBezTo>
                    <a:pt x="11196" y="67"/>
                    <a:pt x="14420" y="51"/>
                    <a:pt x="14420" y="34"/>
                  </a:cubicBezTo>
                  <a:cubicBezTo>
                    <a:pt x="14420" y="1"/>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57" name="Google Shape;4019;p60"/>
            <p:cNvSpPr/>
            <p:nvPr/>
          </p:nvSpPr>
          <p:spPr>
            <a:xfrm>
              <a:off x="6262653" y="2129732"/>
              <a:ext cx="1021072" cy="4814"/>
            </a:xfrm>
            <a:custGeom>
              <a:avLst/>
              <a:gdLst/>
              <a:ahLst/>
              <a:cxnLst/>
              <a:rect l="l" t="t" r="r" b="b"/>
              <a:pathLst>
                <a:path w="14421" h="68" extrusionOk="0">
                  <a:moveTo>
                    <a:pt x="7219" y="1"/>
                  </a:moveTo>
                  <a:cubicBezTo>
                    <a:pt x="3226" y="1"/>
                    <a:pt x="1" y="18"/>
                    <a:pt x="1" y="34"/>
                  </a:cubicBezTo>
                  <a:cubicBezTo>
                    <a:pt x="1" y="51"/>
                    <a:pt x="3226" y="68"/>
                    <a:pt x="7219" y="68"/>
                  </a:cubicBezTo>
                  <a:cubicBezTo>
                    <a:pt x="11196" y="68"/>
                    <a:pt x="14420" y="51"/>
                    <a:pt x="14420" y="34"/>
                  </a:cubicBezTo>
                  <a:cubicBezTo>
                    <a:pt x="14420" y="18"/>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55" name="Google Shape;4017;p60"/>
            <p:cNvSpPr/>
            <p:nvPr/>
          </p:nvSpPr>
          <p:spPr>
            <a:xfrm>
              <a:off x="6262653" y="1993717"/>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grpSp>
    </p:spTree>
    <p:extLst>
      <p:ext uri="{BB962C8B-B14F-4D97-AF65-F5344CB8AC3E}">
        <p14:creationId xmlns:p14="http://schemas.microsoft.com/office/powerpoint/2010/main" val="86599354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el 1"/>
          <p:cNvSpPr>
            <a:spLocks noGrp="1"/>
          </p:cNvSpPr>
          <p:nvPr>
            <p:ph type="title"/>
          </p:nvPr>
        </p:nvSpPr>
        <p:spPr>
          <a:xfrm>
            <a:off x="1343025" y="317500"/>
            <a:ext cx="8245475" cy="700088"/>
          </a:xfrm>
        </p:spPr>
        <p:txBody>
          <a:bodyPr>
            <a:normAutofit fontScale="90000"/>
          </a:bodyPr>
          <a:lstStyle/>
          <a:p>
            <a:r>
              <a:rPr lang="fr-FR" dirty="0">
                <a:latin typeface="Josefin Sans" panose="020B0604020202020204" charset="0"/>
                <a:cs typeface="Arial" pitchFamily="2"/>
              </a:rPr>
              <a:t>EXPLOIT </a:t>
            </a:r>
            <a:r>
              <a:rPr lang="fr-FR" dirty="0">
                <a:solidFill>
                  <a:schemeClr val="accent5"/>
                </a:solidFill>
                <a:latin typeface="Josefin Sans" panose="020B0604020202020204" charset="0"/>
                <a:cs typeface="Arial" pitchFamily="2"/>
              </a:rPr>
              <a:t>BOOTSTRAPPING </a:t>
            </a:r>
            <a:r>
              <a:rPr lang="fr-FR" dirty="0">
                <a:latin typeface="Josefin Sans" panose="020B0604020202020204" charset="0"/>
                <a:cs typeface="Arial" pitchFamily="2"/>
              </a:rPr>
              <a:t>OPPORTUNITIES</a:t>
            </a:r>
            <a:endParaRPr lang="fr-FR" noProof="0" dirty="0">
              <a:solidFill>
                <a:schemeClr val="accent5"/>
              </a:solidFill>
              <a:latin typeface="Josefin Sans" panose="020B0604020202020204" charset="0"/>
            </a:endParaRPr>
          </a:p>
        </p:txBody>
      </p:sp>
      <p:sp>
        <p:nvSpPr>
          <p:cNvPr id="3" name="Inhaltsplatzhalter 2"/>
          <p:cNvSpPr>
            <a:spLocks noGrp="1"/>
          </p:cNvSpPr>
          <p:nvPr>
            <p:ph idx="1"/>
          </p:nvPr>
        </p:nvSpPr>
        <p:spPr>
          <a:xfrm>
            <a:off x="431812" y="1644844"/>
            <a:ext cx="10667835" cy="4555200"/>
          </a:xfrm>
        </p:spPr>
        <p:txBody>
          <a:bodyPr/>
          <a:lstStyle/>
          <a:p>
            <a:pPr marL="152396" indent="0">
              <a:buNone/>
              <a:defRPr/>
            </a:pPr>
            <a:endParaRPr lang="fr-FR" sz="1467" dirty="0">
              <a:cs typeface="Arial" pitchFamily="34" charset="0"/>
            </a:endParaRPr>
          </a:p>
          <a:p>
            <a:pPr marL="152396" indent="0" algn="just">
              <a:buNone/>
              <a:defRPr/>
            </a:pPr>
            <a:r>
              <a:rPr lang="fr-FR" sz="1867" dirty="0">
                <a:cs typeface="Arial" pitchFamily="34" charset="0"/>
              </a:rPr>
              <a:t>Bootstrapping = Resourcing your needs without being dependent on external finance over the long term</a:t>
            </a:r>
          </a:p>
          <a:p>
            <a:pPr marL="82549" lvl="1" indent="0">
              <a:spcBef>
                <a:spcPts val="600"/>
              </a:spcBef>
              <a:buSzPct val="80000"/>
              <a:buNone/>
              <a:defRPr/>
            </a:pPr>
            <a:endParaRPr lang="fr-FR" sz="1467" dirty="0">
              <a:cs typeface="Arial" pitchFamily="34" charset="0"/>
            </a:endParaRPr>
          </a:p>
          <a:p>
            <a:pPr marL="342891" lvl="1" indent="-342891">
              <a:buSzPct val="80000"/>
              <a:buNone/>
              <a:defRPr/>
            </a:pPr>
            <a:r>
              <a:rPr lang="fr-FR" b="1" dirty="0">
                <a:ea typeface="+mn-ea"/>
                <a:cs typeface="Arial" pitchFamily="34" charset="0"/>
              </a:rPr>
              <a:t>Examples:</a:t>
            </a:r>
          </a:p>
          <a:p>
            <a:pPr marL="342891" lvl="1" indent="-342891">
              <a:buClr>
                <a:schemeClr val="accent3"/>
              </a:buClr>
              <a:buSzPct val="100000"/>
              <a:buFont typeface="Symbol" panose="05050102010706020507" pitchFamily="18" charset="2"/>
              <a:buChar char="-"/>
              <a:defRPr/>
            </a:pPr>
            <a:r>
              <a:rPr lang="fr-FR" dirty="0">
                <a:cs typeface="Arial" pitchFamily="34" charset="0"/>
              </a:rPr>
              <a:t>Short-term b</a:t>
            </a:r>
            <a:r>
              <a:rPr lang="fr-FR" dirty="0">
                <a:ea typeface="+mn-ea"/>
                <a:cs typeface="Arial" pitchFamily="34" charset="0"/>
              </a:rPr>
              <a:t>orrowing or lending tools, machinery etc., to other businesses </a:t>
            </a:r>
          </a:p>
          <a:p>
            <a:pPr marL="342891" lvl="1" indent="-342891">
              <a:buClr>
                <a:schemeClr val="accent3"/>
              </a:buClr>
              <a:buSzPct val="100000"/>
              <a:buFont typeface="Symbol" panose="05050102010706020507" pitchFamily="18" charset="2"/>
              <a:buChar char="-"/>
              <a:defRPr/>
            </a:pPr>
            <a:r>
              <a:rPr lang="fr-FR" dirty="0">
                <a:cs typeface="Arial" pitchFamily="34" charset="0"/>
              </a:rPr>
              <a:t>Co-ordinate buying supplies with other businesses</a:t>
            </a:r>
          </a:p>
          <a:p>
            <a:pPr marL="342891" lvl="1" indent="-342891">
              <a:buClr>
                <a:schemeClr val="accent3"/>
              </a:buClr>
              <a:buSzPct val="100000"/>
              <a:buFont typeface="Symbol" panose="05050102010706020507" pitchFamily="18" charset="2"/>
              <a:buChar char="-"/>
              <a:defRPr/>
            </a:pPr>
            <a:r>
              <a:rPr lang="fr-FR" dirty="0">
                <a:cs typeface="Arial" pitchFamily="34" charset="0"/>
              </a:rPr>
              <a:t>Receiving a loan from family, relatives or friends</a:t>
            </a:r>
          </a:p>
          <a:p>
            <a:pPr marL="0" lvl="1" indent="0">
              <a:buClr>
                <a:schemeClr val="accent3"/>
              </a:buClr>
              <a:buSzPct val="100000"/>
              <a:buNone/>
              <a:defRPr/>
            </a:pPr>
            <a:br>
              <a:rPr lang="fr-FR" dirty="0">
                <a:ea typeface="+mn-ea"/>
                <a:cs typeface="Arial" pitchFamily="34" charset="0"/>
              </a:rPr>
            </a:br>
            <a:endParaRPr lang="fr-FR" dirty="0">
              <a:ea typeface="+mn-ea"/>
              <a:cs typeface="Arial" pitchFamily="34" charset="0"/>
            </a:endParaRPr>
          </a:p>
        </p:txBody>
      </p:sp>
      <p:grpSp>
        <p:nvGrpSpPr>
          <p:cNvPr id="15" name="Google Shape;9266;p64"/>
          <p:cNvGrpSpPr/>
          <p:nvPr/>
        </p:nvGrpSpPr>
        <p:grpSpPr>
          <a:xfrm>
            <a:off x="10160475" y="187972"/>
            <a:ext cx="922960" cy="787195"/>
            <a:chOff x="7390435" y="3680868"/>
            <a:chExt cx="372073" cy="355243"/>
          </a:xfrm>
          <a:solidFill>
            <a:schemeClr val="tx1"/>
          </a:solidFill>
        </p:grpSpPr>
        <p:sp>
          <p:nvSpPr>
            <p:cNvPr id="16"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17"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18"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19"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20"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21"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4" name="Rechteck 3"/>
          <p:cNvSpPr/>
          <p:nvPr/>
        </p:nvSpPr>
        <p:spPr>
          <a:xfrm>
            <a:off x="444843" y="1762896"/>
            <a:ext cx="115331" cy="7743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3" name="Google Shape;9637;p65"/>
          <p:cNvSpPr/>
          <p:nvPr/>
        </p:nvSpPr>
        <p:spPr>
          <a:xfrm>
            <a:off x="11125200" y="164233"/>
            <a:ext cx="888685" cy="716300"/>
          </a:xfrm>
          <a:custGeom>
            <a:avLst/>
            <a:gdLst/>
            <a:ahLst/>
            <a:cxnLst/>
            <a:rect l="l" t="t" r="r" b="b"/>
            <a:pathLst>
              <a:path w="11967" h="9809" extrusionOk="0">
                <a:moveTo>
                  <a:pt x="8309" y="358"/>
                </a:moveTo>
                <a:cubicBezTo>
                  <a:pt x="8940" y="358"/>
                  <a:pt x="9663" y="469"/>
                  <a:pt x="10418" y="796"/>
                </a:cubicBezTo>
                <a:lnTo>
                  <a:pt x="10418" y="7796"/>
                </a:lnTo>
                <a:cubicBezTo>
                  <a:pt x="9723" y="7513"/>
                  <a:pt x="8997" y="7381"/>
                  <a:pt x="8289" y="7381"/>
                </a:cubicBezTo>
                <a:cubicBezTo>
                  <a:pt x="7542" y="7381"/>
                  <a:pt x="6816" y="7527"/>
                  <a:pt x="6168" y="7796"/>
                </a:cubicBezTo>
                <a:lnTo>
                  <a:pt x="6168" y="796"/>
                </a:lnTo>
                <a:cubicBezTo>
                  <a:pt x="6430" y="676"/>
                  <a:pt x="7238" y="358"/>
                  <a:pt x="8309" y="358"/>
                </a:cubicBezTo>
                <a:close/>
                <a:moveTo>
                  <a:pt x="3700" y="358"/>
                </a:moveTo>
                <a:cubicBezTo>
                  <a:pt x="4458" y="358"/>
                  <a:pt x="5191" y="513"/>
                  <a:pt x="5823" y="796"/>
                </a:cubicBezTo>
                <a:cubicBezTo>
                  <a:pt x="5811" y="1677"/>
                  <a:pt x="5811" y="6761"/>
                  <a:pt x="5811" y="7796"/>
                </a:cubicBezTo>
                <a:cubicBezTo>
                  <a:pt x="5418" y="7642"/>
                  <a:pt x="4656" y="7392"/>
                  <a:pt x="3668" y="7392"/>
                </a:cubicBezTo>
                <a:cubicBezTo>
                  <a:pt x="2929" y="7392"/>
                  <a:pt x="2215" y="7523"/>
                  <a:pt x="1548" y="7808"/>
                </a:cubicBezTo>
                <a:lnTo>
                  <a:pt x="1548" y="3867"/>
                </a:lnTo>
                <a:cubicBezTo>
                  <a:pt x="1548" y="3760"/>
                  <a:pt x="1477" y="3689"/>
                  <a:pt x="1370" y="3689"/>
                </a:cubicBezTo>
                <a:cubicBezTo>
                  <a:pt x="1262" y="3689"/>
                  <a:pt x="1191" y="3760"/>
                  <a:pt x="1191" y="3867"/>
                </a:cubicBezTo>
                <a:lnTo>
                  <a:pt x="1191" y="7987"/>
                </a:lnTo>
                <a:cubicBezTo>
                  <a:pt x="1191" y="8118"/>
                  <a:pt x="1298" y="8225"/>
                  <a:pt x="1429" y="8225"/>
                </a:cubicBezTo>
                <a:cubicBezTo>
                  <a:pt x="1465" y="8225"/>
                  <a:pt x="1489" y="8225"/>
                  <a:pt x="1524" y="8213"/>
                </a:cubicBezTo>
                <a:cubicBezTo>
                  <a:pt x="2203" y="7916"/>
                  <a:pt x="2917" y="7761"/>
                  <a:pt x="3656" y="7761"/>
                </a:cubicBezTo>
                <a:cubicBezTo>
                  <a:pt x="4715" y="7761"/>
                  <a:pt x="5537" y="8070"/>
                  <a:pt x="5799" y="8189"/>
                </a:cubicBezTo>
                <a:lnTo>
                  <a:pt x="5799" y="8606"/>
                </a:lnTo>
                <a:lnTo>
                  <a:pt x="417" y="8606"/>
                </a:lnTo>
                <a:cubicBezTo>
                  <a:pt x="381" y="8606"/>
                  <a:pt x="358" y="8582"/>
                  <a:pt x="358" y="8547"/>
                </a:cubicBezTo>
                <a:lnTo>
                  <a:pt x="358" y="1248"/>
                </a:lnTo>
                <a:cubicBezTo>
                  <a:pt x="358" y="1212"/>
                  <a:pt x="381" y="1188"/>
                  <a:pt x="417" y="1188"/>
                </a:cubicBezTo>
                <a:lnTo>
                  <a:pt x="1203" y="1188"/>
                </a:lnTo>
                <a:lnTo>
                  <a:pt x="1203" y="3153"/>
                </a:lnTo>
                <a:cubicBezTo>
                  <a:pt x="1203" y="3248"/>
                  <a:pt x="1274" y="3332"/>
                  <a:pt x="1382" y="3332"/>
                </a:cubicBezTo>
                <a:cubicBezTo>
                  <a:pt x="1489" y="3332"/>
                  <a:pt x="1560" y="3248"/>
                  <a:pt x="1560" y="3153"/>
                </a:cubicBezTo>
                <a:lnTo>
                  <a:pt x="1560" y="796"/>
                </a:lnTo>
                <a:cubicBezTo>
                  <a:pt x="2253" y="495"/>
                  <a:pt x="2987" y="358"/>
                  <a:pt x="3700" y="358"/>
                </a:cubicBezTo>
                <a:close/>
                <a:moveTo>
                  <a:pt x="6608" y="7987"/>
                </a:moveTo>
                <a:lnTo>
                  <a:pt x="6608" y="9249"/>
                </a:lnTo>
                <a:lnTo>
                  <a:pt x="6501" y="9166"/>
                </a:lnTo>
                <a:cubicBezTo>
                  <a:pt x="6471" y="9136"/>
                  <a:pt x="6430" y="9121"/>
                  <a:pt x="6390" y="9121"/>
                </a:cubicBezTo>
                <a:cubicBezTo>
                  <a:pt x="6349" y="9121"/>
                  <a:pt x="6311" y="9136"/>
                  <a:pt x="6287" y="9166"/>
                </a:cubicBezTo>
                <a:lnTo>
                  <a:pt x="6168" y="9261"/>
                </a:lnTo>
                <a:lnTo>
                  <a:pt x="6168" y="8166"/>
                </a:lnTo>
                <a:cubicBezTo>
                  <a:pt x="6251" y="8118"/>
                  <a:pt x="6418" y="8058"/>
                  <a:pt x="6608" y="7987"/>
                </a:cubicBezTo>
                <a:close/>
                <a:moveTo>
                  <a:pt x="8273" y="0"/>
                </a:moveTo>
                <a:cubicBezTo>
                  <a:pt x="7438" y="0"/>
                  <a:pt x="6643" y="178"/>
                  <a:pt x="5989" y="486"/>
                </a:cubicBezTo>
                <a:cubicBezTo>
                  <a:pt x="5715" y="367"/>
                  <a:pt x="4858" y="10"/>
                  <a:pt x="3668" y="10"/>
                </a:cubicBezTo>
                <a:cubicBezTo>
                  <a:pt x="2858" y="10"/>
                  <a:pt x="2072" y="176"/>
                  <a:pt x="1322" y="510"/>
                </a:cubicBezTo>
                <a:cubicBezTo>
                  <a:pt x="1143" y="593"/>
                  <a:pt x="1191" y="796"/>
                  <a:pt x="1191" y="843"/>
                </a:cubicBezTo>
                <a:lnTo>
                  <a:pt x="405" y="843"/>
                </a:lnTo>
                <a:cubicBezTo>
                  <a:pt x="179" y="843"/>
                  <a:pt x="0" y="1022"/>
                  <a:pt x="0" y="1248"/>
                </a:cubicBezTo>
                <a:lnTo>
                  <a:pt x="0" y="8535"/>
                </a:lnTo>
                <a:cubicBezTo>
                  <a:pt x="0" y="8761"/>
                  <a:pt x="179" y="8939"/>
                  <a:pt x="405" y="8939"/>
                </a:cubicBezTo>
                <a:lnTo>
                  <a:pt x="5811" y="8939"/>
                </a:lnTo>
                <a:lnTo>
                  <a:pt x="5811" y="9630"/>
                </a:lnTo>
                <a:cubicBezTo>
                  <a:pt x="5811" y="9740"/>
                  <a:pt x="5889" y="9808"/>
                  <a:pt x="5977" y="9808"/>
                </a:cubicBezTo>
                <a:cubicBezTo>
                  <a:pt x="6013" y="9808"/>
                  <a:pt x="6050" y="9797"/>
                  <a:pt x="6084" y="9773"/>
                </a:cubicBezTo>
                <a:lnTo>
                  <a:pt x="6382" y="9535"/>
                </a:lnTo>
                <a:cubicBezTo>
                  <a:pt x="6656" y="9737"/>
                  <a:pt x="6668" y="9809"/>
                  <a:pt x="6787" y="9809"/>
                </a:cubicBezTo>
                <a:cubicBezTo>
                  <a:pt x="6894" y="9809"/>
                  <a:pt x="6966" y="9737"/>
                  <a:pt x="6966" y="9630"/>
                </a:cubicBezTo>
                <a:lnTo>
                  <a:pt x="6966" y="8939"/>
                </a:lnTo>
                <a:lnTo>
                  <a:pt x="9335" y="8939"/>
                </a:lnTo>
                <a:cubicBezTo>
                  <a:pt x="9442" y="8939"/>
                  <a:pt x="9513" y="8856"/>
                  <a:pt x="9513" y="8761"/>
                </a:cubicBezTo>
                <a:cubicBezTo>
                  <a:pt x="9513" y="8654"/>
                  <a:pt x="9442" y="8582"/>
                  <a:pt x="9335" y="8582"/>
                </a:cubicBezTo>
                <a:lnTo>
                  <a:pt x="6966" y="8582"/>
                </a:lnTo>
                <a:lnTo>
                  <a:pt x="6966" y="7892"/>
                </a:lnTo>
                <a:cubicBezTo>
                  <a:pt x="7400" y="7783"/>
                  <a:pt x="7847" y="7728"/>
                  <a:pt x="8295" y="7728"/>
                </a:cubicBezTo>
                <a:cubicBezTo>
                  <a:pt x="9025" y="7728"/>
                  <a:pt x="9760" y="7875"/>
                  <a:pt x="10454" y="8177"/>
                </a:cubicBezTo>
                <a:cubicBezTo>
                  <a:pt x="10483" y="8192"/>
                  <a:pt x="10514" y="8199"/>
                  <a:pt x="10544" y="8199"/>
                </a:cubicBezTo>
                <a:cubicBezTo>
                  <a:pt x="10662" y="8199"/>
                  <a:pt x="10776" y="8096"/>
                  <a:pt x="10776" y="7963"/>
                </a:cubicBezTo>
                <a:lnTo>
                  <a:pt x="10776" y="1177"/>
                </a:lnTo>
                <a:lnTo>
                  <a:pt x="11561" y="1177"/>
                </a:lnTo>
                <a:cubicBezTo>
                  <a:pt x="11597" y="1177"/>
                  <a:pt x="11621" y="1212"/>
                  <a:pt x="11621" y="1236"/>
                </a:cubicBezTo>
                <a:lnTo>
                  <a:pt x="11621" y="8535"/>
                </a:lnTo>
                <a:cubicBezTo>
                  <a:pt x="11621" y="8570"/>
                  <a:pt x="11597" y="8594"/>
                  <a:pt x="11561" y="8594"/>
                </a:cubicBezTo>
                <a:lnTo>
                  <a:pt x="10049" y="8594"/>
                </a:lnTo>
                <a:cubicBezTo>
                  <a:pt x="9942" y="8594"/>
                  <a:pt x="9871" y="8666"/>
                  <a:pt x="9871" y="8773"/>
                </a:cubicBezTo>
                <a:cubicBezTo>
                  <a:pt x="9871" y="8880"/>
                  <a:pt x="9942" y="8951"/>
                  <a:pt x="10049" y="8951"/>
                </a:cubicBezTo>
                <a:lnTo>
                  <a:pt x="11561" y="8951"/>
                </a:lnTo>
                <a:cubicBezTo>
                  <a:pt x="11788" y="8951"/>
                  <a:pt x="11966" y="8773"/>
                  <a:pt x="11966" y="8547"/>
                </a:cubicBezTo>
                <a:lnTo>
                  <a:pt x="11966" y="1236"/>
                </a:lnTo>
                <a:cubicBezTo>
                  <a:pt x="11954" y="998"/>
                  <a:pt x="11776" y="831"/>
                  <a:pt x="11549" y="831"/>
                </a:cubicBezTo>
                <a:lnTo>
                  <a:pt x="10764" y="831"/>
                </a:lnTo>
                <a:cubicBezTo>
                  <a:pt x="10752" y="784"/>
                  <a:pt x="10811" y="581"/>
                  <a:pt x="10633" y="498"/>
                </a:cubicBezTo>
                <a:cubicBezTo>
                  <a:pt x="9864" y="154"/>
                  <a:pt x="9051" y="0"/>
                  <a:pt x="8273" y="0"/>
                </a:cubicBezTo>
                <a:close/>
              </a:path>
            </a:pathLst>
          </a:custGeom>
          <a:solidFill>
            <a:srgbClr val="000000"/>
          </a:solidFill>
          <a:ln w="3175">
            <a:noFill/>
          </a:ln>
        </p:spPr>
        <p:txBody>
          <a:bodyPr spcFirstLastPara="1" wrap="square" lIns="121900" tIns="121900" rIns="121900" bIns="121900" anchor="ctr" anchorCtr="0">
            <a:noAutofit/>
          </a:bodyPr>
          <a:lstStyle/>
          <a:p>
            <a:endParaRPr sz="2400"/>
          </a:p>
        </p:txBody>
      </p:sp>
      <p:sp>
        <p:nvSpPr>
          <p:cNvPr id="22" name="Rechteck 21"/>
          <p:cNvSpPr/>
          <p:nvPr/>
        </p:nvSpPr>
        <p:spPr>
          <a:xfrm>
            <a:off x="11083435" y="1762896"/>
            <a:ext cx="115331" cy="7743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nvGrpSpPr>
          <p:cNvPr id="6" name="Gruppieren 5"/>
          <p:cNvGrpSpPr/>
          <p:nvPr/>
        </p:nvGrpSpPr>
        <p:grpSpPr>
          <a:xfrm>
            <a:off x="9292108" y="3609443"/>
            <a:ext cx="2286397" cy="2931057"/>
            <a:chOff x="5721870" y="1562702"/>
            <a:chExt cx="2490775" cy="3526331"/>
          </a:xfrm>
        </p:grpSpPr>
        <p:sp>
          <p:nvSpPr>
            <p:cNvPr id="24" name="Google Shape;1148;p35"/>
            <p:cNvSpPr/>
            <p:nvPr/>
          </p:nvSpPr>
          <p:spPr>
            <a:xfrm>
              <a:off x="8131712" y="1736146"/>
              <a:ext cx="80933" cy="3341624"/>
            </a:xfrm>
            <a:custGeom>
              <a:avLst/>
              <a:gdLst/>
              <a:ahLst/>
              <a:cxnLst/>
              <a:rect l="l" t="t" r="r" b="b"/>
              <a:pathLst>
                <a:path w="2508" h="103544" extrusionOk="0">
                  <a:moveTo>
                    <a:pt x="1" y="1"/>
                  </a:moveTo>
                  <a:lnTo>
                    <a:pt x="168" y="103543"/>
                  </a:lnTo>
                  <a:lnTo>
                    <a:pt x="2507" y="103543"/>
                  </a:lnTo>
                  <a:lnTo>
                    <a:pt x="2323" y="1"/>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25" name="Google Shape;1149;p35"/>
            <p:cNvSpPr/>
            <p:nvPr/>
          </p:nvSpPr>
          <p:spPr>
            <a:xfrm>
              <a:off x="7951645" y="1736695"/>
              <a:ext cx="80901" cy="3341075"/>
            </a:xfrm>
            <a:custGeom>
              <a:avLst/>
              <a:gdLst/>
              <a:ahLst/>
              <a:cxnLst/>
              <a:rect l="l" t="t" r="r" b="b"/>
              <a:pathLst>
                <a:path w="2507" h="103527" extrusionOk="0">
                  <a:moveTo>
                    <a:pt x="0" y="0"/>
                  </a:moveTo>
                  <a:lnTo>
                    <a:pt x="167" y="103526"/>
                  </a:lnTo>
                  <a:lnTo>
                    <a:pt x="2507" y="103526"/>
                  </a:lnTo>
                  <a:lnTo>
                    <a:pt x="2323" y="0"/>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26" name="Google Shape;1150;p35"/>
            <p:cNvSpPr/>
            <p:nvPr/>
          </p:nvSpPr>
          <p:spPr>
            <a:xfrm>
              <a:off x="6378838" y="1739406"/>
              <a:ext cx="80901" cy="3341043"/>
            </a:xfrm>
            <a:custGeom>
              <a:avLst/>
              <a:gdLst/>
              <a:ahLst/>
              <a:cxnLst/>
              <a:rect l="l" t="t" r="r" b="b"/>
              <a:pathLst>
                <a:path w="2507" h="103526" extrusionOk="0">
                  <a:moveTo>
                    <a:pt x="0" y="0"/>
                  </a:moveTo>
                  <a:lnTo>
                    <a:pt x="184" y="103526"/>
                  </a:lnTo>
                  <a:lnTo>
                    <a:pt x="2507" y="103526"/>
                  </a:lnTo>
                  <a:lnTo>
                    <a:pt x="2323" y="0"/>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27" name="Google Shape;1151;p35"/>
            <p:cNvSpPr/>
            <p:nvPr/>
          </p:nvSpPr>
          <p:spPr>
            <a:xfrm>
              <a:off x="6198739" y="1739406"/>
              <a:ext cx="80901" cy="3341592"/>
            </a:xfrm>
            <a:custGeom>
              <a:avLst/>
              <a:gdLst/>
              <a:ahLst/>
              <a:cxnLst/>
              <a:rect l="l" t="t" r="r" b="b"/>
              <a:pathLst>
                <a:path w="2507" h="103543" extrusionOk="0">
                  <a:moveTo>
                    <a:pt x="2340" y="0"/>
                  </a:moveTo>
                  <a:lnTo>
                    <a:pt x="1" y="17"/>
                  </a:lnTo>
                  <a:lnTo>
                    <a:pt x="184" y="103543"/>
                  </a:lnTo>
                  <a:lnTo>
                    <a:pt x="2507" y="103543"/>
                  </a:lnTo>
                  <a:lnTo>
                    <a:pt x="2340" y="0"/>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28" name="Google Shape;1152;p35"/>
            <p:cNvSpPr/>
            <p:nvPr/>
          </p:nvSpPr>
          <p:spPr>
            <a:xfrm>
              <a:off x="6198739" y="1736146"/>
              <a:ext cx="2007968" cy="79842"/>
            </a:xfrm>
            <a:custGeom>
              <a:avLst/>
              <a:gdLst/>
              <a:ahLst/>
              <a:cxnLst/>
              <a:rect l="l" t="t" r="r" b="b"/>
              <a:pathLst>
                <a:path w="62224" h="2474" extrusionOk="0">
                  <a:moveTo>
                    <a:pt x="62223" y="1"/>
                  </a:moveTo>
                  <a:lnTo>
                    <a:pt x="1" y="118"/>
                  </a:lnTo>
                  <a:lnTo>
                    <a:pt x="17" y="2474"/>
                  </a:lnTo>
                  <a:lnTo>
                    <a:pt x="62223" y="2373"/>
                  </a:lnTo>
                  <a:lnTo>
                    <a:pt x="62223" y="1"/>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29" name="Google Shape;1153;p35"/>
            <p:cNvSpPr/>
            <p:nvPr/>
          </p:nvSpPr>
          <p:spPr>
            <a:xfrm>
              <a:off x="6199836" y="2422066"/>
              <a:ext cx="2007936" cy="26431"/>
            </a:xfrm>
            <a:custGeom>
              <a:avLst/>
              <a:gdLst/>
              <a:ahLst/>
              <a:cxnLst/>
              <a:rect l="l" t="t" r="r" b="b"/>
              <a:pathLst>
                <a:path w="62223" h="819" extrusionOk="0">
                  <a:moveTo>
                    <a:pt x="62223" y="0"/>
                  </a:moveTo>
                  <a:lnTo>
                    <a:pt x="0" y="117"/>
                  </a:lnTo>
                  <a:lnTo>
                    <a:pt x="17" y="819"/>
                  </a:lnTo>
                  <a:lnTo>
                    <a:pt x="62223" y="718"/>
                  </a:lnTo>
                  <a:lnTo>
                    <a:pt x="62223" y="0"/>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30" name="Google Shape;1154;p35"/>
            <p:cNvSpPr/>
            <p:nvPr/>
          </p:nvSpPr>
          <p:spPr>
            <a:xfrm>
              <a:off x="6200901" y="3069129"/>
              <a:ext cx="2007968" cy="25915"/>
            </a:xfrm>
            <a:custGeom>
              <a:avLst/>
              <a:gdLst/>
              <a:ahLst/>
              <a:cxnLst/>
              <a:rect l="l" t="t" r="r" b="b"/>
              <a:pathLst>
                <a:path w="62224" h="803" extrusionOk="0">
                  <a:moveTo>
                    <a:pt x="62223" y="0"/>
                  </a:moveTo>
                  <a:lnTo>
                    <a:pt x="1" y="100"/>
                  </a:lnTo>
                  <a:lnTo>
                    <a:pt x="17" y="802"/>
                  </a:lnTo>
                  <a:lnTo>
                    <a:pt x="62223" y="702"/>
                  </a:lnTo>
                  <a:lnTo>
                    <a:pt x="62223" y="0"/>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31" name="Google Shape;1155;p35"/>
            <p:cNvSpPr/>
            <p:nvPr/>
          </p:nvSpPr>
          <p:spPr>
            <a:xfrm>
              <a:off x="6202515" y="3715644"/>
              <a:ext cx="2007420" cy="25915"/>
            </a:xfrm>
            <a:custGeom>
              <a:avLst/>
              <a:gdLst/>
              <a:ahLst/>
              <a:cxnLst/>
              <a:rect l="l" t="t" r="r" b="b"/>
              <a:pathLst>
                <a:path w="62207" h="803" extrusionOk="0">
                  <a:moveTo>
                    <a:pt x="62207" y="1"/>
                  </a:moveTo>
                  <a:lnTo>
                    <a:pt x="1" y="101"/>
                  </a:lnTo>
                  <a:lnTo>
                    <a:pt x="1" y="803"/>
                  </a:lnTo>
                  <a:lnTo>
                    <a:pt x="62207" y="702"/>
                  </a:lnTo>
                  <a:lnTo>
                    <a:pt x="62207" y="1"/>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32" name="Google Shape;1156;p35"/>
            <p:cNvSpPr/>
            <p:nvPr/>
          </p:nvSpPr>
          <p:spPr>
            <a:xfrm>
              <a:off x="6203612" y="4362192"/>
              <a:ext cx="2007420" cy="25915"/>
            </a:xfrm>
            <a:custGeom>
              <a:avLst/>
              <a:gdLst/>
              <a:ahLst/>
              <a:cxnLst/>
              <a:rect l="l" t="t" r="r" b="b"/>
              <a:pathLst>
                <a:path w="62207" h="803" extrusionOk="0">
                  <a:moveTo>
                    <a:pt x="62206" y="0"/>
                  </a:moveTo>
                  <a:lnTo>
                    <a:pt x="0" y="101"/>
                  </a:lnTo>
                  <a:lnTo>
                    <a:pt x="0" y="802"/>
                  </a:lnTo>
                  <a:lnTo>
                    <a:pt x="62206" y="702"/>
                  </a:lnTo>
                  <a:lnTo>
                    <a:pt x="62206" y="0"/>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33" name="Google Shape;1157;p35"/>
            <p:cNvSpPr/>
            <p:nvPr/>
          </p:nvSpPr>
          <p:spPr>
            <a:xfrm>
              <a:off x="7039889" y="3986346"/>
              <a:ext cx="356422" cy="378040"/>
            </a:xfrm>
            <a:custGeom>
              <a:avLst/>
              <a:gdLst/>
              <a:ahLst/>
              <a:cxnLst/>
              <a:rect l="l" t="t" r="r" b="b"/>
              <a:pathLst>
                <a:path w="11045" h="11714" extrusionOk="0">
                  <a:moveTo>
                    <a:pt x="11011" y="0"/>
                  </a:moveTo>
                  <a:lnTo>
                    <a:pt x="0" y="17"/>
                  </a:lnTo>
                  <a:lnTo>
                    <a:pt x="17" y="11713"/>
                  </a:lnTo>
                  <a:lnTo>
                    <a:pt x="11044" y="11680"/>
                  </a:lnTo>
                  <a:lnTo>
                    <a:pt x="11011" y="0"/>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34" name="Google Shape;1158;p35"/>
            <p:cNvSpPr/>
            <p:nvPr/>
          </p:nvSpPr>
          <p:spPr>
            <a:xfrm>
              <a:off x="6685629" y="3986895"/>
              <a:ext cx="356422" cy="378008"/>
            </a:xfrm>
            <a:custGeom>
              <a:avLst/>
              <a:gdLst/>
              <a:ahLst/>
              <a:cxnLst/>
              <a:rect l="l" t="t" r="r" b="b"/>
              <a:pathLst>
                <a:path w="11045" h="11713" extrusionOk="0">
                  <a:moveTo>
                    <a:pt x="11028" y="0"/>
                  </a:moveTo>
                  <a:lnTo>
                    <a:pt x="1" y="17"/>
                  </a:lnTo>
                  <a:lnTo>
                    <a:pt x="17" y="11713"/>
                  </a:lnTo>
                  <a:lnTo>
                    <a:pt x="11045" y="11679"/>
                  </a:lnTo>
                  <a:lnTo>
                    <a:pt x="11028" y="0"/>
                  </a:lnTo>
                  <a:close/>
                </a:path>
              </a:pathLst>
            </a:custGeom>
            <a:solidFill>
              <a:srgbClr val="F5F5F5"/>
            </a:solidFill>
            <a:ln>
              <a:noFill/>
            </a:ln>
          </p:spPr>
          <p:txBody>
            <a:bodyPr spcFirstLastPara="1" wrap="square" lIns="121900" tIns="121900" rIns="121900" bIns="121900" anchor="ctr" anchorCtr="0">
              <a:noAutofit/>
            </a:bodyPr>
            <a:lstStyle/>
            <a:p>
              <a:endParaRPr sz="2400"/>
            </a:p>
          </p:txBody>
        </p:sp>
        <p:sp>
          <p:nvSpPr>
            <p:cNvPr id="35" name="Google Shape;1159;p35"/>
            <p:cNvSpPr/>
            <p:nvPr/>
          </p:nvSpPr>
          <p:spPr>
            <a:xfrm>
              <a:off x="6682402" y="4082905"/>
              <a:ext cx="716588" cy="9714"/>
            </a:xfrm>
            <a:custGeom>
              <a:avLst/>
              <a:gdLst/>
              <a:ahLst/>
              <a:cxnLst/>
              <a:rect l="l" t="t" r="r" b="b"/>
              <a:pathLst>
                <a:path w="22206" h="301" extrusionOk="0">
                  <a:moveTo>
                    <a:pt x="13223" y="1"/>
                  </a:moveTo>
                  <a:cubicBezTo>
                    <a:pt x="8851" y="1"/>
                    <a:pt x="4481" y="33"/>
                    <a:pt x="117" y="83"/>
                  </a:cubicBezTo>
                  <a:cubicBezTo>
                    <a:pt x="0" y="83"/>
                    <a:pt x="0" y="250"/>
                    <a:pt x="117" y="250"/>
                  </a:cubicBezTo>
                  <a:cubicBezTo>
                    <a:pt x="3465" y="280"/>
                    <a:pt x="6819" y="301"/>
                    <a:pt x="10175" y="301"/>
                  </a:cubicBezTo>
                  <a:cubicBezTo>
                    <a:pt x="14154" y="301"/>
                    <a:pt x="18135" y="272"/>
                    <a:pt x="22106" y="200"/>
                  </a:cubicBezTo>
                  <a:cubicBezTo>
                    <a:pt x="22206" y="200"/>
                    <a:pt x="22206" y="49"/>
                    <a:pt x="22106" y="49"/>
                  </a:cubicBezTo>
                  <a:cubicBezTo>
                    <a:pt x="19144" y="16"/>
                    <a:pt x="16183" y="1"/>
                    <a:pt x="13223" y="1"/>
                  </a:cubicBez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36" name="Google Shape;1160;p35"/>
            <p:cNvSpPr/>
            <p:nvPr/>
          </p:nvSpPr>
          <p:spPr>
            <a:xfrm>
              <a:off x="7132601" y="2564936"/>
              <a:ext cx="261000" cy="277189"/>
            </a:xfrm>
            <a:custGeom>
              <a:avLst/>
              <a:gdLst/>
              <a:ahLst/>
              <a:cxnLst/>
              <a:rect l="l" t="t" r="r" b="b"/>
              <a:pathLst>
                <a:path w="8088" h="8589" extrusionOk="0">
                  <a:moveTo>
                    <a:pt x="8071" y="1"/>
                  </a:moveTo>
                  <a:lnTo>
                    <a:pt x="1" y="17"/>
                  </a:lnTo>
                  <a:lnTo>
                    <a:pt x="18" y="8589"/>
                  </a:lnTo>
                  <a:lnTo>
                    <a:pt x="8088" y="8572"/>
                  </a:lnTo>
                  <a:lnTo>
                    <a:pt x="8071" y="1"/>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37" name="Google Shape;1161;p35"/>
            <p:cNvSpPr/>
            <p:nvPr/>
          </p:nvSpPr>
          <p:spPr>
            <a:xfrm>
              <a:off x="6873279" y="2565485"/>
              <a:ext cx="261000" cy="277189"/>
            </a:xfrm>
            <a:custGeom>
              <a:avLst/>
              <a:gdLst/>
              <a:ahLst/>
              <a:cxnLst/>
              <a:rect l="l" t="t" r="r" b="b"/>
              <a:pathLst>
                <a:path w="8088" h="8589" extrusionOk="0">
                  <a:moveTo>
                    <a:pt x="8070" y="0"/>
                  </a:moveTo>
                  <a:lnTo>
                    <a:pt x="0" y="17"/>
                  </a:lnTo>
                  <a:lnTo>
                    <a:pt x="17" y="8589"/>
                  </a:lnTo>
                  <a:lnTo>
                    <a:pt x="8087" y="8572"/>
                  </a:lnTo>
                  <a:lnTo>
                    <a:pt x="8070" y="0"/>
                  </a:lnTo>
                  <a:close/>
                </a:path>
              </a:pathLst>
            </a:custGeom>
            <a:solidFill>
              <a:srgbClr val="F5F5F5"/>
            </a:solidFill>
            <a:ln>
              <a:noFill/>
            </a:ln>
          </p:spPr>
          <p:txBody>
            <a:bodyPr spcFirstLastPara="1" wrap="square" lIns="121900" tIns="121900" rIns="121900" bIns="121900" anchor="ctr" anchorCtr="0">
              <a:noAutofit/>
            </a:bodyPr>
            <a:lstStyle/>
            <a:p>
              <a:endParaRPr sz="2400"/>
            </a:p>
          </p:txBody>
        </p:sp>
        <p:sp>
          <p:nvSpPr>
            <p:cNvPr id="38" name="Google Shape;1162;p35"/>
            <p:cNvSpPr/>
            <p:nvPr/>
          </p:nvSpPr>
          <p:spPr>
            <a:xfrm>
              <a:off x="6870020" y="2635290"/>
              <a:ext cx="525743" cy="8423"/>
            </a:xfrm>
            <a:custGeom>
              <a:avLst/>
              <a:gdLst/>
              <a:ahLst/>
              <a:cxnLst/>
              <a:rect l="l" t="t" r="r" b="b"/>
              <a:pathLst>
                <a:path w="16292" h="261" extrusionOk="0">
                  <a:moveTo>
                    <a:pt x="9147" y="0"/>
                  </a:moveTo>
                  <a:cubicBezTo>
                    <a:pt x="6130" y="0"/>
                    <a:pt x="3113" y="22"/>
                    <a:pt x="101" y="60"/>
                  </a:cubicBezTo>
                  <a:cubicBezTo>
                    <a:pt x="1" y="60"/>
                    <a:pt x="1" y="227"/>
                    <a:pt x="101" y="227"/>
                  </a:cubicBezTo>
                  <a:cubicBezTo>
                    <a:pt x="2442" y="249"/>
                    <a:pt x="4786" y="261"/>
                    <a:pt x="7131" y="261"/>
                  </a:cubicBezTo>
                  <a:cubicBezTo>
                    <a:pt x="10158" y="261"/>
                    <a:pt x="13186" y="240"/>
                    <a:pt x="16208" y="193"/>
                  </a:cubicBezTo>
                  <a:cubicBezTo>
                    <a:pt x="16292" y="177"/>
                    <a:pt x="16292" y="60"/>
                    <a:pt x="16208" y="43"/>
                  </a:cubicBezTo>
                  <a:cubicBezTo>
                    <a:pt x="13857" y="14"/>
                    <a:pt x="11502" y="0"/>
                    <a:pt x="9147" y="0"/>
                  </a:cubicBez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39" name="Google Shape;1163;p35"/>
            <p:cNvSpPr/>
            <p:nvPr/>
          </p:nvSpPr>
          <p:spPr>
            <a:xfrm>
              <a:off x="7084099" y="2837251"/>
              <a:ext cx="473433" cy="225972"/>
            </a:xfrm>
            <a:custGeom>
              <a:avLst/>
              <a:gdLst/>
              <a:ahLst/>
              <a:cxnLst/>
              <a:rect l="l" t="t" r="r" b="b"/>
              <a:pathLst>
                <a:path w="14671" h="7002" extrusionOk="0">
                  <a:moveTo>
                    <a:pt x="14670" y="1"/>
                  </a:moveTo>
                  <a:lnTo>
                    <a:pt x="0" y="17"/>
                  </a:lnTo>
                  <a:lnTo>
                    <a:pt x="17" y="7001"/>
                  </a:lnTo>
                  <a:lnTo>
                    <a:pt x="14670" y="6968"/>
                  </a:lnTo>
                  <a:lnTo>
                    <a:pt x="14670" y="1"/>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40" name="Google Shape;1164;p35"/>
            <p:cNvSpPr/>
            <p:nvPr/>
          </p:nvSpPr>
          <p:spPr>
            <a:xfrm>
              <a:off x="6613925" y="2835638"/>
              <a:ext cx="473433" cy="225972"/>
            </a:xfrm>
            <a:custGeom>
              <a:avLst/>
              <a:gdLst/>
              <a:ahLst/>
              <a:cxnLst/>
              <a:rect l="l" t="t" r="r" b="b"/>
              <a:pathLst>
                <a:path w="14671" h="7002" extrusionOk="0">
                  <a:moveTo>
                    <a:pt x="14654" y="0"/>
                  </a:moveTo>
                  <a:lnTo>
                    <a:pt x="0" y="34"/>
                  </a:lnTo>
                  <a:lnTo>
                    <a:pt x="0" y="7001"/>
                  </a:lnTo>
                  <a:lnTo>
                    <a:pt x="14670" y="6985"/>
                  </a:lnTo>
                  <a:lnTo>
                    <a:pt x="14654" y="0"/>
                  </a:lnTo>
                  <a:close/>
                </a:path>
              </a:pathLst>
            </a:custGeom>
            <a:solidFill>
              <a:srgbClr val="F5F5F5"/>
            </a:solidFill>
            <a:ln>
              <a:noFill/>
            </a:ln>
          </p:spPr>
          <p:txBody>
            <a:bodyPr spcFirstLastPara="1" wrap="square" lIns="121900" tIns="121900" rIns="121900" bIns="121900" anchor="ctr" anchorCtr="0">
              <a:noAutofit/>
            </a:bodyPr>
            <a:lstStyle/>
            <a:p>
              <a:endParaRPr sz="2400"/>
            </a:p>
          </p:txBody>
        </p:sp>
        <p:sp>
          <p:nvSpPr>
            <p:cNvPr id="41" name="Google Shape;1165;p35"/>
            <p:cNvSpPr/>
            <p:nvPr/>
          </p:nvSpPr>
          <p:spPr>
            <a:xfrm>
              <a:off x="6609601" y="2892147"/>
              <a:ext cx="950610" cy="11747"/>
            </a:xfrm>
            <a:custGeom>
              <a:avLst/>
              <a:gdLst/>
              <a:ahLst/>
              <a:cxnLst/>
              <a:rect l="l" t="t" r="r" b="b"/>
              <a:pathLst>
                <a:path w="29458" h="364" extrusionOk="0">
                  <a:moveTo>
                    <a:pt x="17345" y="0"/>
                  </a:moveTo>
                  <a:cubicBezTo>
                    <a:pt x="11598" y="0"/>
                    <a:pt x="5846" y="52"/>
                    <a:pt x="101" y="121"/>
                  </a:cubicBezTo>
                  <a:cubicBezTo>
                    <a:pt x="1" y="121"/>
                    <a:pt x="1" y="288"/>
                    <a:pt x="101" y="288"/>
                  </a:cubicBezTo>
                  <a:cubicBezTo>
                    <a:pt x="4671" y="335"/>
                    <a:pt x="9245" y="363"/>
                    <a:pt x="13818" y="363"/>
                  </a:cubicBezTo>
                  <a:cubicBezTo>
                    <a:pt x="19008" y="363"/>
                    <a:pt x="24196" y="327"/>
                    <a:pt x="29374" y="238"/>
                  </a:cubicBezTo>
                  <a:cubicBezTo>
                    <a:pt x="29458" y="221"/>
                    <a:pt x="29458" y="87"/>
                    <a:pt x="29374" y="87"/>
                  </a:cubicBezTo>
                  <a:cubicBezTo>
                    <a:pt x="25369" y="26"/>
                    <a:pt x="21358" y="0"/>
                    <a:pt x="17345" y="0"/>
                  </a:cubicBez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42" name="Google Shape;1166;p35"/>
            <p:cNvSpPr/>
            <p:nvPr/>
          </p:nvSpPr>
          <p:spPr>
            <a:xfrm>
              <a:off x="7419449" y="1961021"/>
              <a:ext cx="119754" cy="463756"/>
            </a:xfrm>
            <a:custGeom>
              <a:avLst/>
              <a:gdLst/>
              <a:ahLst/>
              <a:cxnLst/>
              <a:rect l="l" t="t" r="r" b="b"/>
              <a:pathLst>
                <a:path w="3711" h="14370" extrusionOk="0">
                  <a:moveTo>
                    <a:pt x="1" y="0"/>
                  </a:moveTo>
                  <a:lnTo>
                    <a:pt x="18" y="14370"/>
                  </a:lnTo>
                  <a:lnTo>
                    <a:pt x="3710" y="14370"/>
                  </a:lnTo>
                  <a:lnTo>
                    <a:pt x="3677" y="0"/>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43" name="Google Shape;1167;p35"/>
            <p:cNvSpPr/>
            <p:nvPr/>
          </p:nvSpPr>
          <p:spPr>
            <a:xfrm>
              <a:off x="7540784" y="2086109"/>
              <a:ext cx="119722" cy="337054"/>
            </a:xfrm>
            <a:custGeom>
              <a:avLst/>
              <a:gdLst/>
              <a:ahLst/>
              <a:cxnLst/>
              <a:rect l="l" t="t" r="r" b="b"/>
              <a:pathLst>
                <a:path w="3710" h="10444" extrusionOk="0">
                  <a:moveTo>
                    <a:pt x="0" y="1"/>
                  </a:moveTo>
                  <a:lnTo>
                    <a:pt x="17" y="10443"/>
                  </a:lnTo>
                  <a:lnTo>
                    <a:pt x="3710" y="10443"/>
                  </a:lnTo>
                  <a:lnTo>
                    <a:pt x="3676" y="1"/>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44" name="Google Shape;1168;p35"/>
            <p:cNvSpPr/>
            <p:nvPr/>
          </p:nvSpPr>
          <p:spPr>
            <a:xfrm>
              <a:off x="7233444" y="2047834"/>
              <a:ext cx="185520" cy="376394"/>
            </a:xfrm>
            <a:custGeom>
              <a:avLst/>
              <a:gdLst/>
              <a:ahLst/>
              <a:cxnLst/>
              <a:rect l="l" t="t" r="r" b="b"/>
              <a:pathLst>
                <a:path w="5749" h="11663" extrusionOk="0">
                  <a:moveTo>
                    <a:pt x="5715" y="0"/>
                  </a:moveTo>
                  <a:lnTo>
                    <a:pt x="0" y="17"/>
                  </a:lnTo>
                  <a:lnTo>
                    <a:pt x="17" y="11663"/>
                  </a:lnTo>
                  <a:lnTo>
                    <a:pt x="5748" y="11646"/>
                  </a:lnTo>
                  <a:lnTo>
                    <a:pt x="5715" y="0"/>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45" name="Google Shape;1169;p35"/>
            <p:cNvSpPr/>
            <p:nvPr/>
          </p:nvSpPr>
          <p:spPr>
            <a:xfrm>
              <a:off x="7177359" y="2048350"/>
              <a:ext cx="59345" cy="375878"/>
            </a:xfrm>
            <a:custGeom>
              <a:avLst/>
              <a:gdLst/>
              <a:ahLst/>
              <a:cxnLst/>
              <a:rect l="l" t="t" r="r" b="b"/>
              <a:pathLst>
                <a:path w="1839" h="11647" extrusionOk="0">
                  <a:moveTo>
                    <a:pt x="1" y="1"/>
                  </a:moveTo>
                  <a:lnTo>
                    <a:pt x="17" y="11647"/>
                  </a:lnTo>
                  <a:lnTo>
                    <a:pt x="1839" y="11647"/>
                  </a:lnTo>
                  <a:lnTo>
                    <a:pt x="1822" y="1"/>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46" name="Google Shape;1170;p35"/>
            <p:cNvSpPr/>
            <p:nvPr/>
          </p:nvSpPr>
          <p:spPr>
            <a:xfrm>
              <a:off x="7119144" y="2135195"/>
              <a:ext cx="58796" cy="289033"/>
            </a:xfrm>
            <a:custGeom>
              <a:avLst/>
              <a:gdLst/>
              <a:ahLst/>
              <a:cxnLst/>
              <a:rect l="l" t="t" r="r" b="b"/>
              <a:pathLst>
                <a:path w="1822" h="8956" extrusionOk="0">
                  <a:moveTo>
                    <a:pt x="1805" y="0"/>
                  </a:moveTo>
                  <a:lnTo>
                    <a:pt x="0" y="17"/>
                  </a:lnTo>
                  <a:lnTo>
                    <a:pt x="0" y="8956"/>
                  </a:lnTo>
                  <a:lnTo>
                    <a:pt x="1821" y="8956"/>
                  </a:lnTo>
                  <a:lnTo>
                    <a:pt x="1805" y="0"/>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47" name="Google Shape;1171;p35"/>
            <p:cNvSpPr/>
            <p:nvPr/>
          </p:nvSpPr>
          <p:spPr>
            <a:xfrm>
              <a:off x="7453977" y="3272414"/>
              <a:ext cx="277716" cy="447039"/>
            </a:xfrm>
            <a:custGeom>
              <a:avLst/>
              <a:gdLst/>
              <a:ahLst/>
              <a:cxnLst/>
              <a:rect l="l" t="t" r="r" b="b"/>
              <a:pathLst>
                <a:path w="8606" h="13852" extrusionOk="0">
                  <a:moveTo>
                    <a:pt x="3409" y="0"/>
                  </a:moveTo>
                  <a:lnTo>
                    <a:pt x="0" y="1437"/>
                  </a:lnTo>
                  <a:lnTo>
                    <a:pt x="5197" y="13852"/>
                  </a:lnTo>
                  <a:lnTo>
                    <a:pt x="8605" y="12431"/>
                  </a:lnTo>
                  <a:lnTo>
                    <a:pt x="3409" y="0"/>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48" name="Google Shape;1172;p35"/>
            <p:cNvSpPr/>
            <p:nvPr/>
          </p:nvSpPr>
          <p:spPr>
            <a:xfrm>
              <a:off x="7350455" y="3255697"/>
              <a:ext cx="119722" cy="463756"/>
            </a:xfrm>
            <a:custGeom>
              <a:avLst/>
              <a:gdLst/>
              <a:ahLst/>
              <a:cxnLst/>
              <a:rect l="l" t="t" r="r" b="b"/>
              <a:pathLst>
                <a:path w="3710" h="14370" extrusionOk="0">
                  <a:moveTo>
                    <a:pt x="3693" y="0"/>
                  </a:moveTo>
                  <a:lnTo>
                    <a:pt x="0" y="17"/>
                  </a:lnTo>
                  <a:lnTo>
                    <a:pt x="34" y="14370"/>
                  </a:lnTo>
                  <a:lnTo>
                    <a:pt x="3709" y="14370"/>
                  </a:lnTo>
                  <a:lnTo>
                    <a:pt x="3693" y="0"/>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49" name="Google Shape;1173;p35"/>
            <p:cNvSpPr/>
            <p:nvPr/>
          </p:nvSpPr>
          <p:spPr>
            <a:xfrm>
              <a:off x="7105107" y="3343058"/>
              <a:ext cx="185520" cy="375846"/>
            </a:xfrm>
            <a:custGeom>
              <a:avLst/>
              <a:gdLst/>
              <a:ahLst/>
              <a:cxnLst/>
              <a:rect l="l" t="t" r="r" b="b"/>
              <a:pathLst>
                <a:path w="5749" h="11646" extrusionOk="0">
                  <a:moveTo>
                    <a:pt x="5732" y="0"/>
                  </a:moveTo>
                  <a:lnTo>
                    <a:pt x="1" y="17"/>
                  </a:lnTo>
                  <a:lnTo>
                    <a:pt x="17" y="11646"/>
                  </a:lnTo>
                  <a:lnTo>
                    <a:pt x="5749" y="11646"/>
                  </a:lnTo>
                  <a:lnTo>
                    <a:pt x="5732" y="0"/>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50" name="Google Shape;1174;p35"/>
            <p:cNvSpPr/>
            <p:nvPr/>
          </p:nvSpPr>
          <p:spPr>
            <a:xfrm>
              <a:off x="7289530" y="3203932"/>
              <a:ext cx="41531" cy="514972"/>
            </a:xfrm>
            <a:custGeom>
              <a:avLst/>
              <a:gdLst/>
              <a:ahLst/>
              <a:cxnLst/>
              <a:rect l="l" t="t" r="r" b="b"/>
              <a:pathLst>
                <a:path w="1287" h="15957" extrusionOk="0">
                  <a:moveTo>
                    <a:pt x="0" y="0"/>
                  </a:moveTo>
                  <a:lnTo>
                    <a:pt x="34" y="15957"/>
                  </a:lnTo>
                  <a:lnTo>
                    <a:pt x="1287" y="15957"/>
                  </a:lnTo>
                  <a:lnTo>
                    <a:pt x="1253" y="0"/>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51" name="Google Shape;1175;p35"/>
            <p:cNvSpPr/>
            <p:nvPr/>
          </p:nvSpPr>
          <p:spPr>
            <a:xfrm>
              <a:off x="7330480" y="3284258"/>
              <a:ext cx="20524" cy="434646"/>
            </a:xfrm>
            <a:custGeom>
              <a:avLst/>
              <a:gdLst/>
              <a:ahLst/>
              <a:cxnLst/>
              <a:rect l="l" t="t" r="r" b="b"/>
              <a:pathLst>
                <a:path w="636" h="13468" extrusionOk="0">
                  <a:moveTo>
                    <a:pt x="1" y="1"/>
                  </a:moveTo>
                  <a:lnTo>
                    <a:pt x="18" y="13468"/>
                  </a:lnTo>
                  <a:lnTo>
                    <a:pt x="636" y="13468"/>
                  </a:lnTo>
                  <a:lnTo>
                    <a:pt x="619" y="1"/>
                  </a:lnTo>
                  <a:close/>
                </a:path>
              </a:pathLst>
            </a:custGeom>
            <a:solidFill>
              <a:srgbClr val="F5F5F5"/>
            </a:solidFill>
            <a:ln>
              <a:noFill/>
            </a:ln>
          </p:spPr>
          <p:txBody>
            <a:bodyPr spcFirstLastPara="1" wrap="square" lIns="121900" tIns="121900" rIns="121900" bIns="121900" anchor="ctr" anchorCtr="0">
              <a:noAutofit/>
            </a:bodyPr>
            <a:lstStyle/>
            <a:p>
              <a:endParaRPr sz="2400"/>
            </a:p>
          </p:txBody>
        </p:sp>
        <p:sp>
          <p:nvSpPr>
            <p:cNvPr id="52" name="Google Shape;1176;p35"/>
            <p:cNvSpPr/>
            <p:nvPr/>
          </p:nvSpPr>
          <p:spPr>
            <a:xfrm>
              <a:off x="6669462" y="3700025"/>
              <a:ext cx="434612" cy="21042"/>
            </a:xfrm>
            <a:custGeom>
              <a:avLst/>
              <a:gdLst/>
              <a:ahLst/>
              <a:cxnLst/>
              <a:rect l="l" t="t" r="r" b="b"/>
              <a:pathLst>
                <a:path w="13468" h="652" extrusionOk="0">
                  <a:moveTo>
                    <a:pt x="13467" y="0"/>
                  </a:moveTo>
                  <a:lnTo>
                    <a:pt x="0" y="17"/>
                  </a:lnTo>
                  <a:lnTo>
                    <a:pt x="0" y="652"/>
                  </a:lnTo>
                  <a:lnTo>
                    <a:pt x="13467" y="618"/>
                  </a:lnTo>
                  <a:lnTo>
                    <a:pt x="13467" y="0"/>
                  </a:lnTo>
                  <a:close/>
                </a:path>
              </a:pathLst>
            </a:custGeom>
            <a:solidFill>
              <a:srgbClr val="F5F5F5"/>
            </a:solidFill>
            <a:ln>
              <a:noFill/>
            </a:ln>
          </p:spPr>
          <p:txBody>
            <a:bodyPr spcFirstLastPara="1" wrap="square" lIns="121900" tIns="121900" rIns="121900" bIns="121900" anchor="ctr" anchorCtr="0">
              <a:noAutofit/>
            </a:bodyPr>
            <a:lstStyle/>
            <a:p>
              <a:endParaRPr sz="2400"/>
            </a:p>
          </p:txBody>
        </p:sp>
        <p:sp>
          <p:nvSpPr>
            <p:cNvPr id="53" name="Google Shape;1177;p35"/>
            <p:cNvSpPr/>
            <p:nvPr/>
          </p:nvSpPr>
          <p:spPr>
            <a:xfrm>
              <a:off x="6631706" y="3579777"/>
              <a:ext cx="473982" cy="120796"/>
            </a:xfrm>
            <a:custGeom>
              <a:avLst/>
              <a:gdLst/>
              <a:ahLst/>
              <a:cxnLst/>
              <a:rect l="l" t="t" r="r" b="b"/>
              <a:pathLst>
                <a:path w="14688" h="3743" extrusionOk="0">
                  <a:moveTo>
                    <a:pt x="14687" y="0"/>
                  </a:moveTo>
                  <a:lnTo>
                    <a:pt x="1" y="17"/>
                  </a:lnTo>
                  <a:lnTo>
                    <a:pt x="17" y="3743"/>
                  </a:lnTo>
                  <a:lnTo>
                    <a:pt x="14687" y="3726"/>
                  </a:lnTo>
                  <a:lnTo>
                    <a:pt x="14687" y="0"/>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54" name="Google Shape;1178;p35"/>
            <p:cNvSpPr/>
            <p:nvPr/>
          </p:nvSpPr>
          <p:spPr>
            <a:xfrm>
              <a:off x="6724998" y="3458433"/>
              <a:ext cx="380689" cy="121377"/>
            </a:xfrm>
            <a:custGeom>
              <a:avLst/>
              <a:gdLst/>
              <a:ahLst/>
              <a:cxnLst/>
              <a:rect l="l" t="t" r="r" b="b"/>
              <a:pathLst>
                <a:path w="11797" h="3761" extrusionOk="0">
                  <a:moveTo>
                    <a:pt x="11780" y="1"/>
                  </a:moveTo>
                  <a:lnTo>
                    <a:pt x="0" y="34"/>
                  </a:lnTo>
                  <a:lnTo>
                    <a:pt x="0" y="3760"/>
                  </a:lnTo>
                  <a:lnTo>
                    <a:pt x="11796" y="3727"/>
                  </a:lnTo>
                  <a:lnTo>
                    <a:pt x="11780" y="1"/>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55" name="Google Shape;1179;p35"/>
            <p:cNvSpPr/>
            <p:nvPr/>
          </p:nvSpPr>
          <p:spPr>
            <a:xfrm>
              <a:off x="6571845" y="4944549"/>
              <a:ext cx="316020" cy="138869"/>
            </a:xfrm>
            <a:custGeom>
              <a:avLst/>
              <a:gdLst/>
              <a:ahLst/>
              <a:cxnLst/>
              <a:rect l="l" t="t" r="r" b="b"/>
              <a:pathLst>
                <a:path w="9793" h="4303" extrusionOk="0">
                  <a:moveTo>
                    <a:pt x="4496" y="0"/>
                  </a:moveTo>
                  <a:lnTo>
                    <a:pt x="4479" y="2824"/>
                  </a:lnTo>
                  <a:cubicBezTo>
                    <a:pt x="4479" y="2824"/>
                    <a:pt x="1" y="3827"/>
                    <a:pt x="1087" y="4161"/>
                  </a:cubicBezTo>
                  <a:cubicBezTo>
                    <a:pt x="1446" y="4266"/>
                    <a:pt x="2486" y="4302"/>
                    <a:pt x="3729" y="4302"/>
                  </a:cubicBezTo>
                  <a:cubicBezTo>
                    <a:pt x="5843" y="4302"/>
                    <a:pt x="8542" y="4197"/>
                    <a:pt x="9458" y="4144"/>
                  </a:cubicBezTo>
                  <a:lnTo>
                    <a:pt x="9792" y="4111"/>
                  </a:lnTo>
                  <a:lnTo>
                    <a:pt x="9759" y="0"/>
                  </a:ln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56" name="Google Shape;1180;p35"/>
            <p:cNvSpPr/>
            <p:nvPr/>
          </p:nvSpPr>
          <p:spPr>
            <a:xfrm>
              <a:off x="6826358" y="5029587"/>
              <a:ext cx="60958" cy="48731"/>
            </a:xfrm>
            <a:custGeom>
              <a:avLst/>
              <a:gdLst/>
              <a:ahLst/>
              <a:cxnLst/>
              <a:rect l="l" t="t" r="r" b="b"/>
              <a:pathLst>
                <a:path w="1889" h="1510" extrusionOk="0">
                  <a:moveTo>
                    <a:pt x="1757" y="0"/>
                  </a:moveTo>
                  <a:cubicBezTo>
                    <a:pt x="1365" y="0"/>
                    <a:pt x="969" y="134"/>
                    <a:pt x="669" y="390"/>
                  </a:cubicBezTo>
                  <a:cubicBezTo>
                    <a:pt x="301" y="657"/>
                    <a:pt x="67" y="1058"/>
                    <a:pt x="0" y="1509"/>
                  </a:cubicBezTo>
                  <a:lnTo>
                    <a:pt x="1889" y="1476"/>
                  </a:lnTo>
                  <a:lnTo>
                    <a:pt x="1889" y="5"/>
                  </a:lnTo>
                  <a:cubicBezTo>
                    <a:pt x="1845" y="2"/>
                    <a:pt x="1801" y="0"/>
                    <a:pt x="1757" y="0"/>
                  </a:cubicBezTo>
                  <a:close/>
                </a:path>
              </a:pathLst>
            </a:custGeom>
            <a:solidFill>
              <a:srgbClr val="FFFFFF">
                <a:alpha val="56250"/>
              </a:srgbClr>
            </a:solidFill>
            <a:ln>
              <a:noFill/>
            </a:ln>
          </p:spPr>
          <p:txBody>
            <a:bodyPr spcFirstLastPara="1" wrap="square" lIns="121900" tIns="121900" rIns="121900" bIns="121900" anchor="ctr" anchorCtr="0">
              <a:noAutofit/>
            </a:bodyPr>
            <a:lstStyle/>
            <a:p>
              <a:endParaRPr sz="2400"/>
            </a:p>
          </p:txBody>
        </p:sp>
        <p:sp>
          <p:nvSpPr>
            <p:cNvPr id="57" name="Google Shape;1181;p35"/>
            <p:cNvSpPr/>
            <p:nvPr/>
          </p:nvSpPr>
          <p:spPr>
            <a:xfrm>
              <a:off x="6595596" y="5054017"/>
              <a:ext cx="292269" cy="29013"/>
            </a:xfrm>
            <a:custGeom>
              <a:avLst/>
              <a:gdLst/>
              <a:ahLst/>
              <a:cxnLst/>
              <a:rect l="l" t="t" r="r" b="b"/>
              <a:pathLst>
                <a:path w="9057" h="899" extrusionOk="0">
                  <a:moveTo>
                    <a:pt x="1571" y="0"/>
                  </a:moveTo>
                  <a:cubicBezTo>
                    <a:pt x="1571" y="0"/>
                    <a:pt x="0" y="451"/>
                    <a:pt x="201" y="702"/>
                  </a:cubicBezTo>
                  <a:cubicBezTo>
                    <a:pt x="293" y="836"/>
                    <a:pt x="1842" y="898"/>
                    <a:pt x="3701" y="898"/>
                  </a:cubicBezTo>
                  <a:cubicBezTo>
                    <a:pt x="5560" y="898"/>
                    <a:pt x="7728" y="836"/>
                    <a:pt x="9056" y="719"/>
                  </a:cubicBezTo>
                  <a:lnTo>
                    <a:pt x="9040" y="602"/>
                  </a:lnTo>
                  <a:lnTo>
                    <a:pt x="2039" y="669"/>
                  </a:lnTo>
                  <a:cubicBezTo>
                    <a:pt x="2039" y="669"/>
                    <a:pt x="1872" y="0"/>
                    <a:pt x="1571" y="0"/>
                  </a:cubicBezTo>
                  <a:close/>
                </a:path>
              </a:pathLst>
            </a:custGeom>
            <a:solidFill>
              <a:srgbClr val="FFFFFF">
                <a:alpha val="56250"/>
              </a:srgbClr>
            </a:solidFill>
            <a:ln>
              <a:noFill/>
            </a:ln>
          </p:spPr>
          <p:txBody>
            <a:bodyPr spcFirstLastPara="1" wrap="square" lIns="121900" tIns="121900" rIns="121900" bIns="121900" anchor="ctr" anchorCtr="0">
              <a:noAutofit/>
            </a:bodyPr>
            <a:lstStyle/>
            <a:p>
              <a:endParaRPr sz="2400"/>
            </a:p>
          </p:txBody>
        </p:sp>
        <p:sp>
          <p:nvSpPr>
            <p:cNvPr id="58" name="Google Shape;1182;p35"/>
            <p:cNvSpPr/>
            <p:nvPr/>
          </p:nvSpPr>
          <p:spPr>
            <a:xfrm>
              <a:off x="6600436" y="5071799"/>
              <a:ext cx="288494" cy="4357"/>
            </a:xfrm>
            <a:custGeom>
              <a:avLst/>
              <a:gdLst/>
              <a:ahLst/>
              <a:cxnLst/>
              <a:rect l="l" t="t" r="r" b="b"/>
              <a:pathLst>
                <a:path w="8940" h="135" extrusionOk="0">
                  <a:moveTo>
                    <a:pt x="55" y="27"/>
                  </a:moveTo>
                  <a:cubicBezTo>
                    <a:pt x="38" y="27"/>
                    <a:pt x="23" y="34"/>
                    <a:pt x="1" y="34"/>
                  </a:cubicBezTo>
                  <a:lnTo>
                    <a:pt x="84" y="34"/>
                  </a:lnTo>
                  <a:cubicBezTo>
                    <a:pt x="73" y="29"/>
                    <a:pt x="64" y="27"/>
                    <a:pt x="55" y="27"/>
                  </a:cubicBezTo>
                  <a:close/>
                  <a:moveTo>
                    <a:pt x="8839" y="1"/>
                  </a:moveTo>
                  <a:lnTo>
                    <a:pt x="8589" y="17"/>
                  </a:lnTo>
                  <a:lnTo>
                    <a:pt x="7620" y="34"/>
                  </a:lnTo>
                  <a:cubicBezTo>
                    <a:pt x="6818" y="51"/>
                    <a:pt x="5698" y="68"/>
                    <a:pt x="4462" y="68"/>
                  </a:cubicBezTo>
                  <a:cubicBezTo>
                    <a:pt x="4100" y="72"/>
                    <a:pt x="3749" y="74"/>
                    <a:pt x="3413" y="74"/>
                  </a:cubicBezTo>
                  <a:cubicBezTo>
                    <a:pt x="2604" y="74"/>
                    <a:pt x="1883" y="63"/>
                    <a:pt x="1304" y="51"/>
                  </a:cubicBezTo>
                  <a:cubicBezTo>
                    <a:pt x="936" y="34"/>
                    <a:pt x="602" y="34"/>
                    <a:pt x="351" y="34"/>
                  </a:cubicBezTo>
                  <a:lnTo>
                    <a:pt x="84" y="34"/>
                  </a:lnTo>
                  <a:lnTo>
                    <a:pt x="351" y="51"/>
                  </a:lnTo>
                  <a:lnTo>
                    <a:pt x="1304" y="101"/>
                  </a:lnTo>
                  <a:cubicBezTo>
                    <a:pt x="2106" y="118"/>
                    <a:pt x="3225" y="134"/>
                    <a:pt x="4462" y="134"/>
                  </a:cubicBezTo>
                  <a:cubicBezTo>
                    <a:pt x="5698" y="134"/>
                    <a:pt x="6818" y="118"/>
                    <a:pt x="7620" y="84"/>
                  </a:cubicBezTo>
                  <a:lnTo>
                    <a:pt x="8589" y="34"/>
                  </a:lnTo>
                  <a:cubicBezTo>
                    <a:pt x="8672" y="34"/>
                    <a:pt x="8773" y="34"/>
                    <a:pt x="8839" y="17"/>
                  </a:cubicBezTo>
                  <a:lnTo>
                    <a:pt x="8940" y="17"/>
                  </a:lnTo>
                  <a:cubicBezTo>
                    <a:pt x="8906" y="1"/>
                    <a:pt x="8873" y="1"/>
                    <a:pt x="883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59" name="Google Shape;1183;p35"/>
            <p:cNvSpPr/>
            <p:nvPr/>
          </p:nvSpPr>
          <p:spPr>
            <a:xfrm>
              <a:off x="6644646" y="5052404"/>
              <a:ext cx="17297" cy="26431"/>
            </a:xfrm>
            <a:custGeom>
              <a:avLst/>
              <a:gdLst/>
              <a:ahLst/>
              <a:cxnLst/>
              <a:rect l="l" t="t" r="r" b="b"/>
              <a:pathLst>
                <a:path w="536" h="819" extrusionOk="0">
                  <a:moveTo>
                    <a:pt x="1" y="0"/>
                  </a:moveTo>
                  <a:lnTo>
                    <a:pt x="1" y="0"/>
                  </a:lnTo>
                  <a:cubicBezTo>
                    <a:pt x="268" y="201"/>
                    <a:pt x="452" y="501"/>
                    <a:pt x="519" y="819"/>
                  </a:cubicBezTo>
                  <a:cubicBezTo>
                    <a:pt x="535" y="468"/>
                    <a:pt x="335" y="151"/>
                    <a:pt x="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0" name="Google Shape;1184;p35"/>
            <p:cNvSpPr/>
            <p:nvPr/>
          </p:nvSpPr>
          <p:spPr>
            <a:xfrm>
              <a:off x="6705055" y="5035138"/>
              <a:ext cx="10262" cy="14587"/>
            </a:xfrm>
            <a:custGeom>
              <a:avLst/>
              <a:gdLst/>
              <a:ahLst/>
              <a:cxnLst/>
              <a:rect l="l" t="t" r="r" b="b"/>
              <a:pathLst>
                <a:path w="318" h="452" extrusionOk="0">
                  <a:moveTo>
                    <a:pt x="17" y="0"/>
                  </a:moveTo>
                  <a:lnTo>
                    <a:pt x="17" y="0"/>
                  </a:lnTo>
                  <a:cubicBezTo>
                    <a:pt x="0" y="17"/>
                    <a:pt x="50" y="117"/>
                    <a:pt x="134" y="251"/>
                  </a:cubicBezTo>
                  <a:cubicBezTo>
                    <a:pt x="201" y="368"/>
                    <a:pt x="284" y="452"/>
                    <a:pt x="301" y="452"/>
                  </a:cubicBezTo>
                  <a:cubicBezTo>
                    <a:pt x="317" y="435"/>
                    <a:pt x="251" y="335"/>
                    <a:pt x="184" y="218"/>
                  </a:cubicBezTo>
                  <a:cubicBezTo>
                    <a:pt x="100" y="84"/>
                    <a:pt x="33" y="0"/>
                    <a:pt x="17"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1" name="Google Shape;1185;p35"/>
            <p:cNvSpPr/>
            <p:nvPr/>
          </p:nvSpPr>
          <p:spPr>
            <a:xfrm>
              <a:off x="6717447" y="5032427"/>
              <a:ext cx="11359" cy="9843"/>
            </a:xfrm>
            <a:custGeom>
              <a:avLst/>
              <a:gdLst/>
              <a:ahLst/>
              <a:cxnLst/>
              <a:rect l="l" t="t" r="r" b="b"/>
              <a:pathLst>
                <a:path w="352" h="305" extrusionOk="0">
                  <a:moveTo>
                    <a:pt x="0" y="1"/>
                  </a:moveTo>
                  <a:cubicBezTo>
                    <a:pt x="0" y="18"/>
                    <a:pt x="67" y="101"/>
                    <a:pt x="151" y="185"/>
                  </a:cubicBezTo>
                  <a:cubicBezTo>
                    <a:pt x="223" y="257"/>
                    <a:pt x="296" y="305"/>
                    <a:pt x="325" y="305"/>
                  </a:cubicBezTo>
                  <a:cubicBezTo>
                    <a:pt x="329" y="305"/>
                    <a:pt x="332" y="304"/>
                    <a:pt x="334" y="302"/>
                  </a:cubicBezTo>
                  <a:cubicBezTo>
                    <a:pt x="351" y="285"/>
                    <a:pt x="284" y="218"/>
                    <a:pt x="201" y="135"/>
                  </a:cubicBezTo>
                  <a:cubicBezTo>
                    <a:pt x="101" y="51"/>
                    <a:pt x="17" y="1"/>
                    <a:pt x="0"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2" name="Google Shape;1186;p35"/>
            <p:cNvSpPr/>
            <p:nvPr/>
          </p:nvSpPr>
          <p:spPr>
            <a:xfrm>
              <a:off x="6719061" y="5025230"/>
              <a:ext cx="17813" cy="2195"/>
            </a:xfrm>
            <a:custGeom>
              <a:avLst/>
              <a:gdLst/>
              <a:ahLst/>
              <a:cxnLst/>
              <a:rect l="l" t="t" r="r" b="b"/>
              <a:pathLst>
                <a:path w="552" h="68" extrusionOk="0">
                  <a:moveTo>
                    <a:pt x="304" y="0"/>
                  </a:moveTo>
                  <a:cubicBezTo>
                    <a:pt x="203" y="0"/>
                    <a:pt x="102" y="13"/>
                    <a:pt x="0" y="40"/>
                  </a:cubicBezTo>
                  <a:cubicBezTo>
                    <a:pt x="59" y="60"/>
                    <a:pt x="112" y="68"/>
                    <a:pt x="166" y="68"/>
                  </a:cubicBezTo>
                  <a:cubicBezTo>
                    <a:pt x="204" y="68"/>
                    <a:pt x="243" y="64"/>
                    <a:pt x="284" y="57"/>
                  </a:cubicBezTo>
                  <a:cubicBezTo>
                    <a:pt x="307" y="61"/>
                    <a:pt x="330" y="63"/>
                    <a:pt x="355" y="63"/>
                  </a:cubicBezTo>
                  <a:cubicBezTo>
                    <a:pt x="421" y="63"/>
                    <a:pt x="491" y="48"/>
                    <a:pt x="552" y="23"/>
                  </a:cubicBezTo>
                  <a:cubicBezTo>
                    <a:pt x="469" y="8"/>
                    <a:pt x="387" y="0"/>
                    <a:pt x="304"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3" name="Google Shape;1187;p35"/>
            <p:cNvSpPr/>
            <p:nvPr/>
          </p:nvSpPr>
          <p:spPr>
            <a:xfrm>
              <a:off x="6719609" y="5014645"/>
              <a:ext cx="20524" cy="3324"/>
            </a:xfrm>
            <a:custGeom>
              <a:avLst/>
              <a:gdLst/>
              <a:ahLst/>
              <a:cxnLst/>
              <a:rect l="l" t="t" r="r" b="b"/>
              <a:pathLst>
                <a:path w="636" h="103" extrusionOk="0">
                  <a:moveTo>
                    <a:pt x="635" y="1"/>
                  </a:moveTo>
                  <a:lnTo>
                    <a:pt x="635" y="1"/>
                  </a:lnTo>
                  <a:cubicBezTo>
                    <a:pt x="418" y="17"/>
                    <a:pt x="217" y="34"/>
                    <a:pt x="0" y="51"/>
                  </a:cubicBezTo>
                  <a:cubicBezTo>
                    <a:pt x="91" y="85"/>
                    <a:pt x="181" y="103"/>
                    <a:pt x="270" y="103"/>
                  </a:cubicBezTo>
                  <a:cubicBezTo>
                    <a:pt x="395" y="103"/>
                    <a:pt x="518" y="69"/>
                    <a:pt x="635"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4" name="Google Shape;1188;p35"/>
            <p:cNvSpPr/>
            <p:nvPr/>
          </p:nvSpPr>
          <p:spPr>
            <a:xfrm>
              <a:off x="6676464" y="5019583"/>
              <a:ext cx="32367" cy="18299"/>
            </a:xfrm>
            <a:custGeom>
              <a:avLst/>
              <a:gdLst/>
              <a:ahLst/>
              <a:cxnLst/>
              <a:rect l="l" t="t" r="r" b="b"/>
              <a:pathLst>
                <a:path w="1003" h="567" extrusionOk="0">
                  <a:moveTo>
                    <a:pt x="336" y="60"/>
                  </a:moveTo>
                  <a:cubicBezTo>
                    <a:pt x="391" y="60"/>
                    <a:pt x="446" y="68"/>
                    <a:pt x="502" y="81"/>
                  </a:cubicBezTo>
                  <a:cubicBezTo>
                    <a:pt x="619" y="115"/>
                    <a:pt x="719" y="182"/>
                    <a:pt x="802" y="265"/>
                  </a:cubicBezTo>
                  <a:cubicBezTo>
                    <a:pt x="847" y="333"/>
                    <a:pt x="885" y="392"/>
                    <a:pt x="915" y="460"/>
                  </a:cubicBezTo>
                  <a:lnTo>
                    <a:pt x="915" y="460"/>
                  </a:lnTo>
                  <a:cubicBezTo>
                    <a:pt x="856" y="454"/>
                    <a:pt x="771" y="441"/>
                    <a:pt x="669" y="416"/>
                  </a:cubicBezTo>
                  <a:cubicBezTo>
                    <a:pt x="552" y="399"/>
                    <a:pt x="435" y="366"/>
                    <a:pt x="318" y="332"/>
                  </a:cubicBezTo>
                  <a:cubicBezTo>
                    <a:pt x="251" y="315"/>
                    <a:pt x="184" y="282"/>
                    <a:pt x="134" y="249"/>
                  </a:cubicBezTo>
                  <a:cubicBezTo>
                    <a:pt x="67" y="215"/>
                    <a:pt x="51" y="148"/>
                    <a:pt x="101" y="115"/>
                  </a:cubicBezTo>
                  <a:cubicBezTo>
                    <a:pt x="179" y="76"/>
                    <a:pt x="257" y="60"/>
                    <a:pt x="336" y="60"/>
                  </a:cubicBezTo>
                  <a:close/>
                  <a:moveTo>
                    <a:pt x="337" y="1"/>
                  </a:moveTo>
                  <a:cubicBezTo>
                    <a:pt x="246" y="1"/>
                    <a:pt x="154" y="21"/>
                    <a:pt x="67" y="65"/>
                  </a:cubicBezTo>
                  <a:cubicBezTo>
                    <a:pt x="17" y="98"/>
                    <a:pt x="0" y="148"/>
                    <a:pt x="17" y="198"/>
                  </a:cubicBezTo>
                  <a:cubicBezTo>
                    <a:pt x="34" y="249"/>
                    <a:pt x="51" y="282"/>
                    <a:pt x="101" y="299"/>
                  </a:cubicBezTo>
                  <a:cubicBezTo>
                    <a:pt x="168" y="332"/>
                    <a:pt x="234" y="366"/>
                    <a:pt x="301" y="382"/>
                  </a:cubicBezTo>
                  <a:cubicBezTo>
                    <a:pt x="418" y="432"/>
                    <a:pt x="535" y="449"/>
                    <a:pt x="669" y="466"/>
                  </a:cubicBezTo>
                  <a:cubicBezTo>
                    <a:pt x="719" y="474"/>
                    <a:pt x="773" y="478"/>
                    <a:pt x="830" y="478"/>
                  </a:cubicBezTo>
                  <a:cubicBezTo>
                    <a:pt x="860" y="478"/>
                    <a:pt x="890" y="477"/>
                    <a:pt x="921" y="475"/>
                  </a:cubicBezTo>
                  <a:lnTo>
                    <a:pt x="921" y="475"/>
                  </a:lnTo>
                  <a:cubicBezTo>
                    <a:pt x="933" y="503"/>
                    <a:pt x="944" y="533"/>
                    <a:pt x="953" y="566"/>
                  </a:cubicBezTo>
                  <a:cubicBezTo>
                    <a:pt x="953" y="535"/>
                    <a:pt x="953" y="504"/>
                    <a:pt x="940" y="473"/>
                  </a:cubicBezTo>
                  <a:lnTo>
                    <a:pt x="940" y="473"/>
                  </a:lnTo>
                  <a:cubicBezTo>
                    <a:pt x="961" y="471"/>
                    <a:pt x="982" y="469"/>
                    <a:pt x="1003" y="466"/>
                  </a:cubicBezTo>
                  <a:cubicBezTo>
                    <a:pt x="1003" y="466"/>
                    <a:pt x="979" y="466"/>
                    <a:pt x="935" y="462"/>
                  </a:cubicBezTo>
                  <a:lnTo>
                    <a:pt x="935" y="462"/>
                  </a:lnTo>
                  <a:cubicBezTo>
                    <a:pt x="918" y="380"/>
                    <a:pt x="885" y="314"/>
                    <a:pt x="836" y="249"/>
                  </a:cubicBezTo>
                  <a:cubicBezTo>
                    <a:pt x="712" y="90"/>
                    <a:pt x="526" y="1"/>
                    <a:pt x="337"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5" name="Google Shape;1189;p35"/>
            <p:cNvSpPr/>
            <p:nvPr/>
          </p:nvSpPr>
          <p:spPr>
            <a:xfrm>
              <a:off x="6703958" y="5014096"/>
              <a:ext cx="16748" cy="21074"/>
            </a:xfrm>
            <a:custGeom>
              <a:avLst/>
              <a:gdLst/>
              <a:ahLst/>
              <a:cxnLst/>
              <a:rect l="l" t="t" r="r" b="b"/>
              <a:pathLst>
                <a:path w="519" h="653" extrusionOk="0">
                  <a:moveTo>
                    <a:pt x="402" y="1"/>
                  </a:moveTo>
                  <a:cubicBezTo>
                    <a:pt x="285" y="1"/>
                    <a:pt x="168" y="68"/>
                    <a:pt x="118" y="168"/>
                  </a:cubicBezTo>
                  <a:cubicBezTo>
                    <a:pt x="67" y="251"/>
                    <a:pt x="34" y="335"/>
                    <a:pt x="17" y="419"/>
                  </a:cubicBezTo>
                  <a:cubicBezTo>
                    <a:pt x="1" y="502"/>
                    <a:pt x="17" y="586"/>
                    <a:pt x="67" y="652"/>
                  </a:cubicBezTo>
                  <a:cubicBezTo>
                    <a:pt x="51" y="586"/>
                    <a:pt x="51" y="502"/>
                    <a:pt x="67" y="435"/>
                  </a:cubicBezTo>
                  <a:cubicBezTo>
                    <a:pt x="84" y="352"/>
                    <a:pt x="118" y="268"/>
                    <a:pt x="168" y="201"/>
                  </a:cubicBezTo>
                  <a:cubicBezTo>
                    <a:pt x="213" y="140"/>
                    <a:pt x="287" y="66"/>
                    <a:pt x="363" y="66"/>
                  </a:cubicBezTo>
                  <a:cubicBezTo>
                    <a:pt x="370" y="66"/>
                    <a:pt x="378" y="66"/>
                    <a:pt x="385" y="68"/>
                  </a:cubicBezTo>
                  <a:cubicBezTo>
                    <a:pt x="468" y="84"/>
                    <a:pt x="435" y="201"/>
                    <a:pt x="385" y="285"/>
                  </a:cubicBezTo>
                  <a:cubicBezTo>
                    <a:pt x="351" y="352"/>
                    <a:pt x="301" y="419"/>
                    <a:pt x="251" y="485"/>
                  </a:cubicBezTo>
                  <a:cubicBezTo>
                    <a:pt x="151" y="586"/>
                    <a:pt x="84" y="636"/>
                    <a:pt x="84" y="652"/>
                  </a:cubicBezTo>
                  <a:cubicBezTo>
                    <a:pt x="168" y="619"/>
                    <a:pt x="235" y="569"/>
                    <a:pt x="285" y="519"/>
                  </a:cubicBezTo>
                  <a:cubicBezTo>
                    <a:pt x="351" y="452"/>
                    <a:pt x="402" y="385"/>
                    <a:pt x="435" y="302"/>
                  </a:cubicBezTo>
                  <a:cubicBezTo>
                    <a:pt x="468" y="268"/>
                    <a:pt x="485" y="218"/>
                    <a:pt x="502" y="151"/>
                  </a:cubicBezTo>
                  <a:cubicBezTo>
                    <a:pt x="519" y="84"/>
                    <a:pt x="468" y="18"/>
                    <a:pt x="402"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6" name="Google Shape;1190;p35"/>
            <p:cNvSpPr/>
            <p:nvPr/>
          </p:nvSpPr>
          <p:spPr>
            <a:xfrm>
              <a:off x="6829585" y="5027715"/>
              <a:ext cx="60442" cy="49506"/>
            </a:xfrm>
            <a:custGeom>
              <a:avLst/>
              <a:gdLst/>
              <a:ahLst/>
              <a:cxnLst/>
              <a:rect l="l" t="t" r="r" b="b"/>
              <a:pathLst>
                <a:path w="1873" h="1534" extrusionOk="0">
                  <a:moveTo>
                    <a:pt x="1621" y="1"/>
                  </a:moveTo>
                  <a:cubicBezTo>
                    <a:pt x="1571" y="1"/>
                    <a:pt x="1521" y="5"/>
                    <a:pt x="1471" y="13"/>
                  </a:cubicBezTo>
                  <a:cubicBezTo>
                    <a:pt x="819" y="47"/>
                    <a:pt x="251" y="498"/>
                    <a:pt x="51" y="1133"/>
                  </a:cubicBezTo>
                  <a:cubicBezTo>
                    <a:pt x="34" y="1233"/>
                    <a:pt x="17" y="1333"/>
                    <a:pt x="1" y="1417"/>
                  </a:cubicBezTo>
                  <a:cubicBezTo>
                    <a:pt x="1" y="1450"/>
                    <a:pt x="1" y="1500"/>
                    <a:pt x="1" y="1534"/>
                  </a:cubicBezTo>
                  <a:cubicBezTo>
                    <a:pt x="17" y="1534"/>
                    <a:pt x="17" y="1383"/>
                    <a:pt x="101" y="1149"/>
                  </a:cubicBezTo>
                  <a:cubicBezTo>
                    <a:pt x="301" y="548"/>
                    <a:pt x="853" y="114"/>
                    <a:pt x="1488" y="47"/>
                  </a:cubicBezTo>
                  <a:cubicBezTo>
                    <a:pt x="1605" y="38"/>
                    <a:pt x="1701" y="38"/>
                    <a:pt x="1768" y="38"/>
                  </a:cubicBezTo>
                  <a:cubicBezTo>
                    <a:pt x="1834" y="38"/>
                    <a:pt x="1872" y="38"/>
                    <a:pt x="1872" y="30"/>
                  </a:cubicBezTo>
                  <a:cubicBezTo>
                    <a:pt x="1839" y="30"/>
                    <a:pt x="1805" y="13"/>
                    <a:pt x="1772" y="13"/>
                  </a:cubicBezTo>
                  <a:cubicBezTo>
                    <a:pt x="1722" y="5"/>
                    <a:pt x="1672" y="1"/>
                    <a:pt x="1621"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7" name="Google Shape;1191;p35"/>
            <p:cNvSpPr/>
            <p:nvPr/>
          </p:nvSpPr>
          <p:spPr>
            <a:xfrm>
              <a:off x="6871117" y="4952649"/>
              <a:ext cx="3259" cy="70128"/>
            </a:xfrm>
            <a:custGeom>
              <a:avLst/>
              <a:gdLst/>
              <a:ahLst/>
              <a:cxnLst/>
              <a:rect l="l" t="t" r="r" b="b"/>
              <a:pathLst>
                <a:path w="101" h="2173" extrusionOk="0">
                  <a:moveTo>
                    <a:pt x="34" y="0"/>
                  </a:moveTo>
                  <a:lnTo>
                    <a:pt x="34" y="0"/>
                  </a:lnTo>
                  <a:cubicBezTo>
                    <a:pt x="0" y="735"/>
                    <a:pt x="17" y="1454"/>
                    <a:pt x="67" y="2172"/>
                  </a:cubicBezTo>
                  <a:cubicBezTo>
                    <a:pt x="101" y="1454"/>
                    <a:pt x="84" y="719"/>
                    <a:pt x="34"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8" name="Google Shape;1192;p35"/>
            <p:cNvSpPr/>
            <p:nvPr/>
          </p:nvSpPr>
          <p:spPr>
            <a:xfrm>
              <a:off x="6758430" y="5055954"/>
              <a:ext cx="49631" cy="2743"/>
            </a:xfrm>
            <a:custGeom>
              <a:avLst/>
              <a:gdLst/>
              <a:ahLst/>
              <a:cxnLst/>
              <a:rect l="l" t="t" r="r" b="b"/>
              <a:pathLst>
                <a:path w="1538" h="85" extrusionOk="0">
                  <a:moveTo>
                    <a:pt x="1454" y="0"/>
                  </a:moveTo>
                  <a:cubicBezTo>
                    <a:pt x="1326" y="0"/>
                    <a:pt x="1064" y="12"/>
                    <a:pt x="769" y="24"/>
                  </a:cubicBezTo>
                  <a:cubicBezTo>
                    <a:pt x="479" y="24"/>
                    <a:pt x="234" y="16"/>
                    <a:pt x="103" y="16"/>
                  </a:cubicBezTo>
                  <a:cubicBezTo>
                    <a:pt x="37" y="16"/>
                    <a:pt x="0" y="18"/>
                    <a:pt x="0" y="24"/>
                  </a:cubicBezTo>
                  <a:cubicBezTo>
                    <a:pt x="239" y="64"/>
                    <a:pt x="486" y="85"/>
                    <a:pt x="733" y="85"/>
                  </a:cubicBezTo>
                  <a:cubicBezTo>
                    <a:pt x="1004" y="85"/>
                    <a:pt x="1275" y="60"/>
                    <a:pt x="1537" y="7"/>
                  </a:cubicBezTo>
                  <a:cubicBezTo>
                    <a:pt x="1537" y="2"/>
                    <a:pt x="1507" y="0"/>
                    <a:pt x="1454"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9" name="Google Shape;1193;p35"/>
            <p:cNvSpPr/>
            <p:nvPr/>
          </p:nvSpPr>
          <p:spPr>
            <a:xfrm>
              <a:off x="6836072" y="5056051"/>
              <a:ext cx="5421" cy="9843"/>
            </a:xfrm>
            <a:custGeom>
              <a:avLst/>
              <a:gdLst/>
              <a:ahLst/>
              <a:cxnLst/>
              <a:rect l="l" t="t" r="r" b="b"/>
              <a:pathLst>
                <a:path w="168" h="305" extrusionOk="0">
                  <a:moveTo>
                    <a:pt x="158" y="1"/>
                  </a:moveTo>
                  <a:cubicBezTo>
                    <a:pt x="134" y="1"/>
                    <a:pt x="77" y="48"/>
                    <a:pt x="34" y="121"/>
                  </a:cubicBezTo>
                  <a:cubicBezTo>
                    <a:pt x="0" y="221"/>
                    <a:pt x="17" y="305"/>
                    <a:pt x="34" y="305"/>
                  </a:cubicBezTo>
                  <a:cubicBezTo>
                    <a:pt x="50" y="305"/>
                    <a:pt x="67" y="238"/>
                    <a:pt x="100" y="154"/>
                  </a:cubicBezTo>
                  <a:cubicBezTo>
                    <a:pt x="134" y="71"/>
                    <a:pt x="167" y="21"/>
                    <a:pt x="167" y="4"/>
                  </a:cubicBezTo>
                  <a:cubicBezTo>
                    <a:pt x="165" y="2"/>
                    <a:pt x="162" y="1"/>
                    <a:pt x="158"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0" name="Google Shape;1194;p35"/>
            <p:cNvSpPr/>
            <p:nvPr/>
          </p:nvSpPr>
          <p:spPr>
            <a:xfrm>
              <a:off x="6846850" y="5040398"/>
              <a:ext cx="7583" cy="6648"/>
            </a:xfrm>
            <a:custGeom>
              <a:avLst/>
              <a:gdLst/>
              <a:ahLst/>
              <a:cxnLst/>
              <a:rect l="l" t="t" r="r" b="b"/>
              <a:pathLst>
                <a:path w="235" h="206" extrusionOk="0">
                  <a:moveTo>
                    <a:pt x="206" y="0"/>
                  </a:moveTo>
                  <a:cubicBezTo>
                    <a:pt x="183" y="0"/>
                    <a:pt x="142" y="30"/>
                    <a:pt x="101" y="71"/>
                  </a:cubicBezTo>
                  <a:cubicBezTo>
                    <a:pt x="34" y="138"/>
                    <a:pt x="0" y="188"/>
                    <a:pt x="17" y="205"/>
                  </a:cubicBezTo>
                  <a:cubicBezTo>
                    <a:pt x="34" y="205"/>
                    <a:pt x="84" y="172"/>
                    <a:pt x="134" y="122"/>
                  </a:cubicBezTo>
                  <a:cubicBezTo>
                    <a:pt x="201" y="71"/>
                    <a:pt x="234" y="5"/>
                    <a:pt x="218" y="5"/>
                  </a:cubicBezTo>
                  <a:cubicBezTo>
                    <a:pt x="215" y="2"/>
                    <a:pt x="211" y="0"/>
                    <a:pt x="206"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1" name="Google Shape;1195;p35"/>
            <p:cNvSpPr/>
            <p:nvPr/>
          </p:nvSpPr>
          <p:spPr>
            <a:xfrm>
              <a:off x="6861952" y="5032492"/>
              <a:ext cx="10101" cy="4292"/>
            </a:xfrm>
            <a:custGeom>
              <a:avLst/>
              <a:gdLst/>
              <a:ahLst/>
              <a:cxnLst/>
              <a:rect l="l" t="t" r="r" b="b"/>
              <a:pathLst>
                <a:path w="313" h="133" extrusionOk="0">
                  <a:moveTo>
                    <a:pt x="225" y="1"/>
                  </a:moveTo>
                  <a:cubicBezTo>
                    <a:pt x="199" y="1"/>
                    <a:pt x="167" y="5"/>
                    <a:pt x="134" y="16"/>
                  </a:cubicBezTo>
                  <a:cubicBezTo>
                    <a:pt x="34" y="32"/>
                    <a:pt x="0" y="116"/>
                    <a:pt x="0" y="133"/>
                  </a:cubicBezTo>
                  <a:cubicBezTo>
                    <a:pt x="17" y="133"/>
                    <a:pt x="84" y="99"/>
                    <a:pt x="151" y="66"/>
                  </a:cubicBezTo>
                  <a:cubicBezTo>
                    <a:pt x="234" y="32"/>
                    <a:pt x="301" y="49"/>
                    <a:pt x="301" y="16"/>
                  </a:cubicBezTo>
                  <a:cubicBezTo>
                    <a:pt x="312" y="16"/>
                    <a:pt x="279" y="1"/>
                    <a:pt x="225"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2" name="Google Shape;1196;p35"/>
            <p:cNvSpPr/>
            <p:nvPr/>
          </p:nvSpPr>
          <p:spPr>
            <a:xfrm>
              <a:off x="6879184" y="5029329"/>
              <a:ext cx="5421" cy="3001"/>
            </a:xfrm>
            <a:custGeom>
              <a:avLst/>
              <a:gdLst/>
              <a:ahLst/>
              <a:cxnLst/>
              <a:rect l="l" t="t" r="r" b="b"/>
              <a:pathLst>
                <a:path w="168" h="93" extrusionOk="0">
                  <a:moveTo>
                    <a:pt x="139" y="1"/>
                  </a:moveTo>
                  <a:cubicBezTo>
                    <a:pt x="122" y="1"/>
                    <a:pt x="101" y="5"/>
                    <a:pt x="84" y="13"/>
                  </a:cubicBezTo>
                  <a:cubicBezTo>
                    <a:pt x="34" y="30"/>
                    <a:pt x="1" y="64"/>
                    <a:pt x="1" y="80"/>
                  </a:cubicBezTo>
                  <a:cubicBezTo>
                    <a:pt x="9" y="89"/>
                    <a:pt x="22" y="93"/>
                    <a:pt x="38" y="93"/>
                  </a:cubicBezTo>
                  <a:cubicBezTo>
                    <a:pt x="55" y="93"/>
                    <a:pt x="76" y="89"/>
                    <a:pt x="101" y="80"/>
                  </a:cubicBezTo>
                  <a:cubicBezTo>
                    <a:pt x="135" y="64"/>
                    <a:pt x="168" y="30"/>
                    <a:pt x="168" y="13"/>
                  </a:cubicBezTo>
                  <a:cubicBezTo>
                    <a:pt x="168" y="5"/>
                    <a:pt x="155" y="1"/>
                    <a:pt x="13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8" name="Google Shape;1202;p35"/>
            <p:cNvSpPr/>
            <p:nvPr/>
          </p:nvSpPr>
          <p:spPr>
            <a:xfrm>
              <a:off x="6896449" y="2096372"/>
              <a:ext cx="269616" cy="324080"/>
            </a:xfrm>
            <a:custGeom>
              <a:avLst/>
              <a:gdLst/>
              <a:ahLst/>
              <a:cxnLst/>
              <a:rect l="l" t="t" r="r" b="b"/>
              <a:pathLst>
                <a:path w="8355" h="10042" extrusionOk="0">
                  <a:moveTo>
                    <a:pt x="3108" y="0"/>
                  </a:moveTo>
                  <a:lnTo>
                    <a:pt x="251" y="618"/>
                  </a:lnTo>
                  <a:lnTo>
                    <a:pt x="1" y="9925"/>
                  </a:lnTo>
                  <a:lnTo>
                    <a:pt x="2290" y="10042"/>
                  </a:lnTo>
                  <a:cubicBezTo>
                    <a:pt x="2290" y="9607"/>
                    <a:pt x="2273" y="9073"/>
                    <a:pt x="2273" y="8622"/>
                  </a:cubicBezTo>
                  <a:lnTo>
                    <a:pt x="2273" y="8622"/>
                  </a:lnTo>
                  <a:cubicBezTo>
                    <a:pt x="2301" y="8625"/>
                    <a:pt x="2329" y="8627"/>
                    <a:pt x="2357" y="8627"/>
                  </a:cubicBezTo>
                  <a:cubicBezTo>
                    <a:pt x="2721" y="8627"/>
                    <a:pt x="3023" y="8332"/>
                    <a:pt x="3225" y="8037"/>
                  </a:cubicBezTo>
                  <a:cubicBezTo>
                    <a:pt x="3443" y="7703"/>
                    <a:pt x="3593" y="7318"/>
                    <a:pt x="3877" y="7051"/>
                  </a:cubicBezTo>
                  <a:cubicBezTo>
                    <a:pt x="4050" y="6889"/>
                    <a:pt x="4302" y="6776"/>
                    <a:pt x="4538" y="6776"/>
                  </a:cubicBezTo>
                  <a:cubicBezTo>
                    <a:pt x="4690" y="6776"/>
                    <a:pt x="4835" y="6823"/>
                    <a:pt x="4946" y="6934"/>
                  </a:cubicBezTo>
                  <a:cubicBezTo>
                    <a:pt x="5080" y="7051"/>
                    <a:pt x="5164" y="7268"/>
                    <a:pt x="5347" y="7285"/>
                  </a:cubicBezTo>
                  <a:cubicBezTo>
                    <a:pt x="5368" y="7289"/>
                    <a:pt x="5387" y="7291"/>
                    <a:pt x="5406" y="7291"/>
                  </a:cubicBezTo>
                  <a:cubicBezTo>
                    <a:pt x="5688" y="7291"/>
                    <a:pt x="5736" y="6830"/>
                    <a:pt x="5798" y="6516"/>
                  </a:cubicBezTo>
                  <a:cubicBezTo>
                    <a:pt x="5966" y="5781"/>
                    <a:pt x="6834" y="5497"/>
                    <a:pt x="7386" y="4979"/>
                  </a:cubicBezTo>
                  <a:cubicBezTo>
                    <a:pt x="8355" y="4060"/>
                    <a:pt x="8154" y="2456"/>
                    <a:pt x="6985" y="1805"/>
                  </a:cubicBezTo>
                  <a:cubicBezTo>
                    <a:pt x="6367" y="1454"/>
                    <a:pt x="5581" y="1454"/>
                    <a:pt x="4963" y="1103"/>
                  </a:cubicBezTo>
                  <a:cubicBezTo>
                    <a:pt x="4328" y="752"/>
                    <a:pt x="3844" y="50"/>
                    <a:pt x="3108" y="0"/>
                  </a:cubicBezTo>
                  <a:close/>
                </a:path>
              </a:pathLst>
            </a:custGeom>
            <a:solidFill>
              <a:srgbClr val="263238">
                <a:alpha val="32020"/>
              </a:srgbClr>
            </a:solidFill>
            <a:ln>
              <a:noFill/>
            </a:ln>
          </p:spPr>
          <p:txBody>
            <a:bodyPr spcFirstLastPara="1" wrap="square" lIns="121900" tIns="121900" rIns="121900" bIns="121900" anchor="ctr" anchorCtr="0">
              <a:noAutofit/>
            </a:bodyPr>
            <a:lstStyle/>
            <a:p>
              <a:endParaRPr sz="2400"/>
            </a:p>
          </p:txBody>
        </p:sp>
        <p:sp>
          <p:nvSpPr>
            <p:cNvPr id="79" name="Google Shape;1203;p35"/>
            <p:cNvSpPr/>
            <p:nvPr/>
          </p:nvSpPr>
          <p:spPr>
            <a:xfrm>
              <a:off x="7066286" y="4949939"/>
              <a:ext cx="315471" cy="139094"/>
            </a:xfrm>
            <a:custGeom>
              <a:avLst/>
              <a:gdLst/>
              <a:ahLst/>
              <a:cxnLst/>
              <a:rect l="l" t="t" r="r" b="b"/>
              <a:pathLst>
                <a:path w="9776" h="4310" extrusionOk="0">
                  <a:moveTo>
                    <a:pt x="17" y="1"/>
                  </a:moveTo>
                  <a:lnTo>
                    <a:pt x="1" y="4128"/>
                  </a:lnTo>
                  <a:lnTo>
                    <a:pt x="318" y="4144"/>
                  </a:lnTo>
                  <a:cubicBezTo>
                    <a:pt x="1237" y="4197"/>
                    <a:pt x="3951" y="4310"/>
                    <a:pt x="6068" y="4310"/>
                  </a:cubicBezTo>
                  <a:cubicBezTo>
                    <a:pt x="7302" y="4310"/>
                    <a:pt x="8333" y="4272"/>
                    <a:pt x="8689" y="4161"/>
                  </a:cubicBezTo>
                  <a:cubicBezTo>
                    <a:pt x="9775" y="3827"/>
                    <a:pt x="5297" y="2824"/>
                    <a:pt x="5297" y="2824"/>
                  </a:cubicBezTo>
                  <a:lnTo>
                    <a:pt x="5281" y="17"/>
                  </a:lnTo>
                  <a:lnTo>
                    <a:pt x="17" y="1"/>
                  </a:ln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80" name="Google Shape;1204;p35"/>
            <p:cNvSpPr/>
            <p:nvPr/>
          </p:nvSpPr>
          <p:spPr>
            <a:xfrm>
              <a:off x="7066286" y="5034977"/>
              <a:ext cx="61507" cy="48731"/>
            </a:xfrm>
            <a:custGeom>
              <a:avLst/>
              <a:gdLst/>
              <a:ahLst/>
              <a:cxnLst/>
              <a:rect l="l" t="t" r="r" b="b"/>
              <a:pathLst>
                <a:path w="1906" h="1510" extrusionOk="0">
                  <a:moveTo>
                    <a:pt x="132" y="0"/>
                  </a:moveTo>
                  <a:cubicBezTo>
                    <a:pt x="88" y="0"/>
                    <a:pt x="44" y="2"/>
                    <a:pt x="1" y="5"/>
                  </a:cubicBezTo>
                  <a:lnTo>
                    <a:pt x="1" y="1476"/>
                  </a:lnTo>
                  <a:lnTo>
                    <a:pt x="1906" y="1509"/>
                  </a:lnTo>
                  <a:cubicBezTo>
                    <a:pt x="1822" y="1058"/>
                    <a:pt x="1588" y="657"/>
                    <a:pt x="1237" y="390"/>
                  </a:cubicBezTo>
                  <a:cubicBezTo>
                    <a:pt x="922" y="134"/>
                    <a:pt x="525" y="0"/>
                    <a:pt x="132" y="0"/>
                  </a:cubicBezTo>
                  <a:close/>
                </a:path>
              </a:pathLst>
            </a:custGeom>
            <a:solidFill>
              <a:srgbClr val="FFFFFF">
                <a:alpha val="56250"/>
              </a:srgbClr>
            </a:solidFill>
            <a:ln>
              <a:noFill/>
            </a:ln>
          </p:spPr>
          <p:txBody>
            <a:bodyPr spcFirstLastPara="1" wrap="square" lIns="121900" tIns="121900" rIns="121900" bIns="121900" anchor="ctr" anchorCtr="0">
              <a:noAutofit/>
            </a:bodyPr>
            <a:lstStyle/>
            <a:p>
              <a:endParaRPr sz="2400"/>
            </a:p>
          </p:txBody>
        </p:sp>
        <p:sp>
          <p:nvSpPr>
            <p:cNvPr id="81" name="Google Shape;1205;p35"/>
            <p:cNvSpPr/>
            <p:nvPr/>
          </p:nvSpPr>
          <p:spPr>
            <a:xfrm>
              <a:off x="7065769" y="5059407"/>
              <a:ext cx="292269" cy="29013"/>
            </a:xfrm>
            <a:custGeom>
              <a:avLst/>
              <a:gdLst/>
              <a:ahLst/>
              <a:cxnLst/>
              <a:rect l="l" t="t" r="r" b="b"/>
              <a:pathLst>
                <a:path w="9057" h="899" extrusionOk="0">
                  <a:moveTo>
                    <a:pt x="7502" y="0"/>
                  </a:moveTo>
                  <a:cubicBezTo>
                    <a:pt x="7185" y="17"/>
                    <a:pt x="7034" y="669"/>
                    <a:pt x="7034" y="669"/>
                  </a:cubicBezTo>
                  <a:lnTo>
                    <a:pt x="17" y="602"/>
                  </a:lnTo>
                  <a:lnTo>
                    <a:pt x="0" y="719"/>
                  </a:lnTo>
                  <a:cubicBezTo>
                    <a:pt x="1328" y="836"/>
                    <a:pt x="3496" y="898"/>
                    <a:pt x="5357" y="898"/>
                  </a:cubicBezTo>
                  <a:cubicBezTo>
                    <a:pt x="7218" y="898"/>
                    <a:pt x="8772" y="836"/>
                    <a:pt x="8872" y="702"/>
                  </a:cubicBezTo>
                  <a:cubicBezTo>
                    <a:pt x="9056" y="452"/>
                    <a:pt x="7502" y="0"/>
                    <a:pt x="7502" y="0"/>
                  </a:cubicBezTo>
                  <a:close/>
                </a:path>
              </a:pathLst>
            </a:custGeom>
            <a:solidFill>
              <a:srgbClr val="FFFFFF">
                <a:alpha val="56250"/>
              </a:srgbClr>
            </a:solidFill>
            <a:ln>
              <a:noFill/>
            </a:ln>
          </p:spPr>
          <p:txBody>
            <a:bodyPr spcFirstLastPara="1" wrap="square" lIns="121900" tIns="121900" rIns="121900" bIns="121900" anchor="ctr" anchorCtr="0">
              <a:noAutofit/>
            </a:bodyPr>
            <a:lstStyle/>
            <a:p>
              <a:endParaRPr sz="2400"/>
            </a:p>
          </p:txBody>
        </p:sp>
        <p:sp>
          <p:nvSpPr>
            <p:cNvPr id="82" name="Google Shape;1206;p35"/>
            <p:cNvSpPr/>
            <p:nvPr/>
          </p:nvSpPr>
          <p:spPr>
            <a:xfrm>
              <a:off x="7065221" y="5077189"/>
              <a:ext cx="285267" cy="4486"/>
            </a:xfrm>
            <a:custGeom>
              <a:avLst/>
              <a:gdLst/>
              <a:ahLst/>
              <a:cxnLst/>
              <a:rect l="l" t="t" r="r" b="b"/>
              <a:pathLst>
                <a:path w="8840" h="139" extrusionOk="0">
                  <a:moveTo>
                    <a:pt x="84" y="1"/>
                  </a:moveTo>
                  <a:cubicBezTo>
                    <a:pt x="50" y="1"/>
                    <a:pt x="17" y="1"/>
                    <a:pt x="0" y="17"/>
                  </a:cubicBezTo>
                  <a:lnTo>
                    <a:pt x="84" y="17"/>
                  </a:lnTo>
                  <a:cubicBezTo>
                    <a:pt x="167" y="34"/>
                    <a:pt x="251" y="34"/>
                    <a:pt x="335" y="34"/>
                  </a:cubicBezTo>
                  <a:lnTo>
                    <a:pt x="1304" y="84"/>
                  </a:lnTo>
                  <a:cubicBezTo>
                    <a:pt x="2106" y="118"/>
                    <a:pt x="3225" y="134"/>
                    <a:pt x="4462" y="134"/>
                  </a:cubicBezTo>
                  <a:cubicBezTo>
                    <a:pt x="4698" y="138"/>
                    <a:pt x="4930" y="139"/>
                    <a:pt x="5156" y="139"/>
                  </a:cubicBezTo>
                  <a:cubicBezTo>
                    <a:pt x="6114" y="139"/>
                    <a:pt x="6971" y="115"/>
                    <a:pt x="7619" y="101"/>
                  </a:cubicBezTo>
                  <a:cubicBezTo>
                    <a:pt x="8004" y="84"/>
                    <a:pt x="8321" y="68"/>
                    <a:pt x="8572" y="51"/>
                  </a:cubicBezTo>
                  <a:lnTo>
                    <a:pt x="8839" y="34"/>
                  </a:lnTo>
                  <a:lnTo>
                    <a:pt x="8572" y="34"/>
                  </a:lnTo>
                  <a:lnTo>
                    <a:pt x="7619" y="51"/>
                  </a:lnTo>
                  <a:cubicBezTo>
                    <a:pt x="6817" y="68"/>
                    <a:pt x="5698" y="84"/>
                    <a:pt x="4462" y="84"/>
                  </a:cubicBezTo>
                  <a:cubicBezTo>
                    <a:pt x="3225" y="68"/>
                    <a:pt x="2106" y="51"/>
                    <a:pt x="1304" y="34"/>
                  </a:cubicBezTo>
                  <a:cubicBezTo>
                    <a:pt x="919" y="34"/>
                    <a:pt x="602" y="17"/>
                    <a:pt x="351" y="17"/>
                  </a:cubicBezTo>
                  <a:lnTo>
                    <a:pt x="84" y="1"/>
                  </a:ln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3" name="Google Shape;1207;p35"/>
            <p:cNvSpPr/>
            <p:nvPr/>
          </p:nvSpPr>
          <p:spPr>
            <a:xfrm>
              <a:off x="7291659" y="5057793"/>
              <a:ext cx="17297" cy="26431"/>
            </a:xfrm>
            <a:custGeom>
              <a:avLst/>
              <a:gdLst/>
              <a:ahLst/>
              <a:cxnLst/>
              <a:rect l="l" t="t" r="r" b="b"/>
              <a:pathLst>
                <a:path w="536" h="819" extrusionOk="0">
                  <a:moveTo>
                    <a:pt x="536" y="0"/>
                  </a:moveTo>
                  <a:lnTo>
                    <a:pt x="536" y="0"/>
                  </a:lnTo>
                  <a:cubicBezTo>
                    <a:pt x="201" y="151"/>
                    <a:pt x="1" y="468"/>
                    <a:pt x="34" y="819"/>
                  </a:cubicBezTo>
                  <a:cubicBezTo>
                    <a:pt x="68" y="669"/>
                    <a:pt x="135" y="518"/>
                    <a:pt x="201" y="368"/>
                  </a:cubicBezTo>
                  <a:cubicBezTo>
                    <a:pt x="302" y="234"/>
                    <a:pt x="402" y="117"/>
                    <a:pt x="536"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4" name="Google Shape;1208;p35"/>
            <p:cNvSpPr/>
            <p:nvPr/>
          </p:nvSpPr>
          <p:spPr>
            <a:xfrm>
              <a:off x="7238833" y="5041012"/>
              <a:ext cx="9746" cy="14103"/>
            </a:xfrm>
            <a:custGeom>
              <a:avLst/>
              <a:gdLst/>
              <a:ahLst/>
              <a:cxnLst/>
              <a:rect l="l" t="t" r="r" b="b"/>
              <a:pathLst>
                <a:path w="302" h="437" extrusionOk="0">
                  <a:moveTo>
                    <a:pt x="279" y="0"/>
                  </a:moveTo>
                  <a:cubicBezTo>
                    <a:pt x="256" y="0"/>
                    <a:pt x="194" y="80"/>
                    <a:pt x="117" y="203"/>
                  </a:cubicBezTo>
                  <a:cubicBezTo>
                    <a:pt x="51" y="320"/>
                    <a:pt x="1" y="420"/>
                    <a:pt x="17" y="437"/>
                  </a:cubicBezTo>
                  <a:cubicBezTo>
                    <a:pt x="17" y="437"/>
                    <a:pt x="101" y="353"/>
                    <a:pt x="184" y="236"/>
                  </a:cubicBezTo>
                  <a:cubicBezTo>
                    <a:pt x="251" y="103"/>
                    <a:pt x="301" y="2"/>
                    <a:pt x="285" y="2"/>
                  </a:cubicBezTo>
                  <a:cubicBezTo>
                    <a:pt x="283" y="1"/>
                    <a:pt x="281" y="0"/>
                    <a:pt x="27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5" name="Google Shape;1209;p35"/>
            <p:cNvSpPr/>
            <p:nvPr/>
          </p:nvSpPr>
          <p:spPr>
            <a:xfrm>
              <a:off x="7224828" y="5038268"/>
              <a:ext cx="11327" cy="9391"/>
            </a:xfrm>
            <a:custGeom>
              <a:avLst/>
              <a:gdLst/>
              <a:ahLst/>
              <a:cxnLst/>
              <a:rect l="l" t="t" r="r" b="b"/>
              <a:pathLst>
                <a:path w="351" h="291" extrusionOk="0">
                  <a:moveTo>
                    <a:pt x="341" y="1"/>
                  </a:moveTo>
                  <a:cubicBezTo>
                    <a:pt x="313" y="1"/>
                    <a:pt x="240" y="48"/>
                    <a:pt x="167" y="121"/>
                  </a:cubicBezTo>
                  <a:cubicBezTo>
                    <a:pt x="67" y="204"/>
                    <a:pt x="0" y="271"/>
                    <a:pt x="17" y="288"/>
                  </a:cubicBezTo>
                  <a:cubicBezTo>
                    <a:pt x="19" y="290"/>
                    <a:pt x="22" y="291"/>
                    <a:pt x="26" y="291"/>
                  </a:cubicBezTo>
                  <a:cubicBezTo>
                    <a:pt x="55" y="291"/>
                    <a:pt x="128" y="244"/>
                    <a:pt x="201" y="171"/>
                  </a:cubicBezTo>
                  <a:cubicBezTo>
                    <a:pt x="301" y="87"/>
                    <a:pt x="351" y="4"/>
                    <a:pt x="351" y="4"/>
                  </a:cubicBezTo>
                  <a:cubicBezTo>
                    <a:pt x="349" y="2"/>
                    <a:pt x="346" y="1"/>
                    <a:pt x="341"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6" name="Google Shape;1210;p35"/>
            <p:cNvSpPr/>
            <p:nvPr/>
          </p:nvSpPr>
          <p:spPr>
            <a:xfrm>
              <a:off x="7216728" y="5030620"/>
              <a:ext cx="17813" cy="2388"/>
            </a:xfrm>
            <a:custGeom>
              <a:avLst/>
              <a:gdLst/>
              <a:ahLst/>
              <a:cxnLst/>
              <a:rect l="l" t="t" r="r" b="b"/>
              <a:pathLst>
                <a:path w="552" h="74" extrusionOk="0">
                  <a:moveTo>
                    <a:pt x="248" y="0"/>
                  </a:moveTo>
                  <a:cubicBezTo>
                    <a:pt x="166" y="0"/>
                    <a:pt x="83" y="9"/>
                    <a:pt x="0" y="24"/>
                  </a:cubicBezTo>
                  <a:cubicBezTo>
                    <a:pt x="84" y="57"/>
                    <a:pt x="184" y="74"/>
                    <a:pt x="268" y="74"/>
                  </a:cubicBezTo>
                  <a:cubicBezTo>
                    <a:pt x="368" y="74"/>
                    <a:pt x="468" y="74"/>
                    <a:pt x="552" y="40"/>
                  </a:cubicBezTo>
                  <a:cubicBezTo>
                    <a:pt x="451" y="13"/>
                    <a:pt x="349" y="0"/>
                    <a:pt x="248"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7" name="Google Shape;1211;p35"/>
            <p:cNvSpPr/>
            <p:nvPr/>
          </p:nvSpPr>
          <p:spPr>
            <a:xfrm>
              <a:off x="7213501" y="5020034"/>
              <a:ext cx="20524" cy="3324"/>
            </a:xfrm>
            <a:custGeom>
              <a:avLst/>
              <a:gdLst/>
              <a:ahLst/>
              <a:cxnLst/>
              <a:rect l="l" t="t" r="r" b="b"/>
              <a:pathLst>
                <a:path w="636" h="103" extrusionOk="0">
                  <a:moveTo>
                    <a:pt x="0" y="1"/>
                  </a:moveTo>
                  <a:cubicBezTo>
                    <a:pt x="117" y="69"/>
                    <a:pt x="240" y="103"/>
                    <a:pt x="365" y="103"/>
                  </a:cubicBezTo>
                  <a:cubicBezTo>
                    <a:pt x="454" y="103"/>
                    <a:pt x="545" y="86"/>
                    <a:pt x="635" y="51"/>
                  </a:cubicBezTo>
                  <a:cubicBezTo>
                    <a:pt x="418" y="51"/>
                    <a:pt x="217" y="34"/>
                    <a:pt x="0"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8" name="Google Shape;1212;p35"/>
            <p:cNvSpPr/>
            <p:nvPr/>
          </p:nvSpPr>
          <p:spPr>
            <a:xfrm>
              <a:off x="7244771" y="5025004"/>
              <a:ext cx="32367" cy="18266"/>
            </a:xfrm>
            <a:custGeom>
              <a:avLst/>
              <a:gdLst/>
              <a:ahLst/>
              <a:cxnLst/>
              <a:rect l="l" t="t" r="r" b="b"/>
              <a:pathLst>
                <a:path w="1003" h="566" extrusionOk="0">
                  <a:moveTo>
                    <a:pt x="668" y="59"/>
                  </a:moveTo>
                  <a:cubicBezTo>
                    <a:pt x="746" y="59"/>
                    <a:pt x="824" y="75"/>
                    <a:pt x="903" y="114"/>
                  </a:cubicBezTo>
                  <a:cubicBezTo>
                    <a:pt x="953" y="147"/>
                    <a:pt x="936" y="214"/>
                    <a:pt x="869" y="248"/>
                  </a:cubicBezTo>
                  <a:cubicBezTo>
                    <a:pt x="819" y="281"/>
                    <a:pt x="752" y="314"/>
                    <a:pt x="685" y="331"/>
                  </a:cubicBezTo>
                  <a:cubicBezTo>
                    <a:pt x="568" y="365"/>
                    <a:pt x="451" y="398"/>
                    <a:pt x="334" y="415"/>
                  </a:cubicBezTo>
                  <a:cubicBezTo>
                    <a:pt x="235" y="440"/>
                    <a:pt x="152" y="452"/>
                    <a:pt x="93" y="458"/>
                  </a:cubicBezTo>
                  <a:lnTo>
                    <a:pt x="93" y="458"/>
                  </a:lnTo>
                  <a:cubicBezTo>
                    <a:pt x="124" y="395"/>
                    <a:pt x="164" y="335"/>
                    <a:pt x="218" y="281"/>
                  </a:cubicBezTo>
                  <a:cubicBezTo>
                    <a:pt x="284" y="181"/>
                    <a:pt x="385" y="114"/>
                    <a:pt x="502" y="81"/>
                  </a:cubicBezTo>
                  <a:cubicBezTo>
                    <a:pt x="557" y="67"/>
                    <a:pt x="612" y="59"/>
                    <a:pt x="668" y="59"/>
                  </a:cubicBezTo>
                  <a:close/>
                  <a:moveTo>
                    <a:pt x="667" y="0"/>
                  </a:moveTo>
                  <a:cubicBezTo>
                    <a:pt x="477" y="0"/>
                    <a:pt x="292" y="89"/>
                    <a:pt x="167" y="248"/>
                  </a:cubicBezTo>
                  <a:cubicBezTo>
                    <a:pt x="118" y="313"/>
                    <a:pt x="85" y="379"/>
                    <a:pt x="68" y="461"/>
                  </a:cubicBezTo>
                  <a:lnTo>
                    <a:pt x="68" y="461"/>
                  </a:lnTo>
                  <a:cubicBezTo>
                    <a:pt x="25" y="465"/>
                    <a:pt x="0" y="465"/>
                    <a:pt x="0" y="465"/>
                  </a:cubicBezTo>
                  <a:cubicBezTo>
                    <a:pt x="21" y="468"/>
                    <a:pt x="43" y="470"/>
                    <a:pt x="64" y="472"/>
                  </a:cubicBezTo>
                  <a:lnTo>
                    <a:pt x="64" y="472"/>
                  </a:lnTo>
                  <a:cubicBezTo>
                    <a:pt x="50" y="503"/>
                    <a:pt x="50" y="534"/>
                    <a:pt x="50" y="565"/>
                  </a:cubicBezTo>
                  <a:cubicBezTo>
                    <a:pt x="61" y="535"/>
                    <a:pt x="72" y="504"/>
                    <a:pt x="86" y="474"/>
                  </a:cubicBezTo>
                  <a:lnTo>
                    <a:pt x="86" y="474"/>
                  </a:lnTo>
                  <a:cubicBezTo>
                    <a:pt x="116" y="476"/>
                    <a:pt x="145" y="477"/>
                    <a:pt x="174" y="477"/>
                  </a:cubicBezTo>
                  <a:cubicBezTo>
                    <a:pt x="230" y="477"/>
                    <a:pt x="284" y="473"/>
                    <a:pt x="334" y="465"/>
                  </a:cubicBezTo>
                  <a:cubicBezTo>
                    <a:pt x="468" y="448"/>
                    <a:pt x="585" y="431"/>
                    <a:pt x="702" y="381"/>
                  </a:cubicBezTo>
                  <a:cubicBezTo>
                    <a:pt x="769" y="365"/>
                    <a:pt x="836" y="348"/>
                    <a:pt x="903" y="298"/>
                  </a:cubicBezTo>
                  <a:cubicBezTo>
                    <a:pt x="953" y="281"/>
                    <a:pt x="986" y="248"/>
                    <a:pt x="986" y="198"/>
                  </a:cubicBezTo>
                  <a:cubicBezTo>
                    <a:pt x="1003" y="147"/>
                    <a:pt x="986" y="97"/>
                    <a:pt x="936" y="64"/>
                  </a:cubicBezTo>
                  <a:cubicBezTo>
                    <a:pt x="849" y="21"/>
                    <a:pt x="758" y="0"/>
                    <a:pt x="667"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9" name="Google Shape;1213;p35"/>
            <p:cNvSpPr/>
            <p:nvPr/>
          </p:nvSpPr>
          <p:spPr>
            <a:xfrm>
              <a:off x="7232896" y="5019486"/>
              <a:ext cx="16748" cy="21074"/>
            </a:xfrm>
            <a:custGeom>
              <a:avLst/>
              <a:gdLst/>
              <a:ahLst/>
              <a:cxnLst/>
              <a:rect l="l" t="t" r="r" b="b"/>
              <a:pathLst>
                <a:path w="519" h="653" extrusionOk="0">
                  <a:moveTo>
                    <a:pt x="134" y="1"/>
                  </a:moveTo>
                  <a:cubicBezTo>
                    <a:pt x="51" y="18"/>
                    <a:pt x="1" y="84"/>
                    <a:pt x="17" y="151"/>
                  </a:cubicBezTo>
                  <a:cubicBezTo>
                    <a:pt x="34" y="218"/>
                    <a:pt x="51" y="268"/>
                    <a:pt x="84" y="302"/>
                  </a:cubicBezTo>
                  <a:cubicBezTo>
                    <a:pt x="118" y="385"/>
                    <a:pt x="185" y="452"/>
                    <a:pt x="235" y="519"/>
                  </a:cubicBezTo>
                  <a:cubicBezTo>
                    <a:pt x="285" y="569"/>
                    <a:pt x="352" y="619"/>
                    <a:pt x="435" y="653"/>
                  </a:cubicBezTo>
                  <a:cubicBezTo>
                    <a:pt x="435" y="636"/>
                    <a:pt x="368" y="586"/>
                    <a:pt x="268" y="485"/>
                  </a:cubicBezTo>
                  <a:cubicBezTo>
                    <a:pt x="218" y="419"/>
                    <a:pt x="168" y="352"/>
                    <a:pt x="134" y="285"/>
                  </a:cubicBezTo>
                  <a:cubicBezTo>
                    <a:pt x="84" y="201"/>
                    <a:pt x="51" y="84"/>
                    <a:pt x="134" y="68"/>
                  </a:cubicBezTo>
                  <a:cubicBezTo>
                    <a:pt x="142" y="66"/>
                    <a:pt x="149" y="66"/>
                    <a:pt x="156" y="66"/>
                  </a:cubicBezTo>
                  <a:cubicBezTo>
                    <a:pt x="232" y="66"/>
                    <a:pt x="307" y="140"/>
                    <a:pt x="368" y="201"/>
                  </a:cubicBezTo>
                  <a:cubicBezTo>
                    <a:pt x="402" y="268"/>
                    <a:pt x="435" y="352"/>
                    <a:pt x="452" y="435"/>
                  </a:cubicBezTo>
                  <a:cubicBezTo>
                    <a:pt x="469" y="502"/>
                    <a:pt x="469" y="586"/>
                    <a:pt x="469" y="653"/>
                  </a:cubicBezTo>
                  <a:cubicBezTo>
                    <a:pt x="502" y="586"/>
                    <a:pt x="519" y="502"/>
                    <a:pt x="502" y="419"/>
                  </a:cubicBezTo>
                  <a:cubicBezTo>
                    <a:pt x="485" y="335"/>
                    <a:pt x="452" y="252"/>
                    <a:pt x="402" y="168"/>
                  </a:cubicBezTo>
                  <a:cubicBezTo>
                    <a:pt x="352" y="68"/>
                    <a:pt x="251" y="1"/>
                    <a:pt x="134"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0" name="Google Shape;1214;p35"/>
            <p:cNvSpPr/>
            <p:nvPr/>
          </p:nvSpPr>
          <p:spPr>
            <a:xfrm>
              <a:off x="7063607" y="5033105"/>
              <a:ext cx="60958" cy="49506"/>
            </a:xfrm>
            <a:custGeom>
              <a:avLst/>
              <a:gdLst/>
              <a:ahLst/>
              <a:cxnLst/>
              <a:rect l="l" t="t" r="r" b="b"/>
              <a:pathLst>
                <a:path w="1889" h="1534" extrusionOk="0">
                  <a:moveTo>
                    <a:pt x="253" y="1"/>
                  </a:moveTo>
                  <a:cubicBezTo>
                    <a:pt x="205" y="1"/>
                    <a:pt x="159" y="5"/>
                    <a:pt x="117" y="13"/>
                  </a:cubicBezTo>
                  <a:cubicBezTo>
                    <a:pt x="84" y="13"/>
                    <a:pt x="34" y="30"/>
                    <a:pt x="0" y="30"/>
                  </a:cubicBezTo>
                  <a:cubicBezTo>
                    <a:pt x="9" y="38"/>
                    <a:pt x="46" y="38"/>
                    <a:pt x="113" y="38"/>
                  </a:cubicBezTo>
                  <a:cubicBezTo>
                    <a:pt x="180" y="38"/>
                    <a:pt x="276" y="38"/>
                    <a:pt x="401" y="47"/>
                  </a:cubicBezTo>
                  <a:cubicBezTo>
                    <a:pt x="1036" y="130"/>
                    <a:pt x="1571" y="548"/>
                    <a:pt x="1771" y="1150"/>
                  </a:cubicBezTo>
                  <a:cubicBezTo>
                    <a:pt x="1855" y="1383"/>
                    <a:pt x="1855" y="1534"/>
                    <a:pt x="1872" y="1534"/>
                  </a:cubicBezTo>
                  <a:cubicBezTo>
                    <a:pt x="1888" y="1500"/>
                    <a:pt x="1888" y="1450"/>
                    <a:pt x="1872" y="1417"/>
                  </a:cubicBezTo>
                  <a:cubicBezTo>
                    <a:pt x="1872" y="1333"/>
                    <a:pt x="1838" y="1233"/>
                    <a:pt x="1821" y="1133"/>
                  </a:cubicBezTo>
                  <a:cubicBezTo>
                    <a:pt x="1621" y="498"/>
                    <a:pt x="1070" y="47"/>
                    <a:pt x="401" y="13"/>
                  </a:cubicBezTo>
                  <a:cubicBezTo>
                    <a:pt x="351" y="5"/>
                    <a:pt x="301" y="1"/>
                    <a:pt x="253"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1" name="Google Shape;1215;p35"/>
            <p:cNvSpPr/>
            <p:nvPr/>
          </p:nvSpPr>
          <p:spPr>
            <a:xfrm>
              <a:off x="7079775" y="4958039"/>
              <a:ext cx="2743" cy="70128"/>
            </a:xfrm>
            <a:custGeom>
              <a:avLst/>
              <a:gdLst/>
              <a:ahLst/>
              <a:cxnLst/>
              <a:rect l="l" t="t" r="r" b="b"/>
              <a:pathLst>
                <a:path w="85" h="2173" extrusionOk="0">
                  <a:moveTo>
                    <a:pt x="51" y="0"/>
                  </a:moveTo>
                  <a:lnTo>
                    <a:pt x="51" y="0"/>
                  </a:lnTo>
                  <a:cubicBezTo>
                    <a:pt x="0" y="735"/>
                    <a:pt x="0" y="1454"/>
                    <a:pt x="17" y="2172"/>
                  </a:cubicBezTo>
                  <a:cubicBezTo>
                    <a:pt x="84" y="1454"/>
                    <a:pt x="84" y="735"/>
                    <a:pt x="5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2" name="Google Shape;1216;p35"/>
            <p:cNvSpPr/>
            <p:nvPr/>
          </p:nvSpPr>
          <p:spPr>
            <a:xfrm>
              <a:off x="7145541" y="5061343"/>
              <a:ext cx="49664" cy="2743"/>
            </a:xfrm>
            <a:custGeom>
              <a:avLst/>
              <a:gdLst/>
              <a:ahLst/>
              <a:cxnLst/>
              <a:rect l="l" t="t" r="r" b="b"/>
              <a:pathLst>
                <a:path w="1539" h="85" extrusionOk="0">
                  <a:moveTo>
                    <a:pt x="84" y="0"/>
                  </a:moveTo>
                  <a:cubicBezTo>
                    <a:pt x="31" y="0"/>
                    <a:pt x="1" y="2"/>
                    <a:pt x="1" y="7"/>
                  </a:cubicBezTo>
                  <a:cubicBezTo>
                    <a:pt x="272" y="60"/>
                    <a:pt x="542" y="85"/>
                    <a:pt x="811" y="85"/>
                  </a:cubicBezTo>
                  <a:cubicBezTo>
                    <a:pt x="1056" y="85"/>
                    <a:pt x="1299" y="64"/>
                    <a:pt x="1538" y="24"/>
                  </a:cubicBezTo>
                  <a:cubicBezTo>
                    <a:pt x="1538" y="18"/>
                    <a:pt x="1501" y="16"/>
                    <a:pt x="1435" y="16"/>
                  </a:cubicBezTo>
                  <a:cubicBezTo>
                    <a:pt x="1304" y="16"/>
                    <a:pt x="1059" y="24"/>
                    <a:pt x="770" y="24"/>
                  </a:cubicBezTo>
                  <a:cubicBezTo>
                    <a:pt x="474" y="12"/>
                    <a:pt x="212" y="0"/>
                    <a:pt x="84"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3" name="Google Shape;1217;p35"/>
            <p:cNvSpPr/>
            <p:nvPr/>
          </p:nvSpPr>
          <p:spPr>
            <a:xfrm>
              <a:off x="7112109" y="5061472"/>
              <a:ext cx="5454" cy="9811"/>
            </a:xfrm>
            <a:custGeom>
              <a:avLst/>
              <a:gdLst/>
              <a:ahLst/>
              <a:cxnLst/>
              <a:rect l="l" t="t" r="r" b="b"/>
              <a:pathLst>
                <a:path w="169" h="304" extrusionOk="0">
                  <a:moveTo>
                    <a:pt x="21" y="0"/>
                  </a:moveTo>
                  <a:cubicBezTo>
                    <a:pt x="19" y="0"/>
                    <a:pt x="18" y="1"/>
                    <a:pt x="18" y="3"/>
                  </a:cubicBezTo>
                  <a:cubicBezTo>
                    <a:pt x="1" y="20"/>
                    <a:pt x="34" y="70"/>
                    <a:pt x="68" y="154"/>
                  </a:cubicBezTo>
                  <a:cubicBezTo>
                    <a:pt x="101" y="237"/>
                    <a:pt x="135" y="304"/>
                    <a:pt x="151" y="304"/>
                  </a:cubicBezTo>
                  <a:cubicBezTo>
                    <a:pt x="168" y="304"/>
                    <a:pt x="168" y="220"/>
                    <a:pt x="135" y="120"/>
                  </a:cubicBezTo>
                  <a:cubicBezTo>
                    <a:pt x="91" y="47"/>
                    <a:pt x="35" y="0"/>
                    <a:pt x="2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4" name="Google Shape;1218;p35"/>
            <p:cNvSpPr/>
            <p:nvPr/>
          </p:nvSpPr>
          <p:spPr>
            <a:xfrm>
              <a:off x="7099717" y="5045788"/>
              <a:ext cx="7035" cy="6745"/>
            </a:xfrm>
            <a:custGeom>
              <a:avLst/>
              <a:gdLst/>
              <a:ahLst/>
              <a:cxnLst/>
              <a:rect l="l" t="t" r="r" b="b"/>
              <a:pathLst>
                <a:path w="218" h="209" extrusionOk="0">
                  <a:moveTo>
                    <a:pt x="13" y="0"/>
                  </a:moveTo>
                  <a:cubicBezTo>
                    <a:pt x="8" y="0"/>
                    <a:pt x="4" y="2"/>
                    <a:pt x="1" y="5"/>
                  </a:cubicBezTo>
                  <a:cubicBezTo>
                    <a:pt x="1" y="21"/>
                    <a:pt x="34" y="71"/>
                    <a:pt x="84" y="122"/>
                  </a:cubicBezTo>
                  <a:cubicBezTo>
                    <a:pt x="128" y="165"/>
                    <a:pt x="171" y="208"/>
                    <a:pt x="193" y="208"/>
                  </a:cubicBezTo>
                  <a:cubicBezTo>
                    <a:pt x="196" y="208"/>
                    <a:pt x="199" y="207"/>
                    <a:pt x="201" y="205"/>
                  </a:cubicBezTo>
                  <a:cubicBezTo>
                    <a:pt x="218" y="188"/>
                    <a:pt x="184" y="138"/>
                    <a:pt x="134" y="71"/>
                  </a:cubicBezTo>
                  <a:cubicBezTo>
                    <a:pt x="79" y="30"/>
                    <a:pt x="36" y="0"/>
                    <a:pt x="13"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5" name="Google Shape;1219;p35"/>
            <p:cNvSpPr/>
            <p:nvPr/>
          </p:nvSpPr>
          <p:spPr>
            <a:xfrm>
              <a:off x="7081937" y="5037913"/>
              <a:ext cx="10262" cy="4260"/>
            </a:xfrm>
            <a:custGeom>
              <a:avLst/>
              <a:gdLst/>
              <a:ahLst/>
              <a:cxnLst/>
              <a:rect l="l" t="t" r="r" b="b"/>
              <a:pathLst>
                <a:path w="318" h="132" extrusionOk="0">
                  <a:moveTo>
                    <a:pt x="92" y="0"/>
                  </a:moveTo>
                  <a:cubicBezTo>
                    <a:pt x="40" y="0"/>
                    <a:pt x="0" y="20"/>
                    <a:pt x="0" y="31"/>
                  </a:cubicBezTo>
                  <a:cubicBezTo>
                    <a:pt x="0" y="48"/>
                    <a:pt x="67" y="48"/>
                    <a:pt x="151" y="65"/>
                  </a:cubicBezTo>
                  <a:cubicBezTo>
                    <a:pt x="234" y="98"/>
                    <a:pt x="284" y="132"/>
                    <a:pt x="301" y="132"/>
                  </a:cubicBezTo>
                  <a:cubicBezTo>
                    <a:pt x="318" y="115"/>
                    <a:pt x="268" y="48"/>
                    <a:pt x="167" y="15"/>
                  </a:cubicBezTo>
                  <a:cubicBezTo>
                    <a:pt x="141" y="4"/>
                    <a:pt x="116" y="0"/>
                    <a:pt x="92"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6" name="Google Shape;1220;p35"/>
            <p:cNvSpPr/>
            <p:nvPr/>
          </p:nvSpPr>
          <p:spPr>
            <a:xfrm>
              <a:off x="7068996" y="5034718"/>
              <a:ext cx="5421" cy="3001"/>
            </a:xfrm>
            <a:custGeom>
              <a:avLst/>
              <a:gdLst/>
              <a:ahLst/>
              <a:cxnLst/>
              <a:rect l="l" t="t" r="r" b="b"/>
              <a:pathLst>
                <a:path w="168" h="93" extrusionOk="0">
                  <a:moveTo>
                    <a:pt x="38" y="1"/>
                  </a:moveTo>
                  <a:cubicBezTo>
                    <a:pt x="21" y="1"/>
                    <a:pt x="9" y="5"/>
                    <a:pt x="0" y="13"/>
                  </a:cubicBezTo>
                  <a:cubicBezTo>
                    <a:pt x="0" y="30"/>
                    <a:pt x="34" y="64"/>
                    <a:pt x="67" y="80"/>
                  </a:cubicBezTo>
                  <a:cubicBezTo>
                    <a:pt x="92" y="89"/>
                    <a:pt x="113" y="93"/>
                    <a:pt x="130" y="93"/>
                  </a:cubicBezTo>
                  <a:cubicBezTo>
                    <a:pt x="147" y="93"/>
                    <a:pt x="159" y="89"/>
                    <a:pt x="167" y="80"/>
                  </a:cubicBezTo>
                  <a:cubicBezTo>
                    <a:pt x="167" y="64"/>
                    <a:pt x="134" y="30"/>
                    <a:pt x="101" y="13"/>
                  </a:cubicBezTo>
                  <a:cubicBezTo>
                    <a:pt x="75" y="5"/>
                    <a:pt x="55" y="1"/>
                    <a:pt x="38"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7" name="Google Shape;1221;p35"/>
            <p:cNvSpPr/>
            <p:nvPr/>
          </p:nvSpPr>
          <p:spPr>
            <a:xfrm>
              <a:off x="6181507" y="2392407"/>
              <a:ext cx="448617" cy="380073"/>
            </a:xfrm>
            <a:custGeom>
              <a:avLst/>
              <a:gdLst/>
              <a:ahLst/>
              <a:cxnLst/>
              <a:rect l="l" t="t" r="r" b="b"/>
              <a:pathLst>
                <a:path w="13902" h="11777" extrusionOk="0">
                  <a:moveTo>
                    <a:pt x="769" y="0"/>
                  </a:moveTo>
                  <a:cubicBezTo>
                    <a:pt x="769" y="0"/>
                    <a:pt x="0" y="9641"/>
                    <a:pt x="2456" y="11195"/>
                  </a:cubicBezTo>
                  <a:cubicBezTo>
                    <a:pt x="3104" y="11610"/>
                    <a:pt x="3931" y="11777"/>
                    <a:pt x="4844" y="11777"/>
                  </a:cubicBezTo>
                  <a:cubicBezTo>
                    <a:pt x="8636" y="11777"/>
                    <a:pt x="13902" y="8889"/>
                    <a:pt x="13902" y="8889"/>
                  </a:cubicBezTo>
                  <a:lnTo>
                    <a:pt x="13718" y="3275"/>
                  </a:lnTo>
                  <a:cubicBezTo>
                    <a:pt x="13718" y="3275"/>
                    <a:pt x="5856" y="6587"/>
                    <a:pt x="5319" y="6587"/>
                  </a:cubicBezTo>
                  <a:cubicBezTo>
                    <a:pt x="5309" y="6587"/>
                    <a:pt x="5301" y="6586"/>
                    <a:pt x="5297" y="6583"/>
                  </a:cubicBezTo>
                  <a:cubicBezTo>
                    <a:pt x="5063" y="6483"/>
                    <a:pt x="4845" y="150"/>
                    <a:pt x="4845" y="150"/>
                  </a:cubicBezTo>
                  <a:lnTo>
                    <a:pt x="769" y="0"/>
                  </a:lnTo>
                  <a:close/>
                </a:path>
              </a:pathLst>
            </a:custGeom>
            <a:solidFill>
              <a:srgbClr val="876757"/>
            </a:solidFill>
            <a:ln>
              <a:noFill/>
            </a:ln>
          </p:spPr>
          <p:txBody>
            <a:bodyPr spcFirstLastPara="1" wrap="square" lIns="121900" tIns="121900" rIns="121900" bIns="121900" anchor="ctr" anchorCtr="0">
              <a:noAutofit/>
            </a:bodyPr>
            <a:lstStyle/>
            <a:p>
              <a:endParaRPr sz="2400"/>
            </a:p>
          </p:txBody>
        </p:sp>
        <p:grpSp>
          <p:nvGrpSpPr>
            <p:cNvPr id="150" name="Google Shape;9661;p71"/>
            <p:cNvGrpSpPr>
              <a:grpSpLocks noChangeAspect="1"/>
            </p:cNvGrpSpPr>
            <p:nvPr/>
          </p:nvGrpSpPr>
          <p:grpSpPr>
            <a:xfrm rot="21019306">
              <a:off x="5721870" y="1562702"/>
              <a:ext cx="1524939" cy="892035"/>
              <a:chOff x="6871342" y="3740044"/>
              <a:chExt cx="371966" cy="217587"/>
            </a:xfrm>
          </p:grpSpPr>
          <p:sp>
            <p:nvSpPr>
              <p:cNvPr id="151" name="Google Shape;9662;p71"/>
              <p:cNvSpPr/>
              <p:nvPr/>
            </p:nvSpPr>
            <p:spPr>
              <a:xfrm>
                <a:off x="6871342" y="3816944"/>
                <a:ext cx="371966" cy="140687"/>
              </a:xfrm>
              <a:custGeom>
                <a:avLst/>
                <a:gdLst/>
                <a:ahLst/>
                <a:cxnLst/>
                <a:rect l="l" t="t" r="r" b="b"/>
                <a:pathLst>
                  <a:path w="14158" h="6833" extrusionOk="0">
                    <a:moveTo>
                      <a:pt x="0" y="1"/>
                    </a:moveTo>
                    <a:lnTo>
                      <a:pt x="0" y="6590"/>
                    </a:lnTo>
                    <a:cubicBezTo>
                      <a:pt x="0" y="6722"/>
                      <a:pt x="111" y="6833"/>
                      <a:pt x="250" y="6833"/>
                    </a:cubicBezTo>
                    <a:lnTo>
                      <a:pt x="13907" y="6833"/>
                    </a:lnTo>
                    <a:cubicBezTo>
                      <a:pt x="14046" y="6833"/>
                      <a:pt x="14157" y="6722"/>
                      <a:pt x="14157" y="6590"/>
                    </a:cubicBezTo>
                    <a:lnTo>
                      <a:pt x="14157" y="1"/>
                    </a:lnTo>
                    <a:close/>
                  </a:path>
                </a:pathLst>
              </a:custGeom>
              <a:solidFill>
                <a:srgbClr val="CBD6DF"/>
              </a:solidFill>
              <a:ln>
                <a:noFill/>
              </a:ln>
            </p:spPr>
            <p:txBody>
              <a:bodyPr spcFirstLastPara="1" wrap="square" lIns="121900" tIns="121900" rIns="121900" bIns="121900" anchor="ctr" anchorCtr="0">
                <a:noAutofit/>
              </a:bodyPr>
              <a:lstStyle/>
              <a:p>
                <a:endParaRPr sz="2400"/>
              </a:p>
            </p:txBody>
          </p:sp>
          <p:sp>
            <p:nvSpPr>
              <p:cNvPr id="152" name="Google Shape;9663;p71"/>
              <p:cNvSpPr/>
              <p:nvPr/>
            </p:nvSpPr>
            <p:spPr>
              <a:xfrm>
                <a:off x="6871342" y="3740044"/>
                <a:ext cx="371966" cy="179520"/>
              </a:xfrm>
              <a:custGeom>
                <a:avLst/>
                <a:gdLst/>
                <a:ahLst/>
                <a:cxnLst/>
                <a:rect l="l" t="t" r="r" b="b"/>
                <a:pathLst>
                  <a:path w="14158" h="6833" extrusionOk="0">
                    <a:moveTo>
                      <a:pt x="250" y="1"/>
                    </a:moveTo>
                    <a:cubicBezTo>
                      <a:pt x="111" y="1"/>
                      <a:pt x="0" y="112"/>
                      <a:pt x="0" y="243"/>
                    </a:cubicBezTo>
                    <a:lnTo>
                      <a:pt x="0" y="6590"/>
                    </a:lnTo>
                    <a:cubicBezTo>
                      <a:pt x="0" y="6722"/>
                      <a:pt x="111" y="6833"/>
                      <a:pt x="250" y="6833"/>
                    </a:cubicBezTo>
                    <a:lnTo>
                      <a:pt x="13907" y="6833"/>
                    </a:lnTo>
                    <a:cubicBezTo>
                      <a:pt x="14046" y="6833"/>
                      <a:pt x="14157" y="6722"/>
                      <a:pt x="14157" y="6590"/>
                    </a:cubicBezTo>
                    <a:lnTo>
                      <a:pt x="14157" y="243"/>
                    </a:lnTo>
                    <a:cubicBezTo>
                      <a:pt x="14157" y="112"/>
                      <a:pt x="14046" y="1"/>
                      <a:pt x="13907" y="1"/>
                    </a:cubicBezTo>
                    <a:close/>
                  </a:path>
                </a:pathLst>
              </a:custGeom>
              <a:solidFill>
                <a:srgbClr val="EFF2F5"/>
              </a:solidFill>
              <a:ln>
                <a:noFill/>
              </a:ln>
            </p:spPr>
            <p:txBody>
              <a:bodyPr spcFirstLastPara="1" wrap="square" lIns="121900" tIns="121900" rIns="121900" bIns="121900" anchor="ctr" anchorCtr="0">
                <a:noAutofit/>
              </a:bodyPr>
              <a:lstStyle/>
              <a:p>
                <a:endParaRPr sz="2400"/>
              </a:p>
            </p:txBody>
          </p:sp>
          <p:sp>
            <p:nvSpPr>
              <p:cNvPr id="153" name="Google Shape;9664;p71"/>
              <p:cNvSpPr/>
              <p:nvPr/>
            </p:nvSpPr>
            <p:spPr>
              <a:xfrm>
                <a:off x="6890652" y="3759355"/>
                <a:ext cx="333319" cy="140899"/>
              </a:xfrm>
              <a:custGeom>
                <a:avLst/>
                <a:gdLst/>
                <a:ahLst/>
                <a:cxnLst/>
                <a:rect l="l" t="t" r="r" b="b"/>
                <a:pathLst>
                  <a:path w="12687" h="5363" extrusionOk="0">
                    <a:moveTo>
                      <a:pt x="3796" y="486"/>
                    </a:moveTo>
                    <a:cubicBezTo>
                      <a:pt x="3888" y="486"/>
                      <a:pt x="3939" y="606"/>
                      <a:pt x="3878" y="681"/>
                    </a:cubicBezTo>
                    <a:cubicBezTo>
                      <a:pt x="2935" y="1846"/>
                      <a:pt x="2935" y="3518"/>
                      <a:pt x="3878" y="4676"/>
                    </a:cubicBezTo>
                    <a:cubicBezTo>
                      <a:pt x="3940" y="4759"/>
                      <a:pt x="3885" y="4877"/>
                      <a:pt x="3788" y="4877"/>
                    </a:cubicBezTo>
                    <a:lnTo>
                      <a:pt x="1443" y="4877"/>
                    </a:lnTo>
                    <a:cubicBezTo>
                      <a:pt x="1346" y="4398"/>
                      <a:pt x="972" y="4024"/>
                      <a:pt x="493" y="3927"/>
                    </a:cubicBezTo>
                    <a:lnTo>
                      <a:pt x="493" y="1437"/>
                    </a:lnTo>
                    <a:cubicBezTo>
                      <a:pt x="972" y="1340"/>
                      <a:pt x="1346" y="965"/>
                      <a:pt x="1443" y="486"/>
                    </a:cubicBezTo>
                    <a:lnTo>
                      <a:pt x="3788" y="486"/>
                    </a:lnTo>
                    <a:cubicBezTo>
                      <a:pt x="3790" y="486"/>
                      <a:pt x="3793" y="486"/>
                      <a:pt x="3796" y="486"/>
                    </a:cubicBezTo>
                    <a:close/>
                    <a:moveTo>
                      <a:pt x="11251" y="486"/>
                    </a:moveTo>
                    <a:cubicBezTo>
                      <a:pt x="11348" y="972"/>
                      <a:pt x="11723" y="1347"/>
                      <a:pt x="12201" y="1444"/>
                    </a:cubicBezTo>
                    <a:lnTo>
                      <a:pt x="12201" y="3927"/>
                    </a:lnTo>
                    <a:cubicBezTo>
                      <a:pt x="11723" y="4024"/>
                      <a:pt x="11348" y="4398"/>
                      <a:pt x="11251" y="4884"/>
                    </a:cubicBezTo>
                    <a:lnTo>
                      <a:pt x="8900" y="4884"/>
                    </a:lnTo>
                    <a:cubicBezTo>
                      <a:pt x="8796" y="4884"/>
                      <a:pt x="8740" y="4766"/>
                      <a:pt x="8803" y="4683"/>
                    </a:cubicBezTo>
                    <a:cubicBezTo>
                      <a:pt x="9753" y="3518"/>
                      <a:pt x="9753" y="1853"/>
                      <a:pt x="8803" y="688"/>
                    </a:cubicBezTo>
                    <a:cubicBezTo>
                      <a:pt x="8740" y="604"/>
                      <a:pt x="8796" y="486"/>
                      <a:pt x="8900" y="486"/>
                    </a:cubicBezTo>
                    <a:close/>
                    <a:moveTo>
                      <a:pt x="1221" y="1"/>
                    </a:moveTo>
                    <a:cubicBezTo>
                      <a:pt x="1083" y="1"/>
                      <a:pt x="979" y="105"/>
                      <a:pt x="979" y="244"/>
                    </a:cubicBezTo>
                    <a:cubicBezTo>
                      <a:pt x="979" y="646"/>
                      <a:pt x="646" y="972"/>
                      <a:pt x="243" y="972"/>
                    </a:cubicBezTo>
                    <a:cubicBezTo>
                      <a:pt x="112" y="972"/>
                      <a:pt x="1" y="1083"/>
                      <a:pt x="1" y="1222"/>
                    </a:cubicBezTo>
                    <a:lnTo>
                      <a:pt x="1" y="4149"/>
                    </a:lnTo>
                    <a:cubicBezTo>
                      <a:pt x="1" y="4281"/>
                      <a:pt x="112" y="4392"/>
                      <a:pt x="243" y="4392"/>
                    </a:cubicBezTo>
                    <a:cubicBezTo>
                      <a:pt x="646" y="4392"/>
                      <a:pt x="979" y="4718"/>
                      <a:pt x="979" y="5120"/>
                    </a:cubicBezTo>
                    <a:cubicBezTo>
                      <a:pt x="979" y="5259"/>
                      <a:pt x="1083" y="5363"/>
                      <a:pt x="1221" y="5363"/>
                    </a:cubicBezTo>
                    <a:lnTo>
                      <a:pt x="11466" y="5363"/>
                    </a:lnTo>
                    <a:cubicBezTo>
                      <a:pt x="11605" y="5363"/>
                      <a:pt x="11709" y="5259"/>
                      <a:pt x="11709" y="5120"/>
                    </a:cubicBezTo>
                    <a:cubicBezTo>
                      <a:pt x="11709" y="4718"/>
                      <a:pt x="12042" y="4392"/>
                      <a:pt x="12444" y="4392"/>
                    </a:cubicBezTo>
                    <a:cubicBezTo>
                      <a:pt x="12576" y="4392"/>
                      <a:pt x="12687" y="4281"/>
                      <a:pt x="12687" y="4149"/>
                    </a:cubicBezTo>
                    <a:lnTo>
                      <a:pt x="12687" y="1222"/>
                    </a:lnTo>
                    <a:cubicBezTo>
                      <a:pt x="12687" y="1083"/>
                      <a:pt x="12576" y="972"/>
                      <a:pt x="12444" y="972"/>
                    </a:cubicBezTo>
                    <a:cubicBezTo>
                      <a:pt x="12042" y="972"/>
                      <a:pt x="11709" y="646"/>
                      <a:pt x="11709" y="244"/>
                    </a:cubicBezTo>
                    <a:cubicBezTo>
                      <a:pt x="11709" y="105"/>
                      <a:pt x="11605" y="1"/>
                      <a:pt x="11466" y="1"/>
                    </a:cubicBezTo>
                    <a:close/>
                  </a:path>
                </a:pathLst>
              </a:custGeom>
              <a:solidFill>
                <a:srgbClr val="8F9BA9"/>
              </a:solidFill>
              <a:ln>
                <a:noFill/>
              </a:ln>
            </p:spPr>
            <p:txBody>
              <a:bodyPr spcFirstLastPara="1" wrap="square" lIns="121900" tIns="121900" rIns="121900" bIns="121900" anchor="ctr" anchorCtr="0">
                <a:noAutofit/>
              </a:bodyPr>
              <a:lstStyle/>
              <a:p>
                <a:endParaRPr sz="2400"/>
              </a:p>
            </p:txBody>
          </p:sp>
          <p:sp>
            <p:nvSpPr>
              <p:cNvPr id="154" name="Google Shape;9665;p71"/>
              <p:cNvSpPr/>
              <p:nvPr/>
            </p:nvSpPr>
            <p:spPr>
              <a:xfrm>
                <a:off x="6986862" y="3759355"/>
                <a:ext cx="140899" cy="141083"/>
              </a:xfrm>
              <a:custGeom>
                <a:avLst/>
                <a:gdLst/>
                <a:ahLst/>
                <a:cxnLst/>
                <a:rect l="l" t="t" r="r" b="b"/>
                <a:pathLst>
                  <a:path w="5363" h="5370" extrusionOk="0">
                    <a:moveTo>
                      <a:pt x="2685" y="1"/>
                    </a:moveTo>
                    <a:cubicBezTo>
                      <a:pt x="1201" y="1"/>
                      <a:pt x="1" y="1201"/>
                      <a:pt x="1" y="2685"/>
                    </a:cubicBezTo>
                    <a:cubicBezTo>
                      <a:pt x="1" y="4163"/>
                      <a:pt x="1201" y="5370"/>
                      <a:pt x="2685" y="5370"/>
                    </a:cubicBezTo>
                    <a:cubicBezTo>
                      <a:pt x="4163" y="5370"/>
                      <a:pt x="5363" y="4163"/>
                      <a:pt x="5363" y="2685"/>
                    </a:cubicBezTo>
                    <a:cubicBezTo>
                      <a:pt x="5363" y="1201"/>
                      <a:pt x="4163" y="1"/>
                      <a:pt x="2685" y="1"/>
                    </a:cubicBezTo>
                    <a:close/>
                  </a:path>
                </a:pathLst>
              </a:custGeom>
              <a:solidFill>
                <a:srgbClr val="8095AA"/>
              </a:solidFill>
              <a:ln>
                <a:noFill/>
              </a:ln>
            </p:spPr>
            <p:txBody>
              <a:bodyPr spcFirstLastPara="1" wrap="square" lIns="121900" tIns="121900" rIns="121900" bIns="121900" anchor="ctr" anchorCtr="0">
                <a:noAutofit/>
              </a:bodyPr>
              <a:lstStyle/>
              <a:p>
                <a:endParaRPr sz="2400"/>
              </a:p>
            </p:txBody>
          </p:sp>
          <p:sp>
            <p:nvSpPr>
              <p:cNvPr id="155" name="Google Shape;9666;p71"/>
              <p:cNvSpPr/>
              <p:nvPr/>
            </p:nvSpPr>
            <p:spPr>
              <a:xfrm>
                <a:off x="7025141" y="3785023"/>
                <a:ext cx="64184" cy="89773"/>
              </a:xfrm>
              <a:custGeom>
                <a:avLst/>
                <a:gdLst/>
                <a:ahLst/>
                <a:cxnLst/>
                <a:rect l="l" t="t" r="r" b="b"/>
                <a:pathLst>
                  <a:path w="2443" h="3417" extrusionOk="0">
                    <a:moveTo>
                      <a:pt x="979" y="751"/>
                    </a:moveTo>
                    <a:lnTo>
                      <a:pt x="979" y="1382"/>
                    </a:lnTo>
                    <a:cubicBezTo>
                      <a:pt x="632" y="1264"/>
                      <a:pt x="493" y="1160"/>
                      <a:pt x="493" y="1022"/>
                    </a:cubicBezTo>
                    <a:cubicBezTo>
                      <a:pt x="493" y="938"/>
                      <a:pt x="673" y="800"/>
                      <a:pt x="979" y="751"/>
                    </a:cubicBezTo>
                    <a:close/>
                    <a:moveTo>
                      <a:pt x="1471" y="2027"/>
                    </a:moveTo>
                    <a:cubicBezTo>
                      <a:pt x="1818" y="2145"/>
                      <a:pt x="1957" y="2249"/>
                      <a:pt x="1957" y="2395"/>
                    </a:cubicBezTo>
                    <a:cubicBezTo>
                      <a:pt x="1964" y="2471"/>
                      <a:pt x="1776" y="2617"/>
                      <a:pt x="1471" y="2659"/>
                    </a:cubicBezTo>
                    <a:lnTo>
                      <a:pt x="1471" y="2027"/>
                    </a:lnTo>
                    <a:close/>
                    <a:moveTo>
                      <a:pt x="1225" y="0"/>
                    </a:moveTo>
                    <a:cubicBezTo>
                      <a:pt x="1102" y="0"/>
                      <a:pt x="979" y="82"/>
                      <a:pt x="979" y="245"/>
                    </a:cubicBezTo>
                    <a:lnTo>
                      <a:pt x="979" y="259"/>
                    </a:lnTo>
                    <a:cubicBezTo>
                      <a:pt x="410" y="328"/>
                      <a:pt x="1" y="626"/>
                      <a:pt x="1" y="1022"/>
                    </a:cubicBezTo>
                    <a:cubicBezTo>
                      <a:pt x="1" y="1563"/>
                      <a:pt x="535" y="1771"/>
                      <a:pt x="979" y="1896"/>
                    </a:cubicBezTo>
                    <a:lnTo>
                      <a:pt x="979" y="2659"/>
                    </a:lnTo>
                    <a:cubicBezTo>
                      <a:pt x="673" y="2610"/>
                      <a:pt x="493" y="2471"/>
                      <a:pt x="493" y="2395"/>
                    </a:cubicBezTo>
                    <a:cubicBezTo>
                      <a:pt x="493" y="2232"/>
                      <a:pt x="370" y="2150"/>
                      <a:pt x="247" y="2150"/>
                    </a:cubicBezTo>
                    <a:cubicBezTo>
                      <a:pt x="124" y="2150"/>
                      <a:pt x="1" y="2232"/>
                      <a:pt x="1" y="2395"/>
                    </a:cubicBezTo>
                    <a:cubicBezTo>
                      <a:pt x="1" y="2783"/>
                      <a:pt x="410" y="3089"/>
                      <a:pt x="979" y="3158"/>
                    </a:cubicBezTo>
                    <a:lnTo>
                      <a:pt x="979" y="3172"/>
                    </a:lnTo>
                    <a:cubicBezTo>
                      <a:pt x="979" y="3335"/>
                      <a:pt x="1102" y="3416"/>
                      <a:pt x="1225" y="3416"/>
                    </a:cubicBezTo>
                    <a:cubicBezTo>
                      <a:pt x="1348" y="3416"/>
                      <a:pt x="1471" y="3335"/>
                      <a:pt x="1471" y="3172"/>
                    </a:cubicBezTo>
                    <a:lnTo>
                      <a:pt x="1471" y="3158"/>
                    </a:lnTo>
                    <a:cubicBezTo>
                      <a:pt x="2040" y="3089"/>
                      <a:pt x="2442" y="2783"/>
                      <a:pt x="2442" y="2395"/>
                    </a:cubicBezTo>
                    <a:cubicBezTo>
                      <a:pt x="2442" y="1847"/>
                      <a:pt x="1908" y="1639"/>
                      <a:pt x="1471" y="1521"/>
                    </a:cubicBezTo>
                    <a:lnTo>
                      <a:pt x="1471" y="751"/>
                    </a:lnTo>
                    <a:cubicBezTo>
                      <a:pt x="1776" y="800"/>
                      <a:pt x="1957" y="938"/>
                      <a:pt x="1957" y="1022"/>
                    </a:cubicBezTo>
                    <a:cubicBezTo>
                      <a:pt x="1957" y="1185"/>
                      <a:pt x="2078" y="1266"/>
                      <a:pt x="2199" y="1266"/>
                    </a:cubicBezTo>
                    <a:cubicBezTo>
                      <a:pt x="2321" y="1266"/>
                      <a:pt x="2442" y="1185"/>
                      <a:pt x="2442" y="1022"/>
                    </a:cubicBezTo>
                    <a:cubicBezTo>
                      <a:pt x="2442" y="626"/>
                      <a:pt x="2040" y="328"/>
                      <a:pt x="1471" y="259"/>
                    </a:cubicBezTo>
                    <a:lnTo>
                      <a:pt x="1471" y="245"/>
                    </a:lnTo>
                    <a:cubicBezTo>
                      <a:pt x="1471" y="82"/>
                      <a:pt x="1348" y="0"/>
                      <a:pt x="1225" y="0"/>
                    </a:cubicBezTo>
                    <a:close/>
                  </a:path>
                </a:pathLst>
              </a:custGeom>
              <a:solidFill>
                <a:srgbClr val="EFF2F5"/>
              </a:solidFill>
              <a:ln>
                <a:noFill/>
              </a:ln>
            </p:spPr>
            <p:txBody>
              <a:bodyPr spcFirstLastPara="1" wrap="square" lIns="121900" tIns="121900" rIns="121900" bIns="121900" anchor="ctr" anchorCtr="0">
                <a:noAutofit/>
              </a:bodyPr>
              <a:lstStyle/>
              <a:p>
                <a:endParaRPr sz="2400"/>
              </a:p>
            </p:txBody>
          </p:sp>
          <p:sp>
            <p:nvSpPr>
              <p:cNvPr id="156" name="Google Shape;9667;p71"/>
              <p:cNvSpPr/>
              <p:nvPr/>
            </p:nvSpPr>
            <p:spPr>
              <a:xfrm>
                <a:off x="6890652" y="3759355"/>
                <a:ext cx="12795" cy="12795"/>
              </a:xfrm>
              <a:custGeom>
                <a:avLst/>
                <a:gdLst/>
                <a:ahLst/>
                <a:cxnLst/>
                <a:rect l="l" t="t" r="r" b="b"/>
                <a:pathLst>
                  <a:path w="487" h="487" extrusionOk="0">
                    <a:moveTo>
                      <a:pt x="243" y="1"/>
                    </a:moveTo>
                    <a:cubicBezTo>
                      <a:pt x="112" y="1"/>
                      <a:pt x="1" y="105"/>
                      <a:pt x="1" y="244"/>
                    </a:cubicBezTo>
                    <a:cubicBezTo>
                      <a:pt x="1" y="376"/>
                      <a:pt x="112" y="486"/>
                      <a:pt x="243" y="486"/>
                    </a:cubicBezTo>
                    <a:cubicBezTo>
                      <a:pt x="382" y="486"/>
                      <a:pt x="486" y="376"/>
                      <a:pt x="486" y="244"/>
                    </a:cubicBezTo>
                    <a:cubicBezTo>
                      <a:pt x="486" y="105"/>
                      <a:pt x="382" y="1"/>
                      <a:pt x="243" y="1"/>
                    </a:cubicBezTo>
                    <a:close/>
                  </a:path>
                </a:pathLst>
              </a:custGeom>
              <a:solidFill>
                <a:srgbClr val="8F9BA9"/>
              </a:solidFill>
              <a:ln>
                <a:noFill/>
              </a:ln>
            </p:spPr>
            <p:txBody>
              <a:bodyPr spcFirstLastPara="1" wrap="square" lIns="121900" tIns="121900" rIns="121900" bIns="121900" anchor="ctr" anchorCtr="0">
                <a:noAutofit/>
              </a:bodyPr>
              <a:lstStyle/>
              <a:p>
                <a:endParaRPr sz="2400"/>
              </a:p>
            </p:txBody>
          </p:sp>
          <p:sp>
            <p:nvSpPr>
              <p:cNvPr id="157" name="Google Shape;9668;p71"/>
              <p:cNvSpPr/>
              <p:nvPr/>
            </p:nvSpPr>
            <p:spPr>
              <a:xfrm>
                <a:off x="7211203" y="3759355"/>
                <a:ext cx="12768" cy="12795"/>
              </a:xfrm>
              <a:custGeom>
                <a:avLst/>
                <a:gdLst/>
                <a:ahLst/>
                <a:cxnLst/>
                <a:rect l="l" t="t" r="r" b="b"/>
                <a:pathLst>
                  <a:path w="486" h="487" extrusionOk="0">
                    <a:moveTo>
                      <a:pt x="243" y="1"/>
                    </a:moveTo>
                    <a:cubicBezTo>
                      <a:pt x="104" y="1"/>
                      <a:pt x="0" y="105"/>
                      <a:pt x="0" y="244"/>
                    </a:cubicBezTo>
                    <a:cubicBezTo>
                      <a:pt x="0" y="376"/>
                      <a:pt x="104" y="486"/>
                      <a:pt x="243" y="486"/>
                    </a:cubicBezTo>
                    <a:cubicBezTo>
                      <a:pt x="375" y="486"/>
                      <a:pt x="486" y="376"/>
                      <a:pt x="486" y="244"/>
                    </a:cubicBezTo>
                    <a:cubicBezTo>
                      <a:pt x="486" y="105"/>
                      <a:pt x="375" y="1"/>
                      <a:pt x="243" y="1"/>
                    </a:cubicBezTo>
                    <a:close/>
                  </a:path>
                </a:pathLst>
              </a:custGeom>
              <a:solidFill>
                <a:srgbClr val="8F9BA9"/>
              </a:solidFill>
              <a:ln>
                <a:noFill/>
              </a:ln>
            </p:spPr>
            <p:txBody>
              <a:bodyPr spcFirstLastPara="1" wrap="square" lIns="121900" tIns="121900" rIns="121900" bIns="121900" anchor="ctr" anchorCtr="0">
                <a:noAutofit/>
              </a:bodyPr>
              <a:lstStyle/>
              <a:p>
                <a:endParaRPr sz="2400"/>
              </a:p>
            </p:txBody>
          </p:sp>
          <p:sp>
            <p:nvSpPr>
              <p:cNvPr id="158" name="Google Shape;9669;p71"/>
              <p:cNvSpPr/>
              <p:nvPr/>
            </p:nvSpPr>
            <p:spPr>
              <a:xfrm>
                <a:off x="6890652" y="3887486"/>
                <a:ext cx="12795" cy="12768"/>
              </a:xfrm>
              <a:custGeom>
                <a:avLst/>
                <a:gdLst/>
                <a:ahLst/>
                <a:cxnLst/>
                <a:rect l="l" t="t" r="r" b="b"/>
                <a:pathLst>
                  <a:path w="487" h="486" extrusionOk="0">
                    <a:moveTo>
                      <a:pt x="243" y="0"/>
                    </a:moveTo>
                    <a:cubicBezTo>
                      <a:pt x="112" y="0"/>
                      <a:pt x="1" y="111"/>
                      <a:pt x="1" y="243"/>
                    </a:cubicBezTo>
                    <a:cubicBezTo>
                      <a:pt x="1" y="382"/>
                      <a:pt x="112" y="486"/>
                      <a:pt x="243" y="486"/>
                    </a:cubicBezTo>
                    <a:cubicBezTo>
                      <a:pt x="382" y="486"/>
                      <a:pt x="486" y="382"/>
                      <a:pt x="486" y="243"/>
                    </a:cubicBezTo>
                    <a:cubicBezTo>
                      <a:pt x="486" y="111"/>
                      <a:pt x="382" y="0"/>
                      <a:pt x="243" y="0"/>
                    </a:cubicBezTo>
                    <a:close/>
                  </a:path>
                </a:pathLst>
              </a:custGeom>
              <a:solidFill>
                <a:srgbClr val="8F9BA9"/>
              </a:solidFill>
              <a:ln>
                <a:noFill/>
              </a:ln>
            </p:spPr>
            <p:txBody>
              <a:bodyPr spcFirstLastPara="1" wrap="square" lIns="121900" tIns="121900" rIns="121900" bIns="121900" anchor="ctr" anchorCtr="0">
                <a:noAutofit/>
              </a:bodyPr>
              <a:lstStyle/>
              <a:p>
                <a:endParaRPr sz="2400"/>
              </a:p>
            </p:txBody>
          </p:sp>
          <p:sp>
            <p:nvSpPr>
              <p:cNvPr id="159" name="Google Shape;9670;p71"/>
              <p:cNvSpPr/>
              <p:nvPr/>
            </p:nvSpPr>
            <p:spPr>
              <a:xfrm>
                <a:off x="7211203" y="3887486"/>
                <a:ext cx="12768" cy="12768"/>
              </a:xfrm>
              <a:custGeom>
                <a:avLst/>
                <a:gdLst/>
                <a:ahLst/>
                <a:cxnLst/>
                <a:rect l="l" t="t" r="r" b="b"/>
                <a:pathLst>
                  <a:path w="486" h="486" extrusionOk="0">
                    <a:moveTo>
                      <a:pt x="243" y="0"/>
                    </a:moveTo>
                    <a:cubicBezTo>
                      <a:pt x="104" y="0"/>
                      <a:pt x="0" y="111"/>
                      <a:pt x="0" y="243"/>
                    </a:cubicBezTo>
                    <a:cubicBezTo>
                      <a:pt x="0" y="382"/>
                      <a:pt x="104" y="486"/>
                      <a:pt x="243" y="486"/>
                    </a:cubicBezTo>
                    <a:cubicBezTo>
                      <a:pt x="375" y="486"/>
                      <a:pt x="486" y="382"/>
                      <a:pt x="486" y="243"/>
                    </a:cubicBezTo>
                    <a:cubicBezTo>
                      <a:pt x="486" y="111"/>
                      <a:pt x="375" y="0"/>
                      <a:pt x="243" y="0"/>
                    </a:cubicBezTo>
                    <a:close/>
                  </a:path>
                </a:pathLst>
              </a:custGeom>
              <a:solidFill>
                <a:srgbClr val="8F9BA9"/>
              </a:solidFill>
              <a:ln>
                <a:noFill/>
              </a:ln>
            </p:spPr>
            <p:txBody>
              <a:bodyPr spcFirstLastPara="1" wrap="square" lIns="121900" tIns="121900" rIns="121900" bIns="121900" anchor="ctr" anchorCtr="0">
                <a:noAutofit/>
              </a:bodyPr>
              <a:lstStyle/>
              <a:p>
                <a:endParaRPr sz="2400"/>
              </a:p>
            </p:txBody>
          </p:sp>
          <p:sp>
            <p:nvSpPr>
              <p:cNvPr id="160" name="Google Shape;9671;p71"/>
              <p:cNvSpPr/>
              <p:nvPr/>
            </p:nvSpPr>
            <p:spPr>
              <a:xfrm>
                <a:off x="6871342" y="3932306"/>
                <a:ext cx="371966" cy="12952"/>
              </a:xfrm>
              <a:custGeom>
                <a:avLst/>
                <a:gdLst/>
                <a:ahLst/>
                <a:cxnLst/>
                <a:rect l="l" t="t" r="r" b="b"/>
                <a:pathLst>
                  <a:path w="14158" h="493" extrusionOk="0">
                    <a:moveTo>
                      <a:pt x="0" y="0"/>
                    </a:moveTo>
                    <a:lnTo>
                      <a:pt x="0" y="493"/>
                    </a:lnTo>
                    <a:lnTo>
                      <a:pt x="14157" y="493"/>
                    </a:lnTo>
                    <a:lnTo>
                      <a:pt x="14157" y="0"/>
                    </a:lnTo>
                    <a:close/>
                  </a:path>
                </a:pathLst>
              </a:custGeom>
              <a:solidFill>
                <a:srgbClr val="B8C7D4"/>
              </a:solidFill>
              <a:ln>
                <a:noFill/>
              </a:ln>
            </p:spPr>
            <p:txBody>
              <a:bodyPr spcFirstLastPara="1" wrap="square" lIns="121900" tIns="121900" rIns="121900" bIns="121900" anchor="ctr" anchorCtr="0">
                <a:noAutofit/>
              </a:bodyPr>
              <a:lstStyle/>
              <a:p>
                <a:endParaRPr sz="2400"/>
              </a:p>
            </p:txBody>
          </p:sp>
        </p:grpSp>
        <p:sp>
          <p:nvSpPr>
            <p:cNvPr id="98" name="Google Shape;1222;p35"/>
            <p:cNvSpPr/>
            <p:nvPr/>
          </p:nvSpPr>
          <p:spPr>
            <a:xfrm>
              <a:off x="6681853" y="2012786"/>
              <a:ext cx="258289" cy="496125"/>
            </a:xfrm>
            <a:custGeom>
              <a:avLst/>
              <a:gdLst/>
              <a:ahLst/>
              <a:cxnLst/>
              <a:rect l="l" t="t" r="r" b="b"/>
              <a:pathLst>
                <a:path w="8004" h="15373" extrusionOk="0">
                  <a:moveTo>
                    <a:pt x="3877" y="0"/>
                  </a:moveTo>
                  <a:lnTo>
                    <a:pt x="118" y="1838"/>
                  </a:lnTo>
                  <a:cubicBezTo>
                    <a:pt x="118" y="1838"/>
                    <a:pt x="1" y="6550"/>
                    <a:pt x="118" y="8588"/>
                  </a:cubicBezTo>
                  <a:cubicBezTo>
                    <a:pt x="251" y="10644"/>
                    <a:pt x="2306" y="10861"/>
                    <a:pt x="2306" y="10861"/>
                  </a:cubicBezTo>
                  <a:cubicBezTo>
                    <a:pt x="2306" y="10861"/>
                    <a:pt x="2323" y="11746"/>
                    <a:pt x="2323" y="12766"/>
                  </a:cubicBezTo>
                  <a:cubicBezTo>
                    <a:pt x="2340" y="14186"/>
                    <a:pt x="3476" y="15339"/>
                    <a:pt x="4896" y="15372"/>
                  </a:cubicBezTo>
                  <a:cubicBezTo>
                    <a:pt x="4907" y="15372"/>
                    <a:pt x="4917" y="15372"/>
                    <a:pt x="4928" y="15372"/>
                  </a:cubicBezTo>
                  <a:cubicBezTo>
                    <a:pt x="6334" y="15372"/>
                    <a:pt x="7503" y="14275"/>
                    <a:pt x="7570" y="12866"/>
                  </a:cubicBezTo>
                  <a:lnTo>
                    <a:pt x="8004" y="3125"/>
                  </a:lnTo>
                  <a:lnTo>
                    <a:pt x="3877" y="0"/>
                  </a:lnTo>
                  <a:close/>
                </a:path>
              </a:pathLst>
            </a:custGeom>
            <a:solidFill>
              <a:srgbClr val="876757"/>
            </a:solidFill>
            <a:ln>
              <a:noFill/>
            </a:ln>
          </p:spPr>
          <p:txBody>
            <a:bodyPr spcFirstLastPara="1" wrap="square" lIns="121900" tIns="121900" rIns="121900" bIns="121900" anchor="ctr" anchorCtr="0">
              <a:noAutofit/>
            </a:bodyPr>
            <a:lstStyle/>
            <a:p>
              <a:endParaRPr sz="2400"/>
            </a:p>
          </p:txBody>
        </p:sp>
        <p:sp>
          <p:nvSpPr>
            <p:cNvPr id="99" name="Google Shape;1223;p35"/>
            <p:cNvSpPr/>
            <p:nvPr/>
          </p:nvSpPr>
          <p:spPr>
            <a:xfrm>
              <a:off x="6700183" y="2174536"/>
              <a:ext cx="19459" cy="17137"/>
            </a:xfrm>
            <a:custGeom>
              <a:avLst/>
              <a:gdLst/>
              <a:ahLst/>
              <a:cxnLst/>
              <a:rect l="l" t="t" r="r" b="b"/>
              <a:pathLst>
                <a:path w="603" h="531" extrusionOk="0">
                  <a:moveTo>
                    <a:pt x="251" y="1"/>
                  </a:moveTo>
                  <a:cubicBezTo>
                    <a:pt x="118" y="1"/>
                    <a:pt x="1" y="118"/>
                    <a:pt x="1" y="268"/>
                  </a:cubicBezTo>
                  <a:cubicBezTo>
                    <a:pt x="1" y="426"/>
                    <a:pt x="130" y="531"/>
                    <a:pt x="260" y="531"/>
                  </a:cubicBezTo>
                  <a:cubicBezTo>
                    <a:pt x="323" y="531"/>
                    <a:pt x="386" y="506"/>
                    <a:pt x="435" y="452"/>
                  </a:cubicBezTo>
                  <a:cubicBezTo>
                    <a:pt x="602" y="285"/>
                    <a:pt x="485" y="1"/>
                    <a:pt x="251"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00" name="Google Shape;1224;p35"/>
            <p:cNvSpPr/>
            <p:nvPr/>
          </p:nvSpPr>
          <p:spPr>
            <a:xfrm>
              <a:off x="6691567" y="2163498"/>
              <a:ext cx="33980" cy="10682"/>
            </a:xfrm>
            <a:custGeom>
              <a:avLst/>
              <a:gdLst/>
              <a:ahLst/>
              <a:cxnLst/>
              <a:rect l="l" t="t" r="r" b="b"/>
              <a:pathLst>
                <a:path w="1053" h="331" extrusionOk="0">
                  <a:moveTo>
                    <a:pt x="555" y="0"/>
                  </a:moveTo>
                  <a:cubicBezTo>
                    <a:pt x="393" y="0"/>
                    <a:pt x="231" y="56"/>
                    <a:pt x="101" y="159"/>
                  </a:cubicBezTo>
                  <a:cubicBezTo>
                    <a:pt x="17" y="243"/>
                    <a:pt x="0" y="309"/>
                    <a:pt x="17" y="326"/>
                  </a:cubicBezTo>
                  <a:cubicBezTo>
                    <a:pt x="20" y="329"/>
                    <a:pt x="24" y="330"/>
                    <a:pt x="30" y="330"/>
                  </a:cubicBezTo>
                  <a:cubicBezTo>
                    <a:pt x="85" y="330"/>
                    <a:pt x="260" y="191"/>
                    <a:pt x="518" y="176"/>
                  </a:cubicBezTo>
                  <a:cubicBezTo>
                    <a:pt x="535" y="175"/>
                    <a:pt x="552" y="174"/>
                    <a:pt x="568" y="174"/>
                  </a:cubicBezTo>
                  <a:cubicBezTo>
                    <a:pt x="795" y="174"/>
                    <a:pt x="961" y="265"/>
                    <a:pt x="1019" y="265"/>
                  </a:cubicBezTo>
                  <a:cubicBezTo>
                    <a:pt x="1027" y="265"/>
                    <a:pt x="1032" y="263"/>
                    <a:pt x="1036" y="259"/>
                  </a:cubicBezTo>
                  <a:cubicBezTo>
                    <a:pt x="1053" y="243"/>
                    <a:pt x="1020" y="176"/>
                    <a:pt x="919" y="109"/>
                  </a:cubicBezTo>
                  <a:cubicBezTo>
                    <a:pt x="809" y="35"/>
                    <a:pt x="682" y="0"/>
                    <a:pt x="555"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01" name="Google Shape;1225;p35"/>
            <p:cNvSpPr/>
            <p:nvPr/>
          </p:nvSpPr>
          <p:spPr>
            <a:xfrm>
              <a:off x="6797767" y="2174536"/>
              <a:ext cx="20007" cy="17137"/>
            </a:xfrm>
            <a:custGeom>
              <a:avLst/>
              <a:gdLst/>
              <a:ahLst/>
              <a:cxnLst/>
              <a:rect l="l" t="t" r="r" b="b"/>
              <a:pathLst>
                <a:path w="620" h="531" extrusionOk="0">
                  <a:moveTo>
                    <a:pt x="268" y="1"/>
                  </a:moveTo>
                  <a:cubicBezTo>
                    <a:pt x="118" y="1"/>
                    <a:pt x="1" y="118"/>
                    <a:pt x="1" y="268"/>
                  </a:cubicBezTo>
                  <a:cubicBezTo>
                    <a:pt x="1" y="426"/>
                    <a:pt x="130" y="531"/>
                    <a:pt x="266" y="531"/>
                  </a:cubicBezTo>
                  <a:cubicBezTo>
                    <a:pt x="331" y="531"/>
                    <a:pt x="398" y="506"/>
                    <a:pt x="452" y="452"/>
                  </a:cubicBezTo>
                  <a:cubicBezTo>
                    <a:pt x="619" y="285"/>
                    <a:pt x="502" y="1"/>
                    <a:pt x="268"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02" name="Google Shape;1226;p35"/>
            <p:cNvSpPr/>
            <p:nvPr/>
          </p:nvSpPr>
          <p:spPr>
            <a:xfrm>
              <a:off x="6791862" y="2163498"/>
              <a:ext cx="34529" cy="10682"/>
            </a:xfrm>
            <a:custGeom>
              <a:avLst/>
              <a:gdLst/>
              <a:ahLst/>
              <a:cxnLst/>
              <a:rect l="l" t="t" r="r" b="b"/>
              <a:pathLst>
                <a:path w="1070" h="331" extrusionOk="0">
                  <a:moveTo>
                    <a:pt x="571" y="0"/>
                  </a:moveTo>
                  <a:cubicBezTo>
                    <a:pt x="410" y="0"/>
                    <a:pt x="248" y="56"/>
                    <a:pt x="117" y="159"/>
                  </a:cubicBezTo>
                  <a:cubicBezTo>
                    <a:pt x="34" y="243"/>
                    <a:pt x="0" y="309"/>
                    <a:pt x="17" y="326"/>
                  </a:cubicBezTo>
                  <a:cubicBezTo>
                    <a:pt x="20" y="329"/>
                    <a:pt x="24" y="330"/>
                    <a:pt x="30" y="330"/>
                  </a:cubicBezTo>
                  <a:cubicBezTo>
                    <a:pt x="87" y="330"/>
                    <a:pt x="276" y="191"/>
                    <a:pt x="535" y="176"/>
                  </a:cubicBezTo>
                  <a:cubicBezTo>
                    <a:pt x="552" y="175"/>
                    <a:pt x="568" y="174"/>
                    <a:pt x="584" y="174"/>
                  </a:cubicBezTo>
                  <a:cubicBezTo>
                    <a:pt x="811" y="174"/>
                    <a:pt x="978" y="265"/>
                    <a:pt x="1035" y="265"/>
                  </a:cubicBezTo>
                  <a:cubicBezTo>
                    <a:pt x="1043" y="265"/>
                    <a:pt x="1049" y="263"/>
                    <a:pt x="1053" y="259"/>
                  </a:cubicBezTo>
                  <a:cubicBezTo>
                    <a:pt x="1069" y="243"/>
                    <a:pt x="1036" y="176"/>
                    <a:pt x="936" y="109"/>
                  </a:cubicBezTo>
                  <a:cubicBezTo>
                    <a:pt x="825" y="35"/>
                    <a:pt x="698" y="0"/>
                    <a:pt x="57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03" name="Google Shape;1227;p35"/>
            <p:cNvSpPr/>
            <p:nvPr/>
          </p:nvSpPr>
          <p:spPr>
            <a:xfrm>
              <a:off x="6735228" y="2171308"/>
              <a:ext cx="27526" cy="80907"/>
            </a:xfrm>
            <a:custGeom>
              <a:avLst/>
              <a:gdLst/>
              <a:ahLst/>
              <a:cxnLst/>
              <a:rect l="l" t="t" r="r" b="b"/>
              <a:pathLst>
                <a:path w="853" h="2507" extrusionOk="0">
                  <a:moveTo>
                    <a:pt x="801" y="0"/>
                  </a:moveTo>
                  <a:cubicBezTo>
                    <a:pt x="763" y="0"/>
                    <a:pt x="499" y="662"/>
                    <a:pt x="235" y="1471"/>
                  </a:cubicBezTo>
                  <a:cubicBezTo>
                    <a:pt x="184" y="1671"/>
                    <a:pt x="118" y="1872"/>
                    <a:pt x="51" y="2056"/>
                  </a:cubicBezTo>
                  <a:cubicBezTo>
                    <a:pt x="17" y="2156"/>
                    <a:pt x="1" y="2273"/>
                    <a:pt x="34" y="2373"/>
                  </a:cubicBezTo>
                  <a:cubicBezTo>
                    <a:pt x="51" y="2440"/>
                    <a:pt x="101" y="2473"/>
                    <a:pt x="168" y="2490"/>
                  </a:cubicBezTo>
                  <a:cubicBezTo>
                    <a:pt x="218" y="2507"/>
                    <a:pt x="251" y="2507"/>
                    <a:pt x="301" y="2507"/>
                  </a:cubicBezTo>
                  <a:cubicBezTo>
                    <a:pt x="452" y="2507"/>
                    <a:pt x="619" y="2507"/>
                    <a:pt x="769" y="2457"/>
                  </a:cubicBezTo>
                  <a:cubicBezTo>
                    <a:pt x="619" y="2407"/>
                    <a:pt x="452" y="2373"/>
                    <a:pt x="301" y="2373"/>
                  </a:cubicBezTo>
                  <a:cubicBezTo>
                    <a:pt x="235" y="2373"/>
                    <a:pt x="168" y="2356"/>
                    <a:pt x="168" y="2323"/>
                  </a:cubicBezTo>
                  <a:cubicBezTo>
                    <a:pt x="168" y="2256"/>
                    <a:pt x="184" y="2173"/>
                    <a:pt x="218" y="2106"/>
                  </a:cubicBezTo>
                  <a:cubicBezTo>
                    <a:pt x="268" y="1922"/>
                    <a:pt x="335" y="1722"/>
                    <a:pt x="402" y="1521"/>
                  </a:cubicBezTo>
                  <a:cubicBezTo>
                    <a:pt x="669" y="702"/>
                    <a:pt x="853" y="17"/>
                    <a:pt x="803" y="1"/>
                  </a:cubicBezTo>
                  <a:cubicBezTo>
                    <a:pt x="802" y="0"/>
                    <a:pt x="802" y="0"/>
                    <a:pt x="80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04" name="Google Shape;1228;p35"/>
            <p:cNvSpPr/>
            <p:nvPr/>
          </p:nvSpPr>
          <p:spPr>
            <a:xfrm>
              <a:off x="6746006" y="2258154"/>
              <a:ext cx="49664" cy="26689"/>
            </a:xfrm>
            <a:custGeom>
              <a:avLst/>
              <a:gdLst/>
              <a:ahLst/>
              <a:cxnLst/>
              <a:rect l="l" t="t" r="r" b="b"/>
              <a:pathLst>
                <a:path w="1539" h="827" extrusionOk="0">
                  <a:moveTo>
                    <a:pt x="1401" y="0"/>
                  </a:moveTo>
                  <a:lnTo>
                    <a:pt x="1401" y="0"/>
                  </a:lnTo>
                  <a:cubicBezTo>
                    <a:pt x="1382" y="0"/>
                    <a:pt x="499" y="501"/>
                    <a:pt x="1" y="501"/>
                  </a:cubicBezTo>
                  <a:cubicBezTo>
                    <a:pt x="143" y="714"/>
                    <a:pt x="385" y="826"/>
                    <a:pt x="634" y="826"/>
                  </a:cubicBezTo>
                  <a:cubicBezTo>
                    <a:pt x="736" y="826"/>
                    <a:pt x="839" y="807"/>
                    <a:pt x="937" y="768"/>
                  </a:cubicBezTo>
                  <a:cubicBezTo>
                    <a:pt x="1538" y="518"/>
                    <a:pt x="1354" y="33"/>
                    <a:pt x="1354" y="33"/>
                  </a:cubicBezTo>
                  <a:cubicBezTo>
                    <a:pt x="1389" y="10"/>
                    <a:pt x="1404" y="0"/>
                    <a:pt x="1401"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5" name="Google Shape;1229;p35"/>
            <p:cNvSpPr/>
            <p:nvPr/>
          </p:nvSpPr>
          <p:spPr>
            <a:xfrm>
              <a:off x="6753041" y="2333607"/>
              <a:ext cx="87355" cy="45988"/>
            </a:xfrm>
            <a:custGeom>
              <a:avLst/>
              <a:gdLst/>
              <a:ahLst/>
              <a:cxnLst/>
              <a:rect l="l" t="t" r="r" b="b"/>
              <a:pathLst>
                <a:path w="2707" h="1425" extrusionOk="0">
                  <a:moveTo>
                    <a:pt x="2707" y="1"/>
                  </a:moveTo>
                  <a:lnTo>
                    <a:pt x="2707" y="1"/>
                  </a:lnTo>
                  <a:cubicBezTo>
                    <a:pt x="1922" y="552"/>
                    <a:pt x="969" y="870"/>
                    <a:pt x="0" y="920"/>
                  </a:cubicBezTo>
                  <a:lnTo>
                    <a:pt x="50" y="1421"/>
                  </a:lnTo>
                  <a:cubicBezTo>
                    <a:pt x="106" y="1423"/>
                    <a:pt x="160" y="1424"/>
                    <a:pt x="214" y="1424"/>
                  </a:cubicBezTo>
                  <a:cubicBezTo>
                    <a:pt x="2137" y="1424"/>
                    <a:pt x="2707" y="1"/>
                    <a:pt x="2707" y="1"/>
                  </a:cubicBezTo>
                  <a:close/>
                </a:path>
              </a:pathLst>
            </a:custGeom>
            <a:solidFill>
              <a:srgbClr val="674F41"/>
            </a:solidFill>
            <a:ln>
              <a:noFill/>
            </a:ln>
          </p:spPr>
          <p:txBody>
            <a:bodyPr spcFirstLastPara="1" wrap="square" lIns="121900" tIns="121900" rIns="121900" bIns="121900" anchor="ctr" anchorCtr="0">
              <a:noAutofit/>
            </a:bodyPr>
            <a:lstStyle/>
            <a:p>
              <a:endParaRPr sz="2400"/>
            </a:p>
          </p:txBody>
        </p:sp>
        <p:sp>
          <p:nvSpPr>
            <p:cNvPr id="106" name="Google Shape;1230;p35"/>
            <p:cNvSpPr/>
            <p:nvPr/>
          </p:nvSpPr>
          <p:spPr>
            <a:xfrm>
              <a:off x="6648970" y="1968443"/>
              <a:ext cx="389402" cy="379751"/>
            </a:xfrm>
            <a:custGeom>
              <a:avLst/>
              <a:gdLst/>
              <a:ahLst/>
              <a:cxnLst/>
              <a:rect l="l" t="t" r="r" b="b"/>
              <a:pathLst>
                <a:path w="12067" h="11767" extrusionOk="0">
                  <a:moveTo>
                    <a:pt x="12047" y="6203"/>
                  </a:moveTo>
                  <a:lnTo>
                    <a:pt x="12058" y="6448"/>
                  </a:lnTo>
                  <a:lnTo>
                    <a:pt x="12058" y="6448"/>
                  </a:lnTo>
                  <a:cubicBezTo>
                    <a:pt x="12055" y="6292"/>
                    <a:pt x="12047" y="6203"/>
                    <a:pt x="12047" y="6203"/>
                  </a:cubicBezTo>
                  <a:close/>
                  <a:moveTo>
                    <a:pt x="5395" y="0"/>
                  </a:moveTo>
                  <a:cubicBezTo>
                    <a:pt x="4583" y="0"/>
                    <a:pt x="3470" y="218"/>
                    <a:pt x="2039" y="1708"/>
                  </a:cubicBezTo>
                  <a:cubicBezTo>
                    <a:pt x="0" y="3814"/>
                    <a:pt x="1120" y="6086"/>
                    <a:pt x="1120" y="6086"/>
                  </a:cubicBezTo>
                  <a:lnTo>
                    <a:pt x="1454" y="5769"/>
                  </a:lnTo>
                  <a:lnTo>
                    <a:pt x="4445" y="5000"/>
                  </a:lnTo>
                  <a:cubicBezTo>
                    <a:pt x="4211" y="4198"/>
                    <a:pt x="4562" y="3195"/>
                    <a:pt x="4762" y="2728"/>
                  </a:cubicBezTo>
                  <a:lnTo>
                    <a:pt x="4779" y="2711"/>
                  </a:lnTo>
                  <a:cubicBezTo>
                    <a:pt x="5364" y="5769"/>
                    <a:pt x="8739" y="6086"/>
                    <a:pt x="8739" y="6086"/>
                  </a:cubicBezTo>
                  <a:lnTo>
                    <a:pt x="8472" y="11767"/>
                  </a:lnTo>
                  <a:cubicBezTo>
                    <a:pt x="11819" y="11053"/>
                    <a:pt x="12067" y="7627"/>
                    <a:pt x="12060" y="6537"/>
                  </a:cubicBezTo>
                  <a:lnTo>
                    <a:pt x="12060" y="6537"/>
                  </a:lnTo>
                  <a:cubicBezTo>
                    <a:pt x="12061" y="6549"/>
                    <a:pt x="12063" y="6560"/>
                    <a:pt x="12064" y="6571"/>
                  </a:cubicBezTo>
                  <a:lnTo>
                    <a:pt x="12058" y="6448"/>
                  </a:lnTo>
                  <a:lnTo>
                    <a:pt x="12058" y="6448"/>
                  </a:lnTo>
                  <a:cubicBezTo>
                    <a:pt x="12059" y="6476"/>
                    <a:pt x="12059" y="6505"/>
                    <a:pt x="12060" y="6537"/>
                  </a:cubicBezTo>
                  <a:lnTo>
                    <a:pt x="12060" y="6537"/>
                  </a:lnTo>
                  <a:cubicBezTo>
                    <a:pt x="12008" y="6139"/>
                    <a:pt x="11912" y="5328"/>
                    <a:pt x="11847" y="5100"/>
                  </a:cubicBezTo>
                  <a:cubicBezTo>
                    <a:pt x="10727" y="840"/>
                    <a:pt x="6985" y="38"/>
                    <a:pt x="6249" y="38"/>
                  </a:cubicBezTo>
                  <a:cubicBezTo>
                    <a:pt x="6015" y="38"/>
                    <a:pt x="5731" y="0"/>
                    <a:pt x="5395"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07" name="Google Shape;1231;p35"/>
            <p:cNvSpPr/>
            <p:nvPr/>
          </p:nvSpPr>
          <p:spPr>
            <a:xfrm>
              <a:off x="7022269" y="2125772"/>
              <a:ext cx="118463" cy="127767"/>
            </a:xfrm>
            <a:custGeom>
              <a:avLst/>
              <a:gdLst/>
              <a:ahLst/>
              <a:cxnLst/>
              <a:rect l="l" t="t" r="r" b="b"/>
              <a:pathLst>
                <a:path w="3671" h="3959" extrusionOk="0">
                  <a:moveTo>
                    <a:pt x="1601" y="0"/>
                  </a:moveTo>
                  <a:cubicBezTo>
                    <a:pt x="1467" y="0"/>
                    <a:pt x="1332" y="14"/>
                    <a:pt x="1198" y="41"/>
                  </a:cubicBezTo>
                  <a:cubicBezTo>
                    <a:pt x="770" y="164"/>
                    <a:pt x="398" y="565"/>
                    <a:pt x="376" y="1004"/>
                  </a:cubicBezTo>
                  <a:lnTo>
                    <a:pt x="376" y="1004"/>
                  </a:lnTo>
                  <a:cubicBezTo>
                    <a:pt x="15" y="1700"/>
                    <a:pt x="0" y="2546"/>
                    <a:pt x="379" y="3266"/>
                  </a:cubicBezTo>
                  <a:cubicBezTo>
                    <a:pt x="529" y="3550"/>
                    <a:pt x="763" y="3784"/>
                    <a:pt x="1064" y="3901"/>
                  </a:cubicBezTo>
                  <a:cubicBezTo>
                    <a:pt x="1179" y="3939"/>
                    <a:pt x="1300" y="3958"/>
                    <a:pt x="1420" y="3958"/>
                  </a:cubicBezTo>
                  <a:cubicBezTo>
                    <a:pt x="1667" y="3958"/>
                    <a:pt x="1915" y="3880"/>
                    <a:pt x="2117" y="3734"/>
                  </a:cubicBezTo>
                  <a:cubicBezTo>
                    <a:pt x="2434" y="3534"/>
                    <a:pt x="2701" y="3266"/>
                    <a:pt x="2919" y="2965"/>
                  </a:cubicBezTo>
                  <a:cubicBezTo>
                    <a:pt x="3286" y="2498"/>
                    <a:pt x="3671" y="1946"/>
                    <a:pt x="3554" y="1345"/>
                  </a:cubicBezTo>
                  <a:cubicBezTo>
                    <a:pt x="3470" y="860"/>
                    <a:pt x="3052" y="493"/>
                    <a:pt x="2618" y="275"/>
                  </a:cubicBezTo>
                  <a:cubicBezTo>
                    <a:pt x="2303" y="94"/>
                    <a:pt x="1954" y="0"/>
                    <a:pt x="160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08" name="Google Shape;1232;p35"/>
            <p:cNvSpPr/>
            <p:nvPr/>
          </p:nvSpPr>
          <p:spPr>
            <a:xfrm>
              <a:off x="6655424" y="2003588"/>
              <a:ext cx="141859" cy="149422"/>
            </a:xfrm>
            <a:custGeom>
              <a:avLst/>
              <a:gdLst/>
              <a:ahLst/>
              <a:cxnLst/>
              <a:rect l="l" t="t" r="r" b="b"/>
              <a:pathLst>
                <a:path w="4396" h="4630" extrusionOk="0">
                  <a:moveTo>
                    <a:pt x="4146" y="1"/>
                  </a:moveTo>
                  <a:cubicBezTo>
                    <a:pt x="3968" y="1"/>
                    <a:pt x="3696" y="27"/>
                    <a:pt x="3359" y="118"/>
                  </a:cubicBezTo>
                  <a:cubicBezTo>
                    <a:pt x="1705" y="553"/>
                    <a:pt x="435" y="1906"/>
                    <a:pt x="118" y="3594"/>
                  </a:cubicBezTo>
                  <a:cubicBezTo>
                    <a:pt x="1" y="4228"/>
                    <a:pt x="68" y="4629"/>
                    <a:pt x="118" y="4629"/>
                  </a:cubicBezTo>
                  <a:cubicBezTo>
                    <a:pt x="168" y="4629"/>
                    <a:pt x="185" y="4245"/>
                    <a:pt x="352" y="3660"/>
                  </a:cubicBezTo>
                  <a:cubicBezTo>
                    <a:pt x="786" y="2123"/>
                    <a:pt x="1939" y="887"/>
                    <a:pt x="3443" y="352"/>
                  </a:cubicBezTo>
                  <a:cubicBezTo>
                    <a:pt x="4011" y="135"/>
                    <a:pt x="4395" y="85"/>
                    <a:pt x="4378" y="35"/>
                  </a:cubicBezTo>
                  <a:cubicBezTo>
                    <a:pt x="4378" y="19"/>
                    <a:pt x="4295" y="1"/>
                    <a:pt x="4146"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09" name="Google Shape;1233;p35"/>
            <p:cNvSpPr/>
            <p:nvPr/>
          </p:nvSpPr>
          <p:spPr>
            <a:xfrm>
              <a:off x="6947145" y="2194480"/>
              <a:ext cx="56634" cy="58252"/>
            </a:xfrm>
            <a:custGeom>
              <a:avLst/>
              <a:gdLst/>
              <a:ahLst/>
              <a:cxnLst/>
              <a:rect l="l" t="t" r="r" b="b"/>
              <a:pathLst>
                <a:path w="1755" h="1805" extrusionOk="0">
                  <a:moveTo>
                    <a:pt x="918" y="0"/>
                  </a:moveTo>
                  <a:cubicBezTo>
                    <a:pt x="907" y="0"/>
                    <a:pt x="896" y="1"/>
                    <a:pt x="886" y="1"/>
                  </a:cubicBezTo>
                  <a:cubicBezTo>
                    <a:pt x="535" y="68"/>
                    <a:pt x="251" y="318"/>
                    <a:pt x="151" y="636"/>
                  </a:cubicBezTo>
                  <a:cubicBezTo>
                    <a:pt x="34" y="970"/>
                    <a:pt x="0" y="1304"/>
                    <a:pt x="34" y="1655"/>
                  </a:cubicBezTo>
                  <a:lnTo>
                    <a:pt x="67" y="1689"/>
                  </a:lnTo>
                  <a:cubicBezTo>
                    <a:pt x="238" y="1766"/>
                    <a:pt x="419" y="1804"/>
                    <a:pt x="600" y="1804"/>
                  </a:cubicBezTo>
                  <a:cubicBezTo>
                    <a:pt x="808" y="1804"/>
                    <a:pt x="1015" y="1754"/>
                    <a:pt x="1203" y="1655"/>
                  </a:cubicBezTo>
                  <a:cubicBezTo>
                    <a:pt x="1554" y="1471"/>
                    <a:pt x="1755" y="1087"/>
                    <a:pt x="1704" y="686"/>
                  </a:cubicBezTo>
                  <a:cubicBezTo>
                    <a:pt x="1639" y="296"/>
                    <a:pt x="1305" y="0"/>
                    <a:pt x="918" y="0"/>
                  </a:cubicBezTo>
                  <a:close/>
                </a:path>
              </a:pathLst>
            </a:custGeom>
            <a:solidFill>
              <a:srgbClr val="876757"/>
            </a:solidFill>
            <a:ln>
              <a:noFill/>
            </a:ln>
          </p:spPr>
          <p:txBody>
            <a:bodyPr spcFirstLastPara="1" wrap="square" lIns="121900" tIns="121900" rIns="121900" bIns="121900" anchor="ctr" anchorCtr="0">
              <a:noAutofit/>
            </a:bodyPr>
            <a:lstStyle/>
            <a:p>
              <a:endParaRPr sz="2400"/>
            </a:p>
          </p:txBody>
        </p:sp>
        <p:sp>
          <p:nvSpPr>
            <p:cNvPr id="110" name="Google Shape;1234;p35"/>
            <p:cNvSpPr/>
            <p:nvPr/>
          </p:nvSpPr>
          <p:spPr>
            <a:xfrm>
              <a:off x="6967636" y="2205162"/>
              <a:ext cx="21589" cy="37856"/>
            </a:xfrm>
            <a:custGeom>
              <a:avLst/>
              <a:gdLst/>
              <a:ahLst/>
              <a:cxnLst/>
              <a:rect l="l" t="t" r="r" b="b"/>
              <a:pathLst>
                <a:path w="669" h="1173" extrusionOk="0">
                  <a:moveTo>
                    <a:pt x="71" y="0"/>
                  </a:moveTo>
                  <a:cubicBezTo>
                    <a:pt x="42" y="0"/>
                    <a:pt x="23" y="8"/>
                    <a:pt x="17" y="21"/>
                  </a:cubicBezTo>
                  <a:cubicBezTo>
                    <a:pt x="17" y="38"/>
                    <a:pt x="100" y="71"/>
                    <a:pt x="201" y="171"/>
                  </a:cubicBezTo>
                  <a:cubicBezTo>
                    <a:pt x="468" y="388"/>
                    <a:pt x="451" y="806"/>
                    <a:pt x="184" y="1023"/>
                  </a:cubicBezTo>
                  <a:cubicBezTo>
                    <a:pt x="84" y="1107"/>
                    <a:pt x="0" y="1140"/>
                    <a:pt x="0" y="1157"/>
                  </a:cubicBezTo>
                  <a:cubicBezTo>
                    <a:pt x="0" y="1165"/>
                    <a:pt x="20" y="1172"/>
                    <a:pt x="56" y="1172"/>
                  </a:cubicBezTo>
                  <a:cubicBezTo>
                    <a:pt x="100" y="1172"/>
                    <a:pt x="168" y="1161"/>
                    <a:pt x="251" y="1124"/>
                  </a:cubicBezTo>
                  <a:cubicBezTo>
                    <a:pt x="652" y="890"/>
                    <a:pt x="668" y="305"/>
                    <a:pt x="267" y="71"/>
                  </a:cubicBezTo>
                  <a:cubicBezTo>
                    <a:pt x="186" y="20"/>
                    <a:pt x="116" y="0"/>
                    <a:pt x="71" y="0"/>
                  </a:cubicBezTo>
                  <a:close/>
                </a:path>
              </a:pathLst>
            </a:custGeom>
            <a:solidFill>
              <a:srgbClr val="674F41"/>
            </a:solidFill>
            <a:ln>
              <a:noFill/>
            </a:ln>
          </p:spPr>
          <p:txBody>
            <a:bodyPr spcFirstLastPara="1" wrap="square" lIns="121900" tIns="121900" rIns="121900" bIns="121900" anchor="ctr" anchorCtr="0">
              <a:noAutofit/>
            </a:bodyPr>
            <a:lstStyle/>
            <a:p>
              <a:endParaRPr sz="2400"/>
            </a:p>
          </p:txBody>
        </p:sp>
        <p:sp>
          <p:nvSpPr>
            <p:cNvPr id="111" name="Google Shape;1235;p35"/>
            <p:cNvSpPr/>
            <p:nvPr/>
          </p:nvSpPr>
          <p:spPr>
            <a:xfrm>
              <a:off x="6764884" y="2124707"/>
              <a:ext cx="118657" cy="108339"/>
            </a:xfrm>
            <a:custGeom>
              <a:avLst/>
              <a:gdLst/>
              <a:ahLst/>
              <a:cxnLst/>
              <a:rect l="l" t="t" r="r" b="b"/>
              <a:pathLst>
                <a:path w="3677" h="3357" extrusionOk="0">
                  <a:moveTo>
                    <a:pt x="1647" y="1"/>
                  </a:moveTo>
                  <a:cubicBezTo>
                    <a:pt x="1276" y="1"/>
                    <a:pt x="910" y="123"/>
                    <a:pt x="619" y="358"/>
                  </a:cubicBezTo>
                  <a:cubicBezTo>
                    <a:pt x="318" y="592"/>
                    <a:pt x="118" y="910"/>
                    <a:pt x="34" y="1277"/>
                  </a:cubicBezTo>
                  <a:cubicBezTo>
                    <a:pt x="17" y="1378"/>
                    <a:pt x="1" y="1478"/>
                    <a:pt x="1" y="1578"/>
                  </a:cubicBezTo>
                  <a:cubicBezTo>
                    <a:pt x="1" y="1645"/>
                    <a:pt x="17" y="1678"/>
                    <a:pt x="17" y="1678"/>
                  </a:cubicBezTo>
                  <a:cubicBezTo>
                    <a:pt x="34" y="1678"/>
                    <a:pt x="34" y="1528"/>
                    <a:pt x="101" y="1294"/>
                  </a:cubicBezTo>
                  <a:cubicBezTo>
                    <a:pt x="201" y="960"/>
                    <a:pt x="402" y="659"/>
                    <a:pt x="686" y="459"/>
                  </a:cubicBezTo>
                  <a:cubicBezTo>
                    <a:pt x="967" y="248"/>
                    <a:pt x="1283" y="152"/>
                    <a:pt x="1591" y="152"/>
                  </a:cubicBezTo>
                  <a:cubicBezTo>
                    <a:pt x="2382" y="152"/>
                    <a:pt x="3125" y="777"/>
                    <a:pt x="3125" y="1678"/>
                  </a:cubicBezTo>
                  <a:cubicBezTo>
                    <a:pt x="3125" y="2580"/>
                    <a:pt x="2382" y="3204"/>
                    <a:pt x="1591" y="3204"/>
                  </a:cubicBezTo>
                  <a:cubicBezTo>
                    <a:pt x="1283" y="3204"/>
                    <a:pt x="967" y="3109"/>
                    <a:pt x="686" y="2898"/>
                  </a:cubicBezTo>
                  <a:cubicBezTo>
                    <a:pt x="402" y="2698"/>
                    <a:pt x="201" y="2397"/>
                    <a:pt x="101" y="2063"/>
                  </a:cubicBezTo>
                  <a:cubicBezTo>
                    <a:pt x="34" y="1829"/>
                    <a:pt x="34" y="1678"/>
                    <a:pt x="17" y="1678"/>
                  </a:cubicBezTo>
                  <a:cubicBezTo>
                    <a:pt x="17" y="1678"/>
                    <a:pt x="1" y="1712"/>
                    <a:pt x="1" y="1779"/>
                  </a:cubicBezTo>
                  <a:cubicBezTo>
                    <a:pt x="1" y="1879"/>
                    <a:pt x="17" y="1979"/>
                    <a:pt x="34" y="2079"/>
                  </a:cubicBezTo>
                  <a:cubicBezTo>
                    <a:pt x="118" y="2447"/>
                    <a:pt x="318" y="2765"/>
                    <a:pt x="619" y="2998"/>
                  </a:cubicBezTo>
                  <a:cubicBezTo>
                    <a:pt x="910" y="3234"/>
                    <a:pt x="1276" y="3356"/>
                    <a:pt x="1647" y="3356"/>
                  </a:cubicBezTo>
                  <a:cubicBezTo>
                    <a:pt x="1829" y="3356"/>
                    <a:pt x="2013" y="3326"/>
                    <a:pt x="2189" y="3266"/>
                  </a:cubicBezTo>
                  <a:cubicBezTo>
                    <a:pt x="3677" y="2731"/>
                    <a:pt x="3677" y="626"/>
                    <a:pt x="2189" y="91"/>
                  </a:cubicBezTo>
                  <a:cubicBezTo>
                    <a:pt x="2013" y="31"/>
                    <a:pt x="1829" y="1"/>
                    <a:pt x="1647"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12" name="Google Shape;1236;p35"/>
            <p:cNvSpPr/>
            <p:nvPr/>
          </p:nvSpPr>
          <p:spPr>
            <a:xfrm>
              <a:off x="6645743" y="2124707"/>
              <a:ext cx="118625" cy="108339"/>
            </a:xfrm>
            <a:custGeom>
              <a:avLst/>
              <a:gdLst/>
              <a:ahLst/>
              <a:cxnLst/>
              <a:rect l="l" t="t" r="r" b="b"/>
              <a:pathLst>
                <a:path w="3676" h="3357" extrusionOk="0">
                  <a:moveTo>
                    <a:pt x="1646" y="1"/>
                  </a:moveTo>
                  <a:cubicBezTo>
                    <a:pt x="1275" y="1"/>
                    <a:pt x="909" y="123"/>
                    <a:pt x="618" y="358"/>
                  </a:cubicBezTo>
                  <a:cubicBezTo>
                    <a:pt x="318" y="592"/>
                    <a:pt x="117" y="910"/>
                    <a:pt x="33" y="1277"/>
                  </a:cubicBezTo>
                  <a:cubicBezTo>
                    <a:pt x="17" y="1378"/>
                    <a:pt x="0" y="1478"/>
                    <a:pt x="0" y="1578"/>
                  </a:cubicBezTo>
                  <a:cubicBezTo>
                    <a:pt x="0" y="1645"/>
                    <a:pt x="17" y="1678"/>
                    <a:pt x="17" y="1678"/>
                  </a:cubicBezTo>
                  <a:cubicBezTo>
                    <a:pt x="33" y="1678"/>
                    <a:pt x="33" y="1528"/>
                    <a:pt x="100" y="1294"/>
                  </a:cubicBezTo>
                  <a:cubicBezTo>
                    <a:pt x="201" y="960"/>
                    <a:pt x="401" y="659"/>
                    <a:pt x="685" y="459"/>
                  </a:cubicBezTo>
                  <a:cubicBezTo>
                    <a:pt x="967" y="248"/>
                    <a:pt x="1282" y="152"/>
                    <a:pt x="1591" y="152"/>
                  </a:cubicBezTo>
                  <a:cubicBezTo>
                    <a:pt x="2381" y="152"/>
                    <a:pt x="3125" y="777"/>
                    <a:pt x="3125" y="1678"/>
                  </a:cubicBezTo>
                  <a:cubicBezTo>
                    <a:pt x="3125" y="2580"/>
                    <a:pt x="2381" y="3204"/>
                    <a:pt x="1591" y="3204"/>
                  </a:cubicBezTo>
                  <a:cubicBezTo>
                    <a:pt x="1282" y="3204"/>
                    <a:pt x="967" y="3109"/>
                    <a:pt x="685" y="2898"/>
                  </a:cubicBezTo>
                  <a:cubicBezTo>
                    <a:pt x="401" y="2698"/>
                    <a:pt x="201" y="2397"/>
                    <a:pt x="100" y="2063"/>
                  </a:cubicBezTo>
                  <a:cubicBezTo>
                    <a:pt x="33" y="1829"/>
                    <a:pt x="33" y="1678"/>
                    <a:pt x="17" y="1678"/>
                  </a:cubicBezTo>
                  <a:cubicBezTo>
                    <a:pt x="17" y="1678"/>
                    <a:pt x="0" y="1712"/>
                    <a:pt x="0" y="1779"/>
                  </a:cubicBezTo>
                  <a:cubicBezTo>
                    <a:pt x="0" y="1879"/>
                    <a:pt x="17" y="1979"/>
                    <a:pt x="33" y="2079"/>
                  </a:cubicBezTo>
                  <a:cubicBezTo>
                    <a:pt x="117" y="2447"/>
                    <a:pt x="318" y="2765"/>
                    <a:pt x="618" y="2998"/>
                  </a:cubicBezTo>
                  <a:cubicBezTo>
                    <a:pt x="909" y="3234"/>
                    <a:pt x="1275" y="3356"/>
                    <a:pt x="1646" y="3356"/>
                  </a:cubicBezTo>
                  <a:cubicBezTo>
                    <a:pt x="1829" y="3356"/>
                    <a:pt x="2012" y="3326"/>
                    <a:pt x="2189" y="3266"/>
                  </a:cubicBezTo>
                  <a:cubicBezTo>
                    <a:pt x="3676" y="2731"/>
                    <a:pt x="3676" y="626"/>
                    <a:pt x="2189" y="91"/>
                  </a:cubicBezTo>
                  <a:cubicBezTo>
                    <a:pt x="2012" y="31"/>
                    <a:pt x="1829" y="1"/>
                    <a:pt x="1646"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13" name="Google Shape;1237;p35"/>
            <p:cNvSpPr/>
            <p:nvPr/>
          </p:nvSpPr>
          <p:spPr>
            <a:xfrm>
              <a:off x="6749782" y="2177795"/>
              <a:ext cx="18910" cy="5422"/>
            </a:xfrm>
            <a:custGeom>
              <a:avLst/>
              <a:gdLst/>
              <a:ahLst/>
              <a:cxnLst/>
              <a:rect l="l" t="t" r="r" b="b"/>
              <a:pathLst>
                <a:path w="586" h="168" extrusionOk="0">
                  <a:moveTo>
                    <a:pt x="285" y="0"/>
                  </a:moveTo>
                  <a:cubicBezTo>
                    <a:pt x="134" y="0"/>
                    <a:pt x="1" y="33"/>
                    <a:pt x="1" y="84"/>
                  </a:cubicBezTo>
                  <a:cubicBezTo>
                    <a:pt x="1" y="134"/>
                    <a:pt x="134" y="167"/>
                    <a:pt x="285" y="167"/>
                  </a:cubicBezTo>
                  <a:cubicBezTo>
                    <a:pt x="452" y="167"/>
                    <a:pt x="586" y="134"/>
                    <a:pt x="586" y="84"/>
                  </a:cubicBezTo>
                  <a:cubicBezTo>
                    <a:pt x="586" y="33"/>
                    <a:pt x="452" y="0"/>
                    <a:pt x="285"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14" name="Google Shape;1238;p35"/>
            <p:cNvSpPr/>
            <p:nvPr/>
          </p:nvSpPr>
          <p:spPr>
            <a:xfrm>
              <a:off x="6866793" y="2189187"/>
              <a:ext cx="92228" cy="19073"/>
            </a:xfrm>
            <a:custGeom>
              <a:avLst/>
              <a:gdLst/>
              <a:ahLst/>
              <a:cxnLst/>
              <a:rect l="l" t="t" r="r" b="b"/>
              <a:pathLst>
                <a:path w="2858" h="591" extrusionOk="0">
                  <a:moveTo>
                    <a:pt x="79" y="0"/>
                  </a:moveTo>
                  <a:cubicBezTo>
                    <a:pt x="31" y="0"/>
                    <a:pt x="4" y="5"/>
                    <a:pt x="1" y="15"/>
                  </a:cubicBezTo>
                  <a:cubicBezTo>
                    <a:pt x="1" y="65"/>
                    <a:pt x="619" y="232"/>
                    <a:pt x="1404" y="382"/>
                  </a:cubicBezTo>
                  <a:cubicBezTo>
                    <a:pt x="2074" y="510"/>
                    <a:pt x="2646" y="590"/>
                    <a:pt x="2800" y="590"/>
                  </a:cubicBezTo>
                  <a:cubicBezTo>
                    <a:pt x="2827" y="590"/>
                    <a:pt x="2841" y="588"/>
                    <a:pt x="2841" y="583"/>
                  </a:cubicBezTo>
                  <a:cubicBezTo>
                    <a:pt x="2858" y="533"/>
                    <a:pt x="2223" y="366"/>
                    <a:pt x="1438" y="215"/>
                  </a:cubicBezTo>
                  <a:cubicBezTo>
                    <a:pt x="819" y="81"/>
                    <a:pt x="275" y="0"/>
                    <a:pt x="7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15" name="Google Shape;1239;p35"/>
            <p:cNvSpPr/>
            <p:nvPr/>
          </p:nvSpPr>
          <p:spPr>
            <a:xfrm>
              <a:off x="6568102" y="3241658"/>
              <a:ext cx="728463" cy="1768694"/>
            </a:xfrm>
            <a:custGeom>
              <a:avLst/>
              <a:gdLst/>
              <a:ahLst/>
              <a:cxnLst/>
              <a:rect l="l" t="t" r="r" b="b"/>
              <a:pathLst>
                <a:path w="22574" h="54805" extrusionOk="0">
                  <a:moveTo>
                    <a:pt x="16007" y="1"/>
                  </a:moveTo>
                  <a:lnTo>
                    <a:pt x="0" y="602"/>
                  </a:lnTo>
                  <a:lnTo>
                    <a:pt x="2556" y="54621"/>
                  </a:lnTo>
                  <a:lnTo>
                    <a:pt x="10760" y="54805"/>
                  </a:lnTo>
                  <a:lnTo>
                    <a:pt x="8638" y="8105"/>
                  </a:lnTo>
                  <a:lnTo>
                    <a:pt x="14186" y="54604"/>
                  </a:lnTo>
                  <a:lnTo>
                    <a:pt x="22573" y="54805"/>
                  </a:lnTo>
                  <a:lnTo>
                    <a:pt x="16007" y="1"/>
                  </a:lnTo>
                  <a:close/>
                </a:path>
              </a:pathLst>
            </a:custGeom>
            <a:solidFill>
              <a:schemeClr val="accent6">
                <a:lumMod val="50000"/>
              </a:schemeClr>
            </a:solidFill>
            <a:ln>
              <a:noFill/>
            </a:ln>
          </p:spPr>
          <p:txBody>
            <a:bodyPr spcFirstLastPara="1" wrap="square" lIns="121900" tIns="121900" rIns="121900" bIns="121900" anchor="ctr" anchorCtr="0">
              <a:noAutofit/>
            </a:bodyPr>
            <a:lstStyle/>
            <a:p>
              <a:endParaRPr sz="2400"/>
            </a:p>
          </p:txBody>
        </p:sp>
        <p:sp>
          <p:nvSpPr>
            <p:cNvPr id="116" name="Google Shape;1240;p35"/>
            <p:cNvSpPr/>
            <p:nvPr/>
          </p:nvSpPr>
          <p:spPr>
            <a:xfrm>
              <a:off x="6694794" y="3266476"/>
              <a:ext cx="82514" cy="1740650"/>
            </a:xfrm>
            <a:custGeom>
              <a:avLst/>
              <a:gdLst/>
              <a:ahLst/>
              <a:cxnLst/>
              <a:rect l="l" t="t" r="r" b="b"/>
              <a:pathLst>
                <a:path w="2557" h="53936" extrusionOk="0">
                  <a:moveTo>
                    <a:pt x="34" y="1"/>
                  </a:moveTo>
                  <a:lnTo>
                    <a:pt x="34" y="1"/>
                  </a:lnTo>
                  <a:cubicBezTo>
                    <a:pt x="1" y="1"/>
                    <a:pt x="502" y="12081"/>
                    <a:pt x="1187" y="26968"/>
                  </a:cubicBezTo>
                  <a:cubicBezTo>
                    <a:pt x="1872" y="41872"/>
                    <a:pt x="2457" y="53936"/>
                    <a:pt x="2507" y="53936"/>
                  </a:cubicBezTo>
                  <a:cubicBezTo>
                    <a:pt x="2557" y="53936"/>
                    <a:pt x="2039" y="41855"/>
                    <a:pt x="1354" y="26968"/>
                  </a:cubicBezTo>
                  <a:cubicBezTo>
                    <a:pt x="686" y="12064"/>
                    <a:pt x="84" y="1"/>
                    <a:pt x="34" y="1"/>
                  </a:cubicBezTo>
                  <a:close/>
                </a:path>
              </a:pathLst>
            </a:custGeom>
            <a:solidFill>
              <a:schemeClr val="accent4">
                <a:lumMod val="75000"/>
              </a:schemeClr>
            </a:solidFill>
            <a:ln>
              <a:noFill/>
            </a:ln>
          </p:spPr>
          <p:txBody>
            <a:bodyPr spcFirstLastPara="1" wrap="square" lIns="121900" tIns="121900" rIns="121900" bIns="121900" anchor="ctr" anchorCtr="0">
              <a:noAutofit/>
            </a:bodyPr>
            <a:lstStyle/>
            <a:p>
              <a:endParaRPr sz="2400"/>
            </a:p>
          </p:txBody>
        </p:sp>
        <p:sp>
          <p:nvSpPr>
            <p:cNvPr id="117" name="Google Shape;1241;p35"/>
            <p:cNvSpPr/>
            <p:nvPr/>
          </p:nvSpPr>
          <p:spPr>
            <a:xfrm>
              <a:off x="6962247" y="3302072"/>
              <a:ext cx="209755" cy="1691047"/>
            </a:xfrm>
            <a:custGeom>
              <a:avLst/>
              <a:gdLst/>
              <a:ahLst/>
              <a:cxnLst/>
              <a:rect l="l" t="t" r="r" b="b"/>
              <a:pathLst>
                <a:path w="6500" h="52399" extrusionOk="0">
                  <a:moveTo>
                    <a:pt x="50" y="0"/>
                  </a:moveTo>
                  <a:cubicBezTo>
                    <a:pt x="0" y="0"/>
                    <a:pt x="1387" y="11746"/>
                    <a:pt x="3158" y="26216"/>
                  </a:cubicBezTo>
                  <a:cubicBezTo>
                    <a:pt x="4928" y="40675"/>
                    <a:pt x="6397" y="52398"/>
                    <a:pt x="6449" y="52398"/>
                  </a:cubicBezTo>
                  <a:cubicBezTo>
                    <a:pt x="6449" y="52398"/>
                    <a:pt x="6449" y="52398"/>
                    <a:pt x="6450" y="52398"/>
                  </a:cubicBezTo>
                  <a:cubicBezTo>
                    <a:pt x="6500" y="52398"/>
                    <a:pt x="5113" y="40669"/>
                    <a:pt x="3342" y="26199"/>
                  </a:cubicBezTo>
                  <a:cubicBezTo>
                    <a:pt x="1571" y="11713"/>
                    <a:pt x="100" y="0"/>
                    <a:pt x="50" y="0"/>
                  </a:cubicBezTo>
                  <a:close/>
                </a:path>
              </a:pathLst>
            </a:custGeom>
            <a:solidFill>
              <a:schemeClr val="accent4">
                <a:lumMod val="75000"/>
              </a:schemeClr>
            </a:solidFill>
            <a:ln>
              <a:noFill/>
            </a:ln>
          </p:spPr>
          <p:txBody>
            <a:bodyPr spcFirstLastPara="1" wrap="square" lIns="121900" tIns="121900" rIns="121900" bIns="121900" anchor="ctr" anchorCtr="0">
              <a:noAutofit/>
            </a:bodyPr>
            <a:lstStyle/>
            <a:p>
              <a:endParaRPr sz="2400"/>
            </a:p>
          </p:txBody>
        </p:sp>
        <p:sp>
          <p:nvSpPr>
            <p:cNvPr id="118" name="Google Shape;1242;p35"/>
            <p:cNvSpPr/>
            <p:nvPr/>
          </p:nvSpPr>
          <p:spPr>
            <a:xfrm>
              <a:off x="6373449" y="2413417"/>
              <a:ext cx="914467" cy="853091"/>
            </a:xfrm>
            <a:custGeom>
              <a:avLst/>
              <a:gdLst/>
              <a:ahLst/>
              <a:cxnLst/>
              <a:rect l="l" t="t" r="r" b="b"/>
              <a:pathLst>
                <a:path w="28338" h="26434" extrusionOk="0">
                  <a:moveTo>
                    <a:pt x="11663" y="1"/>
                  </a:moveTo>
                  <a:lnTo>
                    <a:pt x="11663" y="519"/>
                  </a:lnTo>
                  <a:cubicBezTo>
                    <a:pt x="10293" y="702"/>
                    <a:pt x="8956" y="1103"/>
                    <a:pt x="7720" y="1705"/>
                  </a:cubicBezTo>
                  <a:lnTo>
                    <a:pt x="0" y="4829"/>
                  </a:lnTo>
                  <a:lnTo>
                    <a:pt x="2473" y="11647"/>
                  </a:lnTo>
                  <a:lnTo>
                    <a:pt x="7703" y="9892"/>
                  </a:lnTo>
                  <a:lnTo>
                    <a:pt x="7703" y="9892"/>
                  </a:lnTo>
                  <a:cubicBezTo>
                    <a:pt x="7669" y="9976"/>
                    <a:pt x="7636" y="10076"/>
                    <a:pt x="7603" y="10176"/>
                  </a:cubicBezTo>
                  <a:cubicBezTo>
                    <a:pt x="7402" y="10945"/>
                    <a:pt x="7469" y="11780"/>
                    <a:pt x="7803" y="12499"/>
                  </a:cubicBezTo>
                  <a:cubicBezTo>
                    <a:pt x="7970" y="12850"/>
                    <a:pt x="8187" y="13167"/>
                    <a:pt x="8455" y="13434"/>
                  </a:cubicBezTo>
                  <a:lnTo>
                    <a:pt x="8355" y="18931"/>
                  </a:lnTo>
                  <a:lnTo>
                    <a:pt x="6032" y="26266"/>
                  </a:lnTo>
                  <a:lnTo>
                    <a:pt x="22039" y="26434"/>
                  </a:lnTo>
                  <a:lnTo>
                    <a:pt x="22039" y="26434"/>
                  </a:lnTo>
                  <a:lnTo>
                    <a:pt x="20218" y="18514"/>
                  </a:lnTo>
                  <a:lnTo>
                    <a:pt x="21053" y="10677"/>
                  </a:lnTo>
                  <a:lnTo>
                    <a:pt x="24127" y="13685"/>
                  </a:lnTo>
                  <a:lnTo>
                    <a:pt x="28338" y="8422"/>
                  </a:lnTo>
                  <a:lnTo>
                    <a:pt x="23175" y="3225"/>
                  </a:lnTo>
                  <a:cubicBezTo>
                    <a:pt x="22189" y="2189"/>
                    <a:pt x="20953" y="1387"/>
                    <a:pt x="19599" y="920"/>
                  </a:cubicBezTo>
                  <a:cubicBezTo>
                    <a:pt x="18948" y="669"/>
                    <a:pt x="18263" y="535"/>
                    <a:pt x="17561" y="502"/>
                  </a:cubicBezTo>
                  <a:lnTo>
                    <a:pt x="17561" y="84"/>
                  </a:lnTo>
                  <a:lnTo>
                    <a:pt x="15289" y="134"/>
                  </a:lnTo>
                  <a:cubicBezTo>
                    <a:pt x="15289" y="134"/>
                    <a:pt x="15188" y="485"/>
                    <a:pt x="15055" y="886"/>
                  </a:cubicBezTo>
                  <a:cubicBezTo>
                    <a:pt x="14938" y="1204"/>
                    <a:pt x="14871" y="1872"/>
                    <a:pt x="14737" y="1872"/>
                  </a:cubicBezTo>
                  <a:cubicBezTo>
                    <a:pt x="14570" y="1872"/>
                    <a:pt x="14353" y="1204"/>
                    <a:pt x="14136" y="886"/>
                  </a:cubicBezTo>
                  <a:cubicBezTo>
                    <a:pt x="13935" y="469"/>
                    <a:pt x="13751" y="101"/>
                    <a:pt x="13751" y="101"/>
                  </a:cubicBezTo>
                  <a:lnTo>
                    <a:pt x="11663" y="1"/>
                  </a:lnTo>
                  <a:close/>
                </a:path>
              </a:pathLst>
            </a:custGeom>
            <a:solidFill>
              <a:srgbClr val="455A64"/>
            </a:solidFill>
            <a:ln>
              <a:noFill/>
            </a:ln>
          </p:spPr>
          <p:txBody>
            <a:bodyPr spcFirstLastPara="1" wrap="square" lIns="121900" tIns="121900" rIns="121900" bIns="121900" anchor="ctr" anchorCtr="0">
              <a:noAutofit/>
            </a:bodyPr>
            <a:lstStyle/>
            <a:p>
              <a:endParaRPr sz="2400"/>
            </a:p>
          </p:txBody>
        </p:sp>
        <p:sp>
          <p:nvSpPr>
            <p:cNvPr id="119" name="Google Shape;1243;p35"/>
            <p:cNvSpPr/>
            <p:nvPr/>
          </p:nvSpPr>
          <p:spPr>
            <a:xfrm>
              <a:off x="6746555" y="2419355"/>
              <a:ext cx="69058" cy="47699"/>
            </a:xfrm>
            <a:custGeom>
              <a:avLst/>
              <a:gdLst/>
              <a:ahLst/>
              <a:cxnLst/>
              <a:rect l="l" t="t" r="r" b="b"/>
              <a:pathLst>
                <a:path w="2140" h="1478" extrusionOk="0">
                  <a:moveTo>
                    <a:pt x="2139" y="0"/>
                  </a:moveTo>
                  <a:lnTo>
                    <a:pt x="2139" y="0"/>
                  </a:lnTo>
                  <a:cubicBezTo>
                    <a:pt x="2039" y="134"/>
                    <a:pt x="1955" y="285"/>
                    <a:pt x="1905" y="435"/>
                  </a:cubicBezTo>
                  <a:cubicBezTo>
                    <a:pt x="1839" y="602"/>
                    <a:pt x="1772" y="769"/>
                    <a:pt x="1705" y="936"/>
                  </a:cubicBezTo>
                  <a:cubicBezTo>
                    <a:pt x="1648" y="1077"/>
                    <a:pt x="1592" y="1313"/>
                    <a:pt x="1506" y="1313"/>
                  </a:cubicBezTo>
                  <a:cubicBezTo>
                    <a:pt x="1490" y="1313"/>
                    <a:pt x="1472" y="1305"/>
                    <a:pt x="1454" y="1287"/>
                  </a:cubicBezTo>
                  <a:cubicBezTo>
                    <a:pt x="729" y="814"/>
                    <a:pt x="108" y="431"/>
                    <a:pt x="26" y="431"/>
                  </a:cubicBezTo>
                  <a:cubicBezTo>
                    <a:pt x="21" y="431"/>
                    <a:pt x="18" y="432"/>
                    <a:pt x="17" y="435"/>
                  </a:cubicBezTo>
                  <a:cubicBezTo>
                    <a:pt x="1" y="468"/>
                    <a:pt x="585" y="919"/>
                    <a:pt x="1371" y="1437"/>
                  </a:cubicBezTo>
                  <a:cubicBezTo>
                    <a:pt x="1407" y="1465"/>
                    <a:pt x="1454" y="1477"/>
                    <a:pt x="1500" y="1477"/>
                  </a:cubicBezTo>
                  <a:cubicBezTo>
                    <a:pt x="1538" y="1477"/>
                    <a:pt x="1575" y="1469"/>
                    <a:pt x="1605" y="1454"/>
                  </a:cubicBezTo>
                  <a:cubicBezTo>
                    <a:pt x="1671" y="1421"/>
                    <a:pt x="1722" y="1354"/>
                    <a:pt x="1755" y="1287"/>
                  </a:cubicBezTo>
                  <a:cubicBezTo>
                    <a:pt x="1805" y="1170"/>
                    <a:pt x="1822" y="1087"/>
                    <a:pt x="1855" y="986"/>
                  </a:cubicBezTo>
                  <a:cubicBezTo>
                    <a:pt x="1922" y="819"/>
                    <a:pt x="1972" y="652"/>
                    <a:pt x="2022" y="485"/>
                  </a:cubicBezTo>
                  <a:cubicBezTo>
                    <a:pt x="2089" y="318"/>
                    <a:pt x="2123" y="168"/>
                    <a:pt x="213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20" name="Google Shape;1244;p35"/>
            <p:cNvSpPr/>
            <p:nvPr/>
          </p:nvSpPr>
          <p:spPr>
            <a:xfrm>
              <a:off x="6868955" y="2426874"/>
              <a:ext cx="78739" cy="55606"/>
            </a:xfrm>
            <a:custGeom>
              <a:avLst/>
              <a:gdLst/>
              <a:ahLst/>
              <a:cxnLst/>
              <a:rect l="l" t="t" r="r" b="b"/>
              <a:pathLst>
                <a:path w="2440" h="1723" extrusionOk="0">
                  <a:moveTo>
                    <a:pt x="37" y="0"/>
                  </a:moveTo>
                  <a:cubicBezTo>
                    <a:pt x="36" y="0"/>
                    <a:pt x="35" y="1"/>
                    <a:pt x="34" y="1"/>
                  </a:cubicBezTo>
                  <a:cubicBezTo>
                    <a:pt x="0" y="1"/>
                    <a:pt x="201" y="787"/>
                    <a:pt x="786" y="1639"/>
                  </a:cubicBezTo>
                  <a:lnTo>
                    <a:pt x="836" y="1722"/>
                  </a:lnTo>
                  <a:lnTo>
                    <a:pt x="903" y="1672"/>
                  </a:lnTo>
                  <a:cubicBezTo>
                    <a:pt x="953" y="1639"/>
                    <a:pt x="986" y="1605"/>
                    <a:pt x="1020" y="1589"/>
                  </a:cubicBezTo>
                  <a:cubicBezTo>
                    <a:pt x="1922" y="954"/>
                    <a:pt x="2440" y="219"/>
                    <a:pt x="2390" y="185"/>
                  </a:cubicBezTo>
                  <a:cubicBezTo>
                    <a:pt x="2389" y="184"/>
                    <a:pt x="2388" y="184"/>
                    <a:pt x="2386" y="184"/>
                  </a:cubicBezTo>
                  <a:cubicBezTo>
                    <a:pt x="2329" y="184"/>
                    <a:pt x="1767" y="835"/>
                    <a:pt x="919" y="1438"/>
                  </a:cubicBezTo>
                  <a:lnTo>
                    <a:pt x="878" y="1468"/>
                  </a:lnTo>
                  <a:lnTo>
                    <a:pt x="878" y="1468"/>
                  </a:lnTo>
                  <a:cubicBezTo>
                    <a:pt x="360" y="686"/>
                    <a:pt x="94" y="0"/>
                    <a:pt x="37"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21" name="Google Shape;1245;p35"/>
            <p:cNvSpPr/>
            <p:nvPr/>
          </p:nvSpPr>
          <p:spPr>
            <a:xfrm>
              <a:off x="6825810" y="2473831"/>
              <a:ext cx="24848" cy="790515"/>
            </a:xfrm>
            <a:custGeom>
              <a:avLst/>
              <a:gdLst/>
              <a:ahLst/>
              <a:cxnLst/>
              <a:rect l="l" t="t" r="r" b="b"/>
              <a:pathLst>
                <a:path w="770" h="24495" extrusionOk="0">
                  <a:moveTo>
                    <a:pt x="719" y="0"/>
                  </a:moveTo>
                  <a:cubicBezTo>
                    <a:pt x="702" y="84"/>
                    <a:pt x="702" y="167"/>
                    <a:pt x="702" y="251"/>
                  </a:cubicBezTo>
                  <a:cubicBezTo>
                    <a:pt x="702" y="434"/>
                    <a:pt x="686" y="668"/>
                    <a:pt x="686" y="969"/>
                  </a:cubicBezTo>
                  <a:cubicBezTo>
                    <a:pt x="669" y="1604"/>
                    <a:pt x="652" y="2490"/>
                    <a:pt x="619" y="3592"/>
                  </a:cubicBezTo>
                  <a:cubicBezTo>
                    <a:pt x="535" y="5815"/>
                    <a:pt x="418" y="8872"/>
                    <a:pt x="301" y="12247"/>
                  </a:cubicBezTo>
                  <a:cubicBezTo>
                    <a:pt x="168" y="15622"/>
                    <a:pt x="68" y="18680"/>
                    <a:pt x="17" y="20902"/>
                  </a:cubicBezTo>
                  <a:cubicBezTo>
                    <a:pt x="1" y="22005"/>
                    <a:pt x="1" y="22907"/>
                    <a:pt x="1" y="23526"/>
                  </a:cubicBezTo>
                  <a:cubicBezTo>
                    <a:pt x="17" y="23826"/>
                    <a:pt x="17" y="24060"/>
                    <a:pt x="34" y="24244"/>
                  </a:cubicBezTo>
                  <a:cubicBezTo>
                    <a:pt x="34" y="24328"/>
                    <a:pt x="34" y="24411"/>
                    <a:pt x="51" y="24495"/>
                  </a:cubicBezTo>
                  <a:cubicBezTo>
                    <a:pt x="68" y="24411"/>
                    <a:pt x="68" y="24328"/>
                    <a:pt x="68" y="24244"/>
                  </a:cubicBezTo>
                  <a:cubicBezTo>
                    <a:pt x="68" y="24060"/>
                    <a:pt x="68" y="23826"/>
                    <a:pt x="84" y="23526"/>
                  </a:cubicBezTo>
                  <a:cubicBezTo>
                    <a:pt x="84" y="22891"/>
                    <a:pt x="118" y="22005"/>
                    <a:pt x="151" y="20902"/>
                  </a:cubicBezTo>
                  <a:cubicBezTo>
                    <a:pt x="235" y="18680"/>
                    <a:pt x="335" y="15622"/>
                    <a:pt x="469" y="12247"/>
                  </a:cubicBezTo>
                  <a:cubicBezTo>
                    <a:pt x="602" y="8872"/>
                    <a:pt x="702" y="5798"/>
                    <a:pt x="753" y="3592"/>
                  </a:cubicBezTo>
                  <a:cubicBezTo>
                    <a:pt x="769" y="2473"/>
                    <a:pt x="769" y="1587"/>
                    <a:pt x="753" y="969"/>
                  </a:cubicBezTo>
                  <a:cubicBezTo>
                    <a:pt x="753" y="668"/>
                    <a:pt x="736" y="434"/>
                    <a:pt x="736" y="251"/>
                  </a:cubicBezTo>
                  <a:cubicBezTo>
                    <a:pt x="736" y="167"/>
                    <a:pt x="736" y="84"/>
                    <a:pt x="7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22" name="Google Shape;1246;p35"/>
            <p:cNvSpPr/>
            <p:nvPr/>
          </p:nvSpPr>
          <p:spPr>
            <a:xfrm>
              <a:off x="6877054" y="2603437"/>
              <a:ext cx="26429" cy="24075"/>
            </a:xfrm>
            <a:custGeom>
              <a:avLst/>
              <a:gdLst/>
              <a:ahLst/>
              <a:cxnLst/>
              <a:rect l="l" t="t" r="r" b="b"/>
              <a:pathLst>
                <a:path w="819" h="746" extrusionOk="0">
                  <a:moveTo>
                    <a:pt x="496" y="0"/>
                  </a:moveTo>
                  <a:cubicBezTo>
                    <a:pt x="474" y="0"/>
                    <a:pt x="463" y="5"/>
                    <a:pt x="468" y="11"/>
                  </a:cubicBezTo>
                  <a:cubicBezTo>
                    <a:pt x="451" y="44"/>
                    <a:pt x="551" y="61"/>
                    <a:pt x="618" y="195"/>
                  </a:cubicBezTo>
                  <a:cubicBezTo>
                    <a:pt x="652" y="261"/>
                    <a:pt x="668" y="345"/>
                    <a:pt x="635" y="412"/>
                  </a:cubicBezTo>
                  <a:cubicBezTo>
                    <a:pt x="586" y="509"/>
                    <a:pt x="492" y="561"/>
                    <a:pt x="399" y="561"/>
                  </a:cubicBezTo>
                  <a:cubicBezTo>
                    <a:pt x="332" y="561"/>
                    <a:pt x="266" y="534"/>
                    <a:pt x="217" y="479"/>
                  </a:cubicBezTo>
                  <a:cubicBezTo>
                    <a:pt x="167" y="412"/>
                    <a:pt x="150" y="345"/>
                    <a:pt x="167" y="261"/>
                  </a:cubicBezTo>
                  <a:cubicBezTo>
                    <a:pt x="184" y="128"/>
                    <a:pt x="267" y="61"/>
                    <a:pt x="267" y="44"/>
                  </a:cubicBezTo>
                  <a:cubicBezTo>
                    <a:pt x="267" y="41"/>
                    <a:pt x="262" y="39"/>
                    <a:pt x="254" y="39"/>
                  </a:cubicBezTo>
                  <a:cubicBezTo>
                    <a:pt x="215" y="39"/>
                    <a:pt x="105" y="78"/>
                    <a:pt x="50" y="228"/>
                  </a:cubicBezTo>
                  <a:cubicBezTo>
                    <a:pt x="0" y="345"/>
                    <a:pt x="17" y="462"/>
                    <a:pt x="84" y="579"/>
                  </a:cubicBezTo>
                  <a:cubicBezTo>
                    <a:pt x="161" y="692"/>
                    <a:pt x="281" y="745"/>
                    <a:pt x="400" y="745"/>
                  </a:cubicBezTo>
                  <a:cubicBezTo>
                    <a:pt x="564" y="745"/>
                    <a:pt x="727" y="645"/>
                    <a:pt x="785" y="462"/>
                  </a:cubicBezTo>
                  <a:cubicBezTo>
                    <a:pt x="819" y="345"/>
                    <a:pt x="802" y="228"/>
                    <a:pt x="719" y="128"/>
                  </a:cubicBezTo>
                  <a:cubicBezTo>
                    <a:pt x="639" y="25"/>
                    <a:pt x="543" y="0"/>
                    <a:pt x="496"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23" name="Google Shape;1247;p35"/>
            <p:cNvSpPr/>
            <p:nvPr/>
          </p:nvSpPr>
          <p:spPr>
            <a:xfrm>
              <a:off x="6881895" y="2781904"/>
              <a:ext cx="22137" cy="21138"/>
            </a:xfrm>
            <a:custGeom>
              <a:avLst/>
              <a:gdLst/>
              <a:ahLst/>
              <a:cxnLst/>
              <a:rect l="l" t="t" r="r" b="b"/>
              <a:pathLst>
                <a:path w="686" h="655" extrusionOk="0">
                  <a:moveTo>
                    <a:pt x="403" y="0"/>
                  </a:moveTo>
                  <a:cubicBezTo>
                    <a:pt x="381" y="0"/>
                    <a:pt x="368" y="6"/>
                    <a:pt x="368" y="11"/>
                  </a:cubicBezTo>
                  <a:cubicBezTo>
                    <a:pt x="368" y="45"/>
                    <a:pt x="452" y="78"/>
                    <a:pt x="502" y="178"/>
                  </a:cubicBezTo>
                  <a:cubicBezTo>
                    <a:pt x="569" y="295"/>
                    <a:pt x="502" y="462"/>
                    <a:pt x="368" y="479"/>
                  </a:cubicBezTo>
                  <a:cubicBezTo>
                    <a:pt x="354" y="483"/>
                    <a:pt x="340" y="484"/>
                    <a:pt x="326" y="484"/>
                  </a:cubicBezTo>
                  <a:cubicBezTo>
                    <a:pt x="212" y="484"/>
                    <a:pt x="123" y="365"/>
                    <a:pt x="168" y="245"/>
                  </a:cubicBezTo>
                  <a:cubicBezTo>
                    <a:pt x="201" y="128"/>
                    <a:pt x="284" y="112"/>
                    <a:pt x="284" y="78"/>
                  </a:cubicBezTo>
                  <a:cubicBezTo>
                    <a:pt x="284" y="73"/>
                    <a:pt x="271" y="68"/>
                    <a:pt x="250" y="68"/>
                  </a:cubicBezTo>
                  <a:cubicBezTo>
                    <a:pt x="203" y="68"/>
                    <a:pt x="119" y="92"/>
                    <a:pt x="51" y="195"/>
                  </a:cubicBezTo>
                  <a:cubicBezTo>
                    <a:pt x="0" y="295"/>
                    <a:pt x="0" y="396"/>
                    <a:pt x="51" y="496"/>
                  </a:cubicBezTo>
                  <a:cubicBezTo>
                    <a:pt x="106" y="592"/>
                    <a:pt x="207" y="655"/>
                    <a:pt x="315" y="655"/>
                  </a:cubicBezTo>
                  <a:cubicBezTo>
                    <a:pt x="338" y="655"/>
                    <a:pt x="361" y="652"/>
                    <a:pt x="385" y="646"/>
                  </a:cubicBezTo>
                  <a:cubicBezTo>
                    <a:pt x="535" y="630"/>
                    <a:pt x="635" y="529"/>
                    <a:pt x="669" y="396"/>
                  </a:cubicBezTo>
                  <a:cubicBezTo>
                    <a:pt x="685" y="295"/>
                    <a:pt x="669" y="195"/>
                    <a:pt x="602" y="112"/>
                  </a:cubicBezTo>
                  <a:cubicBezTo>
                    <a:pt x="524" y="22"/>
                    <a:pt x="446" y="0"/>
                    <a:pt x="403"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24" name="Google Shape;1248;p35"/>
            <p:cNvSpPr/>
            <p:nvPr/>
          </p:nvSpPr>
          <p:spPr>
            <a:xfrm>
              <a:off x="6407946" y="2558482"/>
              <a:ext cx="86290" cy="214644"/>
            </a:xfrm>
            <a:custGeom>
              <a:avLst/>
              <a:gdLst/>
              <a:ahLst/>
              <a:cxnLst/>
              <a:rect l="l" t="t" r="r" b="b"/>
              <a:pathLst>
                <a:path w="2674" h="6651" extrusionOk="0">
                  <a:moveTo>
                    <a:pt x="1" y="0"/>
                  </a:moveTo>
                  <a:lnTo>
                    <a:pt x="1" y="0"/>
                  </a:lnTo>
                  <a:cubicBezTo>
                    <a:pt x="101" y="334"/>
                    <a:pt x="218" y="669"/>
                    <a:pt x="385" y="969"/>
                  </a:cubicBezTo>
                  <a:cubicBezTo>
                    <a:pt x="652" y="1621"/>
                    <a:pt x="986" y="2423"/>
                    <a:pt x="1354" y="3325"/>
                  </a:cubicBezTo>
                  <a:cubicBezTo>
                    <a:pt x="1705" y="4211"/>
                    <a:pt x="2022" y="5030"/>
                    <a:pt x="2273" y="5681"/>
                  </a:cubicBezTo>
                  <a:cubicBezTo>
                    <a:pt x="2390" y="6015"/>
                    <a:pt x="2524" y="6333"/>
                    <a:pt x="2674" y="6650"/>
                  </a:cubicBezTo>
                  <a:cubicBezTo>
                    <a:pt x="2607" y="6299"/>
                    <a:pt x="2524" y="5965"/>
                    <a:pt x="2390" y="5631"/>
                  </a:cubicBezTo>
                  <a:cubicBezTo>
                    <a:pt x="2189" y="5013"/>
                    <a:pt x="1872" y="4177"/>
                    <a:pt x="1504" y="3258"/>
                  </a:cubicBezTo>
                  <a:cubicBezTo>
                    <a:pt x="1137" y="2339"/>
                    <a:pt x="769" y="1521"/>
                    <a:pt x="485" y="919"/>
                  </a:cubicBezTo>
                  <a:cubicBezTo>
                    <a:pt x="351" y="602"/>
                    <a:pt x="184" y="284"/>
                    <a:pt x="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25" name="Google Shape;1249;p35"/>
            <p:cNvSpPr/>
            <p:nvPr/>
          </p:nvSpPr>
          <p:spPr>
            <a:xfrm>
              <a:off x="7111593" y="2662528"/>
              <a:ext cx="156380" cy="159684"/>
            </a:xfrm>
            <a:custGeom>
              <a:avLst/>
              <a:gdLst/>
              <a:ahLst/>
              <a:cxnLst/>
              <a:rect l="l" t="t" r="r" b="b"/>
              <a:pathLst>
                <a:path w="4846" h="4948" extrusionOk="0">
                  <a:moveTo>
                    <a:pt x="4810" y="0"/>
                  </a:moveTo>
                  <a:cubicBezTo>
                    <a:pt x="4745" y="0"/>
                    <a:pt x="3656" y="1058"/>
                    <a:pt x="2356" y="2407"/>
                  </a:cubicBezTo>
                  <a:cubicBezTo>
                    <a:pt x="1036" y="3777"/>
                    <a:pt x="0" y="4913"/>
                    <a:pt x="34" y="4947"/>
                  </a:cubicBezTo>
                  <a:cubicBezTo>
                    <a:pt x="34" y="4947"/>
                    <a:pt x="35" y="4947"/>
                    <a:pt x="36" y="4947"/>
                  </a:cubicBezTo>
                  <a:cubicBezTo>
                    <a:pt x="100" y="4947"/>
                    <a:pt x="1190" y="3874"/>
                    <a:pt x="2490" y="2524"/>
                  </a:cubicBezTo>
                  <a:cubicBezTo>
                    <a:pt x="3810" y="1171"/>
                    <a:pt x="4846" y="34"/>
                    <a:pt x="4812" y="1"/>
                  </a:cubicBezTo>
                  <a:cubicBezTo>
                    <a:pt x="4812" y="0"/>
                    <a:pt x="4811" y="0"/>
                    <a:pt x="4810"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28" name="Google Shape;1252;p35"/>
            <p:cNvSpPr/>
            <p:nvPr/>
          </p:nvSpPr>
          <p:spPr>
            <a:xfrm>
              <a:off x="7040405" y="2857196"/>
              <a:ext cx="204398" cy="42632"/>
            </a:xfrm>
            <a:custGeom>
              <a:avLst/>
              <a:gdLst/>
              <a:ahLst/>
              <a:cxnLst/>
              <a:rect l="l" t="t" r="r" b="b"/>
              <a:pathLst>
                <a:path w="6334" h="1321" extrusionOk="0">
                  <a:moveTo>
                    <a:pt x="6333" y="1"/>
                  </a:moveTo>
                  <a:cubicBezTo>
                    <a:pt x="6016" y="17"/>
                    <a:pt x="5698" y="68"/>
                    <a:pt x="5398" y="134"/>
                  </a:cubicBezTo>
                  <a:cubicBezTo>
                    <a:pt x="4813" y="235"/>
                    <a:pt x="4028" y="402"/>
                    <a:pt x="3159" y="569"/>
                  </a:cubicBezTo>
                  <a:cubicBezTo>
                    <a:pt x="2273" y="753"/>
                    <a:pt x="1488" y="936"/>
                    <a:pt x="920" y="1070"/>
                  </a:cubicBezTo>
                  <a:cubicBezTo>
                    <a:pt x="602" y="1120"/>
                    <a:pt x="302" y="1204"/>
                    <a:pt x="1" y="1321"/>
                  </a:cubicBezTo>
                  <a:cubicBezTo>
                    <a:pt x="318" y="1304"/>
                    <a:pt x="636" y="1254"/>
                    <a:pt x="953" y="1187"/>
                  </a:cubicBezTo>
                  <a:cubicBezTo>
                    <a:pt x="1521" y="1087"/>
                    <a:pt x="2323" y="920"/>
                    <a:pt x="3192" y="753"/>
                  </a:cubicBezTo>
                  <a:cubicBezTo>
                    <a:pt x="4061" y="569"/>
                    <a:pt x="4846" y="385"/>
                    <a:pt x="5414" y="251"/>
                  </a:cubicBezTo>
                  <a:cubicBezTo>
                    <a:pt x="5732" y="201"/>
                    <a:pt x="6033" y="118"/>
                    <a:pt x="6333" y="1"/>
                  </a:cubicBezTo>
                  <a:close/>
                </a:path>
              </a:pathLst>
            </a:custGeom>
            <a:solidFill>
              <a:srgbClr val="263238">
                <a:alpha val="32020"/>
              </a:srgbClr>
            </a:solidFill>
            <a:ln>
              <a:noFill/>
            </a:ln>
          </p:spPr>
          <p:txBody>
            <a:bodyPr spcFirstLastPara="1" wrap="square" lIns="121900" tIns="121900" rIns="121900" bIns="121900" anchor="ctr" anchorCtr="0">
              <a:noAutofit/>
            </a:bodyPr>
            <a:lstStyle/>
            <a:p>
              <a:endParaRPr sz="2400"/>
            </a:p>
          </p:txBody>
        </p:sp>
        <p:sp>
          <p:nvSpPr>
            <p:cNvPr id="129" name="Google Shape;1253;p35"/>
            <p:cNvSpPr/>
            <p:nvPr/>
          </p:nvSpPr>
          <p:spPr>
            <a:xfrm>
              <a:off x="7036113" y="2973667"/>
              <a:ext cx="229698" cy="299844"/>
            </a:xfrm>
            <a:custGeom>
              <a:avLst/>
              <a:gdLst/>
              <a:ahLst/>
              <a:cxnLst/>
              <a:rect l="l" t="t" r="r" b="b"/>
              <a:pathLst>
                <a:path w="7118" h="9291" extrusionOk="0">
                  <a:moveTo>
                    <a:pt x="7001" y="1"/>
                  </a:moveTo>
                  <a:cubicBezTo>
                    <a:pt x="4996" y="1622"/>
                    <a:pt x="3158" y="3409"/>
                    <a:pt x="1504" y="5364"/>
                  </a:cubicBezTo>
                  <a:cubicBezTo>
                    <a:pt x="1036" y="5932"/>
                    <a:pt x="551" y="6500"/>
                    <a:pt x="284" y="7185"/>
                  </a:cubicBezTo>
                  <a:cubicBezTo>
                    <a:pt x="33" y="7871"/>
                    <a:pt x="0" y="8673"/>
                    <a:pt x="384" y="9291"/>
                  </a:cubicBezTo>
                  <a:lnTo>
                    <a:pt x="4812" y="8305"/>
                  </a:lnTo>
                  <a:lnTo>
                    <a:pt x="7118" y="786"/>
                  </a:lnTo>
                  <a:cubicBezTo>
                    <a:pt x="7068" y="519"/>
                    <a:pt x="7034" y="268"/>
                    <a:pt x="7001" y="1"/>
                  </a:cubicBezTo>
                  <a:close/>
                </a:path>
              </a:pathLst>
            </a:custGeom>
            <a:solidFill>
              <a:srgbClr val="263238">
                <a:alpha val="32020"/>
              </a:srgbClr>
            </a:solidFill>
            <a:ln>
              <a:noFill/>
            </a:ln>
          </p:spPr>
          <p:txBody>
            <a:bodyPr spcFirstLastPara="1" wrap="square" lIns="121900" tIns="121900" rIns="121900" bIns="121900" anchor="ctr" anchorCtr="0">
              <a:noAutofit/>
            </a:bodyPr>
            <a:lstStyle/>
            <a:p>
              <a:endParaRPr sz="2400"/>
            </a:p>
          </p:txBody>
        </p:sp>
        <p:sp>
          <p:nvSpPr>
            <p:cNvPr id="130" name="Google Shape;1254;p35"/>
            <p:cNvSpPr/>
            <p:nvPr/>
          </p:nvSpPr>
          <p:spPr>
            <a:xfrm>
              <a:off x="7065221" y="2702998"/>
              <a:ext cx="397954" cy="695860"/>
            </a:xfrm>
            <a:custGeom>
              <a:avLst/>
              <a:gdLst/>
              <a:ahLst/>
              <a:cxnLst/>
              <a:rect l="l" t="t" r="r" b="b"/>
              <a:pathLst>
                <a:path w="12332" h="21562" extrusionOk="0">
                  <a:moveTo>
                    <a:pt x="6350" y="0"/>
                  </a:moveTo>
                  <a:lnTo>
                    <a:pt x="2974" y="4194"/>
                  </a:lnTo>
                  <a:cubicBezTo>
                    <a:pt x="3125" y="4294"/>
                    <a:pt x="6617" y="8455"/>
                    <a:pt x="6617" y="8455"/>
                  </a:cubicBezTo>
                  <a:lnTo>
                    <a:pt x="1270" y="15105"/>
                  </a:lnTo>
                  <a:cubicBezTo>
                    <a:pt x="451" y="16141"/>
                    <a:pt x="0" y="17578"/>
                    <a:pt x="435" y="18831"/>
                  </a:cubicBezTo>
                  <a:lnTo>
                    <a:pt x="1153" y="20318"/>
                  </a:lnTo>
                  <a:cubicBezTo>
                    <a:pt x="1520" y="21101"/>
                    <a:pt x="2309" y="21561"/>
                    <a:pt x="3131" y="21561"/>
                  </a:cubicBezTo>
                  <a:cubicBezTo>
                    <a:pt x="3432" y="21561"/>
                    <a:pt x="3737" y="21500"/>
                    <a:pt x="4027" y="21370"/>
                  </a:cubicBezTo>
                  <a:lnTo>
                    <a:pt x="5297" y="20802"/>
                  </a:lnTo>
                  <a:cubicBezTo>
                    <a:pt x="5614" y="20652"/>
                    <a:pt x="5681" y="20234"/>
                    <a:pt x="5414" y="20017"/>
                  </a:cubicBezTo>
                  <a:lnTo>
                    <a:pt x="5113" y="19733"/>
                  </a:lnTo>
                  <a:cubicBezTo>
                    <a:pt x="4913" y="19561"/>
                    <a:pt x="4663" y="19475"/>
                    <a:pt x="4406" y="19475"/>
                  </a:cubicBezTo>
                  <a:cubicBezTo>
                    <a:pt x="4364" y="19475"/>
                    <a:pt x="4321" y="19477"/>
                    <a:pt x="4278" y="19482"/>
                  </a:cubicBezTo>
                  <a:lnTo>
                    <a:pt x="2640" y="19633"/>
                  </a:lnTo>
                  <a:lnTo>
                    <a:pt x="2573" y="19332"/>
                  </a:lnTo>
                  <a:lnTo>
                    <a:pt x="10644" y="11579"/>
                  </a:lnTo>
                  <a:cubicBezTo>
                    <a:pt x="12331" y="9658"/>
                    <a:pt x="12315" y="6767"/>
                    <a:pt x="10610" y="4846"/>
                  </a:cubicBezTo>
                  <a:lnTo>
                    <a:pt x="6350" y="0"/>
                  </a:lnTo>
                  <a:close/>
                </a:path>
              </a:pathLst>
            </a:custGeom>
            <a:solidFill>
              <a:srgbClr val="876757"/>
            </a:solidFill>
            <a:ln>
              <a:noFill/>
            </a:ln>
          </p:spPr>
          <p:txBody>
            <a:bodyPr spcFirstLastPara="1" wrap="square" lIns="121900" tIns="121900" rIns="121900" bIns="121900" anchor="ctr" anchorCtr="0">
              <a:noAutofit/>
            </a:bodyPr>
            <a:lstStyle/>
            <a:p>
              <a:endParaRPr sz="2400"/>
            </a:p>
          </p:txBody>
        </p:sp>
        <p:sp>
          <p:nvSpPr>
            <p:cNvPr id="131" name="Google Shape;1255;p35"/>
            <p:cNvSpPr/>
            <p:nvPr/>
          </p:nvSpPr>
          <p:spPr>
            <a:xfrm>
              <a:off x="7147703" y="3326858"/>
              <a:ext cx="97100" cy="45343"/>
            </a:xfrm>
            <a:custGeom>
              <a:avLst/>
              <a:gdLst/>
              <a:ahLst/>
              <a:cxnLst/>
              <a:rect l="l" t="t" r="r" b="b"/>
              <a:pathLst>
                <a:path w="3009" h="1405" extrusionOk="0">
                  <a:moveTo>
                    <a:pt x="17" y="1"/>
                  </a:moveTo>
                  <a:cubicBezTo>
                    <a:pt x="1" y="201"/>
                    <a:pt x="34" y="385"/>
                    <a:pt x="134" y="552"/>
                  </a:cubicBezTo>
                  <a:cubicBezTo>
                    <a:pt x="218" y="736"/>
                    <a:pt x="352" y="903"/>
                    <a:pt x="485" y="1054"/>
                  </a:cubicBezTo>
                  <a:cubicBezTo>
                    <a:pt x="669" y="1254"/>
                    <a:pt x="920" y="1371"/>
                    <a:pt x="1187" y="1404"/>
                  </a:cubicBezTo>
                  <a:cubicBezTo>
                    <a:pt x="1638" y="1371"/>
                    <a:pt x="2073" y="1271"/>
                    <a:pt x="2490" y="1087"/>
                  </a:cubicBezTo>
                  <a:cubicBezTo>
                    <a:pt x="2674" y="1037"/>
                    <a:pt x="2841" y="970"/>
                    <a:pt x="3008" y="903"/>
                  </a:cubicBezTo>
                  <a:cubicBezTo>
                    <a:pt x="2965" y="899"/>
                    <a:pt x="2921" y="897"/>
                    <a:pt x="2876" y="897"/>
                  </a:cubicBezTo>
                  <a:cubicBezTo>
                    <a:pt x="2732" y="897"/>
                    <a:pt x="2585" y="919"/>
                    <a:pt x="2457" y="970"/>
                  </a:cubicBezTo>
                  <a:cubicBezTo>
                    <a:pt x="2137" y="1050"/>
                    <a:pt x="1710" y="1222"/>
                    <a:pt x="1249" y="1222"/>
                  </a:cubicBezTo>
                  <a:cubicBezTo>
                    <a:pt x="1229" y="1222"/>
                    <a:pt x="1208" y="1221"/>
                    <a:pt x="1187" y="1221"/>
                  </a:cubicBezTo>
                  <a:cubicBezTo>
                    <a:pt x="970" y="1204"/>
                    <a:pt x="753" y="1104"/>
                    <a:pt x="602" y="937"/>
                  </a:cubicBezTo>
                  <a:cubicBezTo>
                    <a:pt x="469" y="803"/>
                    <a:pt x="335" y="669"/>
                    <a:pt x="251" y="502"/>
                  </a:cubicBezTo>
                  <a:cubicBezTo>
                    <a:pt x="68" y="218"/>
                    <a:pt x="51" y="1"/>
                    <a:pt x="17" y="1"/>
                  </a:cubicBezTo>
                  <a:close/>
                </a:path>
              </a:pathLst>
            </a:custGeom>
            <a:solidFill>
              <a:srgbClr val="674F41"/>
            </a:solidFill>
            <a:ln>
              <a:noFill/>
            </a:ln>
          </p:spPr>
          <p:txBody>
            <a:bodyPr spcFirstLastPara="1" wrap="square" lIns="121900" tIns="121900" rIns="121900" bIns="121900" anchor="ctr" anchorCtr="0">
              <a:noAutofit/>
            </a:bodyPr>
            <a:lstStyle/>
            <a:p>
              <a:endParaRPr sz="2400"/>
            </a:p>
          </p:txBody>
        </p:sp>
        <p:sp>
          <p:nvSpPr>
            <p:cNvPr id="132" name="Google Shape;1256;p35"/>
            <p:cNvSpPr/>
            <p:nvPr/>
          </p:nvSpPr>
          <p:spPr>
            <a:xfrm>
              <a:off x="7150962" y="3339476"/>
              <a:ext cx="79287" cy="16233"/>
            </a:xfrm>
            <a:custGeom>
              <a:avLst/>
              <a:gdLst/>
              <a:ahLst/>
              <a:cxnLst/>
              <a:rect l="l" t="t" r="r" b="b"/>
              <a:pathLst>
                <a:path w="2457" h="503" extrusionOk="0">
                  <a:moveTo>
                    <a:pt x="2416" y="0"/>
                  </a:moveTo>
                  <a:cubicBezTo>
                    <a:pt x="2274" y="0"/>
                    <a:pt x="1773" y="121"/>
                    <a:pt x="1186" y="278"/>
                  </a:cubicBezTo>
                  <a:cubicBezTo>
                    <a:pt x="1064" y="314"/>
                    <a:pt x="941" y="332"/>
                    <a:pt x="818" y="332"/>
                  </a:cubicBezTo>
                  <a:cubicBezTo>
                    <a:pt x="657" y="332"/>
                    <a:pt x="495" y="302"/>
                    <a:pt x="334" y="245"/>
                  </a:cubicBezTo>
                  <a:cubicBezTo>
                    <a:pt x="147" y="182"/>
                    <a:pt x="47" y="76"/>
                    <a:pt x="21" y="76"/>
                  </a:cubicBezTo>
                  <a:cubicBezTo>
                    <a:pt x="19" y="76"/>
                    <a:pt x="18" y="77"/>
                    <a:pt x="17" y="78"/>
                  </a:cubicBezTo>
                  <a:cubicBezTo>
                    <a:pt x="0" y="78"/>
                    <a:pt x="67" y="245"/>
                    <a:pt x="284" y="362"/>
                  </a:cubicBezTo>
                  <a:cubicBezTo>
                    <a:pt x="459" y="454"/>
                    <a:pt x="653" y="503"/>
                    <a:pt x="850" y="503"/>
                  </a:cubicBezTo>
                  <a:cubicBezTo>
                    <a:pt x="973" y="503"/>
                    <a:pt x="1098" y="484"/>
                    <a:pt x="1220" y="445"/>
                  </a:cubicBezTo>
                  <a:cubicBezTo>
                    <a:pt x="1921" y="262"/>
                    <a:pt x="2456" y="61"/>
                    <a:pt x="2456" y="11"/>
                  </a:cubicBezTo>
                  <a:cubicBezTo>
                    <a:pt x="2454" y="4"/>
                    <a:pt x="2440" y="0"/>
                    <a:pt x="2416" y="0"/>
                  </a:cubicBezTo>
                  <a:close/>
                </a:path>
              </a:pathLst>
            </a:custGeom>
            <a:solidFill>
              <a:srgbClr val="674F41"/>
            </a:solidFill>
            <a:ln>
              <a:noFill/>
            </a:ln>
          </p:spPr>
          <p:txBody>
            <a:bodyPr spcFirstLastPara="1" wrap="square" lIns="121900" tIns="121900" rIns="121900" bIns="121900" anchor="ctr" anchorCtr="0">
              <a:noAutofit/>
            </a:bodyPr>
            <a:lstStyle/>
            <a:p>
              <a:endParaRPr sz="2400"/>
            </a:p>
          </p:txBody>
        </p:sp>
      </p:grpSp>
    </p:spTree>
    <p:extLst>
      <p:ext uri="{BB962C8B-B14F-4D97-AF65-F5344CB8AC3E}">
        <p14:creationId xmlns:p14="http://schemas.microsoft.com/office/powerpoint/2010/main" val="757635246"/>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81225" y="460799"/>
            <a:ext cx="11360800" cy="763600"/>
          </a:xfrm>
        </p:spPr>
        <p:txBody>
          <a:bodyPr/>
          <a:lstStyle/>
          <a:p>
            <a:pPr>
              <a:defRPr/>
            </a:pPr>
            <a:r>
              <a:rPr lang="fr-FR" sz="3200" dirty="0">
                <a:latin typeface="Josefin Sans" panose="020B0604020202020204" charset="0"/>
                <a:cs typeface="Arial" pitchFamily="2"/>
              </a:rPr>
              <a:t>EXPLOIT BOOTSTRAPPING OPPORTUNITIES</a:t>
            </a:r>
            <a:endParaRPr lang="fr-FR" sz="3200" dirty="0">
              <a:solidFill>
                <a:schemeClr val="tx2">
                  <a:satMod val="130000"/>
                </a:schemeClr>
              </a:solidFill>
              <a:latin typeface="Josefin Sans" panose="020B0604020202020204" charset="0"/>
            </a:endParaRPr>
          </a:p>
        </p:txBody>
      </p:sp>
      <p:sp>
        <p:nvSpPr>
          <p:cNvPr id="13315" name="Rectangle 3"/>
          <p:cNvSpPr>
            <a:spLocks noGrp="1" noChangeArrowheads="1"/>
          </p:cNvSpPr>
          <p:nvPr>
            <p:ph idx="1"/>
          </p:nvPr>
        </p:nvSpPr>
        <p:spPr>
          <a:xfrm>
            <a:off x="1344601" y="1558801"/>
            <a:ext cx="7202633" cy="4897439"/>
          </a:xfrm>
        </p:spPr>
        <p:txBody>
          <a:bodyPr>
            <a:normAutofit/>
          </a:bodyPr>
          <a:lstStyle/>
          <a:p>
            <a:pPr marL="83885" indent="0" algn="just">
              <a:buNone/>
              <a:tabLst>
                <a:tab pos="342718" algn="l"/>
                <a:tab pos="448911" algn="l"/>
                <a:tab pos="898183" algn="l"/>
                <a:tab pos="1347453" algn="l"/>
                <a:tab pos="1796714" algn="l"/>
                <a:tab pos="2245983" algn="l"/>
                <a:tab pos="2695254" algn="l"/>
                <a:tab pos="3144524" algn="l"/>
                <a:tab pos="3593793" algn="l"/>
                <a:tab pos="4043064" algn="l"/>
                <a:tab pos="4492334" algn="l"/>
                <a:tab pos="4941238" algn="l"/>
                <a:tab pos="5390508" algn="l"/>
                <a:tab pos="5839778" algn="l"/>
                <a:tab pos="6289048" algn="l"/>
                <a:tab pos="6738309" algn="l"/>
                <a:tab pos="7187579" algn="l"/>
                <a:tab pos="7636849" algn="l"/>
                <a:tab pos="8086119" algn="l"/>
                <a:tab pos="8535389" algn="l"/>
                <a:tab pos="8984659" algn="l"/>
              </a:tabLst>
            </a:pPr>
            <a:r>
              <a:rPr lang="fr-FR" sz="2267" dirty="0">
                <a:latin typeface="Poppins" panose="020B0604020202020204" charset="0"/>
                <a:cs typeface="Poppins" panose="020B0604020202020204" charset="0"/>
              </a:rPr>
              <a:t>More bootstrapping methods:</a:t>
            </a:r>
          </a:p>
          <a:p>
            <a:pPr marL="464875" indent="-380990" algn="just">
              <a:buClr>
                <a:schemeClr val="accent3"/>
              </a:buClr>
              <a:buFont typeface="Symbol" panose="05050102010706020507" pitchFamily="18" charset="2"/>
              <a:buChar char="-"/>
              <a:tabLst>
                <a:tab pos="342718" algn="l"/>
                <a:tab pos="448911" algn="l"/>
                <a:tab pos="898183" algn="l"/>
                <a:tab pos="1347453" algn="l"/>
                <a:tab pos="1796714" algn="l"/>
                <a:tab pos="2245983" algn="l"/>
                <a:tab pos="2695254" algn="l"/>
                <a:tab pos="3144524" algn="l"/>
                <a:tab pos="3593793" algn="l"/>
                <a:tab pos="4043064" algn="l"/>
                <a:tab pos="4492334" algn="l"/>
                <a:tab pos="4941238" algn="l"/>
                <a:tab pos="5390508" algn="l"/>
                <a:tab pos="5839778" algn="l"/>
                <a:tab pos="6289048" algn="l"/>
                <a:tab pos="6738309" algn="l"/>
                <a:tab pos="7187579" algn="l"/>
                <a:tab pos="7636849" algn="l"/>
                <a:tab pos="8086119" algn="l"/>
                <a:tab pos="8535389" algn="l"/>
                <a:tab pos="8984659" algn="l"/>
              </a:tabLst>
            </a:pPr>
            <a:endParaRPr lang="fr-FR" dirty="0">
              <a:latin typeface="Arial" pitchFamily="18"/>
              <a:cs typeface="Arial" pitchFamily="2"/>
            </a:endParaRPr>
          </a:p>
          <a:p>
            <a:pPr algn="just">
              <a:spcAft>
                <a:spcPts val="1200"/>
              </a:spcAft>
              <a:buClr>
                <a:schemeClr val="accent3"/>
              </a:buClr>
              <a:buSzPct val="100000"/>
              <a:buFont typeface="Symbol" panose="05050102010706020507" pitchFamily="18" charset="2"/>
              <a:buChar char="-"/>
              <a:defRPr/>
            </a:pPr>
            <a:r>
              <a:rPr lang="fr-FR" sz="2000" dirty="0">
                <a:cs typeface="Arial" pitchFamily="34" charset="0"/>
              </a:rPr>
              <a:t>Negotiating late payments from the subcontractor</a:t>
            </a:r>
          </a:p>
          <a:p>
            <a:pPr algn="just">
              <a:spcAft>
                <a:spcPts val="1200"/>
              </a:spcAft>
              <a:buClr>
                <a:schemeClr val="accent3"/>
              </a:buClr>
              <a:buSzPct val="100000"/>
              <a:defRPr/>
            </a:pPr>
            <a:r>
              <a:rPr lang="fr-FR" sz="2000" dirty="0" err="1">
                <a:cs typeface="Arial" pitchFamily="34" charset="0"/>
              </a:rPr>
              <a:t>Receive</a:t>
            </a:r>
            <a:r>
              <a:rPr lang="fr-FR" sz="2000" dirty="0">
                <a:cs typeface="Arial" pitchFamily="34" charset="0"/>
              </a:rPr>
              <a:t> </a:t>
            </a:r>
            <a:r>
              <a:rPr lang="fr-FR" sz="2000" dirty="0" err="1">
                <a:cs typeface="Arial" pitchFamily="34" charset="0"/>
              </a:rPr>
              <a:t>advance</a:t>
            </a:r>
            <a:r>
              <a:rPr lang="fr-FR" sz="2000" dirty="0">
                <a:cs typeface="Arial" pitchFamily="34" charset="0"/>
              </a:rPr>
              <a:t> </a:t>
            </a:r>
            <a:r>
              <a:rPr lang="fr-FR" sz="2000" dirty="0" err="1">
                <a:cs typeface="Arial" pitchFamily="34" charset="0"/>
              </a:rPr>
              <a:t>payments</a:t>
            </a:r>
            <a:r>
              <a:rPr lang="fr-FR" sz="2000" dirty="0">
                <a:cs typeface="Arial" pitchFamily="34" charset="0"/>
              </a:rPr>
              <a:t> </a:t>
            </a:r>
            <a:r>
              <a:rPr lang="fr-FR" sz="2000" dirty="0" err="1">
                <a:cs typeface="Arial" pitchFamily="34" charset="0"/>
              </a:rPr>
              <a:t>from</a:t>
            </a:r>
            <a:r>
              <a:rPr lang="fr-FR" sz="2000" dirty="0">
                <a:cs typeface="Arial" pitchFamily="34" charset="0"/>
              </a:rPr>
              <a:t> </a:t>
            </a:r>
            <a:r>
              <a:rPr lang="fr-FR" sz="2000" dirty="0" err="1">
                <a:cs typeface="Arial" pitchFamily="34" charset="0"/>
              </a:rPr>
              <a:t>customers</a:t>
            </a:r>
            <a:endParaRPr lang="fr-FR" sz="2000" dirty="0">
              <a:cs typeface="Arial" pitchFamily="34" charset="0"/>
            </a:endParaRPr>
          </a:p>
          <a:p>
            <a:pPr algn="just">
              <a:spcAft>
                <a:spcPts val="1200"/>
              </a:spcAft>
              <a:buClr>
                <a:schemeClr val="accent3"/>
              </a:buClr>
              <a:buSzPct val="100000"/>
              <a:buFont typeface="Symbol" panose="05050102010706020507" pitchFamily="18" charset="2"/>
              <a:buChar char="-"/>
              <a:defRPr/>
            </a:pPr>
            <a:r>
              <a:rPr lang="fr-FR" sz="2000" dirty="0">
                <a:cs typeface="Arial" pitchFamily="34" charset="0"/>
              </a:rPr>
              <a:t>Apply </a:t>
            </a:r>
            <a:r>
              <a:rPr lang="fr-FR" sz="2000" dirty="0" err="1">
                <a:solidFill>
                  <a:srgbClr val="47362D"/>
                </a:solidFill>
                <a:cs typeface="Arial" pitchFamily="34" charset="0"/>
              </a:rPr>
              <a:t>interest</a:t>
            </a:r>
            <a:r>
              <a:rPr lang="fr-FR" sz="2000" dirty="0">
                <a:solidFill>
                  <a:srgbClr val="47362D"/>
                </a:solidFill>
                <a:cs typeface="Arial" pitchFamily="34" charset="0"/>
              </a:rPr>
              <a:t> to </a:t>
            </a:r>
            <a:r>
              <a:rPr lang="fr-FR" sz="2000" dirty="0">
                <a:cs typeface="Arial" pitchFamily="34" charset="0"/>
              </a:rPr>
              <a:t>late payments from customers.</a:t>
            </a:r>
          </a:p>
          <a:p>
            <a:pPr algn="just">
              <a:spcAft>
                <a:spcPts val="1200"/>
              </a:spcAft>
              <a:buClr>
                <a:schemeClr val="accent3"/>
              </a:buClr>
              <a:buSzPct val="100000"/>
              <a:buFont typeface="Symbol" panose="05050102010706020507" pitchFamily="18" charset="2"/>
              <a:buChar char="-"/>
              <a:defRPr/>
            </a:pPr>
            <a:r>
              <a:rPr lang="fr-FR" sz="2000" dirty="0">
                <a:cs typeface="Arial" pitchFamily="34" charset="0"/>
              </a:rPr>
              <a:t>Sharing the company's land and buildings with </a:t>
            </a:r>
            <a:r>
              <a:rPr lang="fr-FR" sz="2000" dirty="0" err="1">
                <a:cs typeface="Arial" pitchFamily="34" charset="0"/>
              </a:rPr>
              <a:t>other</a:t>
            </a:r>
            <a:r>
              <a:rPr lang="fr-FR" sz="2000" dirty="0">
                <a:cs typeface="Arial" pitchFamily="34" charset="0"/>
              </a:rPr>
              <a:t> businesses</a:t>
            </a:r>
          </a:p>
          <a:p>
            <a:pPr algn="just">
              <a:spcAft>
                <a:spcPts val="1200"/>
              </a:spcAft>
              <a:buClr>
                <a:schemeClr val="accent3"/>
              </a:buClr>
              <a:buSzPct val="100000"/>
              <a:buFont typeface="Symbol" panose="05050102010706020507" pitchFamily="18" charset="2"/>
              <a:buChar char="-"/>
              <a:defRPr/>
            </a:pPr>
            <a:r>
              <a:rPr lang="fr-FR" sz="2000" dirty="0">
                <a:cs typeface="Arial" pitchFamily="34" charset="0"/>
              </a:rPr>
              <a:t>Share employees with </a:t>
            </a:r>
            <a:r>
              <a:rPr lang="fr-FR" sz="2000" dirty="0" err="1">
                <a:cs typeface="Arial" pitchFamily="34" charset="0"/>
              </a:rPr>
              <a:t>other</a:t>
            </a:r>
            <a:r>
              <a:rPr lang="fr-FR" sz="2000" dirty="0">
                <a:cs typeface="Arial" pitchFamily="34" charset="0"/>
              </a:rPr>
              <a:t> businesses</a:t>
            </a:r>
          </a:p>
          <a:p>
            <a:pPr algn="just">
              <a:spcAft>
                <a:spcPts val="1200"/>
              </a:spcAft>
              <a:buClr>
                <a:schemeClr val="accent3"/>
              </a:buClr>
              <a:buSzPct val="100000"/>
              <a:buFont typeface="Symbol" panose="05050102010706020507" pitchFamily="18" charset="2"/>
              <a:buChar char="-"/>
              <a:defRPr/>
            </a:pPr>
            <a:r>
              <a:rPr lang="fr-FR" sz="2000" dirty="0">
                <a:cs typeface="Arial" pitchFamily="34" charset="0"/>
              </a:rPr>
              <a:t>Share tools with other companies</a:t>
            </a:r>
          </a:p>
          <a:p>
            <a:pPr algn="just">
              <a:buClr>
                <a:srgbClr val="FF0000"/>
              </a:buClr>
              <a:buSzPct val="100000"/>
              <a:buFont typeface="Wingdings" panose="05000000000000000000" pitchFamily="2" charset="2"/>
              <a:buChar char="§"/>
              <a:defRPr/>
            </a:pPr>
            <a:r>
              <a:rPr lang="fr-FR" sz="2000" dirty="0">
                <a:cs typeface="Arial" pitchFamily="34" charset="0"/>
              </a:rPr>
              <a:t>Utilise </a:t>
            </a:r>
            <a:r>
              <a:rPr lang="fr-FR" sz="2000" dirty="0" err="1">
                <a:cs typeface="Arial" pitchFamily="34" charset="0"/>
              </a:rPr>
              <a:t>resources</a:t>
            </a:r>
            <a:r>
              <a:rPr lang="fr-FR" sz="2000" dirty="0">
                <a:cs typeface="Arial" pitchFamily="34" charset="0"/>
              </a:rPr>
              <a:t> </a:t>
            </a:r>
            <a:r>
              <a:rPr lang="fr-FR" sz="2000" dirty="0" err="1">
                <a:cs typeface="Arial" pitchFamily="34" charset="0"/>
              </a:rPr>
              <a:t>when</a:t>
            </a:r>
            <a:r>
              <a:rPr lang="fr-FR" sz="2000" dirty="0">
                <a:cs typeface="Arial" pitchFamily="34" charset="0"/>
              </a:rPr>
              <a:t> </a:t>
            </a:r>
            <a:r>
              <a:rPr lang="fr-FR" sz="2000" dirty="0" err="1">
                <a:cs typeface="Arial" pitchFamily="34" charset="0"/>
              </a:rPr>
              <a:t>they</a:t>
            </a:r>
            <a:r>
              <a:rPr lang="fr-FR" sz="2000" dirty="0">
                <a:cs typeface="Arial" pitchFamily="34" charset="0"/>
              </a:rPr>
              <a:t> </a:t>
            </a:r>
            <a:r>
              <a:rPr lang="fr-FR" sz="2000" dirty="0" err="1">
                <a:cs typeface="Arial" pitchFamily="34" charset="0"/>
              </a:rPr>
              <a:t>aren’t</a:t>
            </a:r>
            <a:r>
              <a:rPr lang="fr-FR" sz="2000" dirty="0">
                <a:cs typeface="Arial" pitchFamily="34" charset="0"/>
              </a:rPr>
              <a:t> </a:t>
            </a:r>
            <a:r>
              <a:rPr lang="fr-FR" sz="2000" dirty="0" err="1">
                <a:cs typeface="Arial" pitchFamily="34" charset="0"/>
              </a:rPr>
              <a:t>normally</a:t>
            </a:r>
            <a:r>
              <a:rPr lang="fr-FR" sz="2000" dirty="0">
                <a:cs typeface="Arial" pitchFamily="34" charset="0"/>
              </a:rPr>
              <a:t> in use</a:t>
            </a:r>
          </a:p>
          <a:p>
            <a:pPr marL="640064" lvl="1" indent="-237738" algn="just">
              <a:defRPr/>
            </a:pPr>
            <a:endParaRPr lang="fr-FR" sz="2000" dirty="0">
              <a:cs typeface="Arial" pitchFamily="34" charset="0"/>
            </a:endParaRPr>
          </a:p>
          <a:p>
            <a:pPr marL="640064" lvl="1" indent="-237738" algn="just">
              <a:defRPr/>
            </a:pPr>
            <a:endParaRPr lang="fr-FR" sz="2000" dirty="0">
              <a:cs typeface="Times New Roman" pitchFamily="18" charset="0"/>
            </a:endParaRPr>
          </a:p>
        </p:txBody>
      </p:sp>
      <p:grpSp>
        <p:nvGrpSpPr>
          <p:cNvPr id="14" name="Google Shape;9266;p64"/>
          <p:cNvGrpSpPr/>
          <p:nvPr/>
        </p:nvGrpSpPr>
        <p:grpSpPr>
          <a:xfrm>
            <a:off x="10160475" y="187972"/>
            <a:ext cx="922960" cy="787195"/>
            <a:chOff x="7390435" y="3680868"/>
            <a:chExt cx="372073" cy="355243"/>
          </a:xfrm>
          <a:solidFill>
            <a:schemeClr val="tx1"/>
          </a:solidFill>
        </p:grpSpPr>
        <p:sp>
          <p:nvSpPr>
            <p:cNvPr id="15"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16"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17"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18"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19"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20"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21" name="Google Shape;9637;p65"/>
          <p:cNvSpPr/>
          <p:nvPr/>
        </p:nvSpPr>
        <p:spPr>
          <a:xfrm>
            <a:off x="11125200" y="164233"/>
            <a:ext cx="888685" cy="716300"/>
          </a:xfrm>
          <a:custGeom>
            <a:avLst/>
            <a:gdLst/>
            <a:ahLst/>
            <a:cxnLst/>
            <a:rect l="l" t="t" r="r" b="b"/>
            <a:pathLst>
              <a:path w="11967" h="9809" extrusionOk="0">
                <a:moveTo>
                  <a:pt x="8309" y="358"/>
                </a:moveTo>
                <a:cubicBezTo>
                  <a:pt x="8940" y="358"/>
                  <a:pt x="9663" y="469"/>
                  <a:pt x="10418" y="796"/>
                </a:cubicBezTo>
                <a:lnTo>
                  <a:pt x="10418" y="7796"/>
                </a:lnTo>
                <a:cubicBezTo>
                  <a:pt x="9723" y="7513"/>
                  <a:pt x="8997" y="7381"/>
                  <a:pt x="8289" y="7381"/>
                </a:cubicBezTo>
                <a:cubicBezTo>
                  <a:pt x="7542" y="7381"/>
                  <a:pt x="6816" y="7527"/>
                  <a:pt x="6168" y="7796"/>
                </a:cubicBezTo>
                <a:lnTo>
                  <a:pt x="6168" y="796"/>
                </a:lnTo>
                <a:cubicBezTo>
                  <a:pt x="6430" y="676"/>
                  <a:pt x="7238" y="358"/>
                  <a:pt x="8309" y="358"/>
                </a:cubicBezTo>
                <a:close/>
                <a:moveTo>
                  <a:pt x="3700" y="358"/>
                </a:moveTo>
                <a:cubicBezTo>
                  <a:pt x="4458" y="358"/>
                  <a:pt x="5191" y="513"/>
                  <a:pt x="5823" y="796"/>
                </a:cubicBezTo>
                <a:cubicBezTo>
                  <a:pt x="5811" y="1677"/>
                  <a:pt x="5811" y="6761"/>
                  <a:pt x="5811" y="7796"/>
                </a:cubicBezTo>
                <a:cubicBezTo>
                  <a:pt x="5418" y="7642"/>
                  <a:pt x="4656" y="7392"/>
                  <a:pt x="3668" y="7392"/>
                </a:cubicBezTo>
                <a:cubicBezTo>
                  <a:pt x="2929" y="7392"/>
                  <a:pt x="2215" y="7523"/>
                  <a:pt x="1548" y="7808"/>
                </a:cubicBezTo>
                <a:lnTo>
                  <a:pt x="1548" y="3867"/>
                </a:lnTo>
                <a:cubicBezTo>
                  <a:pt x="1548" y="3760"/>
                  <a:pt x="1477" y="3689"/>
                  <a:pt x="1370" y="3689"/>
                </a:cubicBezTo>
                <a:cubicBezTo>
                  <a:pt x="1262" y="3689"/>
                  <a:pt x="1191" y="3760"/>
                  <a:pt x="1191" y="3867"/>
                </a:cubicBezTo>
                <a:lnTo>
                  <a:pt x="1191" y="7987"/>
                </a:lnTo>
                <a:cubicBezTo>
                  <a:pt x="1191" y="8118"/>
                  <a:pt x="1298" y="8225"/>
                  <a:pt x="1429" y="8225"/>
                </a:cubicBezTo>
                <a:cubicBezTo>
                  <a:pt x="1465" y="8225"/>
                  <a:pt x="1489" y="8225"/>
                  <a:pt x="1524" y="8213"/>
                </a:cubicBezTo>
                <a:cubicBezTo>
                  <a:pt x="2203" y="7916"/>
                  <a:pt x="2917" y="7761"/>
                  <a:pt x="3656" y="7761"/>
                </a:cubicBezTo>
                <a:cubicBezTo>
                  <a:pt x="4715" y="7761"/>
                  <a:pt x="5537" y="8070"/>
                  <a:pt x="5799" y="8189"/>
                </a:cubicBezTo>
                <a:lnTo>
                  <a:pt x="5799" y="8606"/>
                </a:lnTo>
                <a:lnTo>
                  <a:pt x="417" y="8606"/>
                </a:lnTo>
                <a:cubicBezTo>
                  <a:pt x="381" y="8606"/>
                  <a:pt x="358" y="8582"/>
                  <a:pt x="358" y="8547"/>
                </a:cubicBezTo>
                <a:lnTo>
                  <a:pt x="358" y="1248"/>
                </a:lnTo>
                <a:cubicBezTo>
                  <a:pt x="358" y="1212"/>
                  <a:pt x="381" y="1188"/>
                  <a:pt x="417" y="1188"/>
                </a:cubicBezTo>
                <a:lnTo>
                  <a:pt x="1203" y="1188"/>
                </a:lnTo>
                <a:lnTo>
                  <a:pt x="1203" y="3153"/>
                </a:lnTo>
                <a:cubicBezTo>
                  <a:pt x="1203" y="3248"/>
                  <a:pt x="1274" y="3332"/>
                  <a:pt x="1382" y="3332"/>
                </a:cubicBezTo>
                <a:cubicBezTo>
                  <a:pt x="1489" y="3332"/>
                  <a:pt x="1560" y="3248"/>
                  <a:pt x="1560" y="3153"/>
                </a:cubicBezTo>
                <a:lnTo>
                  <a:pt x="1560" y="796"/>
                </a:lnTo>
                <a:cubicBezTo>
                  <a:pt x="2253" y="495"/>
                  <a:pt x="2987" y="358"/>
                  <a:pt x="3700" y="358"/>
                </a:cubicBezTo>
                <a:close/>
                <a:moveTo>
                  <a:pt x="6608" y="7987"/>
                </a:moveTo>
                <a:lnTo>
                  <a:pt x="6608" y="9249"/>
                </a:lnTo>
                <a:lnTo>
                  <a:pt x="6501" y="9166"/>
                </a:lnTo>
                <a:cubicBezTo>
                  <a:pt x="6471" y="9136"/>
                  <a:pt x="6430" y="9121"/>
                  <a:pt x="6390" y="9121"/>
                </a:cubicBezTo>
                <a:cubicBezTo>
                  <a:pt x="6349" y="9121"/>
                  <a:pt x="6311" y="9136"/>
                  <a:pt x="6287" y="9166"/>
                </a:cubicBezTo>
                <a:lnTo>
                  <a:pt x="6168" y="9261"/>
                </a:lnTo>
                <a:lnTo>
                  <a:pt x="6168" y="8166"/>
                </a:lnTo>
                <a:cubicBezTo>
                  <a:pt x="6251" y="8118"/>
                  <a:pt x="6418" y="8058"/>
                  <a:pt x="6608" y="7987"/>
                </a:cubicBezTo>
                <a:close/>
                <a:moveTo>
                  <a:pt x="8273" y="0"/>
                </a:moveTo>
                <a:cubicBezTo>
                  <a:pt x="7438" y="0"/>
                  <a:pt x="6643" y="178"/>
                  <a:pt x="5989" y="486"/>
                </a:cubicBezTo>
                <a:cubicBezTo>
                  <a:pt x="5715" y="367"/>
                  <a:pt x="4858" y="10"/>
                  <a:pt x="3668" y="10"/>
                </a:cubicBezTo>
                <a:cubicBezTo>
                  <a:pt x="2858" y="10"/>
                  <a:pt x="2072" y="176"/>
                  <a:pt x="1322" y="510"/>
                </a:cubicBezTo>
                <a:cubicBezTo>
                  <a:pt x="1143" y="593"/>
                  <a:pt x="1191" y="796"/>
                  <a:pt x="1191" y="843"/>
                </a:cubicBezTo>
                <a:lnTo>
                  <a:pt x="405" y="843"/>
                </a:lnTo>
                <a:cubicBezTo>
                  <a:pt x="179" y="843"/>
                  <a:pt x="0" y="1022"/>
                  <a:pt x="0" y="1248"/>
                </a:cubicBezTo>
                <a:lnTo>
                  <a:pt x="0" y="8535"/>
                </a:lnTo>
                <a:cubicBezTo>
                  <a:pt x="0" y="8761"/>
                  <a:pt x="179" y="8939"/>
                  <a:pt x="405" y="8939"/>
                </a:cubicBezTo>
                <a:lnTo>
                  <a:pt x="5811" y="8939"/>
                </a:lnTo>
                <a:lnTo>
                  <a:pt x="5811" y="9630"/>
                </a:lnTo>
                <a:cubicBezTo>
                  <a:pt x="5811" y="9740"/>
                  <a:pt x="5889" y="9808"/>
                  <a:pt x="5977" y="9808"/>
                </a:cubicBezTo>
                <a:cubicBezTo>
                  <a:pt x="6013" y="9808"/>
                  <a:pt x="6050" y="9797"/>
                  <a:pt x="6084" y="9773"/>
                </a:cubicBezTo>
                <a:lnTo>
                  <a:pt x="6382" y="9535"/>
                </a:lnTo>
                <a:cubicBezTo>
                  <a:pt x="6656" y="9737"/>
                  <a:pt x="6668" y="9809"/>
                  <a:pt x="6787" y="9809"/>
                </a:cubicBezTo>
                <a:cubicBezTo>
                  <a:pt x="6894" y="9809"/>
                  <a:pt x="6966" y="9737"/>
                  <a:pt x="6966" y="9630"/>
                </a:cubicBezTo>
                <a:lnTo>
                  <a:pt x="6966" y="8939"/>
                </a:lnTo>
                <a:lnTo>
                  <a:pt x="9335" y="8939"/>
                </a:lnTo>
                <a:cubicBezTo>
                  <a:pt x="9442" y="8939"/>
                  <a:pt x="9513" y="8856"/>
                  <a:pt x="9513" y="8761"/>
                </a:cubicBezTo>
                <a:cubicBezTo>
                  <a:pt x="9513" y="8654"/>
                  <a:pt x="9442" y="8582"/>
                  <a:pt x="9335" y="8582"/>
                </a:cubicBezTo>
                <a:lnTo>
                  <a:pt x="6966" y="8582"/>
                </a:lnTo>
                <a:lnTo>
                  <a:pt x="6966" y="7892"/>
                </a:lnTo>
                <a:cubicBezTo>
                  <a:pt x="7400" y="7783"/>
                  <a:pt x="7847" y="7728"/>
                  <a:pt x="8295" y="7728"/>
                </a:cubicBezTo>
                <a:cubicBezTo>
                  <a:pt x="9025" y="7728"/>
                  <a:pt x="9760" y="7875"/>
                  <a:pt x="10454" y="8177"/>
                </a:cubicBezTo>
                <a:cubicBezTo>
                  <a:pt x="10483" y="8192"/>
                  <a:pt x="10514" y="8199"/>
                  <a:pt x="10544" y="8199"/>
                </a:cubicBezTo>
                <a:cubicBezTo>
                  <a:pt x="10662" y="8199"/>
                  <a:pt x="10776" y="8096"/>
                  <a:pt x="10776" y="7963"/>
                </a:cubicBezTo>
                <a:lnTo>
                  <a:pt x="10776" y="1177"/>
                </a:lnTo>
                <a:lnTo>
                  <a:pt x="11561" y="1177"/>
                </a:lnTo>
                <a:cubicBezTo>
                  <a:pt x="11597" y="1177"/>
                  <a:pt x="11621" y="1212"/>
                  <a:pt x="11621" y="1236"/>
                </a:cubicBezTo>
                <a:lnTo>
                  <a:pt x="11621" y="8535"/>
                </a:lnTo>
                <a:cubicBezTo>
                  <a:pt x="11621" y="8570"/>
                  <a:pt x="11597" y="8594"/>
                  <a:pt x="11561" y="8594"/>
                </a:cubicBezTo>
                <a:lnTo>
                  <a:pt x="10049" y="8594"/>
                </a:lnTo>
                <a:cubicBezTo>
                  <a:pt x="9942" y="8594"/>
                  <a:pt x="9871" y="8666"/>
                  <a:pt x="9871" y="8773"/>
                </a:cubicBezTo>
                <a:cubicBezTo>
                  <a:pt x="9871" y="8880"/>
                  <a:pt x="9942" y="8951"/>
                  <a:pt x="10049" y="8951"/>
                </a:cubicBezTo>
                <a:lnTo>
                  <a:pt x="11561" y="8951"/>
                </a:lnTo>
                <a:cubicBezTo>
                  <a:pt x="11788" y="8951"/>
                  <a:pt x="11966" y="8773"/>
                  <a:pt x="11966" y="8547"/>
                </a:cubicBezTo>
                <a:lnTo>
                  <a:pt x="11966" y="1236"/>
                </a:lnTo>
                <a:cubicBezTo>
                  <a:pt x="11954" y="998"/>
                  <a:pt x="11776" y="831"/>
                  <a:pt x="11549" y="831"/>
                </a:cubicBezTo>
                <a:lnTo>
                  <a:pt x="10764" y="831"/>
                </a:lnTo>
                <a:cubicBezTo>
                  <a:pt x="10752" y="784"/>
                  <a:pt x="10811" y="581"/>
                  <a:pt x="10633" y="498"/>
                </a:cubicBezTo>
                <a:cubicBezTo>
                  <a:pt x="9864" y="154"/>
                  <a:pt x="9051" y="0"/>
                  <a:pt x="8273" y="0"/>
                </a:cubicBezTo>
                <a:close/>
              </a:path>
            </a:pathLst>
          </a:custGeom>
          <a:solidFill>
            <a:srgbClr val="000000"/>
          </a:solidFill>
          <a:ln w="3175">
            <a:noFill/>
          </a:ln>
        </p:spPr>
        <p:txBody>
          <a:bodyPr spcFirstLastPara="1" wrap="square" lIns="121900" tIns="121900" rIns="121900" bIns="121900" anchor="ctr" anchorCtr="0">
            <a:noAutofit/>
          </a:bodyPr>
          <a:lstStyle/>
          <a:p>
            <a:endParaRPr sz="2400"/>
          </a:p>
        </p:txBody>
      </p:sp>
      <p:pic>
        <p:nvPicPr>
          <p:cNvPr id="2" name="Grafik 1"/>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044313" y="2359377"/>
            <a:ext cx="4505792" cy="2850432"/>
          </a:xfrm>
          <a:prstGeom prst="rect">
            <a:avLst/>
          </a:prstGeom>
        </p:spPr>
      </p:pic>
      <p:sp>
        <p:nvSpPr>
          <p:cNvPr id="3" name="Textfeld 2"/>
          <p:cNvSpPr txBox="1"/>
          <p:nvPr/>
        </p:nvSpPr>
        <p:spPr>
          <a:xfrm>
            <a:off x="9210630" y="2647711"/>
            <a:ext cx="1246553" cy="543867"/>
          </a:xfrm>
          <a:prstGeom prst="rect">
            <a:avLst/>
          </a:prstGeom>
          <a:noFill/>
        </p:spPr>
        <p:txBody>
          <a:bodyPr wrap="square" rtlCol="0">
            <a:spAutoFit/>
          </a:bodyPr>
          <a:lstStyle/>
          <a:p>
            <a:pPr algn="ctr"/>
            <a:r>
              <a:rPr lang="de-DE" sz="1467" b="1" dirty="0">
                <a:solidFill>
                  <a:schemeClr val="accent3"/>
                </a:solidFill>
                <a:latin typeface="Poppins" panose="020B0604020202020204" charset="0"/>
                <a:cs typeface="Poppins" panose="020B0604020202020204" charset="0"/>
              </a:rPr>
              <a:t>HAIR SALON </a:t>
            </a:r>
            <a:endParaRPr lang="en-GB" sz="1467" b="1" dirty="0">
              <a:solidFill>
                <a:schemeClr val="accent3"/>
              </a:solidFill>
              <a:latin typeface="Poppins" panose="020B0604020202020204" charset="0"/>
              <a:cs typeface="Poppins" panose="020B0604020202020204" charset="0"/>
            </a:endParaRPr>
          </a:p>
        </p:txBody>
      </p:sp>
      <p:sp>
        <p:nvSpPr>
          <p:cNvPr id="22" name="Textfeld 21"/>
          <p:cNvSpPr txBox="1"/>
          <p:nvPr/>
        </p:nvSpPr>
        <p:spPr>
          <a:xfrm>
            <a:off x="10238196" y="2636553"/>
            <a:ext cx="1246553" cy="543867"/>
          </a:xfrm>
          <a:prstGeom prst="rect">
            <a:avLst/>
          </a:prstGeom>
          <a:noFill/>
        </p:spPr>
        <p:txBody>
          <a:bodyPr wrap="square" rtlCol="0">
            <a:spAutoFit/>
          </a:bodyPr>
          <a:lstStyle/>
          <a:p>
            <a:pPr algn="ctr"/>
            <a:r>
              <a:rPr lang="de-DE" sz="1467" b="1" dirty="0">
                <a:latin typeface="Poppins" panose="020B0604020202020204" charset="0"/>
                <a:cs typeface="Poppins" panose="020B0604020202020204" charset="0"/>
              </a:rPr>
              <a:t>DRESS</a:t>
            </a:r>
          </a:p>
          <a:p>
            <a:pPr algn="ctr"/>
            <a:r>
              <a:rPr lang="de-DE" sz="1467" b="1" dirty="0">
                <a:latin typeface="Poppins" panose="020B0604020202020204" charset="0"/>
                <a:cs typeface="Poppins" panose="020B0604020202020204" charset="0"/>
              </a:rPr>
              <a:t>SHOP</a:t>
            </a:r>
            <a:endParaRPr lang="en-GB" sz="1467" b="1" dirty="0">
              <a:latin typeface="Poppins" panose="020B0604020202020204" charset="0"/>
              <a:cs typeface="Poppins" panose="020B0604020202020204" charset="0"/>
            </a:endParaRPr>
          </a:p>
        </p:txBody>
      </p:sp>
      <p:pic>
        <p:nvPicPr>
          <p:cNvPr id="23" name="Grafik 2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61303" y="2882478"/>
            <a:ext cx="348260" cy="348260"/>
          </a:xfrm>
          <a:prstGeom prst="rect">
            <a:avLst/>
          </a:prstGeom>
        </p:spPr>
      </p:pic>
      <p:grpSp>
        <p:nvGrpSpPr>
          <p:cNvPr id="8" name="Gruppieren 7"/>
          <p:cNvGrpSpPr/>
          <p:nvPr/>
        </p:nvGrpSpPr>
        <p:grpSpPr>
          <a:xfrm>
            <a:off x="8967142" y="3631931"/>
            <a:ext cx="2693417" cy="2239443"/>
            <a:chOff x="901061" y="1741575"/>
            <a:chExt cx="3479076" cy="3156531"/>
          </a:xfrm>
        </p:grpSpPr>
        <p:sp>
          <p:nvSpPr>
            <p:cNvPr id="339" name="Google Shape;276;p29"/>
            <p:cNvSpPr/>
            <p:nvPr/>
          </p:nvSpPr>
          <p:spPr>
            <a:xfrm>
              <a:off x="901061" y="4687510"/>
              <a:ext cx="3479076" cy="210596"/>
            </a:xfrm>
            <a:custGeom>
              <a:avLst/>
              <a:gdLst/>
              <a:ahLst/>
              <a:cxnLst/>
              <a:rect l="l" t="t" r="r" b="b"/>
              <a:pathLst>
                <a:path w="309802" h="18753" extrusionOk="0">
                  <a:moveTo>
                    <a:pt x="154901" y="1"/>
                  </a:moveTo>
                  <a:cubicBezTo>
                    <a:pt x="113812" y="1"/>
                    <a:pt x="74415" y="989"/>
                    <a:pt x="45363" y="2751"/>
                  </a:cubicBezTo>
                  <a:cubicBezTo>
                    <a:pt x="16312" y="4501"/>
                    <a:pt x="1" y="6894"/>
                    <a:pt x="1" y="9383"/>
                  </a:cubicBezTo>
                  <a:cubicBezTo>
                    <a:pt x="1" y="11859"/>
                    <a:pt x="16312" y="14252"/>
                    <a:pt x="45363" y="16003"/>
                  </a:cubicBezTo>
                  <a:cubicBezTo>
                    <a:pt x="74415" y="17765"/>
                    <a:pt x="113812" y="18753"/>
                    <a:pt x="154901" y="18753"/>
                  </a:cubicBezTo>
                  <a:cubicBezTo>
                    <a:pt x="195977" y="18753"/>
                    <a:pt x="235387" y="17765"/>
                    <a:pt x="264438" y="16003"/>
                  </a:cubicBezTo>
                  <a:cubicBezTo>
                    <a:pt x="293478" y="14252"/>
                    <a:pt x="309801" y="11859"/>
                    <a:pt x="309801" y="9383"/>
                  </a:cubicBezTo>
                  <a:cubicBezTo>
                    <a:pt x="309801" y="6894"/>
                    <a:pt x="293478" y="4501"/>
                    <a:pt x="264438" y="2751"/>
                  </a:cubicBezTo>
                  <a:cubicBezTo>
                    <a:pt x="235387" y="989"/>
                    <a:pt x="195977" y="1"/>
                    <a:pt x="154901" y="1"/>
                  </a:cubicBezTo>
                  <a:close/>
                </a:path>
              </a:pathLst>
            </a:custGeom>
            <a:solidFill>
              <a:srgbClr val="E9E5E3"/>
            </a:solidFill>
            <a:ln>
              <a:noFill/>
            </a:ln>
          </p:spPr>
          <p:txBody>
            <a:bodyPr spcFirstLastPara="1" wrap="square" lIns="121900" tIns="121900" rIns="121900" bIns="121900" anchor="ctr" anchorCtr="0">
              <a:noAutofit/>
            </a:bodyPr>
            <a:lstStyle/>
            <a:p>
              <a:endParaRPr sz="2400"/>
            </a:p>
          </p:txBody>
        </p:sp>
        <p:sp>
          <p:nvSpPr>
            <p:cNvPr id="389" name="Google Shape;326;p29"/>
            <p:cNvSpPr/>
            <p:nvPr/>
          </p:nvSpPr>
          <p:spPr>
            <a:xfrm>
              <a:off x="3179484" y="2380428"/>
              <a:ext cx="259009" cy="312216"/>
            </a:xfrm>
            <a:custGeom>
              <a:avLst/>
              <a:gdLst/>
              <a:ahLst/>
              <a:cxnLst/>
              <a:rect l="l" t="t" r="r" b="b"/>
              <a:pathLst>
                <a:path w="23064" h="27802" extrusionOk="0">
                  <a:moveTo>
                    <a:pt x="3299" y="1"/>
                  </a:moveTo>
                  <a:cubicBezTo>
                    <a:pt x="1" y="4787"/>
                    <a:pt x="1" y="17062"/>
                    <a:pt x="1" y="17062"/>
                  </a:cubicBezTo>
                  <a:lnTo>
                    <a:pt x="23063" y="27802"/>
                  </a:lnTo>
                  <a:lnTo>
                    <a:pt x="20420" y="13705"/>
                  </a:lnTo>
                  <a:lnTo>
                    <a:pt x="3299" y="1"/>
                  </a:lnTo>
                  <a:close/>
                </a:path>
              </a:pathLst>
            </a:custGeom>
            <a:solidFill>
              <a:schemeClr val="lt2"/>
            </a:solidFill>
            <a:ln>
              <a:noFill/>
            </a:ln>
          </p:spPr>
          <p:txBody>
            <a:bodyPr spcFirstLastPara="1" wrap="square" lIns="121900" tIns="121900" rIns="121900" bIns="121900" anchor="ctr" anchorCtr="0">
              <a:noAutofit/>
            </a:bodyPr>
            <a:lstStyle/>
            <a:p>
              <a:endParaRPr sz="2400"/>
            </a:p>
          </p:txBody>
        </p:sp>
        <p:sp>
          <p:nvSpPr>
            <p:cNvPr id="397" name="Google Shape;334;p29"/>
            <p:cNvSpPr/>
            <p:nvPr/>
          </p:nvSpPr>
          <p:spPr>
            <a:xfrm>
              <a:off x="3069441" y="4633659"/>
              <a:ext cx="220366" cy="150561"/>
            </a:xfrm>
            <a:custGeom>
              <a:avLst/>
              <a:gdLst/>
              <a:ahLst/>
              <a:cxnLst/>
              <a:rect l="l" t="t" r="r" b="b"/>
              <a:pathLst>
                <a:path w="19623" h="13407" extrusionOk="0">
                  <a:moveTo>
                    <a:pt x="6954" y="0"/>
                  </a:moveTo>
                  <a:cubicBezTo>
                    <a:pt x="6297" y="536"/>
                    <a:pt x="4988" y="680"/>
                    <a:pt x="3774" y="680"/>
                  </a:cubicBezTo>
                  <a:cubicBezTo>
                    <a:pt x="2372" y="680"/>
                    <a:pt x="1096" y="488"/>
                    <a:pt x="1096" y="488"/>
                  </a:cubicBezTo>
                  <a:cubicBezTo>
                    <a:pt x="1" y="5287"/>
                    <a:pt x="465" y="9418"/>
                    <a:pt x="882" y="11644"/>
                  </a:cubicBezTo>
                  <a:cubicBezTo>
                    <a:pt x="1096" y="12764"/>
                    <a:pt x="1299" y="13407"/>
                    <a:pt x="1299" y="13407"/>
                  </a:cubicBezTo>
                  <a:lnTo>
                    <a:pt x="19575" y="13407"/>
                  </a:lnTo>
                  <a:cubicBezTo>
                    <a:pt x="19622" y="12776"/>
                    <a:pt x="19611" y="12192"/>
                    <a:pt x="19539" y="11644"/>
                  </a:cubicBezTo>
                  <a:cubicBezTo>
                    <a:pt x="18860" y="5715"/>
                    <a:pt x="12455" y="4144"/>
                    <a:pt x="12455" y="4144"/>
                  </a:cubicBezTo>
                  <a:cubicBezTo>
                    <a:pt x="8669" y="560"/>
                    <a:pt x="6954" y="0"/>
                    <a:pt x="6954" y="0"/>
                  </a:cubicBezTo>
                  <a:close/>
                </a:path>
              </a:pathLst>
            </a:custGeom>
            <a:solidFill>
              <a:schemeClr val="lt2"/>
            </a:solidFill>
            <a:ln>
              <a:noFill/>
            </a:ln>
          </p:spPr>
          <p:txBody>
            <a:bodyPr spcFirstLastPara="1" wrap="square" lIns="121900" tIns="121900" rIns="121900" bIns="121900" anchor="ctr" anchorCtr="0">
              <a:noAutofit/>
            </a:bodyPr>
            <a:lstStyle/>
            <a:p>
              <a:endParaRPr sz="2400"/>
            </a:p>
          </p:txBody>
        </p:sp>
        <p:sp>
          <p:nvSpPr>
            <p:cNvPr id="398" name="Google Shape;335;p29"/>
            <p:cNvSpPr/>
            <p:nvPr/>
          </p:nvSpPr>
          <p:spPr>
            <a:xfrm>
              <a:off x="3176284" y="4684733"/>
              <a:ext cx="84640" cy="24347"/>
            </a:xfrm>
            <a:custGeom>
              <a:avLst/>
              <a:gdLst/>
              <a:ahLst/>
              <a:cxnLst/>
              <a:rect l="l" t="t" r="r" b="b"/>
              <a:pathLst>
                <a:path w="7537" h="2168" extrusionOk="0">
                  <a:moveTo>
                    <a:pt x="4201" y="0"/>
                  </a:moveTo>
                  <a:cubicBezTo>
                    <a:pt x="1432" y="0"/>
                    <a:pt x="0" y="1905"/>
                    <a:pt x="0" y="1905"/>
                  </a:cubicBezTo>
                  <a:cubicBezTo>
                    <a:pt x="184" y="1968"/>
                    <a:pt x="370" y="1999"/>
                    <a:pt x="556" y="1999"/>
                  </a:cubicBezTo>
                  <a:cubicBezTo>
                    <a:pt x="865" y="1999"/>
                    <a:pt x="1170" y="1914"/>
                    <a:pt x="1453" y="1751"/>
                  </a:cubicBezTo>
                  <a:cubicBezTo>
                    <a:pt x="1881" y="1489"/>
                    <a:pt x="2524" y="1203"/>
                    <a:pt x="3286" y="1084"/>
                  </a:cubicBezTo>
                  <a:cubicBezTo>
                    <a:pt x="3611" y="1038"/>
                    <a:pt x="3912" y="1020"/>
                    <a:pt x="4186" y="1020"/>
                  </a:cubicBezTo>
                  <a:cubicBezTo>
                    <a:pt x="5337" y="1020"/>
                    <a:pt x="6013" y="1346"/>
                    <a:pt x="6013" y="1346"/>
                  </a:cubicBezTo>
                  <a:lnTo>
                    <a:pt x="7537" y="2167"/>
                  </a:lnTo>
                  <a:cubicBezTo>
                    <a:pt x="7537" y="2167"/>
                    <a:pt x="6239" y="0"/>
                    <a:pt x="4227" y="0"/>
                  </a:cubicBezTo>
                  <a:cubicBezTo>
                    <a:pt x="4218" y="0"/>
                    <a:pt x="4210" y="0"/>
                    <a:pt x="4201" y="0"/>
                  </a:cubicBezTo>
                  <a:close/>
                </a:path>
              </a:pathLst>
            </a:custGeom>
            <a:solidFill>
              <a:srgbClr val="00536A"/>
            </a:solidFill>
            <a:ln>
              <a:noFill/>
            </a:ln>
          </p:spPr>
          <p:txBody>
            <a:bodyPr spcFirstLastPara="1" wrap="square" lIns="121900" tIns="121900" rIns="121900" bIns="121900" anchor="ctr" anchorCtr="0">
              <a:noAutofit/>
            </a:bodyPr>
            <a:lstStyle/>
            <a:p>
              <a:endParaRPr sz="2400"/>
            </a:p>
          </p:txBody>
        </p:sp>
        <p:sp>
          <p:nvSpPr>
            <p:cNvPr id="399" name="Google Shape;336;p29"/>
            <p:cNvSpPr/>
            <p:nvPr/>
          </p:nvSpPr>
          <p:spPr>
            <a:xfrm>
              <a:off x="3147928" y="4672560"/>
              <a:ext cx="85326" cy="24212"/>
            </a:xfrm>
            <a:custGeom>
              <a:avLst/>
              <a:gdLst/>
              <a:ahLst/>
              <a:cxnLst/>
              <a:rect l="l" t="t" r="r" b="b"/>
              <a:pathLst>
                <a:path w="7598" h="2156" extrusionOk="0">
                  <a:moveTo>
                    <a:pt x="4228" y="1"/>
                  </a:moveTo>
                  <a:cubicBezTo>
                    <a:pt x="1442" y="1"/>
                    <a:pt x="1" y="1906"/>
                    <a:pt x="1" y="1906"/>
                  </a:cubicBezTo>
                  <a:cubicBezTo>
                    <a:pt x="180" y="1969"/>
                    <a:pt x="364" y="1999"/>
                    <a:pt x="548" y="1999"/>
                  </a:cubicBezTo>
                  <a:cubicBezTo>
                    <a:pt x="854" y="1999"/>
                    <a:pt x="1159" y="1915"/>
                    <a:pt x="1442" y="1751"/>
                  </a:cubicBezTo>
                  <a:cubicBezTo>
                    <a:pt x="1882" y="1501"/>
                    <a:pt x="2525" y="1203"/>
                    <a:pt x="3287" y="1096"/>
                  </a:cubicBezTo>
                  <a:cubicBezTo>
                    <a:pt x="3619" y="1047"/>
                    <a:pt x="3925" y="1027"/>
                    <a:pt x="4204" y="1027"/>
                  </a:cubicBezTo>
                  <a:cubicBezTo>
                    <a:pt x="5344" y="1027"/>
                    <a:pt x="6014" y="1358"/>
                    <a:pt x="6014" y="1358"/>
                  </a:cubicBezTo>
                  <a:lnTo>
                    <a:pt x="7597" y="2156"/>
                  </a:lnTo>
                  <a:cubicBezTo>
                    <a:pt x="7597" y="2156"/>
                    <a:pt x="6228" y="1"/>
                    <a:pt x="4228"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400" name="Google Shape;337;p29"/>
            <p:cNvSpPr/>
            <p:nvPr/>
          </p:nvSpPr>
          <p:spPr>
            <a:xfrm>
              <a:off x="3126007" y="4658523"/>
              <a:ext cx="85314" cy="24212"/>
            </a:xfrm>
            <a:custGeom>
              <a:avLst/>
              <a:gdLst/>
              <a:ahLst/>
              <a:cxnLst/>
              <a:rect l="l" t="t" r="r" b="b"/>
              <a:pathLst>
                <a:path w="7597" h="2156" extrusionOk="0">
                  <a:moveTo>
                    <a:pt x="4227" y="1"/>
                  </a:moveTo>
                  <a:cubicBezTo>
                    <a:pt x="1441" y="1"/>
                    <a:pt x="0" y="1918"/>
                    <a:pt x="0" y="1918"/>
                  </a:cubicBezTo>
                  <a:cubicBezTo>
                    <a:pt x="178" y="1980"/>
                    <a:pt x="360" y="2010"/>
                    <a:pt x="542" y="2010"/>
                  </a:cubicBezTo>
                  <a:cubicBezTo>
                    <a:pt x="851" y="2010"/>
                    <a:pt x="1161" y="1923"/>
                    <a:pt x="1453" y="1751"/>
                  </a:cubicBezTo>
                  <a:cubicBezTo>
                    <a:pt x="1882" y="1501"/>
                    <a:pt x="2524" y="1215"/>
                    <a:pt x="3286" y="1096"/>
                  </a:cubicBezTo>
                  <a:cubicBezTo>
                    <a:pt x="3612" y="1050"/>
                    <a:pt x="3912" y="1032"/>
                    <a:pt x="4186" y="1032"/>
                  </a:cubicBezTo>
                  <a:cubicBezTo>
                    <a:pt x="5337" y="1032"/>
                    <a:pt x="6013" y="1358"/>
                    <a:pt x="6013" y="1358"/>
                  </a:cubicBezTo>
                  <a:lnTo>
                    <a:pt x="7597" y="2156"/>
                  </a:lnTo>
                  <a:cubicBezTo>
                    <a:pt x="7597" y="2156"/>
                    <a:pt x="6227" y="1"/>
                    <a:pt x="4227"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401" name="Google Shape;338;p29"/>
            <p:cNvSpPr/>
            <p:nvPr/>
          </p:nvSpPr>
          <p:spPr>
            <a:xfrm>
              <a:off x="3079346" y="4764422"/>
              <a:ext cx="210461" cy="19798"/>
            </a:xfrm>
            <a:custGeom>
              <a:avLst/>
              <a:gdLst/>
              <a:ahLst/>
              <a:cxnLst/>
              <a:rect l="l" t="t" r="r" b="b"/>
              <a:pathLst>
                <a:path w="18741" h="1763" extrusionOk="0">
                  <a:moveTo>
                    <a:pt x="0" y="0"/>
                  </a:moveTo>
                  <a:cubicBezTo>
                    <a:pt x="214" y="1120"/>
                    <a:pt x="417" y="1763"/>
                    <a:pt x="417" y="1763"/>
                  </a:cubicBezTo>
                  <a:lnTo>
                    <a:pt x="18693" y="1763"/>
                  </a:lnTo>
                  <a:cubicBezTo>
                    <a:pt x="18740" y="1132"/>
                    <a:pt x="18729" y="548"/>
                    <a:pt x="18657"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498" name="Google Shape;435;p29"/>
            <p:cNvSpPr/>
            <p:nvPr/>
          </p:nvSpPr>
          <p:spPr>
            <a:xfrm>
              <a:off x="3711652" y="3524472"/>
              <a:ext cx="207775" cy="1119092"/>
            </a:xfrm>
            <a:custGeom>
              <a:avLst/>
              <a:gdLst>
                <a:gd name="connsiteX0" fmla="*/ 18752 w 18752"/>
                <a:gd name="connsiteY0" fmla="*/ 0 h 100715"/>
                <a:gd name="connsiteX1" fmla="*/ 0 w 18752"/>
                <a:gd name="connsiteY1" fmla="*/ 5345 h 100715"/>
                <a:gd name="connsiteX2" fmla="*/ 405 w 18752"/>
                <a:gd name="connsiteY2" fmla="*/ 10453 h 100715"/>
                <a:gd name="connsiteX3" fmla="*/ 690 w 18752"/>
                <a:gd name="connsiteY3" fmla="*/ 14037 h 100715"/>
                <a:gd name="connsiteX4" fmla="*/ 1119 w 18752"/>
                <a:gd name="connsiteY4" fmla="*/ 19466 h 100715"/>
                <a:gd name="connsiteX5" fmla="*/ 1833 w 18752"/>
                <a:gd name="connsiteY5" fmla="*/ 28717 h 100715"/>
                <a:gd name="connsiteX6" fmla="*/ 2595 w 18752"/>
                <a:gd name="connsiteY6" fmla="*/ 62126 h 100715"/>
                <a:gd name="connsiteX7" fmla="*/ 7036 w 18752"/>
                <a:gd name="connsiteY7" fmla="*/ 100345 h 100715"/>
                <a:gd name="connsiteX8" fmla="*/ 9294 w 18752"/>
                <a:gd name="connsiteY8" fmla="*/ 100715 h 100715"/>
                <a:gd name="connsiteX9" fmla="*/ 13704 w 18752"/>
                <a:gd name="connsiteY9" fmla="*/ 99559 h 100715"/>
                <a:gd name="connsiteX10" fmla="*/ 18026 w 18752"/>
                <a:gd name="connsiteY10" fmla="*/ 37742 h 100715"/>
                <a:gd name="connsiteX11" fmla="*/ 18502 w 18752"/>
                <a:gd name="connsiteY11" fmla="*/ 13573 h 100715"/>
                <a:gd name="connsiteX12" fmla="*/ 18633 w 18752"/>
                <a:gd name="connsiteY12" fmla="*/ 6357 h 100715"/>
                <a:gd name="connsiteX13" fmla="*/ 15967 w 18752"/>
                <a:gd name="connsiteY13" fmla="*/ 7023 h 100715"/>
                <a:gd name="connsiteX14" fmla="*/ 18752 w 18752"/>
                <a:gd name="connsiteY14" fmla="*/ 0 h 100715"/>
                <a:gd name="connsiteX0" fmla="*/ 12422 w 18633"/>
                <a:gd name="connsiteY0" fmla="*/ 0 h 99652"/>
                <a:gd name="connsiteX1" fmla="*/ 0 w 18633"/>
                <a:gd name="connsiteY1" fmla="*/ 4282 h 99652"/>
                <a:gd name="connsiteX2" fmla="*/ 405 w 18633"/>
                <a:gd name="connsiteY2" fmla="*/ 9390 h 99652"/>
                <a:gd name="connsiteX3" fmla="*/ 690 w 18633"/>
                <a:gd name="connsiteY3" fmla="*/ 12974 h 99652"/>
                <a:gd name="connsiteX4" fmla="*/ 1119 w 18633"/>
                <a:gd name="connsiteY4" fmla="*/ 18403 h 99652"/>
                <a:gd name="connsiteX5" fmla="*/ 1833 w 18633"/>
                <a:gd name="connsiteY5" fmla="*/ 27654 h 99652"/>
                <a:gd name="connsiteX6" fmla="*/ 2595 w 18633"/>
                <a:gd name="connsiteY6" fmla="*/ 61063 h 99652"/>
                <a:gd name="connsiteX7" fmla="*/ 7036 w 18633"/>
                <a:gd name="connsiteY7" fmla="*/ 99282 h 99652"/>
                <a:gd name="connsiteX8" fmla="*/ 9294 w 18633"/>
                <a:gd name="connsiteY8" fmla="*/ 99652 h 99652"/>
                <a:gd name="connsiteX9" fmla="*/ 13704 w 18633"/>
                <a:gd name="connsiteY9" fmla="*/ 98496 h 99652"/>
                <a:gd name="connsiteX10" fmla="*/ 18026 w 18633"/>
                <a:gd name="connsiteY10" fmla="*/ 36679 h 99652"/>
                <a:gd name="connsiteX11" fmla="*/ 18502 w 18633"/>
                <a:gd name="connsiteY11" fmla="*/ 12510 h 99652"/>
                <a:gd name="connsiteX12" fmla="*/ 18633 w 18633"/>
                <a:gd name="connsiteY12" fmla="*/ 5294 h 99652"/>
                <a:gd name="connsiteX13" fmla="*/ 15967 w 18633"/>
                <a:gd name="connsiteY13" fmla="*/ 5960 h 99652"/>
                <a:gd name="connsiteX14" fmla="*/ 12422 w 18633"/>
                <a:gd name="connsiteY14" fmla="*/ 0 h 99652"/>
                <a:gd name="connsiteX0" fmla="*/ 12422 w 18502"/>
                <a:gd name="connsiteY0" fmla="*/ 0 h 99652"/>
                <a:gd name="connsiteX1" fmla="*/ 0 w 18502"/>
                <a:gd name="connsiteY1" fmla="*/ 4282 h 99652"/>
                <a:gd name="connsiteX2" fmla="*/ 405 w 18502"/>
                <a:gd name="connsiteY2" fmla="*/ 9390 h 99652"/>
                <a:gd name="connsiteX3" fmla="*/ 690 w 18502"/>
                <a:gd name="connsiteY3" fmla="*/ 12974 h 99652"/>
                <a:gd name="connsiteX4" fmla="*/ 1119 w 18502"/>
                <a:gd name="connsiteY4" fmla="*/ 18403 h 99652"/>
                <a:gd name="connsiteX5" fmla="*/ 1833 w 18502"/>
                <a:gd name="connsiteY5" fmla="*/ 27654 h 99652"/>
                <a:gd name="connsiteX6" fmla="*/ 2595 w 18502"/>
                <a:gd name="connsiteY6" fmla="*/ 61063 h 99652"/>
                <a:gd name="connsiteX7" fmla="*/ 7036 w 18502"/>
                <a:gd name="connsiteY7" fmla="*/ 99282 h 99652"/>
                <a:gd name="connsiteX8" fmla="*/ 9294 w 18502"/>
                <a:gd name="connsiteY8" fmla="*/ 99652 h 99652"/>
                <a:gd name="connsiteX9" fmla="*/ 13704 w 18502"/>
                <a:gd name="connsiteY9" fmla="*/ 98496 h 99652"/>
                <a:gd name="connsiteX10" fmla="*/ 18026 w 18502"/>
                <a:gd name="connsiteY10" fmla="*/ 36679 h 99652"/>
                <a:gd name="connsiteX11" fmla="*/ 18502 w 18502"/>
                <a:gd name="connsiteY11" fmla="*/ 12510 h 99652"/>
                <a:gd name="connsiteX12" fmla="*/ 15711 w 18502"/>
                <a:gd name="connsiteY12" fmla="*/ 8482 h 99652"/>
                <a:gd name="connsiteX13" fmla="*/ 15967 w 18502"/>
                <a:gd name="connsiteY13" fmla="*/ 5960 h 99652"/>
                <a:gd name="connsiteX14" fmla="*/ 12422 w 18502"/>
                <a:gd name="connsiteY14" fmla="*/ 0 h 99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502" h="99652" extrusionOk="0">
                  <a:moveTo>
                    <a:pt x="12422" y="0"/>
                  </a:moveTo>
                  <a:lnTo>
                    <a:pt x="0" y="4282"/>
                  </a:lnTo>
                  <a:lnTo>
                    <a:pt x="405" y="9390"/>
                  </a:lnTo>
                  <a:lnTo>
                    <a:pt x="690" y="12974"/>
                  </a:lnTo>
                  <a:lnTo>
                    <a:pt x="1119" y="18403"/>
                  </a:lnTo>
                  <a:lnTo>
                    <a:pt x="1833" y="27654"/>
                  </a:lnTo>
                  <a:cubicBezTo>
                    <a:pt x="690" y="36334"/>
                    <a:pt x="833" y="53384"/>
                    <a:pt x="2595" y="61063"/>
                  </a:cubicBezTo>
                  <a:lnTo>
                    <a:pt x="7036" y="99282"/>
                  </a:lnTo>
                  <a:cubicBezTo>
                    <a:pt x="7758" y="99528"/>
                    <a:pt x="8511" y="99652"/>
                    <a:pt x="9294" y="99652"/>
                  </a:cubicBezTo>
                  <a:cubicBezTo>
                    <a:pt x="10670" y="99652"/>
                    <a:pt x="12141" y="99270"/>
                    <a:pt x="13704" y="98496"/>
                  </a:cubicBezTo>
                  <a:lnTo>
                    <a:pt x="18026" y="36679"/>
                  </a:lnTo>
                  <a:cubicBezTo>
                    <a:pt x="18185" y="28623"/>
                    <a:pt x="18343" y="20566"/>
                    <a:pt x="18502" y="12510"/>
                  </a:cubicBezTo>
                  <a:cubicBezTo>
                    <a:pt x="18546" y="10105"/>
                    <a:pt x="15667" y="10887"/>
                    <a:pt x="15711" y="8482"/>
                  </a:cubicBezTo>
                  <a:cubicBezTo>
                    <a:pt x="15796" y="7641"/>
                    <a:pt x="15882" y="6801"/>
                    <a:pt x="15967" y="5960"/>
                  </a:cubicBezTo>
                  <a:lnTo>
                    <a:pt x="12422" y="0"/>
                  </a:ln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499" name="Google Shape;436;p29"/>
            <p:cNvSpPr/>
            <p:nvPr/>
          </p:nvSpPr>
          <p:spPr>
            <a:xfrm>
              <a:off x="3716188" y="3573491"/>
              <a:ext cx="204846" cy="157658"/>
            </a:xfrm>
            <a:custGeom>
              <a:avLst/>
              <a:gdLst/>
              <a:ahLst/>
              <a:cxnLst/>
              <a:rect l="l" t="t" r="r" b="b"/>
              <a:pathLst>
                <a:path w="18241" h="14039" extrusionOk="0">
                  <a:moveTo>
                    <a:pt x="18241" y="1"/>
                  </a:moveTo>
                  <a:lnTo>
                    <a:pt x="1" y="5025"/>
                  </a:lnTo>
                  <a:lnTo>
                    <a:pt x="286" y="8609"/>
                  </a:lnTo>
                  <a:lnTo>
                    <a:pt x="715" y="14038"/>
                  </a:lnTo>
                  <a:cubicBezTo>
                    <a:pt x="7740" y="12871"/>
                    <a:pt x="14109" y="10300"/>
                    <a:pt x="18098" y="8145"/>
                  </a:cubicBezTo>
                  <a:lnTo>
                    <a:pt x="18229" y="929"/>
                  </a:lnTo>
                  <a:lnTo>
                    <a:pt x="18241" y="1"/>
                  </a:lnTo>
                  <a:close/>
                </a:path>
              </a:pathLst>
            </a:custGeom>
            <a:solidFill>
              <a:srgbClr val="BE3C30"/>
            </a:solidFill>
            <a:ln>
              <a:noFill/>
            </a:ln>
          </p:spPr>
          <p:txBody>
            <a:bodyPr spcFirstLastPara="1" wrap="square" lIns="121900" tIns="121900" rIns="121900" bIns="121900" anchor="ctr" anchorCtr="0">
              <a:noAutofit/>
            </a:bodyPr>
            <a:lstStyle/>
            <a:p>
              <a:endParaRPr sz="2400"/>
            </a:p>
          </p:txBody>
        </p:sp>
        <p:sp>
          <p:nvSpPr>
            <p:cNvPr id="500" name="Google Shape;437;p29"/>
            <p:cNvSpPr/>
            <p:nvPr/>
          </p:nvSpPr>
          <p:spPr>
            <a:xfrm>
              <a:off x="3777830" y="4628572"/>
              <a:ext cx="322649" cy="155648"/>
            </a:xfrm>
            <a:custGeom>
              <a:avLst/>
              <a:gdLst/>
              <a:ahLst/>
              <a:cxnLst/>
              <a:rect l="l" t="t" r="r" b="b"/>
              <a:pathLst>
                <a:path w="28731" h="13860" extrusionOk="0">
                  <a:moveTo>
                    <a:pt x="8001" y="1"/>
                  </a:moveTo>
                  <a:cubicBezTo>
                    <a:pt x="5704" y="928"/>
                    <a:pt x="3935" y="1150"/>
                    <a:pt x="2769" y="1150"/>
                  </a:cubicBezTo>
                  <a:cubicBezTo>
                    <a:pt x="1705" y="1150"/>
                    <a:pt x="1143" y="965"/>
                    <a:pt x="1143" y="965"/>
                  </a:cubicBezTo>
                  <a:lnTo>
                    <a:pt x="1143" y="965"/>
                  </a:lnTo>
                  <a:cubicBezTo>
                    <a:pt x="0" y="4847"/>
                    <a:pt x="667" y="8561"/>
                    <a:pt x="1155" y="12097"/>
                  </a:cubicBezTo>
                  <a:cubicBezTo>
                    <a:pt x="1239" y="12693"/>
                    <a:pt x="1310" y="13276"/>
                    <a:pt x="1370" y="13860"/>
                  </a:cubicBezTo>
                  <a:lnTo>
                    <a:pt x="28730" y="13860"/>
                  </a:lnTo>
                  <a:cubicBezTo>
                    <a:pt x="28730" y="13252"/>
                    <a:pt x="28647" y="12669"/>
                    <a:pt x="28504" y="12097"/>
                  </a:cubicBezTo>
                  <a:cubicBezTo>
                    <a:pt x="28040" y="10431"/>
                    <a:pt x="26956" y="8966"/>
                    <a:pt x="25408" y="8061"/>
                  </a:cubicBezTo>
                  <a:cubicBezTo>
                    <a:pt x="21229" y="5609"/>
                    <a:pt x="15062" y="4466"/>
                    <a:pt x="15062" y="4466"/>
                  </a:cubicBezTo>
                  <a:cubicBezTo>
                    <a:pt x="13288" y="2787"/>
                    <a:pt x="8001" y="1"/>
                    <a:pt x="8001" y="1"/>
                  </a:cubicBezTo>
                  <a:close/>
                </a:path>
              </a:pathLst>
            </a:custGeom>
            <a:solidFill>
              <a:srgbClr val="FCFCFF"/>
            </a:solidFill>
            <a:ln>
              <a:noFill/>
            </a:ln>
          </p:spPr>
          <p:txBody>
            <a:bodyPr spcFirstLastPara="1" wrap="square" lIns="121900" tIns="121900" rIns="121900" bIns="121900" anchor="ctr" anchorCtr="0">
              <a:noAutofit/>
            </a:bodyPr>
            <a:lstStyle/>
            <a:p>
              <a:endParaRPr sz="2400"/>
            </a:p>
          </p:txBody>
        </p:sp>
        <p:sp>
          <p:nvSpPr>
            <p:cNvPr id="501" name="Google Shape;438;p29"/>
            <p:cNvSpPr/>
            <p:nvPr/>
          </p:nvSpPr>
          <p:spPr>
            <a:xfrm>
              <a:off x="3909524" y="4677378"/>
              <a:ext cx="113805" cy="23010"/>
            </a:xfrm>
            <a:custGeom>
              <a:avLst/>
              <a:gdLst/>
              <a:ahLst/>
              <a:cxnLst/>
              <a:rect l="l" t="t" r="r" b="b"/>
              <a:pathLst>
                <a:path w="10134" h="2049" extrusionOk="0">
                  <a:moveTo>
                    <a:pt x="5335" y="1"/>
                  </a:moveTo>
                  <a:cubicBezTo>
                    <a:pt x="1823" y="1"/>
                    <a:pt x="1" y="1906"/>
                    <a:pt x="1" y="1906"/>
                  </a:cubicBezTo>
                  <a:cubicBezTo>
                    <a:pt x="229" y="1968"/>
                    <a:pt x="462" y="1999"/>
                    <a:pt x="696" y="1999"/>
                  </a:cubicBezTo>
                  <a:cubicBezTo>
                    <a:pt x="1083" y="1999"/>
                    <a:pt x="1470" y="1914"/>
                    <a:pt x="1835" y="1751"/>
                  </a:cubicBezTo>
                  <a:cubicBezTo>
                    <a:pt x="2382" y="1489"/>
                    <a:pt x="3192" y="1203"/>
                    <a:pt x="4156" y="1096"/>
                  </a:cubicBezTo>
                  <a:cubicBezTo>
                    <a:pt x="4575" y="1047"/>
                    <a:pt x="4961" y="1027"/>
                    <a:pt x="5312" y="1027"/>
                  </a:cubicBezTo>
                  <a:cubicBezTo>
                    <a:pt x="6751" y="1027"/>
                    <a:pt x="7597" y="1358"/>
                    <a:pt x="7597" y="1358"/>
                  </a:cubicBezTo>
                  <a:lnTo>
                    <a:pt x="10133" y="2048"/>
                  </a:lnTo>
                  <a:cubicBezTo>
                    <a:pt x="10133" y="2048"/>
                    <a:pt x="7871" y="1"/>
                    <a:pt x="5335" y="1"/>
                  </a:cubicBezTo>
                  <a:close/>
                </a:path>
              </a:pathLst>
            </a:custGeom>
            <a:solidFill>
              <a:srgbClr val="E1EAEA"/>
            </a:solidFill>
            <a:ln>
              <a:noFill/>
            </a:ln>
          </p:spPr>
          <p:txBody>
            <a:bodyPr spcFirstLastPara="1" wrap="square" lIns="121900" tIns="121900" rIns="121900" bIns="121900" anchor="ctr" anchorCtr="0">
              <a:noAutofit/>
            </a:bodyPr>
            <a:lstStyle/>
            <a:p>
              <a:endParaRPr sz="2400"/>
            </a:p>
          </p:txBody>
        </p:sp>
        <p:sp>
          <p:nvSpPr>
            <p:cNvPr id="502" name="Google Shape;439;p29"/>
            <p:cNvSpPr/>
            <p:nvPr/>
          </p:nvSpPr>
          <p:spPr>
            <a:xfrm>
              <a:off x="3868343" y="4665216"/>
              <a:ext cx="107786" cy="24212"/>
            </a:xfrm>
            <a:custGeom>
              <a:avLst/>
              <a:gdLst/>
              <a:ahLst/>
              <a:cxnLst/>
              <a:rect l="l" t="t" r="r" b="b"/>
              <a:pathLst>
                <a:path w="9598" h="2156" extrusionOk="0">
                  <a:moveTo>
                    <a:pt x="5347" y="0"/>
                  </a:moveTo>
                  <a:cubicBezTo>
                    <a:pt x="1834" y="0"/>
                    <a:pt x="1" y="1917"/>
                    <a:pt x="1" y="1917"/>
                  </a:cubicBezTo>
                  <a:cubicBezTo>
                    <a:pt x="231" y="1979"/>
                    <a:pt x="465" y="2010"/>
                    <a:pt x="697" y="2010"/>
                  </a:cubicBezTo>
                  <a:cubicBezTo>
                    <a:pt x="1088" y="2010"/>
                    <a:pt x="1476" y="1922"/>
                    <a:pt x="1834" y="1750"/>
                  </a:cubicBezTo>
                  <a:cubicBezTo>
                    <a:pt x="2394" y="1500"/>
                    <a:pt x="3192" y="1215"/>
                    <a:pt x="4168" y="1095"/>
                  </a:cubicBezTo>
                  <a:cubicBezTo>
                    <a:pt x="4584" y="1046"/>
                    <a:pt x="4969" y="1027"/>
                    <a:pt x="5318" y="1027"/>
                  </a:cubicBezTo>
                  <a:cubicBezTo>
                    <a:pt x="6751" y="1027"/>
                    <a:pt x="7597" y="1357"/>
                    <a:pt x="7597" y="1357"/>
                  </a:cubicBezTo>
                  <a:lnTo>
                    <a:pt x="9597" y="2155"/>
                  </a:lnTo>
                  <a:cubicBezTo>
                    <a:pt x="9597" y="2155"/>
                    <a:pt x="7883" y="0"/>
                    <a:pt x="5347" y="0"/>
                  </a:cubicBezTo>
                  <a:close/>
                </a:path>
              </a:pathLst>
            </a:custGeom>
            <a:solidFill>
              <a:srgbClr val="E1EAEA"/>
            </a:solidFill>
            <a:ln>
              <a:noFill/>
            </a:ln>
          </p:spPr>
          <p:txBody>
            <a:bodyPr spcFirstLastPara="1" wrap="square" lIns="121900" tIns="121900" rIns="121900" bIns="121900" anchor="ctr" anchorCtr="0">
              <a:noAutofit/>
            </a:bodyPr>
            <a:lstStyle/>
            <a:p>
              <a:endParaRPr sz="2400"/>
            </a:p>
          </p:txBody>
        </p:sp>
        <p:sp>
          <p:nvSpPr>
            <p:cNvPr id="503" name="Google Shape;440;p29"/>
            <p:cNvSpPr/>
            <p:nvPr/>
          </p:nvSpPr>
          <p:spPr>
            <a:xfrm>
              <a:off x="3838528" y="4651302"/>
              <a:ext cx="107786" cy="24212"/>
            </a:xfrm>
            <a:custGeom>
              <a:avLst/>
              <a:gdLst/>
              <a:ahLst/>
              <a:cxnLst/>
              <a:rect l="l" t="t" r="r" b="b"/>
              <a:pathLst>
                <a:path w="9598" h="2156" extrusionOk="0">
                  <a:moveTo>
                    <a:pt x="5314" y="1"/>
                  </a:moveTo>
                  <a:cubicBezTo>
                    <a:pt x="1823" y="1"/>
                    <a:pt x="1" y="1906"/>
                    <a:pt x="1" y="1906"/>
                  </a:cubicBezTo>
                  <a:cubicBezTo>
                    <a:pt x="227" y="1968"/>
                    <a:pt x="459" y="1999"/>
                    <a:pt x="692" y="1999"/>
                  </a:cubicBezTo>
                  <a:cubicBezTo>
                    <a:pt x="1084" y="1999"/>
                    <a:pt x="1475" y="1911"/>
                    <a:pt x="1834" y="1739"/>
                  </a:cubicBezTo>
                  <a:cubicBezTo>
                    <a:pt x="2382" y="1489"/>
                    <a:pt x="3192" y="1203"/>
                    <a:pt x="4156" y="1084"/>
                  </a:cubicBezTo>
                  <a:cubicBezTo>
                    <a:pt x="4566" y="1038"/>
                    <a:pt x="4945" y="1020"/>
                    <a:pt x="5291" y="1020"/>
                  </a:cubicBezTo>
                  <a:cubicBezTo>
                    <a:pt x="6743" y="1020"/>
                    <a:pt x="7597" y="1346"/>
                    <a:pt x="7597" y="1346"/>
                  </a:cubicBezTo>
                  <a:lnTo>
                    <a:pt x="9597" y="2156"/>
                  </a:lnTo>
                  <a:cubicBezTo>
                    <a:pt x="9597" y="2156"/>
                    <a:pt x="7883" y="1"/>
                    <a:pt x="5347" y="1"/>
                  </a:cubicBezTo>
                  <a:cubicBezTo>
                    <a:pt x="5336" y="1"/>
                    <a:pt x="5325" y="1"/>
                    <a:pt x="5314" y="1"/>
                  </a:cubicBezTo>
                  <a:close/>
                </a:path>
              </a:pathLst>
            </a:custGeom>
            <a:solidFill>
              <a:srgbClr val="E1EAEA"/>
            </a:solidFill>
            <a:ln>
              <a:noFill/>
            </a:ln>
          </p:spPr>
          <p:txBody>
            <a:bodyPr spcFirstLastPara="1" wrap="square" lIns="121900" tIns="121900" rIns="121900" bIns="121900" anchor="ctr" anchorCtr="0">
              <a:noAutofit/>
            </a:bodyPr>
            <a:lstStyle/>
            <a:p>
              <a:endParaRPr sz="2400"/>
            </a:p>
          </p:txBody>
        </p:sp>
        <p:sp>
          <p:nvSpPr>
            <p:cNvPr id="504" name="Google Shape;441;p29"/>
            <p:cNvSpPr/>
            <p:nvPr/>
          </p:nvSpPr>
          <p:spPr>
            <a:xfrm>
              <a:off x="3790800" y="4764422"/>
              <a:ext cx="309678" cy="19798"/>
            </a:xfrm>
            <a:custGeom>
              <a:avLst/>
              <a:gdLst/>
              <a:ahLst/>
              <a:cxnLst/>
              <a:rect l="l" t="t" r="r" b="b"/>
              <a:pathLst>
                <a:path w="27576" h="1763" extrusionOk="0">
                  <a:moveTo>
                    <a:pt x="0" y="0"/>
                  </a:moveTo>
                  <a:cubicBezTo>
                    <a:pt x="84" y="596"/>
                    <a:pt x="155" y="1179"/>
                    <a:pt x="215" y="1763"/>
                  </a:cubicBezTo>
                  <a:lnTo>
                    <a:pt x="27575" y="1763"/>
                  </a:lnTo>
                  <a:cubicBezTo>
                    <a:pt x="27575" y="1155"/>
                    <a:pt x="27492" y="572"/>
                    <a:pt x="27349" y="0"/>
                  </a:cubicBezTo>
                  <a:close/>
                </a:path>
              </a:pathLst>
            </a:custGeom>
            <a:solidFill>
              <a:srgbClr val="E1EAEA"/>
            </a:solidFill>
            <a:ln>
              <a:noFill/>
            </a:ln>
          </p:spPr>
          <p:txBody>
            <a:bodyPr spcFirstLastPara="1" wrap="square" lIns="121900" tIns="121900" rIns="121900" bIns="121900" anchor="ctr" anchorCtr="0">
              <a:noAutofit/>
            </a:bodyPr>
            <a:lstStyle/>
            <a:p>
              <a:endParaRPr sz="2400"/>
            </a:p>
          </p:txBody>
        </p:sp>
        <p:sp>
          <p:nvSpPr>
            <p:cNvPr id="505" name="Google Shape;442;p29"/>
            <p:cNvSpPr/>
            <p:nvPr/>
          </p:nvSpPr>
          <p:spPr>
            <a:xfrm>
              <a:off x="3271615" y="3541407"/>
              <a:ext cx="342436" cy="1121405"/>
            </a:xfrm>
            <a:custGeom>
              <a:avLst/>
              <a:gdLst/>
              <a:ahLst/>
              <a:cxnLst/>
              <a:rect l="l" t="t" r="r" b="b"/>
              <a:pathLst>
                <a:path w="30493" h="99858" extrusionOk="0">
                  <a:moveTo>
                    <a:pt x="10894" y="0"/>
                  </a:moveTo>
                  <a:lnTo>
                    <a:pt x="10823" y="9644"/>
                  </a:lnTo>
                  <a:lnTo>
                    <a:pt x="10716" y="21705"/>
                  </a:lnTo>
                  <a:cubicBezTo>
                    <a:pt x="10716" y="21705"/>
                    <a:pt x="4667" y="44160"/>
                    <a:pt x="3977" y="53162"/>
                  </a:cubicBezTo>
                  <a:cubicBezTo>
                    <a:pt x="3286" y="62151"/>
                    <a:pt x="0" y="99858"/>
                    <a:pt x="0" y="99858"/>
                  </a:cubicBezTo>
                  <a:lnTo>
                    <a:pt x="6525" y="99858"/>
                  </a:lnTo>
                  <a:lnTo>
                    <a:pt x="27670" y="20324"/>
                  </a:lnTo>
                  <a:lnTo>
                    <a:pt x="28420" y="15574"/>
                  </a:lnTo>
                  <a:lnTo>
                    <a:pt x="29468" y="8942"/>
                  </a:lnTo>
                  <a:lnTo>
                    <a:pt x="29623" y="7954"/>
                  </a:lnTo>
                  <a:lnTo>
                    <a:pt x="30492" y="2489"/>
                  </a:lnTo>
                  <a:lnTo>
                    <a:pt x="10894" y="0"/>
                  </a:ln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506" name="Google Shape;443;p29"/>
            <p:cNvSpPr/>
            <p:nvPr/>
          </p:nvSpPr>
          <p:spPr>
            <a:xfrm>
              <a:off x="3393157" y="3615346"/>
              <a:ext cx="209395" cy="109762"/>
            </a:xfrm>
            <a:custGeom>
              <a:avLst/>
              <a:gdLst/>
              <a:ahLst/>
              <a:cxnLst/>
              <a:rect l="l" t="t" r="r" b="b"/>
              <a:pathLst>
                <a:path w="18646" h="9774" extrusionOk="0">
                  <a:moveTo>
                    <a:pt x="71" y="0"/>
                  </a:moveTo>
                  <a:lnTo>
                    <a:pt x="0" y="9644"/>
                  </a:lnTo>
                  <a:cubicBezTo>
                    <a:pt x="1354" y="9735"/>
                    <a:pt x="2805" y="9774"/>
                    <a:pt x="4291" y="9774"/>
                  </a:cubicBezTo>
                  <a:cubicBezTo>
                    <a:pt x="9073" y="9774"/>
                    <a:pt x="14209" y="9371"/>
                    <a:pt x="17597" y="8990"/>
                  </a:cubicBezTo>
                  <a:lnTo>
                    <a:pt x="18645" y="2358"/>
                  </a:lnTo>
                  <a:lnTo>
                    <a:pt x="71" y="0"/>
                  </a:lnTo>
                  <a:close/>
                </a:path>
              </a:pathLst>
            </a:custGeom>
            <a:solidFill>
              <a:srgbClr val="BE3C30"/>
            </a:solidFill>
            <a:ln>
              <a:noFill/>
            </a:ln>
          </p:spPr>
          <p:txBody>
            <a:bodyPr spcFirstLastPara="1" wrap="square" lIns="121900" tIns="121900" rIns="121900" bIns="121900" anchor="ctr" anchorCtr="0">
              <a:noAutofit/>
            </a:bodyPr>
            <a:lstStyle/>
            <a:p>
              <a:endParaRPr sz="2400"/>
            </a:p>
          </p:txBody>
        </p:sp>
        <p:sp>
          <p:nvSpPr>
            <p:cNvPr id="507" name="Google Shape;444;p29"/>
            <p:cNvSpPr/>
            <p:nvPr/>
          </p:nvSpPr>
          <p:spPr>
            <a:xfrm>
              <a:off x="3123065" y="4633929"/>
              <a:ext cx="241490" cy="150291"/>
            </a:xfrm>
            <a:custGeom>
              <a:avLst/>
              <a:gdLst/>
              <a:ahLst/>
              <a:cxnLst/>
              <a:rect l="l" t="t" r="r" b="b"/>
              <a:pathLst>
                <a:path w="21504" h="13383" extrusionOk="0">
                  <a:moveTo>
                    <a:pt x="13323" y="0"/>
                  </a:moveTo>
                  <a:cubicBezTo>
                    <a:pt x="13323" y="0"/>
                    <a:pt x="12014" y="560"/>
                    <a:pt x="7859" y="4143"/>
                  </a:cubicBezTo>
                  <a:cubicBezTo>
                    <a:pt x="7859" y="4143"/>
                    <a:pt x="834" y="5703"/>
                    <a:pt x="84" y="11620"/>
                  </a:cubicBezTo>
                  <a:cubicBezTo>
                    <a:pt x="12" y="12168"/>
                    <a:pt x="0" y="12752"/>
                    <a:pt x="48" y="13383"/>
                  </a:cubicBezTo>
                  <a:lnTo>
                    <a:pt x="20086" y="13383"/>
                  </a:lnTo>
                  <a:cubicBezTo>
                    <a:pt x="20086" y="13383"/>
                    <a:pt x="20312" y="12740"/>
                    <a:pt x="20539" y="11620"/>
                  </a:cubicBezTo>
                  <a:cubicBezTo>
                    <a:pt x="21003" y="9406"/>
                    <a:pt x="21503" y="5274"/>
                    <a:pt x="20312" y="488"/>
                  </a:cubicBezTo>
                  <a:cubicBezTo>
                    <a:pt x="20312" y="488"/>
                    <a:pt x="18750" y="680"/>
                    <a:pt x="17061" y="680"/>
                  </a:cubicBezTo>
                  <a:cubicBezTo>
                    <a:pt x="15599" y="680"/>
                    <a:pt x="14042" y="536"/>
                    <a:pt x="13323" y="0"/>
                  </a:cubicBezTo>
                  <a:close/>
                </a:path>
              </a:pathLst>
            </a:custGeom>
            <a:solidFill>
              <a:srgbClr val="FCFCFF"/>
            </a:solidFill>
            <a:ln>
              <a:noFill/>
            </a:ln>
          </p:spPr>
          <p:txBody>
            <a:bodyPr spcFirstLastPara="1" wrap="square" lIns="121900" tIns="121900" rIns="121900" bIns="121900" anchor="ctr" anchorCtr="0">
              <a:noAutofit/>
            </a:bodyPr>
            <a:lstStyle/>
            <a:p>
              <a:endParaRPr sz="2400"/>
            </a:p>
          </p:txBody>
        </p:sp>
        <p:sp>
          <p:nvSpPr>
            <p:cNvPr id="508" name="Google Shape;445;p29"/>
            <p:cNvSpPr/>
            <p:nvPr/>
          </p:nvSpPr>
          <p:spPr>
            <a:xfrm>
              <a:off x="3158226" y="4681791"/>
              <a:ext cx="85314" cy="24212"/>
            </a:xfrm>
            <a:custGeom>
              <a:avLst/>
              <a:gdLst/>
              <a:ahLst/>
              <a:cxnLst/>
              <a:rect l="l" t="t" r="r" b="b"/>
              <a:pathLst>
                <a:path w="7597" h="2156" extrusionOk="0">
                  <a:moveTo>
                    <a:pt x="3370" y="0"/>
                  </a:moveTo>
                  <a:cubicBezTo>
                    <a:pt x="1370" y="0"/>
                    <a:pt x="1" y="2155"/>
                    <a:pt x="1" y="2155"/>
                  </a:cubicBezTo>
                  <a:lnTo>
                    <a:pt x="1584" y="1358"/>
                  </a:lnTo>
                  <a:cubicBezTo>
                    <a:pt x="1584" y="1358"/>
                    <a:pt x="2253" y="1027"/>
                    <a:pt x="3394" y="1027"/>
                  </a:cubicBezTo>
                  <a:cubicBezTo>
                    <a:pt x="3672" y="1027"/>
                    <a:pt x="3979" y="1047"/>
                    <a:pt x="4311" y="1096"/>
                  </a:cubicBezTo>
                  <a:cubicBezTo>
                    <a:pt x="5073" y="1215"/>
                    <a:pt x="5716" y="1501"/>
                    <a:pt x="6144" y="1751"/>
                  </a:cubicBezTo>
                  <a:cubicBezTo>
                    <a:pt x="6440" y="1917"/>
                    <a:pt x="6755" y="2007"/>
                    <a:pt x="7068" y="2007"/>
                  </a:cubicBezTo>
                  <a:cubicBezTo>
                    <a:pt x="7246" y="2007"/>
                    <a:pt x="7424" y="1978"/>
                    <a:pt x="7597" y="1917"/>
                  </a:cubicBezTo>
                  <a:cubicBezTo>
                    <a:pt x="7597" y="1917"/>
                    <a:pt x="6156" y="0"/>
                    <a:pt x="3370" y="0"/>
                  </a:cubicBezTo>
                  <a:close/>
                </a:path>
              </a:pathLst>
            </a:custGeom>
            <a:solidFill>
              <a:srgbClr val="E1EAEA"/>
            </a:solidFill>
            <a:ln>
              <a:noFill/>
            </a:ln>
          </p:spPr>
          <p:txBody>
            <a:bodyPr spcFirstLastPara="1" wrap="square" lIns="121900" tIns="121900" rIns="121900" bIns="121900" anchor="ctr" anchorCtr="0">
              <a:noAutofit/>
            </a:bodyPr>
            <a:lstStyle/>
            <a:p>
              <a:endParaRPr sz="2400"/>
            </a:p>
          </p:txBody>
        </p:sp>
        <p:sp>
          <p:nvSpPr>
            <p:cNvPr id="509" name="Google Shape;446;p29"/>
            <p:cNvSpPr/>
            <p:nvPr/>
          </p:nvSpPr>
          <p:spPr>
            <a:xfrm>
              <a:off x="3186705" y="4669753"/>
              <a:ext cx="85314" cy="24212"/>
            </a:xfrm>
            <a:custGeom>
              <a:avLst/>
              <a:gdLst/>
              <a:ahLst/>
              <a:cxnLst/>
              <a:rect l="l" t="t" r="r" b="b"/>
              <a:pathLst>
                <a:path w="7597" h="2156" extrusionOk="0">
                  <a:moveTo>
                    <a:pt x="3384" y="1"/>
                  </a:moveTo>
                  <a:cubicBezTo>
                    <a:pt x="3376" y="1"/>
                    <a:pt x="3367" y="1"/>
                    <a:pt x="3358" y="1"/>
                  </a:cubicBezTo>
                  <a:cubicBezTo>
                    <a:pt x="1358" y="1"/>
                    <a:pt x="1" y="2156"/>
                    <a:pt x="1" y="2156"/>
                  </a:cubicBezTo>
                  <a:lnTo>
                    <a:pt x="1584" y="1346"/>
                  </a:lnTo>
                  <a:cubicBezTo>
                    <a:pt x="1584" y="1346"/>
                    <a:pt x="2247" y="1026"/>
                    <a:pt x="3372" y="1026"/>
                  </a:cubicBezTo>
                  <a:cubicBezTo>
                    <a:pt x="3653" y="1026"/>
                    <a:pt x="3963" y="1046"/>
                    <a:pt x="4299" y="1096"/>
                  </a:cubicBezTo>
                  <a:cubicBezTo>
                    <a:pt x="5073" y="1203"/>
                    <a:pt x="5704" y="1489"/>
                    <a:pt x="6144" y="1751"/>
                  </a:cubicBezTo>
                  <a:cubicBezTo>
                    <a:pt x="6427" y="1915"/>
                    <a:pt x="6732" y="1999"/>
                    <a:pt x="7041" y="1999"/>
                  </a:cubicBezTo>
                  <a:cubicBezTo>
                    <a:pt x="7227" y="1999"/>
                    <a:pt x="7413" y="1969"/>
                    <a:pt x="7597" y="1906"/>
                  </a:cubicBezTo>
                  <a:cubicBezTo>
                    <a:pt x="7597" y="1906"/>
                    <a:pt x="6153" y="1"/>
                    <a:pt x="3384" y="1"/>
                  </a:cubicBezTo>
                  <a:close/>
                </a:path>
              </a:pathLst>
            </a:custGeom>
            <a:solidFill>
              <a:srgbClr val="E1EAEA"/>
            </a:solidFill>
            <a:ln>
              <a:noFill/>
            </a:ln>
          </p:spPr>
          <p:txBody>
            <a:bodyPr spcFirstLastPara="1" wrap="square" lIns="121900" tIns="121900" rIns="121900" bIns="121900" anchor="ctr" anchorCtr="0">
              <a:noAutofit/>
            </a:bodyPr>
            <a:lstStyle/>
            <a:p>
              <a:endParaRPr sz="2400"/>
            </a:p>
          </p:txBody>
        </p:sp>
        <p:sp>
          <p:nvSpPr>
            <p:cNvPr id="510" name="Google Shape;447;p29"/>
            <p:cNvSpPr/>
            <p:nvPr/>
          </p:nvSpPr>
          <p:spPr>
            <a:xfrm>
              <a:off x="3208502" y="4655715"/>
              <a:ext cx="85314" cy="24212"/>
            </a:xfrm>
            <a:custGeom>
              <a:avLst/>
              <a:gdLst/>
              <a:ahLst/>
              <a:cxnLst/>
              <a:rect l="l" t="t" r="r" b="b"/>
              <a:pathLst>
                <a:path w="7597" h="2156" extrusionOk="0">
                  <a:moveTo>
                    <a:pt x="3370" y="1"/>
                  </a:moveTo>
                  <a:cubicBezTo>
                    <a:pt x="1370" y="1"/>
                    <a:pt x="0" y="2156"/>
                    <a:pt x="0" y="2156"/>
                  </a:cubicBezTo>
                  <a:lnTo>
                    <a:pt x="1584" y="1358"/>
                  </a:lnTo>
                  <a:cubicBezTo>
                    <a:pt x="1584" y="1358"/>
                    <a:pt x="2253" y="1027"/>
                    <a:pt x="3394" y="1027"/>
                  </a:cubicBezTo>
                  <a:cubicBezTo>
                    <a:pt x="3672" y="1027"/>
                    <a:pt x="3979" y="1047"/>
                    <a:pt x="4311" y="1096"/>
                  </a:cubicBezTo>
                  <a:cubicBezTo>
                    <a:pt x="5073" y="1203"/>
                    <a:pt x="5715" y="1501"/>
                    <a:pt x="6144" y="1751"/>
                  </a:cubicBezTo>
                  <a:cubicBezTo>
                    <a:pt x="6434" y="1914"/>
                    <a:pt x="6742" y="1999"/>
                    <a:pt x="7049" y="1999"/>
                  </a:cubicBezTo>
                  <a:cubicBezTo>
                    <a:pt x="7234" y="1999"/>
                    <a:pt x="7418" y="1968"/>
                    <a:pt x="7597" y="1906"/>
                  </a:cubicBezTo>
                  <a:cubicBezTo>
                    <a:pt x="7597" y="1906"/>
                    <a:pt x="6156" y="1"/>
                    <a:pt x="3370" y="1"/>
                  </a:cubicBezTo>
                  <a:close/>
                </a:path>
              </a:pathLst>
            </a:custGeom>
            <a:solidFill>
              <a:srgbClr val="E1EAEA"/>
            </a:solidFill>
            <a:ln>
              <a:noFill/>
            </a:ln>
          </p:spPr>
          <p:txBody>
            <a:bodyPr spcFirstLastPara="1" wrap="square" lIns="121900" tIns="121900" rIns="121900" bIns="121900" anchor="ctr" anchorCtr="0">
              <a:noAutofit/>
            </a:bodyPr>
            <a:lstStyle/>
            <a:p>
              <a:endParaRPr sz="2400"/>
            </a:p>
          </p:txBody>
        </p:sp>
        <p:sp>
          <p:nvSpPr>
            <p:cNvPr id="511" name="Google Shape;448;p29"/>
            <p:cNvSpPr/>
            <p:nvPr/>
          </p:nvSpPr>
          <p:spPr>
            <a:xfrm>
              <a:off x="3123065" y="4764422"/>
              <a:ext cx="230653" cy="19798"/>
            </a:xfrm>
            <a:custGeom>
              <a:avLst/>
              <a:gdLst/>
              <a:ahLst/>
              <a:cxnLst/>
              <a:rect l="l" t="t" r="r" b="b"/>
              <a:pathLst>
                <a:path w="20539" h="1763" extrusionOk="0">
                  <a:moveTo>
                    <a:pt x="84" y="0"/>
                  </a:moveTo>
                  <a:cubicBezTo>
                    <a:pt x="12" y="548"/>
                    <a:pt x="0" y="1132"/>
                    <a:pt x="48" y="1763"/>
                  </a:cubicBezTo>
                  <a:lnTo>
                    <a:pt x="20086" y="1763"/>
                  </a:lnTo>
                  <a:cubicBezTo>
                    <a:pt x="20086" y="1763"/>
                    <a:pt x="20312" y="1120"/>
                    <a:pt x="20539" y="0"/>
                  </a:cubicBezTo>
                  <a:close/>
                </a:path>
              </a:pathLst>
            </a:custGeom>
            <a:solidFill>
              <a:srgbClr val="E1EAEA"/>
            </a:solidFill>
            <a:ln>
              <a:noFill/>
            </a:ln>
          </p:spPr>
          <p:txBody>
            <a:bodyPr spcFirstLastPara="1" wrap="square" lIns="121900" tIns="121900" rIns="121900" bIns="121900" anchor="ctr" anchorCtr="0">
              <a:noAutofit/>
            </a:bodyPr>
            <a:lstStyle/>
            <a:p>
              <a:endParaRPr sz="2400"/>
            </a:p>
          </p:txBody>
        </p:sp>
        <p:sp>
          <p:nvSpPr>
            <p:cNvPr id="513" name="Google Shape;450;p29"/>
            <p:cNvSpPr/>
            <p:nvPr/>
          </p:nvSpPr>
          <p:spPr>
            <a:xfrm>
              <a:off x="3414011" y="2382438"/>
              <a:ext cx="37048" cy="37183"/>
            </a:xfrm>
            <a:custGeom>
              <a:avLst/>
              <a:gdLst/>
              <a:ahLst/>
              <a:cxnLst/>
              <a:rect l="l" t="t" r="r" b="b"/>
              <a:pathLst>
                <a:path w="3299" h="3311" extrusionOk="0">
                  <a:moveTo>
                    <a:pt x="1643" y="0"/>
                  </a:moveTo>
                  <a:cubicBezTo>
                    <a:pt x="739" y="0"/>
                    <a:pt x="0" y="738"/>
                    <a:pt x="0" y="1655"/>
                  </a:cubicBezTo>
                  <a:cubicBezTo>
                    <a:pt x="0" y="2560"/>
                    <a:pt x="739" y="3310"/>
                    <a:pt x="1643" y="3310"/>
                  </a:cubicBezTo>
                  <a:cubicBezTo>
                    <a:pt x="2560" y="3310"/>
                    <a:pt x="3298" y="2560"/>
                    <a:pt x="3298" y="1655"/>
                  </a:cubicBezTo>
                  <a:cubicBezTo>
                    <a:pt x="3298" y="738"/>
                    <a:pt x="2560" y="0"/>
                    <a:pt x="1643" y="0"/>
                  </a:cubicBezTo>
                  <a:close/>
                </a:path>
              </a:pathLst>
            </a:custGeom>
            <a:solidFill>
              <a:srgbClr val="C3C3C3">
                <a:alpha val="25889"/>
              </a:srgbClr>
            </a:solidFill>
            <a:ln>
              <a:noFill/>
            </a:ln>
          </p:spPr>
          <p:txBody>
            <a:bodyPr spcFirstLastPara="1" wrap="square" lIns="121900" tIns="121900" rIns="121900" bIns="121900" anchor="ctr" anchorCtr="0">
              <a:noAutofit/>
            </a:bodyPr>
            <a:lstStyle/>
            <a:p>
              <a:endParaRPr sz="2400"/>
            </a:p>
          </p:txBody>
        </p:sp>
        <p:sp>
          <p:nvSpPr>
            <p:cNvPr id="514" name="Google Shape;451;p29"/>
            <p:cNvSpPr/>
            <p:nvPr/>
          </p:nvSpPr>
          <p:spPr>
            <a:xfrm>
              <a:off x="3464816" y="2336574"/>
              <a:ext cx="35049" cy="19798"/>
            </a:xfrm>
            <a:custGeom>
              <a:avLst/>
              <a:gdLst/>
              <a:ahLst/>
              <a:cxnLst/>
              <a:rect l="l" t="t" r="r" b="b"/>
              <a:pathLst>
                <a:path w="3121" h="1763" extrusionOk="0">
                  <a:moveTo>
                    <a:pt x="3120" y="0"/>
                  </a:moveTo>
                  <a:cubicBezTo>
                    <a:pt x="2096" y="262"/>
                    <a:pt x="1049" y="560"/>
                    <a:pt x="1" y="869"/>
                  </a:cubicBezTo>
                  <a:cubicBezTo>
                    <a:pt x="287" y="1405"/>
                    <a:pt x="846" y="1762"/>
                    <a:pt x="1477" y="1762"/>
                  </a:cubicBezTo>
                  <a:cubicBezTo>
                    <a:pt x="2382" y="1762"/>
                    <a:pt x="3120" y="1024"/>
                    <a:pt x="3120" y="119"/>
                  </a:cubicBezTo>
                  <a:cubicBezTo>
                    <a:pt x="3120" y="72"/>
                    <a:pt x="3120" y="36"/>
                    <a:pt x="3120" y="0"/>
                  </a:cubicBezTo>
                  <a:close/>
                </a:path>
              </a:pathLst>
            </a:custGeom>
            <a:solidFill>
              <a:srgbClr val="C3C3C3">
                <a:alpha val="25889"/>
              </a:srgbClr>
            </a:solidFill>
            <a:ln>
              <a:noFill/>
            </a:ln>
          </p:spPr>
          <p:txBody>
            <a:bodyPr spcFirstLastPara="1" wrap="square" lIns="121900" tIns="121900" rIns="121900" bIns="121900" anchor="ctr" anchorCtr="0">
              <a:noAutofit/>
            </a:bodyPr>
            <a:lstStyle/>
            <a:p>
              <a:endParaRPr sz="2400"/>
            </a:p>
          </p:txBody>
        </p:sp>
        <p:sp>
          <p:nvSpPr>
            <p:cNvPr id="512" name="Google Shape;449;p29"/>
            <p:cNvSpPr/>
            <p:nvPr/>
          </p:nvSpPr>
          <p:spPr>
            <a:xfrm>
              <a:off x="3388741" y="2318259"/>
              <a:ext cx="578950" cy="814411"/>
            </a:xfrm>
            <a:custGeom>
              <a:avLst/>
              <a:gdLst>
                <a:gd name="connsiteX0" fmla="*/ 17169 w 51554"/>
                <a:gd name="connsiteY0" fmla="*/ 0 h 72521"/>
                <a:gd name="connsiteX1" fmla="*/ 11585 w 51554"/>
                <a:gd name="connsiteY1" fmla="*/ 1203 h 72521"/>
                <a:gd name="connsiteX2" fmla="*/ 9894 w 51554"/>
                <a:gd name="connsiteY2" fmla="*/ 1631 h 72521"/>
                <a:gd name="connsiteX3" fmla="*/ 6775 w 51554"/>
                <a:gd name="connsiteY3" fmla="*/ 2500 h 72521"/>
                <a:gd name="connsiteX4" fmla="*/ 5167 w 51554"/>
                <a:gd name="connsiteY4" fmla="*/ 3036 h 72521"/>
                <a:gd name="connsiteX5" fmla="*/ 274 w 51554"/>
                <a:gd name="connsiteY5" fmla="*/ 5275 h 72521"/>
                <a:gd name="connsiteX6" fmla="*/ 0 w 51554"/>
                <a:gd name="connsiteY6" fmla="*/ 5477 h 72521"/>
                <a:gd name="connsiteX7" fmla="*/ 667 w 51554"/>
                <a:gd name="connsiteY7" fmla="*/ 11561 h 72521"/>
                <a:gd name="connsiteX8" fmla="*/ 1060 w 51554"/>
                <a:gd name="connsiteY8" fmla="*/ 14466 h 72521"/>
                <a:gd name="connsiteX9" fmla="*/ 1512 w 51554"/>
                <a:gd name="connsiteY9" fmla="*/ 17538 h 72521"/>
                <a:gd name="connsiteX10" fmla="*/ 2393 w 51554"/>
                <a:gd name="connsiteY10" fmla="*/ 22824 h 72521"/>
                <a:gd name="connsiteX11" fmla="*/ 2953 w 51554"/>
                <a:gd name="connsiteY11" fmla="*/ 25968 h 72521"/>
                <a:gd name="connsiteX12" fmla="*/ 3120 w 51554"/>
                <a:gd name="connsiteY12" fmla="*/ 26884 h 72521"/>
                <a:gd name="connsiteX13" fmla="*/ 3739 w 51554"/>
                <a:gd name="connsiteY13" fmla="*/ 30004 h 72521"/>
                <a:gd name="connsiteX14" fmla="*/ 4905 w 51554"/>
                <a:gd name="connsiteY14" fmla="*/ 35540 h 72521"/>
                <a:gd name="connsiteX15" fmla="*/ 5632 w 51554"/>
                <a:gd name="connsiteY15" fmla="*/ 38755 h 72521"/>
                <a:gd name="connsiteX16" fmla="*/ 5775 w 51554"/>
                <a:gd name="connsiteY16" fmla="*/ 39362 h 72521"/>
                <a:gd name="connsiteX17" fmla="*/ 6537 w 51554"/>
                <a:gd name="connsiteY17" fmla="*/ 42505 h 72521"/>
                <a:gd name="connsiteX18" fmla="*/ 8204 w 51554"/>
                <a:gd name="connsiteY18" fmla="*/ 48959 h 72521"/>
                <a:gd name="connsiteX19" fmla="*/ 7894 w 51554"/>
                <a:gd name="connsiteY19" fmla="*/ 51768 h 72521"/>
                <a:gd name="connsiteX20" fmla="*/ 7894 w 51554"/>
                <a:gd name="connsiteY20" fmla="*/ 51840 h 72521"/>
                <a:gd name="connsiteX21" fmla="*/ 7430 w 51554"/>
                <a:gd name="connsiteY21" fmla="*/ 54733 h 72521"/>
                <a:gd name="connsiteX22" fmla="*/ 7370 w 51554"/>
                <a:gd name="connsiteY22" fmla="*/ 55043 h 72521"/>
                <a:gd name="connsiteX23" fmla="*/ 6453 w 51554"/>
                <a:gd name="connsiteY23" fmla="*/ 59615 h 72521"/>
                <a:gd name="connsiteX24" fmla="*/ 5560 w 51554"/>
                <a:gd name="connsiteY24" fmla="*/ 63544 h 72521"/>
                <a:gd name="connsiteX25" fmla="*/ 4870 w 51554"/>
                <a:gd name="connsiteY25" fmla="*/ 66473 h 72521"/>
                <a:gd name="connsiteX26" fmla="*/ 3417 w 51554"/>
                <a:gd name="connsiteY26" fmla="*/ 72521 h 72521"/>
                <a:gd name="connsiteX27" fmla="*/ 43220 w 51554"/>
                <a:gd name="connsiteY27" fmla="*/ 72521 h 72521"/>
                <a:gd name="connsiteX28" fmla="*/ 41851 w 51554"/>
                <a:gd name="connsiteY28" fmla="*/ 66508 h 72521"/>
                <a:gd name="connsiteX29" fmla="*/ 41196 w 51554"/>
                <a:gd name="connsiteY29" fmla="*/ 63603 h 72521"/>
                <a:gd name="connsiteX30" fmla="*/ 39269 w 51554"/>
                <a:gd name="connsiteY30" fmla="*/ 59424 h 72521"/>
                <a:gd name="connsiteX31" fmla="*/ 39184 w 51554"/>
                <a:gd name="connsiteY31" fmla="*/ 54804 h 72521"/>
                <a:gd name="connsiteX32" fmla="*/ 38529 w 51554"/>
                <a:gd name="connsiteY32" fmla="*/ 51899 h 72521"/>
                <a:gd name="connsiteX33" fmla="*/ 38183 w 51554"/>
                <a:gd name="connsiteY33" fmla="*/ 50399 h 72521"/>
                <a:gd name="connsiteX34" fmla="*/ 39886 w 51554"/>
                <a:gd name="connsiteY34" fmla="*/ 42565 h 72521"/>
                <a:gd name="connsiteX35" fmla="*/ 40136 w 51554"/>
                <a:gd name="connsiteY35" fmla="*/ 41410 h 72521"/>
                <a:gd name="connsiteX36" fmla="*/ 40553 w 51554"/>
                <a:gd name="connsiteY36" fmla="*/ 39457 h 72521"/>
                <a:gd name="connsiteX37" fmla="*/ 40827 w 51554"/>
                <a:gd name="connsiteY37" fmla="*/ 38183 h 72521"/>
                <a:gd name="connsiteX38" fmla="*/ 42613 w 51554"/>
                <a:gd name="connsiteY38" fmla="*/ 30004 h 72521"/>
                <a:gd name="connsiteX39" fmla="*/ 43291 w 51554"/>
                <a:gd name="connsiteY39" fmla="*/ 26861 h 72521"/>
                <a:gd name="connsiteX40" fmla="*/ 44244 w 51554"/>
                <a:gd name="connsiteY40" fmla="*/ 22443 h 72521"/>
                <a:gd name="connsiteX41" fmla="*/ 51554 w 51554"/>
                <a:gd name="connsiteY41" fmla="*/ 14466 h 72521"/>
                <a:gd name="connsiteX42" fmla="*/ 47589 w 51554"/>
                <a:gd name="connsiteY42" fmla="*/ 7001 h 72521"/>
                <a:gd name="connsiteX43" fmla="*/ 45577 w 51554"/>
                <a:gd name="connsiteY43" fmla="*/ 6298 h 72521"/>
                <a:gd name="connsiteX44" fmla="*/ 43565 w 51554"/>
                <a:gd name="connsiteY44" fmla="*/ 5596 h 72521"/>
                <a:gd name="connsiteX45" fmla="*/ 42458 w 51554"/>
                <a:gd name="connsiteY45" fmla="*/ 5203 h 72521"/>
                <a:gd name="connsiteX46" fmla="*/ 37517 w 51554"/>
                <a:gd name="connsiteY46" fmla="*/ 3465 h 72521"/>
                <a:gd name="connsiteX47" fmla="*/ 37386 w 51554"/>
                <a:gd name="connsiteY47" fmla="*/ 3417 h 72521"/>
                <a:gd name="connsiteX48" fmla="*/ 33469 w 51554"/>
                <a:gd name="connsiteY48" fmla="*/ 2036 h 72521"/>
                <a:gd name="connsiteX49" fmla="*/ 29730 w 51554"/>
                <a:gd name="connsiteY49" fmla="*/ 738 h 72521"/>
                <a:gd name="connsiteX50" fmla="*/ 26213 w 51554"/>
                <a:gd name="connsiteY50" fmla="*/ 1092 h 72521"/>
                <a:gd name="connsiteX51" fmla="*/ 17169 w 51554"/>
                <a:gd name="connsiteY51" fmla="*/ 0 h 72521"/>
                <a:gd name="connsiteX0" fmla="*/ 17169 w 51554"/>
                <a:gd name="connsiteY0" fmla="*/ 0 h 72521"/>
                <a:gd name="connsiteX1" fmla="*/ 11585 w 51554"/>
                <a:gd name="connsiteY1" fmla="*/ 1203 h 72521"/>
                <a:gd name="connsiteX2" fmla="*/ 9894 w 51554"/>
                <a:gd name="connsiteY2" fmla="*/ 1631 h 72521"/>
                <a:gd name="connsiteX3" fmla="*/ 6775 w 51554"/>
                <a:gd name="connsiteY3" fmla="*/ 2500 h 72521"/>
                <a:gd name="connsiteX4" fmla="*/ 5167 w 51554"/>
                <a:gd name="connsiteY4" fmla="*/ 3036 h 72521"/>
                <a:gd name="connsiteX5" fmla="*/ 274 w 51554"/>
                <a:gd name="connsiteY5" fmla="*/ 5275 h 72521"/>
                <a:gd name="connsiteX6" fmla="*/ 0 w 51554"/>
                <a:gd name="connsiteY6" fmla="*/ 5477 h 72521"/>
                <a:gd name="connsiteX7" fmla="*/ 667 w 51554"/>
                <a:gd name="connsiteY7" fmla="*/ 11561 h 72521"/>
                <a:gd name="connsiteX8" fmla="*/ 1060 w 51554"/>
                <a:gd name="connsiteY8" fmla="*/ 14466 h 72521"/>
                <a:gd name="connsiteX9" fmla="*/ 1512 w 51554"/>
                <a:gd name="connsiteY9" fmla="*/ 17538 h 72521"/>
                <a:gd name="connsiteX10" fmla="*/ 2393 w 51554"/>
                <a:gd name="connsiteY10" fmla="*/ 22824 h 72521"/>
                <a:gd name="connsiteX11" fmla="*/ 2953 w 51554"/>
                <a:gd name="connsiteY11" fmla="*/ 25968 h 72521"/>
                <a:gd name="connsiteX12" fmla="*/ 3120 w 51554"/>
                <a:gd name="connsiteY12" fmla="*/ 26884 h 72521"/>
                <a:gd name="connsiteX13" fmla="*/ 3739 w 51554"/>
                <a:gd name="connsiteY13" fmla="*/ 30004 h 72521"/>
                <a:gd name="connsiteX14" fmla="*/ 4905 w 51554"/>
                <a:gd name="connsiteY14" fmla="*/ 35540 h 72521"/>
                <a:gd name="connsiteX15" fmla="*/ 5632 w 51554"/>
                <a:gd name="connsiteY15" fmla="*/ 38755 h 72521"/>
                <a:gd name="connsiteX16" fmla="*/ 5775 w 51554"/>
                <a:gd name="connsiteY16" fmla="*/ 39362 h 72521"/>
                <a:gd name="connsiteX17" fmla="*/ 6537 w 51554"/>
                <a:gd name="connsiteY17" fmla="*/ 42505 h 72521"/>
                <a:gd name="connsiteX18" fmla="*/ 8204 w 51554"/>
                <a:gd name="connsiteY18" fmla="*/ 48959 h 72521"/>
                <a:gd name="connsiteX19" fmla="*/ 7894 w 51554"/>
                <a:gd name="connsiteY19" fmla="*/ 51768 h 72521"/>
                <a:gd name="connsiteX20" fmla="*/ 7894 w 51554"/>
                <a:gd name="connsiteY20" fmla="*/ 51840 h 72521"/>
                <a:gd name="connsiteX21" fmla="*/ 7430 w 51554"/>
                <a:gd name="connsiteY21" fmla="*/ 54733 h 72521"/>
                <a:gd name="connsiteX22" fmla="*/ 7370 w 51554"/>
                <a:gd name="connsiteY22" fmla="*/ 55043 h 72521"/>
                <a:gd name="connsiteX23" fmla="*/ 6453 w 51554"/>
                <a:gd name="connsiteY23" fmla="*/ 59615 h 72521"/>
                <a:gd name="connsiteX24" fmla="*/ 5560 w 51554"/>
                <a:gd name="connsiteY24" fmla="*/ 63544 h 72521"/>
                <a:gd name="connsiteX25" fmla="*/ 4870 w 51554"/>
                <a:gd name="connsiteY25" fmla="*/ 66473 h 72521"/>
                <a:gd name="connsiteX26" fmla="*/ 3417 w 51554"/>
                <a:gd name="connsiteY26" fmla="*/ 72521 h 72521"/>
                <a:gd name="connsiteX27" fmla="*/ 43220 w 51554"/>
                <a:gd name="connsiteY27" fmla="*/ 72521 h 72521"/>
                <a:gd name="connsiteX28" fmla="*/ 41851 w 51554"/>
                <a:gd name="connsiteY28" fmla="*/ 66508 h 72521"/>
                <a:gd name="connsiteX29" fmla="*/ 37544 w 51554"/>
                <a:gd name="connsiteY29" fmla="*/ 64400 h 72521"/>
                <a:gd name="connsiteX30" fmla="*/ 39269 w 51554"/>
                <a:gd name="connsiteY30" fmla="*/ 59424 h 72521"/>
                <a:gd name="connsiteX31" fmla="*/ 39184 w 51554"/>
                <a:gd name="connsiteY31" fmla="*/ 54804 h 72521"/>
                <a:gd name="connsiteX32" fmla="*/ 38529 w 51554"/>
                <a:gd name="connsiteY32" fmla="*/ 51899 h 72521"/>
                <a:gd name="connsiteX33" fmla="*/ 38183 w 51554"/>
                <a:gd name="connsiteY33" fmla="*/ 50399 h 72521"/>
                <a:gd name="connsiteX34" fmla="*/ 39886 w 51554"/>
                <a:gd name="connsiteY34" fmla="*/ 42565 h 72521"/>
                <a:gd name="connsiteX35" fmla="*/ 40136 w 51554"/>
                <a:gd name="connsiteY35" fmla="*/ 41410 h 72521"/>
                <a:gd name="connsiteX36" fmla="*/ 40553 w 51554"/>
                <a:gd name="connsiteY36" fmla="*/ 39457 h 72521"/>
                <a:gd name="connsiteX37" fmla="*/ 40827 w 51554"/>
                <a:gd name="connsiteY37" fmla="*/ 38183 h 72521"/>
                <a:gd name="connsiteX38" fmla="*/ 42613 w 51554"/>
                <a:gd name="connsiteY38" fmla="*/ 30004 h 72521"/>
                <a:gd name="connsiteX39" fmla="*/ 43291 w 51554"/>
                <a:gd name="connsiteY39" fmla="*/ 26861 h 72521"/>
                <a:gd name="connsiteX40" fmla="*/ 44244 w 51554"/>
                <a:gd name="connsiteY40" fmla="*/ 22443 h 72521"/>
                <a:gd name="connsiteX41" fmla="*/ 51554 w 51554"/>
                <a:gd name="connsiteY41" fmla="*/ 14466 h 72521"/>
                <a:gd name="connsiteX42" fmla="*/ 47589 w 51554"/>
                <a:gd name="connsiteY42" fmla="*/ 7001 h 72521"/>
                <a:gd name="connsiteX43" fmla="*/ 45577 w 51554"/>
                <a:gd name="connsiteY43" fmla="*/ 6298 h 72521"/>
                <a:gd name="connsiteX44" fmla="*/ 43565 w 51554"/>
                <a:gd name="connsiteY44" fmla="*/ 5596 h 72521"/>
                <a:gd name="connsiteX45" fmla="*/ 42458 w 51554"/>
                <a:gd name="connsiteY45" fmla="*/ 5203 h 72521"/>
                <a:gd name="connsiteX46" fmla="*/ 37517 w 51554"/>
                <a:gd name="connsiteY46" fmla="*/ 3465 h 72521"/>
                <a:gd name="connsiteX47" fmla="*/ 37386 w 51554"/>
                <a:gd name="connsiteY47" fmla="*/ 3417 h 72521"/>
                <a:gd name="connsiteX48" fmla="*/ 33469 w 51554"/>
                <a:gd name="connsiteY48" fmla="*/ 2036 h 72521"/>
                <a:gd name="connsiteX49" fmla="*/ 29730 w 51554"/>
                <a:gd name="connsiteY49" fmla="*/ 738 h 72521"/>
                <a:gd name="connsiteX50" fmla="*/ 26213 w 51554"/>
                <a:gd name="connsiteY50" fmla="*/ 1092 h 72521"/>
                <a:gd name="connsiteX51" fmla="*/ 17169 w 51554"/>
                <a:gd name="connsiteY51" fmla="*/ 0 h 72521"/>
                <a:gd name="connsiteX0" fmla="*/ 17169 w 51554"/>
                <a:gd name="connsiteY0" fmla="*/ 0 h 72521"/>
                <a:gd name="connsiteX1" fmla="*/ 11585 w 51554"/>
                <a:gd name="connsiteY1" fmla="*/ 1203 h 72521"/>
                <a:gd name="connsiteX2" fmla="*/ 9894 w 51554"/>
                <a:gd name="connsiteY2" fmla="*/ 1631 h 72521"/>
                <a:gd name="connsiteX3" fmla="*/ 6775 w 51554"/>
                <a:gd name="connsiteY3" fmla="*/ 2500 h 72521"/>
                <a:gd name="connsiteX4" fmla="*/ 5167 w 51554"/>
                <a:gd name="connsiteY4" fmla="*/ 3036 h 72521"/>
                <a:gd name="connsiteX5" fmla="*/ 274 w 51554"/>
                <a:gd name="connsiteY5" fmla="*/ 5275 h 72521"/>
                <a:gd name="connsiteX6" fmla="*/ 0 w 51554"/>
                <a:gd name="connsiteY6" fmla="*/ 5477 h 72521"/>
                <a:gd name="connsiteX7" fmla="*/ 667 w 51554"/>
                <a:gd name="connsiteY7" fmla="*/ 11561 h 72521"/>
                <a:gd name="connsiteX8" fmla="*/ 1060 w 51554"/>
                <a:gd name="connsiteY8" fmla="*/ 14466 h 72521"/>
                <a:gd name="connsiteX9" fmla="*/ 1512 w 51554"/>
                <a:gd name="connsiteY9" fmla="*/ 17538 h 72521"/>
                <a:gd name="connsiteX10" fmla="*/ 2393 w 51554"/>
                <a:gd name="connsiteY10" fmla="*/ 22824 h 72521"/>
                <a:gd name="connsiteX11" fmla="*/ 2953 w 51554"/>
                <a:gd name="connsiteY11" fmla="*/ 25968 h 72521"/>
                <a:gd name="connsiteX12" fmla="*/ 3120 w 51554"/>
                <a:gd name="connsiteY12" fmla="*/ 26884 h 72521"/>
                <a:gd name="connsiteX13" fmla="*/ 3739 w 51554"/>
                <a:gd name="connsiteY13" fmla="*/ 30004 h 72521"/>
                <a:gd name="connsiteX14" fmla="*/ 4905 w 51554"/>
                <a:gd name="connsiteY14" fmla="*/ 35540 h 72521"/>
                <a:gd name="connsiteX15" fmla="*/ 5632 w 51554"/>
                <a:gd name="connsiteY15" fmla="*/ 38755 h 72521"/>
                <a:gd name="connsiteX16" fmla="*/ 5775 w 51554"/>
                <a:gd name="connsiteY16" fmla="*/ 39362 h 72521"/>
                <a:gd name="connsiteX17" fmla="*/ 6537 w 51554"/>
                <a:gd name="connsiteY17" fmla="*/ 42505 h 72521"/>
                <a:gd name="connsiteX18" fmla="*/ 8204 w 51554"/>
                <a:gd name="connsiteY18" fmla="*/ 48959 h 72521"/>
                <a:gd name="connsiteX19" fmla="*/ 7894 w 51554"/>
                <a:gd name="connsiteY19" fmla="*/ 51768 h 72521"/>
                <a:gd name="connsiteX20" fmla="*/ 7894 w 51554"/>
                <a:gd name="connsiteY20" fmla="*/ 51840 h 72521"/>
                <a:gd name="connsiteX21" fmla="*/ 7430 w 51554"/>
                <a:gd name="connsiteY21" fmla="*/ 54733 h 72521"/>
                <a:gd name="connsiteX22" fmla="*/ 7370 w 51554"/>
                <a:gd name="connsiteY22" fmla="*/ 55043 h 72521"/>
                <a:gd name="connsiteX23" fmla="*/ 6453 w 51554"/>
                <a:gd name="connsiteY23" fmla="*/ 59615 h 72521"/>
                <a:gd name="connsiteX24" fmla="*/ 5560 w 51554"/>
                <a:gd name="connsiteY24" fmla="*/ 63544 h 72521"/>
                <a:gd name="connsiteX25" fmla="*/ 4870 w 51554"/>
                <a:gd name="connsiteY25" fmla="*/ 66473 h 72521"/>
                <a:gd name="connsiteX26" fmla="*/ 3417 w 51554"/>
                <a:gd name="connsiteY26" fmla="*/ 72521 h 72521"/>
                <a:gd name="connsiteX27" fmla="*/ 43220 w 51554"/>
                <a:gd name="connsiteY27" fmla="*/ 72521 h 72521"/>
                <a:gd name="connsiteX28" fmla="*/ 40390 w 51554"/>
                <a:gd name="connsiteY28" fmla="*/ 67039 h 72521"/>
                <a:gd name="connsiteX29" fmla="*/ 37544 w 51554"/>
                <a:gd name="connsiteY29" fmla="*/ 64400 h 72521"/>
                <a:gd name="connsiteX30" fmla="*/ 39269 w 51554"/>
                <a:gd name="connsiteY30" fmla="*/ 59424 h 72521"/>
                <a:gd name="connsiteX31" fmla="*/ 39184 w 51554"/>
                <a:gd name="connsiteY31" fmla="*/ 54804 h 72521"/>
                <a:gd name="connsiteX32" fmla="*/ 38529 w 51554"/>
                <a:gd name="connsiteY32" fmla="*/ 51899 h 72521"/>
                <a:gd name="connsiteX33" fmla="*/ 38183 w 51554"/>
                <a:gd name="connsiteY33" fmla="*/ 50399 h 72521"/>
                <a:gd name="connsiteX34" fmla="*/ 39886 w 51554"/>
                <a:gd name="connsiteY34" fmla="*/ 42565 h 72521"/>
                <a:gd name="connsiteX35" fmla="*/ 40136 w 51554"/>
                <a:gd name="connsiteY35" fmla="*/ 41410 h 72521"/>
                <a:gd name="connsiteX36" fmla="*/ 40553 w 51554"/>
                <a:gd name="connsiteY36" fmla="*/ 39457 h 72521"/>
                <a:gd name="connsiteX37" fmla="*/ 40827 w 51554"/>
                <a:gd name="connsiteY37" fmla="*/ 38183 h 72521"/>
                <a:gd name="connsiteX38" fmla="*/ 42613 w 51554"/>
                <a:gd name="connsiteY38" fmla="*/ 30004 h 72521"/>
                <a:gd name="connsiteX39" fmla="*/ 43291 w 51554"/>
                <a:gd name="connsiteY39" fmla="*/ 26861 h 72521"/>
                <a:gd name="connsiteX40" fmla="*/ 44244 w 51554"/>
                <a:gd name="connsiteY40" fmla="*/ 22443 h 72521"/>
                <a:gd name="connsiteX41" fmla="*/ 51554 w 51554"/>
                <a:gd name="connsiteY41" fmla="*/ 14466 h 72521"/>
                <a:gd name="connsiteX42" fmla="*/ 47589 w 51554"/>
                <a:gd name="connsiteY42" fmla="*/ 7001 h 72521"/>
                <a:gd name="connsiteX43" fmla="*/ 45577 w 51554"/>
                <a:gd name="connsiteY43" fmla="*/ 6298 h 72521"/>
                <a:gd name="connsiteX44" fmla="*/ 43565 w 51554"/>
                <a:gd name="connsiteY44" fmla="*/ 5596 h 72521"/>
                <a:gd name="connsiteX45" fmla="*/ 42458 w 51554"/>
                <a:gd name="connsiteY45" fmla="*/ 5203 h 72521"/>
                <a:gd name="connsiteX46" fmla="*/ 37517 w 51554"/>
                <a:gd name="connsiteY46" fmla="*/ 3465 h 72521"/>
                <a:gd name="connsiteX47" fmla="*/ 37386 w 51554"/>
                <a:gd name="connsiteY47" fmla="*/ 3417 h 72521"/>
                <a:gd name="connsiteX48" fmla="*/ 33469 w 51554"/>
                <a:gd name="connsiteY48" fmla="*/ 2036 h 72521"/>
                <a:gd name="connsiteX49" fmla="*/ 29730 w 51554"/>
                <a:gd name="connsiteY49" fmla="*/ 738 h 72521"/>
                <a:gd name="connsiteX50" fmla="*/ 26213 w 51554"/>
                <a:gd name="connsiteY50" fmla="*/ 1092 h 72521"/>
                <a:gd name="connsiteX51" fmla="*/ 17169 w 51554"/>
                <a:gd name="connsiteY51" fmla="*/ 0 h 72521"/>
                <a:gd name="connsiteX0" fmla="*/ 17169 w 51554"/>
                <a:gd name="connsiteY0" fmla="*/ 0 h 72521"/>
                <a:gd name="connsiteX1" fmla="*/ 11585 w 51554"/>
                <a:gd name="connsiteY1" fmla="*/ 1203 h 72521"/>
                <a:gd name="connsiteX2" fmla="*/ 9894 w 51554"/>
                <a:gd name="connsiteY2" fmla="*/ 1631 h 72521"/>
                <a:gd name="connsiteX3" fmla="*/ 6775 w 51554"/>
                <a:gd name="connsiteY3" fmla="*/ 2500 h 72521"/>
                <a:gd name="connsiteX4" fmla="*/ 5167 w 51554"/>
                <a:gd name="connsiteY4" fmla="*/ 3036 h 72521"/>
                <a:gd name="connsiteX5" fmla="*/ 274 w 51554"/>
                <a:gd name="connsiteY5" fmla="*/ 5275 h 72521"/>
                <a:gd name="connsiteX6" fmla="*/ 0 w 51554"/>
                <a:gd name="connsiteY6" fmla="*/ 5477 h 72521"/>
                <a:gd name="connsiteX7" fmla="*/ 667 w 51554"/>
                <a:gd name="connsiteY7" fmla="*/ 11561 h 72521"/>
                <a:gd name="connsiteX8" fmla="*/ 1060 w 51554"/>
                <a:gd name="connsiteY8" fmla="*/ 14466 h 72521"/>
                <a:gd name="connsiteX9" fmla="*/ 1512 w 51554"/>
                <a:gd name="connsiteY9" fmla="*/ 17538 h 72521"/>
                <a:gd name="connsiteX10" fmla="*/ 2393 w 51554"/>
                <a:gd name="connsiteY10" fmla="*/ 22824 h 72521"/>
                <a:gd name="connsiteX11" fmla="*/ 2953 w 51554"/>
                <a:gd name="connsiteY11" fmla="*/ 25968 h 72521"/>
                <a:gd name="connsiteX12" fmla="*/ 3120 w 51554"/>
                <a:gd name="connsiteY12" fmla="*/ 26884 h 72521"/>
                <a:gd name="connsiteX13" fmla="*/ 3739 w 51554"/>
                <a:gd name="connsiteY13" fmla="*/ 30004 h 72521"/>
                <a:gd name="connsiteX14" fmla="*/ 4905 w 51554"/>
                <a:gd name="connsiteY14" fmla="*/ 35540 h 72521"/>
                <a:gd name="connsiteX15" fmla="*/ 5632 w 51554"/>
                <a:gd name="connsiteY15" fmla="*/ 38755 h 72521"/>
                <a:gd name="connsiteX16" fmla="*/ 5775 w 51554"/>
                <a:gd name="connsiteY16" fmla="*/ 39362 h 72521"/>
                <a:gd name="connsiteX17" fmla="*/ 6537 w 51554"/>
                <a:gd name="connsiteY17" fmla="*/ 42505 h 72521"/>
                <a:gd name="connsiteX18" fmla="*/ 8204 w 51554"/>
                <a:gd name="connsiteY18" fmla="*/ 48959 h 72521"/>
                <a:gd name="connsiteX19" fmla="*/ 7894 w 51554"/>
                <a:gd name="connsiteY19" fmla="*/ 51768 h 72521"/>
                <a:gd name="connsiteX20" fmla="*/ 7894 w 51554"/>
                <a:gd name="connsiteY20" fmla="*/ 51840 h 72521"/>
                <a:gd name="connsiteX21" fmla="*/ 7430 w 51554"/>
                <a:gd name="connsiteY21" fmla="*/ 54733 h 72521"/>
                <a:gd name="connsiteX22" fmla="*/ 7370 w 51554"/>
                <a:gd name="connsiteY22" fmla="*/ 55043 h 72521"/>
                <a:gd name="connsiteX23" fmla="*/ 6453 w 51554"/>
                <a:gd name="connsiteY23" fmla="*/ 59615 h 72521"/>
                <a:gd name="connsiteX24" fmla="*/ 5560 w 51554"/>
                <a:gd name="connsiteY24" fmla="*/ 63544 h 72521"/>
                <a:gd name="connsiteX25" fmla="*/ 4870 w 51554"/>
                <a:gd name="connsiteY25" fmla="*/ 66473 h 72521"/>
                <a:gd name="connsiteX26" fmla="*/ 3417 w 51554"/>
                <a:gd name="connsiteY26" fmla="*/ 72521 h 72521"/>
                <a:gd name="connsiteX27" fmla="*/ 38351 w 51554"/>
                <a:gd name="connsiteY27" fmla="*/ 71724 h 72521"/>
                <a:gd name="connsiteX28" fmla="*/ 40390 w 51554"/>
                <a:gd name="connsiteY28" fmla="*/ 67039 h 72521"/>
                <a:gd name="connsiteX29" fmla="*/ 37544 w 51554"/>
                <a:gd name="connsiteY29" fmla="*/ 64400 h 72521"/>
                <a:gd name="connsiteX30" fmla="*/ 39269 w 51554"/>
                <a:gd name="connsiteY30" fmla="*/ 59424 h 72521"/>
                <a:gd name="connsiteX31" fmla="*/ 39184 w 51554"/>
                <a:gd name="connsiteY31" fmla="*/ 54804 h 72521"/>
                <a:gd name="connsiteX32" fmla="*/ 38529 w 51554"/>
                <a:gd name="connsiteY32" fmla="*/ 51899 h 72521"/>
                <a:gd name="connsiteX33" fmla="*/ 38183 w 51554"/>
                <a:gd name="connsiteY33" fmla="*/ 50399 h 72521"/>
                <a:gd name="connsiteX34" fmla="*/ 39886 w 51554"/>
                <a:gd name="connsiteY34" fmla="*/ 42565 h 72521"/>
                <a:gd name="connsiteX35" fmla="*/ 40136 w 51554"/>
                <a:gd name="connsiteY35" fmla="*/ 41410 h 72521"/>
                <a:gd name="connsiteX36" fmla="*/ 40553 w 51554"/>
                <a:gd name="connsiteY36" fmla="*/ 39457 h 72521"/>
                <a:gd name="connsiteX37" fmla="*/ 40827 w 51554"/>
                <a:gd name="connsiteY37" fmla="*/ 38183 h 72521"/>
                <a:gd name="connsiteX38" fmla="*/ 42613 w 51554"/>
                <a:gd name="connsiteY38" fmla="*/ 30004 h 72521"/>
                <a:gd name="connsiteX39" fmla="*/ 43291 w 51554"/>
                <a:gd name="connsiteY39" fmla="*/ 26861 h 72521"/>
                <a:gd name="connsiteX40" fmla="*/ 44244 w 51554"/>
                <a:gd name="connsiteY40" fmla="*/ 22443 h 72521"/>
                <a:gd name="connsiteX41" fmla="*/ 51554 w 51554"/>
                <a:gd name="connsiteY41" fmla="*/ 14466 h 72521"/>
                <a:gd name="connsiteX42" fmla="*/ 47589 w 51554"/>
                <a:gd name="connsiteY42" fmla="*/ 7001 h 72521"/>
                <a:gd name="connsiteX43" fmla="*/ 45577 w 51554"/>
                <a:gd name="connsiteY43" fmla="*/ 6298 h 72521"/>
                <a:gd name="connsiteX44" fmla="*/ 43565 w 51554"/>
                <a:gd name="connsiteY44" fmla="*/ 5596 h 72521"/>
                <a:gd name="connsiteX45" fmla="*/ 42458 w 51554"/>
                <a:gd name="connsiteY45" fmla="*/ 5203 h 72521"/>
                <a:gd name="connsiteX46" fmla="*/ 37517 w 51554"/>
                <a:gd name="connsiteY46" fmla="*/ 3465 h 72521"/>
                <a:gd name="connsiteX47" fmla="*/ 37386 w 51554"/>
                <a:gd name="connsiteY47" fmla="*/ 3417 h 72521"/>
                <a:gd name="connsiteX48" fmla="*/ 33469 w 51554"/>
                <a:gd name="connsiteY48" fmla="*/ 2036 h 72521"/>
                <a:gd name="connsiteX49" fmla="*/ 29730 w 51554"/>
                <a:gd name="connsiteY49" fmla="*/ 738 h 72521"/>
                <a:gd name="connsiteX50" fmla="*/ 26213 w 51554"/>
                <a:gd name="connsiteY50" fmla="*/ 1092 h 72521"/>
                <a:gd name="connsiteX51" fmla="*/ 17169 w 51554"/>
                <a:gd name="connsiteY51" fmla="*/ 0 h 72521"/>
                <a:gd name="connsiteX0" fmla="*/ 17169 w 51554"/>
                <a:gd name="connsiteY0" fmla="*/ 0 h 72521"/>
                <a:gd name="connsiteX1" fmla="*/ 11585 w 51554"/>
                <a:gd name="connsiteY1" fmla="*/ 1203 h 72521"/>
                <a:gd name="connsiteX2" fmla="*/ 9894 w 51554"/>
                <a:gd name="connsiteY2" fmla="*/ 1631 h 72521"/>
                <a:gd name="connsiteX3" fmla="*/ 6775 w 51554"/>
                <a:gd name="connsiteY3" fmla="*/ 2500 h 72521"/>
                <a:gd name="connsiteX4" fmla="*/ 5167 w 51554"/>
                <a:gd name="connsiteY4" fmla="*/ 3036 h 72521"/>
                <a:gd name="connsiteX5" fmla="*/ 274 w 51554"/>
                <a:gd name="connsiteY5" fmla="*/ 5275 h 72521"/>
                <a:gd name="connsiteX6" fmla="*/ 0 w 51554"/>
                <a:gd name="connsiteY6" fmla="*/ 5477 h 72521"/>
                <a:gd name="connsiteX7" fmla="*/ 667 w 51554"/>
                <a:gd name="connsiteY7" fmla="*/ 11561 h 72521"/>
                <a:gd name="connsiteX8" fmla="*/ 1060 w 51554"/>
                <a:gd name="connsiteY8" fmla="*/ 14466 h 72521"/>
                <a:gd name="connsiteX9" fmla="*/ 1512 w 51554"/>
                <a:gd name="connsiteY9" fmla="*/ 17538 h 72521"/>
                <a:gd name="connsiteX10" fmla="*/ 2393 w 51554"/>
                <a:gd name="connsiteY10" fmla="*/ 22824 h 72521"/>
                <a:gd name="connsiteX11" fmla="*/ 2953 w 51554"/>
                <a:gd name="connsiteY11" fmla="*/ 25968 h 72521"/>
                <a:gd name="connsiteX12" fmla="*/ 3120 w 51554"/>
                <a:gd name="connsiteY12" fmla="*/ 26884 h 72521"/>
                <a:gd name="connsiteX13" fmla="*/ 3739 w 51554"/>
                <a:gd name="connsiteY13" fmla="*/ 30004 h 72521"/>
                <a:gd name="connsiteX14" fmla="*/ 4905 w 51554"/>
                <a:gd name="connsiteY14" fmla="*/ 35540 h 72521"/>
                <a:gd name="connsiteX15" fmla="*/ 5632 w 51554"/>
                <a:gd name="connsiteY15" fmla="*/ 38755 h 72521"/>
                <a:gd name="connsiteX16" fmla="*/ 5775 w 51554"/>
                <a:gd name="connsiteY16" fmla="*/ 39362 h 72521"/>
                <a:gd name="connsiteX17" fmla="*/ 6537 w 51554"/>
                <a:gd name="connsiteY17" fmla="*/ 42505 h 72521"/>
                <a:gd name="connsiteX18" fmla="*/ 8204 w 51554"/>
                <a:gd name="connsiteY18" fmla="*/ 48959 h 72521"/>
                <a:gd name="connsiteX19" fmla="*/ 7894 w 51554"/>
                <a:gd name="connsiteY19" fmla="*/ 51768 h 72521"/>
                <a:gd name="connsiteX20" fmla="*/ 7894 w 51554"/>
                <a:gd name="connsiteY20" fmla="*/ 51840 h 72521"/>
                <a:gd name="connsiteX21" fmla="*/ 7430 w 51554"/>
                <a:gd name="connsiteY21" fmla="*/ 54733 h 72521"/>
                <a:gd name="connsiteX22" fmla="*/ 7370 w 51554"/>
                <a:gd name="connsiteY22" fmla="*/ 55043 h 72521"/>
                <a:gd name="connsiteX23" fmla="*/ 5236 w 51554"/>
                <a:gd name="connsiteY23" fmla="*/ 59349 h 72521"/>
                <a:gd name="connsiteX24" fmla="*/ 5560 w 51554"/>
                <a:gd name="connsiteY24" fmla="*/ 63544 h 72521"/>
                <a:gd name="connsiteX25" fmla="*/ 4870 w 51554"/>
                <a:gd name="connsiteY25" fmla="*/ 66473 h 72521"/>
                <a:gd name="connsiteX26" fmla="*/ 3417 w 51554"/>
                <a:gd name="connsiteY26" fmla="*/ 72521 h 72521"/>
                <a:gd name="connsiteX27" fmla="*/ 38351 w 51554"/>
                <a:gd name="connsiteY27" fmla="*/ 71724 h 72521"/>
                <a:gd name="connsiteX28" fmla="*/ 40390 w 51554"/>
                <a:gd name="connsiteY28" fmla="*/ 67039 h 72521"/>
                <a:gd name="connsiteX29" fmla="*/ 37544 w 51554"/>
                <a:gd name="connsiteY29" fmla="*/ 64400 h 72521"/>
                <a:gd name="connsiteX30" fmla="*/ 39269 w 51554"/>
                <a:gd name="connsiteY30" fmla="*/ 59424 h 72521"/>
                <a:gd name="connsiteX31" fmla="*/ 39184 w 51554"/>
                <a:gd name="connsiteY31" fmla="*/ 54804 h 72521"/>
                <a:gd name="connsiteX32" fmla="*/ 38529 w 51554"/>
                <a:gd name="connsiteY32" fmla="*/ 51899 h 72521"/>
                <a:gd name="connsiteX33" fmla="*/ 38183 w 51554"/>
                <a:gd name="connsiteY33" fmla="*/ 50399 h 72521"/>
                <a:gd name="connsiteX34" fmla="*/ 39886 w 51554"/>
                <a:gd name="connsiteY34" fmla="*/ 42565 h 72521"/>
                <a:gd name="connsiteX35" fmla="*/ 40136 w 51554"/>
                <a:gd name="connsiteY35" fmla="*/ 41410 h 72521"/>
                <a:gd name="connsiteX36" fmla="*/ 40553 w 51554"/>
                <a:gd name="connsiteY36" fmla="*/ 39457 h 72521"/>
                <a:gd name="connsiteX37" fmla="*/ 40827 w 51554"/>
                <a:gd name="connsiteY37" fmla="*/ 38183 h 72521"/>
                <a:gd name="connsiteX38" fmla="*/ 42613 w 51554"/>
                <a:gd name="connsiteY38" fmla="*/ 30004 h 72521"/>
                <a:gd name="connsiteX39" fmla="*/ 43291 w 51554"/>
                <a:gd name="connsiteY39" fmla="*/ 26861 h 72521"/>
                <a:gd name="connsiteX40" fmla="*/ 44244 w 51554"/>
                <a:gd name="connsiteY40" fmla="*/ 22443 h 72521"/>
                <a:gd name="connsiteX41" fmla="*/ 51554 w 51554"/>
                <a:gd name="connsiteY41" fmla="*/ 14466 h 72521"/>
                <a:gd name="connsiteX42" fmla="*/ 47589 w 51554"/>
                <a:gd name="connsiteY42" fmla="*/ 7001 h 72521"/>
                <a:gd name="connsiteX43" fmla="*/ 45577 w 51554"/>
                <a:gd name="connsiteY43" fmla="*/ 6298 h 72521"/>
                <a:gd name="connsiteX44" fmla="*/ 43565 w 51554"/>
                <a:gd name="connsiteY44" fmla="*/ 5596 h 72521"/>
                <a:gd name="connsiteX45" fmla="*/ 42458 w 51554"/>
                <a:gd name="connsiteY45" fmla="*/ 5203 h 72521"/>
                <a:gd name="connsiteX46" fmla="*/ 37517 w 51554"/>
                <a:gd name="connsiteY46" fmla="*/ 3465 h 72521"/>
                <a:gd name="connsiteX47" fmla="*/ 37386 w 51554"/>
                <a:gd name="connsiteY47" fmla="*/ 3417 h 72521"/>
                <a:gd name="connsiteX48" fmla="*/ 33469 w 51554"/>
                <a:gd name="connsiteY48" fmla="*/ 2036 h 72521"/>
                <a:gd name="connsiteX49" fmla="*/ 29730 w 51554"/>
                <a:gd name="connsiteY49" fmla="*/ 738 h 72521"/>
                <a:gd name="connsiteX50" fmla="*/ 26213 w 51554"/>
                <a:gd name="connsiteY50" fmla="*/ 1092 h 72521"/>
                <a:gd name="connsiteX51" fmla="*/ 17169 w 51554"/>
                <a:gd name="connsiteY51" fmla="*/ 0 h 72521"/>
                <a:gd name="connsiteX0" fmla="*/ 17169 w 51554"/>
                <a:gd name="connsiteY0" fmla="*/ 0 h 72521"/>
                <a:gd name="connsiteX1" fmla="*/ 11585 w 51554"/>
                <a:gd name="connsiteY1" fmla="*/ 1203 h 72521"/>
                <a:gd name="connsiteX2" fmla="*/ 9894 w 51554"/>
                <a:gd name="connsiteY2" fmla="*/ 1631 h 72521"/>
                <a:gd name="connsiteX3" fmla="*/ 6775 w 51554"/>
                <a:gd name="connsiteY3" fmla="*/ 2500 h 72521"/>
                <a:gd name="connsiteX4" fmla="*/ 5167 w 51554"/>
                <a:gd name="connsiteY4" fmla="*/ 3036 h 72521"/>
                <a:gd name="connsiteX5" fmla="*/ 274 w 51554"/>
                <a:gd name="connsiteY5" fmla="*/ 5275 h 72521"/>
                <a:gd name="connsiteX6" fmla="*/ 0 w 51554"/>
                <a:gd name="connsiteY6" fmla="*/ 5477 h 72521"/>
                <a:gd name="connsiteX7" fmla="*/ 667 w 51554"/>
                <a:gd name="connsiteY7" fmla="*/ 11561 h 72521"/>
                <a:gd name="connsiteX8" fmla="*/ 1060 w 51554"/>
                <a:gd name="connsiteY8" fmla="*/ 14466 h 72521"/>
                <a:gd name="connsiteX9" fmla="*/ 1512 w 51554"/>
                <a:gd name="connsiteY9" fmla="*/ 17538 h 72521"/>
                <a:gd name="connsiteX10" fmla="*/ 2393 w 51554"/>
                <a:gd name="connsiteY10" fmla="*/ 22824 h 72521"/>
                <a:gd name="connsiteX11" fmla="*/ 2953 w 51554"/>
                <a:gd name="connsiteY11" fmla="*/ 25968 h 72521"/>
                <a:gd name="connsiteX12" fmla="*/ 3120 w 51554"/>
                <a:gd name="connsiteY12" fmla="*/ 26884 h 72521"/>
                <a:gd name="connsiteX13" fmla="*/ 3739 w 51554"/>
                <a:gd name="connsiteY13" fmla="*/ 30004 h 72521"/>
                <a:gd name="connsiteX14" fmla="*/ 4905 w 51554"/>
                <a:gd name="connsiteY14" fmla="*/ 35540 h 72521"/>
                <a:gd name="connsiteX15" fmla="*/ 5632 w 51554"/>
                <a:gd name="connsiteY15" fmla="*/ 38755 h 72521"/>
                <a:gd name="connsiteX16" fmla="*/ 5775 w 51554"/>
                <a:gd name="connsiteY16" fmla="*/ 39362 h 72521"/>
                <a:gd name="connsiteX17" fmla="*/ 6537 w 51554"/>
                <a:gd name="connsiteY17" fmla="*/ 42505 h 72521"/>
                <a:gd name="connsiteX18" fmla="*/ 8204 w 51554"/>
                <a:gd name="connsiteY18" fmla="*/ 48959 h 72521"/>
                <a:gd name="connsiteX19" fmla="*/ 7894 w 51554"/>
                <a:gd name="connsiteY19" fmla="*/ 51768 h 72521"/>
                <a:gd name="connsiteX20" fmla="*/ 7894 w 51554"/>
                <a:gd name="connsiteY20" fmla="*/ 51840 h 72521"/>
                <a:gd name="connsiteX21" fmla="*/ 7430 w 51554"/>
                <a:gd name="connsiteY21" fmla="*/ 54733 h 72521"/>
                <a:gd name="connsiteX22" fmla="*/ 7370 w 51554"/>
                <a:gd name="connsiteY22" fmla="*/ 55043 h 72521"/>
                <a:gd name="connsiteX23" fmla="*/ 5236 w 51554"/>
                <a:gd name="connsiteY23" fmla="*/ 59349 h 72521"/>
                <a:gd name="connsiteX24" fmla="*/ 4830 w 51554"/>
                <a:gd name="connsiteY24" fmla="*/ 63544 h 72521"/>
                <a:gd name="connsiteX25" fmla="*/ 4870 w 51554"/>
                <a:gd name="connsiteY25" fmla="*/ 66473 h 72521"/>
                <a:gd name="connsiteX26" fmla="*/ 3417 w 51554"/>
                <a:gd name="connsiteY26" fmla="*/ 72521 h 72521"/>
                <a:gd name="connsiteX27" fmla="*/ 38351 w 51554"/>
                <a:gd name="connsiteY27" fmla="*/ 71724 h 72521"/>
                <a:gd name="connsiteX28" fmla="*/ 40390 w 51554"/>
                <a:gd name="connsiteY28" fmla="*/ 67039 h 72521"/>
                <a:gd name="connsiteX29" fmla="*/ 37544 w 51554"/>
                <a:gd name="connsiteY29" fmla="*/ 64400 h 72521"/>
                <a:gd name="connsiteX30" fmla="*/ 39269 w 51554"/>
                <a:gd name="connsiteY30" fmla="*/ 59424 h 72521"/>
                <a:gd name="connsiteX31" fmla="*/ 39184 w 51554"/>
                <a:gd name="connsiteY31" fmla="*/ 54804 h 72521"/>
                <a:gd name="connsiteX32" fmla="*/ 38529 w 51554"/>
                <a:gd name="connsiteY32" fmla="*/ 51899 h 72521"/>
                <a:gd name="connsiteX33" fmla="*/ 38183 w 51554"/>
                <a:gd name="connsiteY33" fmla="*/ 50399 h 72521"/>
                <a:gd name="connsiteX34" fmla="*/ 39886 w 51554"/>
                <a:gd name="connsiteY34" fmla="*/ 42565 h 72521"/>
                <a:gd name="connsiteX35" fmla="*/ 40136 w 51554"/>
                <a:gd name="connsiteY35" fmla="*/ 41410 h 72521"/>
                <a:gd name="connsiteX36" fmla="*/ 40553 w 51554"/>
                <a:gd name="connsiteY36" fmla="*/ 39457 h 72521"/>
                <a:gd name="connsiteX37" fmla="*/ 40827 w 51554"/>
                <a:gd name="connsiteY37" fmla="*/ 38183 h 72521"/>
                <a:gd name="connsiteX38" fmla="*/ 42613 w 51554"/>
                <a:gd name="connsiteY38" fmla="*/ 30004 h 72521"/>
                <a:gd name="connsiteX39" fmla="*/ 43291 w 51554"/>
                <a:gd name="connsiteY39" fmla="*/ 26861 h 72521"/>
                <a:gd name="connsiteX40" fmla="*/ 44244 w 51554"/>
                <a:gd name="connsiteY40" fmla="*/ 22443 h 72521"/>
                <a:gd name="connsiteX41" fmla="*/ 51554 w 51554"/>
                <a:gd name="connsiteY41" fmla="*/ 14466 h 72521"/>
                <a:gd name="connsiteX42" fmla="*/ 47589 w 51554"/>
                <a:gd name="connsiteY42" fmla="*/ 7001 h 72521"/>
                <a:gd name="connsiteX43" fmla="*/ 45577 w 51554"/>
                <a:gd name="connsiteY43" fmla="*/ 6298 h 72521"/>
                <a:gd name="connsiteX44" fmla="*/ 43565 w 51554"/>
                <a:gd name="connsiteY44" fmla="*/ 5596 h 72521"/>
                <a:gd name="connsiteX45" fmla="*/ 42458 w 51554"/>
                <a:gd name="connsiteY45" fmla="*/ 5203 h 72521"/>
                <a:gd name="connsiteX46" fmla="*/ 37517 w 51554"/>
                <a:gd name="connsiteY46" fmla="*/ 3465 h 72521"/>
                <a:gd name="connsiteX47" fmla="*/ 37386 w 51554"/>
                <a:gd name="connsiteY47" fmla="*/ 3417 h 72521"/>
                <a:gd name="connsiteX48" fmla="*/ 33469 w 51554"/>
                <a:gd name="connsiteY48" fmla="*/ 2036 h 72521"/>
                <a:gd name="connsiteX49" fmla="*/ 29730 w 51554"/>
                <a:gd name="connsiteY49" fmla="*/ 738 h 72521"/>
                <a:gd name="connsiteX50" fmla="*/ 26213 w 51554"/>
                <a:gd name="connsiteY50" fmla="*/ 1092 h 72521"/>
                <a:gd name="connsiteX51" fmla="*/ 17169 w 51554"/>
                <a:gd name="connsiteY51" fmla="*/ 0 h 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1554" h="72521" extrusionOk="0">
                  <a:moveTo>
                    <a:pt x="17169" y="0"/>
                  </a:moveTo>
                  <a:cubicBezTo>
                    <a:pt x="17169" y="0"/>
                    <a:pt x="14704" y="441"/>
                    <a:pt x="11585" y="1203"/>
                  </a:cubicBezTo>
                  <a:cubicBezTo>
                    <a:pt x="11037" y="1334"/>
                    <a:pt x="10466" y="1476"/>
                    <a:pt x="9894" y="1631"/>
                  </a:cubicBezTo>
                  <a:cubicBezTo>
                    <a:pt x="8870" y="1893"/>
                    <a:pt x="7823" y="2191"/>
                    <a:pt x="6775" y="2500"/>
                  </a:cubicBezTo>
                  <a:cubicBezTo>
                    <a:pt x="6227" y="2679"/>
                    <a:pt x="5691" y="2846"/>
                    <a:pt x="5167" y="3036"/>
                  </a:cubicBezTo>
                  <a:cubicBezTo>
                    <a:pt x="3191" y="3703"/>
                    <a:pt x="1405" y="4465"/>
                    <a:pt x="274" y="5275"/>
                  </a:cubicBezTo>
                  <a:cubicBezTo>
                    <a:pt x="167" y="5346"/>
                    <a:pt x="83" y="5406"/>
                    <a:pt x="0" y="5477"/>
                  </a:cubicBezTo>
                  <a:cubicBezTo>
                    <a:pt x="0" y="5477"/>
                    <a:pt x="167" y="7680"/>
                    <a:pt x="667" y="11561"/>
                  </a:cubicBezTo>
                  <a:cubicBezTo>
                    <a:pt x="786" y="12442"/>
                    <a:pt x="905" y="13418"/>
                    <a:pt x="1060" y="14466"/>
                  </a:cubicBezTo>
                  <a:cubicBezTo>
                    <a:pt x="1203" y="15431"/>
                    <a:pt x="1357" y="16443"/>
                    <a:pt x="1512" y="17538"/>
                  </a:cubicBezTo>
                  <a:cubicBezTo>
                    <a:pt x="1762" y="19157"/>
                    <a:pt x="2060" y="20931"/>
                    <a:pt x="2393" y="22824"/>
                  </a:cubicBezTo>
                  <a:cubicBezTo>
                    <a:pt x="2560" y="23836"/>
                    <a:pt x="2750" y="24884"/>
                    <a:pt x="2953" y="25968"/>
                  </a:cubicBezTo>
                  <a:cubicBezTo>
                    <a:pt x="3012" y="26265"/>
                    <a:pt x="3072" y="26575"/>
                    <a:pt x="3120" y="26884"/>
                  </a:cubicBezTo>
                  <a:cubicBezTo>
                    <a:pt x="3310" y="27896"/>
                    <a:pt x="3524" y="28932"/>
                    <a:pt x="3739" y="30004"/>
                  </a:cubicBezTo>
                  <a:cubicBezTo>
                    <a:pt x="4096" y="31778"/>
                    <a:pt x="4477" y="33623"/>
                    <a:pt x="4905" y="35540"/>
                  </a:cubicBezTo>
                  <a:cubicBezTo>
                    <a:pt x="5132" y="36588"/>
                    <a:pt x="5382" y="37671"/>
                    <a:pt x="5632" y="38755"/>
                  </a:cubicBezTo>
                  <a:cubicBezTo>
                    <a:pt x="5679" y="38957"/>
                    <a:pt x="5727" y="39160"/>
                    <a:pt x="5775" y="39362"/>
                  </a:cubicBezTo>
                  <a:cubicBezTo>
                    <a:pt x="6025" y="40398"/>
                    <a:pt x="6275" y="41446"/>
                    <a:pt x="6537" y="42505"/>
                  </a:cubicBezTo>
                  <a:cubicBezTo>
                    <a:pt x="7049" y="44601"/>
                    <a:pt x="7596" y="46756"/>
                    <a:pt x="8204" y="48959"/>
                  </a:cubicBezTo>
                  <a:cubicBezTo>
                    <a:pt x="8132" y="49828"/>
                    <a:pt x="8049" y="50780"/>
                    <a:pt x="7894" y="51768"/>
                  </a:cubicBezTo>
                  <a:lnTo>
                    <a:pt x="7894" y="51840"/>
                  </a:lnTo>
                  <a:cubicBezTo>
                    <a:pt x="7775" y="52768"/>
                    <a:pt x="7608" y="53733"/>
                    <a:pt x="7430" y="54733"/>
                  </a:cubicBezTo>
                  <a:cubicBezTo>
                    <a:pt x="7406" y="54840"/>
                    <a:pt x="7394" y="54947"/>
                    <a:pt x="7370" y="55043"/>
                  </a:cubicBezTo>
                  <a:cubicBezTo>
                    <a:pt x="7108" y="56483"/>
                    <a:pt x="5582" y="57753"/>
                    <a:pt x="5236" y="59349"/>
                  </a:cubicBezTo>
                  <a:cubicBezTo>
                    <a:pt x="4951" y="60623"/>
                    <a:pt x="4891" y="62357"/>
                    <a:pt x="4830" y="63544"/>
                  </a:cubicBezTo>
                  <a:cubicBezTo>
                    <a:pt x="4769" y="64731"/>
                    <a:pt x="5106" y="64977"/>
                    <a:pt x="4870" y="66473"/>
                  </a:cubicBezTo>
                  <a:cubicBezTo>
                    <a:pt x="4635" y="67969"/>
                    <a:pt x="3905" y="70485"/>
                    <a:pt x="3417" y="72521"/>
                  </a:cubicBezTo>
                  <a:lnTo>
                    <a:pt x="38351" y="71724"/>
                  </a:lnTo>
                  <a:lnTo>
                    <a:pt x="40390" y="67039"/>
                  </a:lnTo>
                  <a:lnTo>
                    <a:pt x="37544" y="64400"/>
                  </a:lnTo>
                  <a:lnTo>
                    <a:pt x="39269" y="59424"/>
                  </a:lnTo>
                  <a:cubicBezTo>
                    <a:pt x="39241" y="57884"/>
                    <a:pt x="39212" y="56344"/>
                    <a:pt x="39184" y="54804"/>
                  </a:cubicBezTo>
                  <a:lnTo>
                    <a:pt x="38529" y="51899"/>
                  </a:lnTo>
                  <a:cubicBezTo>
                    <a:pt x="38414" y="51399"/>
                    <a:pt x="38298" y="50899"/>
                    <a:pt x="38183" y="50399"/>
                  </a:cubicBezTo>
                  <a:lnTo>
                    <a:pt x="39886" y="42565"/>
                  </a:lnTo>
                  <a:cubicBezTo>
                    <a:pt x="39969" y="42180"/>
                    <a:pt x="40053" y="41795"/>
                    <a:pt x="40136" y="41410"/>
                  </a:cubicBezTo>
                  <a:lnTo>
                    <a:pt x="40553" y="39457"/>
                  </a:lnTo>
                  <a:cubicBezTo>
                    <a:pt x="40644" y="39032"/>
                    <a:pt x="40736" y="38608"/>
                    <a:pt x="40827" y="38183"/>
                  </a:cubicBezTo>
                  <a:lnTo>
                    <a:pt x="42613" y="30004"/>
                  </a:lnTo>
                  <a:lnTo>
                    <a:pt x="43291" y="26861"/>
                  </a:lnTo>
                  <a:lnTo>
                    <a:pt x="44244" y="22443"/>
                  </a:lnTo>
                  <a:lnTo>
                    <a:pt x="51554" y="14466"/>
                  </a:lnTo>
                  <a:lnTo>
                    <a:pt x="47589" y="7001"/>
                  </a:lnTo>
                  <a:lnTo>
                    <a:pt x="45577" y="6298"/>
                  </a:lnTo>
                  <a:lnTo>
                    <a:pt x="43565" y="5596"/>
                  </a:lnTo>
                  <a:lnTo>
                    <a:pt x="42458" y="5203"/>
                  </a:lnTo>
                  <a:lnTo>
                    <a:pt x="37517" y="3465"/>
                  </a:lnTo>
                  <a:lnTo>
                    <a:pt x="37386" y="3417"/>
                  </a:lnTo>
                  <a:lnTo>
                    <a:pt x="33469" y="2036"/>
                  </a:lnTo>
                  <a:lnTo>
                    <a:pt x="29730" y="738"/>
                  </a:lnTo>
                  <a:cubicBezTo>
                    <a:pt x="29730" y="738"/>
                    <a:pt x="28676" y="1092"/>
                    <a:pt x="26213" y="1092"/>
                  </a:cubicBezTo>
                  <a:cubicBezTo>
                    <a:pt x="24202" y="1092"/>
                    <a:pt x="21252" y="856"/>
                    <a:pt x="17169" y="0"/>
                  </a:cubicBezTo>
                  <a:close/>
                </a:path>
              </a:pathLst>
            </a:custGeom>
            <a:solidFill>
              <a:schemeClr val="tx1">
                <a:lumMod val="75000"/>
              </a:schemeClr>
            </a:solidFill>
            <a:ln>
              <a:noFill/>
            </a:ln>
          </p:spPr>
          <p:txBody>
            <a:bodyPr spcFirstLastPara="1" wrap="square" lIns="121900" tIns="121900" rIns="121900" bIns="121900" anchor="ctr" anchorCtr="0">
              <a:noAutofit/>
            </a:bodyPr>
            <a:lstStyle/>
            <a:p>
              <a:endParaRPr sz="2400"/>
            </a:p>
          </p:txBody>
        </p:sp>
        <p:sp>
          <p:nvSpPr>
            <p:cNvPr id="515" name="Google Shape;452;p29"/>
            <p:cNvSpPr/>
            <p:nvPr/>
          </p:nvSpPr>
          <p:spPr>
            <a:xfrm>
              <a:off x="3500381" y="2432568"/>
              <a:ext cx="37048" cy="37183"/>
            </a:xfrm>
            <a:custGeom>
              <a:avLst/>
              <a:gdLst/>
              <a:ahLst/>
              <a:cxnLst/>
              <a:rect l="l" t="t" r="r" b="b"/>
              <a:pathLst>
                <a:path w="3299" h="3311" extrusionOk="0">
                  <a:moveTo>
                    <a:pt x="1644" y="1"/>
                  </a:moveTo>
                  <a:cubicBezTo>
                    <a:pt x="739" y="1"/>
                    <a:pt x="1" y="739"/>
                    <a:pt x="1" y="1656"/>
                  </a:cubicBezTo>
                  <a:cubicBezTo>
                    <a:pt x="1" y="2573"/>
                    <a:pt x="739" y="3311"/>
                    <a:pt x="1644" y="3311"/>
                  </a:cubicBezTo>
                  <a:cubicBezTo>
                    <a:pt x="2561" y="3311"/>
                    <a:pt x="3299" y="2573"/>
                    <a:pt x="3299" y="1656"/>
                  </a:cubicBezTo>
                  <a:cubicBezTo>
                    <a:pt x="3299" y="739"/>
                    <a:pt x="2561" y="1"/>
                    <a:pt x="1644" y="1"/>
                  </a:cubicBezTo>
                  <a:close/>
                </a:path>
              </a:pathLst>
            </a:custGeom>
            <a:solidFill>
              <a:schemeClr val="accent5">
                <a:alpha val="25889"/>
              </a:schemeClr>
            </a:solidFill>
            <a:ln>
              <a:noFill/>
            </a:ln>
          </p:spPr>
          <p:txBody>
            <a:bodyPr spcFirstLastPara="1" wrap="square" lIns="121900" tIns="121900" rIns="121900" bIns="121900" anchor="ctr" anchorCtr="0">
              <a:noAutofit/>
            </a:bodyPr>
            <a:lstStyle/>
            <a:p>
              <a:endParaRPr sz="2400"/>
            </a:p>
          </p:txBody>
        </p:sp>
        <p:sp>
          <p:nvSpPr>
            <p:cNvPr id="516" name="Google Shape;453;p29"/>
            <p:cNvSpPr/>
            <p:nvPr/>
          </p:nvSpPr>
          <p:spPr>
            <a:xfrm>
              <a:off x="3447701" y="2507989"/>
              <a:ext cx="37048" cy="37171"/>
            </a:xfrm>
            <a:custGeom>
              <a:avLst/>
              <a:gdLst/>
              <a:ahLst/>
              <a:cxnLst/>
              <a:rect l="l" t="t" r="r" b="b"/>
              <a:pathLst>
                <a:path w="3299" h="3310" extrusionOk="0">
                  <a:moveTo>
                    <a:pt x="1656" y="0"/>
                  </a:moveTo>
                  <a:cubicBezTo>
                    <a:pt x="739" y="0"/>
                    <a:pt x="1" y="738"/>
                    <a:pt x="1" y="1655"/>
                  </a:cubicBezTo>
                  <a:cubicBezTo>
                    <a:pt x="1" y="2560"/>
                    <a:pt x="739" y="3310"/>
                    <a:pt x="1656" y="3310"/>
                  </a:cubicBezTo>
                  <a:cubicBezTo>
                    <a:pt x="2561" y="3310"/>
                    <a:pt x="3299" y="2560"/>
                    <a:pt x="3299" y="1655"/>
                  </a:cubicBezTo>
                  <a:cubicBezTo>
                    <a:pt x="3299" y="738"/>
                    <a:pt x="2561" y="0"/>
                    <a:pt x="1656" y="0"/>
                  </a:cubicBezTo>
                  <a:close/>
                </a:path>
              </a:pathLst>
            </a:custGeom>
            <a:solidFill>
              <a:schemeClr val="accent6">
                <a:lumMod val="60000"/>
                <a:lumOff val="40000"/>
                <a:alpha val="25889"/>
              </a:schemeClr>
            </a:solidFill>
            <a:ln>
              <a:noFill/>
            </a:ln>
          </p:spPr>
          <p:txBody>
            <a:bodyPr spcFirstLastPara="1" wrap="square" lIns="121900" tIns="121900" rIns="121900" bIns="121900" anchor="ctr" anchorCtr="0">
              <a:noAutofit/>
            </a:bodyPr>
            <a:lstStyle/>
            <a:p>
              <a:endParaRPr sz="2400"/>
            </a:p>
          </p:txBody>
        </p:sp>
        <p:sp>
          <p:nvSpPr>
            <p:cNvPr id="517" name="Google Shape;454;p29"/>
            <p:cNvSpPr/>
            <p:nvPr/>
          </p:nvSpPr>
          <p:spPr>
            <a:xfrm>
              <a:off x="3415617" y="2574572"/>
              <a:ext cx="16856" cy="35307"/>
            </a:xfrm>
            <a:custGeom>
              <a:avLst/>
              <a:gdLst/>
              <a:ahLst/>
              <a:cxnLst/>
              <a:rect l="l" t="t" r="r" b="b"/>
              <a:pathLst>
                <a:path w="1501" h="3144" extrusionOk="0">
                  <a:moveTo>
                    <a:pt x="0" y="0"/>
                  </a:moveTo>
                  <a:lnTo>
                    <a:pt x="0" y="0"/>
                  </a:lnTo>
                  <a:cubicBezTo>
                    <a:pt x="167" y="1012"/>
                    <a:pt x="357" y="2060"/>
                    <a:pt x="560" y="3144"/>
                  </a:cubicBezTo>
                  <a:cubicBezTo>
                    <a:pt x="1119" y="2870"/>
                    <a:pt x="1500" y="2310"/>
                    <a:pt x="1500" y="1643"/>
                  </a:cubicBezTo>
                  <a:cubicBezTo>
                    <a:pt x="1500" y="786"/>
                    <a:pt x="846" y="72"/>
                    <a:pt x="0" y="0"/>
                  </a:cubicBezTo>
                  <a:close/>
                </a:path>
              </a:pathLst>
            </a:custGeom>
            <a:solidFill>
              <a:srgbClr val="C3C3C3">
                <a:alpha val="25889"/>
              </a:srgbClr>
            </a:solidFill>
            <a:ln>
              <a:noFill/>
            </a:ln>
          </p:spPr>
          <p:txBody>
            <a:bodyPr spcFirstLastPara="1" wrap="square" lIns="121900" tIns="121900" rIns="121900" bIns="121900" anchor="ctr" anchorCtr="0">
              <a:noAutofit/>
            </a:bodyPr>
            <a:lstStyle/>
            <a:p>
              <a:endParaRPr sz="2400"/>
            </a:p>
          </p:txBody>
        </p:sp>
        <p:sp>
          <p:nvSpPr>
            <p:cNvPr id="518" name="Google Shape;455;p29"/>
            <p:cNvSpPr/>
            <p:nvPr/>
          </p:nvSpPr>
          <p:spPr>
            <a:xfrm>
              <a:off x="3563090" y="2555986"/>
              <a:ext cx="37048" cy="37048"/>
            </a:xfrm>
            <a:custGeom>
              <a:avLst/>
              <a:gdLst/>
              <a:ahLst/>
              <a:cxnLst/>
              <a:rect l="l" t="t" r="r" b="b"/>
              <a:pathLst>
                <a:path w="3299" h="3299" extrusionOk="0">
                  <a:moveTo>
                    <a:pt x="1656" y="0"/>
                  </a:moveTo>
                  <a:cubicBezTo>
                    <a:pt x="739" y="0"/>
                    <a:pt x="1" y="739"/>
                    <a:pt x="1" y="1655"/>
                  </a:cubicBezTo>
                  <a:cubicBezTo>
                    <a:pt x="1" y="2560"/>
                    <a:pt x="739" y="3298"/>
                    <a:pt x="1656" y="3298"/>
                  </a:cubicBezTo>
                  <a:cubicBezTo>
                    <a:pt x="2561" y="3298"/>
                    <a:pt x="3299" y="2560"/>
                    <a:pt x="3299" y="1655"/>
                  </a:cubicBezTo>
                  <a:cubicBezTo>
                    <a:pt x="3299" y="739"/>
                    <a:pt x="2561" y="0"/>
                    <a:pt x="1656" y="0"/>
                  </a:cubicBezTo>
                  <a:close/>
                </a:path>
              </a:pathLst>
            </a:custGeom>
            <a:solidFill>
              <a:schemeClr val="accent6">
                <a:lumMod val="60000"/>
                <a:lumOff val="40000"/>
                <a:alpha val="25889"/>
              </a:schemeClr>
            </a:solidFill>
            <a:ln>
              <a:noFill/>
            </a:ln>
          </p:spPr>
          <p:txBody>
            <a:bodyPr spcFirstLastPara="1" wrap="square" lIns="121900" tIns="121900" rIns="121900" bIns="121900" anchor="ctr" anchorCtr="0">
              <a:noAutofit/>
            </a:bodyPr>
            <a:lstStyle/>
            <a:p>
              <a:endParaRPr sz="2400"/>
            </a:p>
          </p:txBody>
        </p:sp>
        <p:sp>
          <p:nvSpPr>
            <p:cNvPr id="519" name="Google Shape;456;p29"/>
            <p:cNvSpPr/>
            <p:nvPr/>
          </p:nvSpPr>
          <p:spPr>
            <a:xfrm>
              <a:off x="3864604" y="2376688"/>
              <a:ext cx="35981" cy="24347"/>
            </a:xfrm>
            <a:custGeom>
              <a:avLst/>
              <a:gdLst/>
              <a:ahLst/>
              <a:cxnLst/>
              <a:rect l="l" t="t" r="r" b="b"/>
              <a:pathLst>
                <a:path w="3204" h="2168" extrusionOk="0">
                  <a:moveTo>
                    <a:pt x="84" y="0"/>
                  </a:moveTo>
                  <a:cubicBezTo>
                    <a:pt x="36" y="167"/>
                    <a:pt x="0" y="334"/>
                    <a:pt x="0" y="512"/>
                  </a:cubicBezTo>
                  <a:cubicBezTo>
                    <a:pt x="0" y="1417"/>
                    <a:pt x="751" y="2167"/>
                    <a:pt x="1655" y="2167"/>
                  </a:cubicBezTo>
                  <a:cubicBezTo>
                    <a:pt x="2370" y="2167"/>
                    <a:pt x="2965" y="1715"/>
                    <a:pt x="3203" y="1095"/>
                  </a:cubicBezTo>
                  <a:lnTo>
                    <a:pt x="1191" y="393"/>
                  </a:lnTo>
                  <a:lnTo>
                    <a:pt x="84" y="0"/>
                  </a:lnTo>
                  <a:close/>
                </a:path>
              </a:pathLst>
            </a:custGeom>
            <a:solidFill>
              <a:srgbClr val="C3C3C3">
                <a:alpha val="25889"/>
              </a:srgbClr>
            </a:solidFill>
            <a:ln>
              <a:noFill/>
            </a:ln>
          </p:spPr>
          <p:txBody>
            <a:bodyPr spcFirstLastPara="1" wrap="square" lIns="121900" tIns="121900" rIns="121900" bIns="121900" anchor="ctr" anchorCtr="0">
              <a:noAutofit/>
            </a:bodyPr>
            <a:lstStyle/>
            <a:p>
              <a:endParaRPr sz="2400"/>
            </a:p>
          </p:txBody>
        </p:sp>
        <p:sp>
          <p:nvSpPr>
            <p:cNvPr id="520" name="Google Shape;457;p29"/>
            <p:cNvSpPr/>
            <p:nvPr/>
          </p:nvSpPr>
          <p:spPr>
            <a:xfrm>
              <a:off x="3481403" y="2626050"/>
              <a:ext cx="37048" cy="37048"/>
            </a:xfrm>
            <a:custGeom>
              <a:avLst/>
              <a:gdLst/>
              <a:ahLst/>
              <a:cxnLst/>
              <a:rect l="l" t="t" r="r" b="b"/>
              <a:pathLst>
                <a:path w="3299" h="3299" extrusionOk="0">
                  <a:moveTo>
                    <a:pt x="1655" y="0"/>
                  </a:moveTo>
                  <a:cubicBezTo>
                    <a:pt x="738" y="0"/>
                    <a:pt x="0" y="738"/>
                    <a:pt x="0" y="1643"/>
                  </a:cubicBezTo>
                  <a:cubicBezTo>
                    <a:pt x="0" y="2560"/>
                    <a:pt x="738" y="3298"/>
                    <a:pt x="1655" y="3298"/>
                  </a:cubicBezTo>
                  <a:cubicBezTo>
                    <a:pt x="2560" y="3298"/>
                    <a:pt x="3298" y="2560"/>
                    <a:pt x="3298" y="1643"/>
                  </a:cubicBezTo>
                  <a:cubicBezTo>
                    <a:pt x="3298" y="738"/>
                    <a:pt x="2560" y="0"/>
                    <a:pt x="1655" y="0"/>
                  </a:cubicBezTo>
                  <a:close/>
                </a:path>
              </a:pathLst>
            </a:custGeom>
            <a:solidFill>
              <a:schemeClr val="accent6">
                <a:lumMod val="60000"/>
                <a:lumOff val="40000"/>
                <a:alpha val="25889"/>
              </a:schemeClr>
            </a:solidFill>
            <a:ln>
              <a:noFill/>
            </a:ln>
          </p:spPr>
          <p:txBody>
            <a:bodyPr spcFirstLastPara="1" wrap="square" lIns="121900" tIns="121900" rIns="121900" bIns="121900" anchor="ctr" anchorCtr="0">
              <a:noAutofit/>
            </a:bodyPr>
            <a:lstStyle/>
            <a:p>
              <a:endParaRPr sz="2400"/>
            </a:p>
          </p:txBody>
        </p:sp>
        <p:sp>
          <p:nvSpPr>
            <p:cNvPr id="521" name="Google Shape;458;p29"/>
            <p:cNvSpPr/>
            <p:nvPr/>
          </p:nvSpPr>
          <p:spPr>
            <a:xfrm>
              <a:off x="3605079" y="2663884"/>
              <a:ext cx="37048" cy="37048"/>
            </a:xfrm>
            <a:custGeom>
              <a:avLst/>
              <a:gdLst/>
              <a:ahLst/>
              <a:cxnLst/>
              <a:rect l="l" t="t" r="r" b="b"/>
              <a:pathLst>
                <a:path w="3299" h="3299" extrusionOk="0">
                  <a:moveTo>
                    <a:pt x="1643" y="1"/>
                  </a:moveTo>
                  <a:cubicBezTo>
                    <a:pt x="739" y="1"/>
                    <a:pt x="0" y="739"/>
                    <a:pt x="0" y="1644"/>
                  </a:cubicBezTo>
                  <a:cubicBezTo>
                    <a:pt x="0" y="2561"/>
                    <a:pt x="739" y="3299"/>
                    <a:pt x="1643" y="3299"/>
                  </a:cubicBezTo>
                  <a:cubicBezTo>
                    <a:pt x="2560" y="3299"/>
                    <a:pt x="3298" y="2561"/>
                    <a:pt x="3298" y="1644"/>
                  </a:cubicBezTo>
                  <a:cubicBezTo>
                    <a:pt x="3298" y="739"/>
                    <a:pt x="2560" y="1"/>
                    <a:pt x="1643" y="1"/>
                  </a:cubicBezTo>
                  <a:close/>
                </a:path>
              </a:pathLst>
            </a:custGeom>
            <a:solidFill>
              <a:schemeClr val="accent6">
                <a:lumMod val="60000"/>
                <a:lumOff val="40000"/>
                <a:alpha val="25889"/>
              </a:schemeClr>
            </a:solidFill>
            <a:ln>
              <a:noFill/>
            </a:ln>
          </p:spPr>
          <p:txBody>
            <a:bodyPr spcFirstLastPara="1" wrap="square" lIns="121900" tIns="121900" rIns="121900" bIns="121900" anchor="ctr" anchorCtr="0">
              <a:noAutofit/>
            </a:bodyPr>
            <a:lstStyle/>
            <a:p>
              <a:endParaRPr sz="2400"/>
            </a:p>
          </p:txBody>
        </p:sp>
        <p:sp>
          <p:nvSpPr>
            <p:cNvPr id="522" name="Google Shape;459;p29"/>
            <p:cNvSpPr/>
            <p:nvPr/>
          </p:nvSpPr>
          <p:spPr>
            <a:xfrm>
              <a:off x="3825961" y="2746919"/>
              <a:ext cx="21270" cy="36374"/>
            </a:xfrm>
            <a:custGeom>
              <a:avLst/>
              <a:gdLst/>
              <a:ahLst/>
              <a:cxnLst/>
              <a:rect l="l" t="t" r="r" b="b"/>
              <a:pathLst>
                <a:path w="1894" h="3239" extrusionOk="0">
                  <a:moveTo>
                    <a:pt x="1656" y="0"/>
                  </a:moveTo>
                  <a:cubicBezTo>
                    <a:pt x="739" y="0"/>
                    <a:pt x="1" y="739"/>
                    <a:pt x="1" y="1644"/>
                  </a:cubicBezTo>
                  <a:cubicBezTo>
                    <a:pt x="1" y="2406"/>
                    <a:pt x="501" y="3037"/>
                    <a:pt x="1203" y="3239"/>
                  </a:cubicBezTo>
                  <a:lnTo>
                    <a:pt x="1620" y="1286"/>
                  </a:lnTo>
                  <a:lnTo>
                    <a:pt x="1894" y="12"/>
                  </a:lnTo>
                  <a:cubicBezTo>
                    <a:pt x="1822" y="0"/>
                    <a:pt x="1739" y="0"/>
                    <a:pt x="1656" y="0"/>
                  </a:cubicBezTo>
                  <a:close/>
                </a:path>
              </a:pathLst>
            </a:custGeom>
            <a:solidFill>
              <a:srgbClr val="44526D"/>
            </a:solidFill>
            <a:ln>
              <a:noFill/>
            </a:ln>
          </p:spPr>
          <p:txBody>
            <a:bodyPr spcFirstLastPara="1" wrap="square" lIns="121900" tIns="121900" rIns="121900" bIns="121900" anchor="ctr" anchorCtr="0">
              <a:noAutofit/>
            </a:bodyPr>
            <a:lstStyle/>
            <a:p>
              <a:endParaRPr sz="2400"/>
            </a:p>
          </p:txBody>
        </p:sp>
        <p:sp>
          <p:nvSpPr>
            <p:cNvPr id="523" name="Google Shape;460;p29"/>
            <p:cNvSpPr/>
            <p:nvPr/>
          </p:nvSpPr>
          <p:spPr>
            <a:xfrm>
              <a:off x="3443827" y="2716968"/>
              <a:ext cx="22336" cy="36509"/>
            </a:xfrm>
            <a:custGeom>
              <a:avLst/>
              <a:gdLst/>
              <a:ahLst/>
              <a:cxnLst/>
              <a:rect l="l" t="t" r="r" b="b"/>
              <a:pathLst>
                <a:path w="1989" h="3251" extrusionOk="0">
                  <a:moveTo>
                    <a:pt x="346" y="0"/>
                  </a:moveTo>
                  <a:cubicBezTo>
                    <a:pt x="227" y="0"/>
                    <a:pt x="108" y="12"/>
                    <a:pt x="0" y="36"/>
                  </a:cubicBezTo>
                  <a:cubicBezTo>
                    <a:pt x="227" y="1084"/>
                    <a:pt x="477" y="2167"/>
                    <a:pt x="727" y="3251"/>
                  </a:cubicBezTo>
                  <a:cubicBezTo>
                    <a:pt x="1465" y="3084"/>
                    <a:pt x="1989" y="2429"/>
                    <a:pt x="1989" y="1655"/>
                  </a:cubicBezTo>
                  <a:cubicBezTo>
                    <a:pt x="1989" y="739"/>
                    <a:pt x="1251" y="0"/>
                    <a:pt x="346" y="0"/>
                  </a:cubicBezTo>
                  <a:close/>
                </a:path>
              </a:pathLst>
            </a:custGeom>
            <a:solidFill>
              <a:srgbClr val="C3C3C3">
                <a:alpha val="25889"/>
              </a:srgbClr>
            </a:solidFill>
            <a:ln>
              <a:noFill/>
            </a:ln>
          </p:spPr>
          <p:txBody>
            <a:bodyPr spcFirstLastPara="1" wrap="square" lIns="121900" tIns="121900" rIns="121900" bIns="121900" anchor="ctr" anchorCtr="0">
              <a:noAutofit/>
            </a:bodyPr>
            <a:lstStyle/>
            <a:p>
              <a:endParaRPr sz="2400"/>
            </a:p>
          </p:txBody>
        </p:sp>
        <p:sp>
          <p:nvSpPr>
            <p:cNvPr id="524" name="Google Shape;461;p29"/>
            <p:cNvSpPr/>
            <p:nvPr/>
          </p:nvSpPr>
          <p:spPr>
            <a:xfrm>
              <a:off x="3733707" y="2692633"/>
              <a:ext cx="37048" cy="37048"/>
            </a:xfrm>
            <a:custGeom>
              <a:avLst/>
              <a:gdLst/>
              <a:ahLst/>
              <a:cxnLst/>
              <a:rect l="l" t="t" r="r" b="b"/>
              <a:pathLst>
                <a:path w="3299" h="3299" extrusionOk="0">
                  <a:moveTo>
                    <a:pt x="1655" y="1"/>
                  </a:moveTo>
                  <a:cubicBezTo>
                    <a:pt x="738" y="1"/>
                    <a:pt x="0" y="739"/>
                    <a:pt x="0" y="1656"/>
                  </a:cubicBezTo>
                  <a:cubicBezTo>
                    <a:pt x="0" y="2560"/>
                    <a:pt x="738" y="3299"/>
                    <a:pt x="1655" y="3299"/>
                  </a:cubicBezTo>
                  <a:cubicBezTo>
                    <a:pt x="2560" y="3299"/>
                    <a:pt x="3298" y="2560"/>
                    <a:pt x="3298" y="1656"/>
                  </a:cubicBezTo>
                  <a:cubicBezTo>
                    <a:pt x="3298" y="739"/>
                    <a:pt x="2560" y="1"/>
                    <a:pt x="1655" y="1"/>
                  </a:cubicBezTo>
                  <a:close/>
                </a:path>
              </a:pathLst>
            </a:custGeom>
            <a:solidFill>
              <a:srgbClr val="C3C3C3">
                <a:alpha val="25889"/>
              </a:srgbClr>
            </a:solidFill>
            <a:ln>
              <a:noFill/>
            </a:ln>
          </p:spPr>
          <p:txBody>
            <a:bodyPr spcFirstLastPara="1" wrap="square" lIns="121900" tIns="121900" rIns="121900" bIns="121900" anchor="ctr" anchorCtr="0">
              <a:noAutofit/>
            </a:bodyPr>
            <a:lstStyle/>
            <a:p>
              <a:endParaRPr sz="2400"/>
            </a:p>
          </p:txBody>
        </p:sp>
        <p:sp>
          <p:nvSpPr>
            <p:cNvPr id="525" name="Google Shape;462;p29"/>
            <p:cNvSpPr/>
            <p:nvPr/>
          </p:nvSpPr>
          <p:spPr>
            <a:xfrm>
              <a:off x="3770743" y="2515738"/>
              <a:ext cx="37183" cy="37048"/>
            </a:xfrm>
            <a:custGeom>
              <a:avLst/>
              <a:gdLst/>
              <a:ahLst/>
              <a:cxnLst/>
              <a:rect l="l" t="t" r="r" b="b"/>
              <a:pathLst>
                <a:path w="3311" h="3299" extrusionOk="0">
                  <a:moveTo>
                    <a:pt x="1655" y="1"/>
                  </a:moveTo>
                  <a:cubicBezTo>
                    <a:pt x="738" y="1"/>
                    <a:pt x="0" y="739"/>
                    <a:pt x="0" y="1644"/>
                  </a:cubicBezTo>
                  <a:cubicBezTo>
                    <a:pt x="0" y="2560"/>
                    <a:pt x="738" y="3299"/>
                    <a:pt x="1655" y="3299"/>
                  </a:cubicBezTo>
                  <a:cubicBezTo>
                    <a:pt x="2572" y="3299"/>
                    <a:pt x="3310" y="2560"/>
                    <a:pt x="3310" y="1644"/>
                  </a:cubicBezTo>
                  <a:cubicBezTo>
                    <a:pt x="3310" y="739"/>
                    <a:pt x="2572" y="1"/>
                    <a:pt x="1655" y="1"/>
                  </a:cubicBezTo>
                  <a:close/>
                </a:path>
              </a:pathLst>
            </a:custGeom>
            <a:solidFill>
              <a:schemeClr val="accent6">
                <a:lumMod val="60000"/>
                <a:lumOff val="40000"/>
                <a:alpha val="25889"/>
              </a:schemeClr>
            </a:solidFill>
            <a:ln>
              <a:noFill/>
            </a:ln>
          </p:spPr>
          <p:txBody>
            <a:bodyPr spcFirstLastPara="1" wrap="square" lIns="121900" tIns="121900" rIns="121900" bIns="121900" anchor="ctr" anchorCtr="0">
              <a:noAutofit/>
            </a:bodyPr>
            <a:lstStyle/>
            <a:p>
              <a:endParaRPr sz="2400"/>
            </a:p>
          </p:txBody>
        </p:sp>
        <p:sp>
          <p:nvSpPr>
            <p:cNvPr id="526" name="Google Shape;463;p29"/>
            <p:cNvSpPr/>
            <p:nvPr/>
          </p:nvSpPr>
          <p:spPr>
            <a:xfrm>
              <a:off x="3846153" y="2460116"/>
              <a:ext cx="37048" cy="37048"/>
            </a:xfrm>
            <a:custGeom>
              <a:avLst/>
              <a:gdLst/>
              <a:ahLst/>
              <a:cxnLst/>
              <a:rect l="l" t="t" r="r" b="b"/>
              <a:pathLst>
                <a:path w="3299" h="3299" extrusionOk="0">
                  <a:moveTo>
                    <a:pt x="1643" y="1"/>
                  </a:moveTo>
                  <a:cubicBezTo>
                    <a:pt x="739" y="1"/>
                    <a:pt x="0" y="739"/>
                    <a:pt x="0" y="1644"/>
                  </a:cubicBezTo>
                  <a:cubicBezTo>
                    <a:pt x="0" y="2560"/>
                    <a:pt x="739" y="3299"/>
                    <a:pt x="1643" y="3299"/>
                  </a:cubicBezTo>
                  <a:cubicBezTo>
                    <a:pt x="2560" y="3299"/>
                    <a:pt x="3298" y="2560"/>
                    <a:pt x="3298" y="1644"/>
                  </a:cubicBezTo>
                  <a:cubicBezTo>
                    <a:pt x="3298" y="739"/>
                    <a:pt x="2560" y="1"/>
                    <a:pt x="1643" y="1"/>
                  </a:cubicBezTo>
                  <a:close/>
                </a:path>
              </a:pathLst>
            </a:custGeom>
            <a:solidFill>
              <a:schemeClr val="accent6">
                <a:lumMod val="60000"/>
                <a:lumOff val="40000"/>
                <a:alpha val="25889"/>
              </a:schemeClr>
            </a:solidFill>
            <a:ln>
              <a:noFill/>
            </a:ln>
          </p:spPr>
          <p:txBody>
            <a:bodyPr spcFirstLastPara="1" wrap="square" lIns="121900" tIns="121900" rIns="121900" bIns="121900" anchor="ctr" anchorCtr="0">
              <a:noAutofit/>
            </a:bodyPr>
            <a:lstStyle/>
            <a:p>
              <a:endParaRPr sz="2400"/>
            </a:p>
          </p:txBody>
        </p:sp>
        <p:sp>
          <p:nvSpPr>
            <p:cNvPr id="527" name="Google Shape;464;p29"/>
            <p:cNvSpPr/>
            <p:nvPr/>
          </p:nvSpPr>
          <p:spPr>
            <a:xfrm>
              <a:off x="3781569" y="2395532"/>
              <a:ext cx="37048" cy="37048"/>
            </a:xfrm>
            <a:custGeom>
              <a:avLst/>
              <a:gdLst/>
              <a:ahLst/>
              <a:cxnLst/>
              <a:rect l="l" t="t" r="r" b="b"/>
              <a:pathLst>
                <a:path w="3299" h="3299" extrusionOk="0">
                  <a:moveTo>
                    <a:pt x="1644" y="1"/>
                  </a:moveTo>
                  <a:cubicBezTo>
                    <a:pt x="739" y="1"/>
                    <a:pt x="1" y="739"/>
                    <a:pt x="1" y="1656"/>
                  </a:cubicBezTo>
                  <a:cubicBezTo>
                    <a:pt x="1" y="2561"/>
                    <a:pt x="739" y="3299"/>
                    <a:pt x="1644" y="3299"/>
                  </a:cubicBezTo>
                  <a:cubicBezTo>
                    <a:pt x="2561" y="3299"/>
                    <a:pt x="3299" y="2561"/>
                    <a:pt x="3299" y="1656"/>
                  </a:cubicBezTo>
                  <a:cubicBezTo>
                    <a:pt x="3299" y="739"/>
                    <a:pt x="2561" y="1"/>
                    <a:pt x="1644" y="1"/>
                  </a:cubicBezTo>
                  <a:close/>
                </a:path>
              </a:pathLst>
            </a:custGeom>
            <a:solidFill>
              <a:srgbClr val="C3C3C3">
                <a:alpha val="25889"/>
              </a:srgbClr>
            </a:solidFill>
            <a:ln>
              <a:noFill/>
            </a:ln>
          </p:spPr>
          <p:txBody>
            <a:bodyPr spcFirstLastPara="1" wrap="square" lIns="121900" tIns="121900" rIns="121900" bIns="121900" anchor="ctr" anchorCtr="0">
              <a:noAutofit/>
            </a:bodyPr>
            <a:lstStyle/>
            <a:p>
              <a:endParaRPr sz="2400"/>
            </a:p>
          </p:txBody>
        </p:sp>
        <p:sp>
          <p:nvSpPr>
            <p:cNvPr id="528" name="Google Shape;465;p29"/>
            <p:cNvSpPr/>
            <p:nvPr/>
          </p:nvSpPr>
          <p:spPr>
            <a:xfrm>
              <a:off x="3642115" y="2787167"/>
              <a:ext cx="37048" cy="37183"/>
            </a:xfrm>
            <a:custGeom>
              <a:avLst/>
              <a:gdLst/>
              <a:ahLst/>
              <a:cxnLst/>
              <a:rect l="l" t="t" r="r" b="b"/>
              <a:pathLst>
                <a:path w="3299" h="3311" extrusionOk="0">
                  <a:moveTo>
                    <a:pt x="1655" y="0"/>
                  </a:moveTo>
                  <a:cubicBezTo>
                    <a:pt x="739" y="0"/>
                    <a:pt x="0" y="738"/>
                    <a:pt x="0" y="1655"/>
                  </a:cubicBezTo>
                  <a:cubicBezTo>
                    <a:pt x="0" y="2572"/>
                    <a:pt x="739" y="3310"/>
                    <a:pt x="1655" y="3310"/>
                  </a:cubicBezTo>
                  <a:cubicBezTo>
                    <a:pt x="2560" y="3310"/>
                    <a:pt x="3298" y="2572"/>
                    <a:pt x="3298" y="1655"/>
                  </a:cubicBezTo>
                  <a:cubicBezTo>
                    <a:pt x="3298" y="738"/>
                    <a:pt x="2560" y="0"/>
                    <a:pt x="1655" y="0"/>
                  </a:cubicBezTo>
                  <a:close/>
                </a:path>
              </a:pathLst>
            </a:custGeom>
            <a:solidFill>
              <a:schemeClr val="accent6">
                <a:lumMod val="60000"/>
                <a:lumOff val="40000"/>
                <a:alpha val="25889"/>
              </a:schemeClr>
            </a:solidFill>
            <a:ln>
              <a:noFill/>
            </a:ln>
          </p:spPr>
          <p:txBody>
            <a:bodyPr spcFirstLastPara="1" wrap="square" lIns="121900" tIns="121900" rIns="121900" bIns="121900" anchor="ctr" anchorCtr="0">
              <a:noAutofit/>
            </a:bodyPr>
            <a:lstStyle/>
            <a:p>
              <a:endParaRPr sz="2400"/>
            </a:p>
          </p:txBody>
        </p:sp>
        <p:sp>
          <p:nvSpPr>
            <p:cNvPr id="529" name="Google Shape;466;p29"/>
            <p:cNvSpPr/>
            <p:nvPr/>
          </p:nvSpPr>
          <p:spPr>
            <a:xfrm>
              <a:off x="3534476" y="2862172"/>
              <a:ext cx="37183" cy="37048"/>
            </a:xfrm>
            <a:custGeom>
              <a:avLst/>
              <a:gdLst/>
              <a:ahLst/>
              <a:cxnLst/>
              <a:rect l="l" t="t" r="r" b="b"/>
              <a:pathLst>
                <a:path w="3311" h="3299" extrusionOk="0">
                  <a:moveTo>
                    <a:pt x="1656" y="1"/>
                  </a:moveTo>
                  <a:cubicBezTo>
                    <a:pt x="739" y="1"/>
                    <a:pt x="1" y="739"/>
                    <a:pt x="1" y="1656"/>
                  </a:cubicBezTo>
                  <a:cubicBezTo>
                    <a:pt x="1" y="2560"/>
                    <a:pt x="739" y="3299"/>
                    <a:pt x="1656" y="3299"/>
                  </a:cubicBezTo>
                  <a:cubicBezTo>
                    <a:pt x="2573" y="3299"/>
                    <a:pt x="3311" y="2560"/>
                    <a:pt x="3311" y="1656"/>
                  </a:cubicBezTo>
                  <a:cubicBezTo>
                    <a:pt x="3311" y="739"/>
                    <a:pt x="2573" y="1"/>
                    <a:pt x="1656" y="1"/>
                  </a:cubicBezTo>
                  <a:close/>
                </a:path>
              </a:pathLst>
            </a:custGeom>
            <a:solidFill>
              <a:srgbClr val="C3C3C3">
                <a:alpha val="25889"/>
              </a:srgbClr>
            </a:solidFill>
            <a:ln>
              <a:noFill/>
            </a:ln>
          </p:spPr>
          <p:txBody>
            <a:bodyPr spcFirstLastPara="1" wrap="square" lIns="121900" tIns="121900" rIns="121900" bIns="121900" anchor="ctr" anchorCtr="0">
              <a:noAutofit/>
            </a:bodyPr>
            <a:lstStyle/>
            <a:p>
              <a:endParaRPr sz="2400"/>
            </a:p>
          </p:txBody>
        </p:sp>
        <p:sp>
          <p:nvSpPr>
            <p:cNvPr id="530" name="Google Shape;467;p29"/>
            <p:cNvSpPr/>
            <p:nvPr/>
          </p:nvSpPr>
          <p:spPr>
            <a:xfrm>
              <a:off x="3471509" y="2900410"/>
              <a:ext cx="17788" cy="35981"/>
            </a:xfrm>
            <a:custGeom>
              <a:avLst/>
              <a:gdLst/>
              <a:ahLst/>
              <a:cxnLst/>
              <a:rect l="l" t="t" r="r" b="b"/>
              <a:pathLst>
                <a:path w="1584" h="3204" extrusionOk="0">
                  <a:moveTo>
                    <a:pt x="524" y="1"/>
                  </a:moveTo>
                  <a:cubicBezTo>
                    <a:pt x="405" y="929"/>
                    <a:pt x="238" y="1894"/>
                    <a:pt x="60" y="2894"/>
                  </a:cubicBezTo>
                  <a:cubicBezTo>
                    <a:pt x="36" y="3001"/>
                    <a:pt x="24" y="3108"/>
                    <a:pt x="0" y="3204"/>
                  </a:cubicBezTo>
                  <a:cubicBezTo>
                    <a:pt x="869" y="3168"/>
                    <a:pt x="1584" y="2442"/>
                    <a:pt x="1584" y="1549"/>
                  </a:cubicBezTo>
                  <a:cubicBezTo>
                    <a:pt x="1584" y="846"/>
                    <a:pt x="1143" y="251"/>
                    <a:pt x="524" y="1"/>
                  </a:cubicBezTo>
                  <a:close/>
                </a:path>
              </a:pathLst>
            </a:custGeom>
            <a:solidFill>
              <a:srgbClr val="C3C3C3">
                <a:alpha val="25889"/>
              </a:srgbClr>
            </a:solidFill>
            <a:ln>
              <a:noFill/>
            </a:ln>
          </p:spPr>
          <p:txBody>
            <a:bodyPr spcFirstLastPara="1" wrap="square" lIns="121900" tIns="121900" rIns="121900" bIns="121900" anchor="ctr" anchorCtr="0">
              <a:noAutofit/>
            </a:bodyPr>
            <a:lstStyle/>
            <a:p>
              <a:endParaRPr sz="2400"/>
            </a:p>
          </p:txBody>
        </p:sp>
        <p:sp>
          <p:nvSpPr>
            <p:cNvPr id="531" name="Google Shape;468;p29"/>
            <p:cNvSpPr/>
            <p:nvPr/>
          </p:nvSpPr>
          <p:spPr>
            <a:xfrm>
              <a:off x="3508939" y="2754005"/>
              <a:ext cx="37183" cy="37183"/>
            </a:xfrm>
            <a:custGeom>
              <a:avLst/>
              <a:gdLst/>
              <a:ahLst/>
              <a:cxnLst/>
              <a:rect l="l" t="t" r="r" b="b"/>
              <a:pathLst>
                <a:path w="3311" h="3311" extrusionOk="0">
                  <a:moveTo>
                    <a:pt x="1656" y="0"/>
                  </a:moveTo>
                  <a:cubicBezTo>
                    <a:pt x="739" y="0"/>
                    <a:pt x="1" y="739"/>
                    <a:pt x="1" y="1655"/>
                  </a:cubicBezTo>
                  <a:cubicBezTo>
                    <a:pt x="1" y="2572"/>
                    <a:pt x="739" y="3310"/>
                    <a:pt x="1656" y="3310"/>
                  </a:cubicBezTo>
                  <a:cubicBezTo>
                    <a:pt x="2573" y="3310"/>
                    <a:pt x="3311" y="2572"/>
                    <a:pt x="3311" y="1655"/>
                  </a:cubicBezTo>
                  <a:cubicBezTo>
                    <a:pt x="3311" y="739"/>
                    <a:pt x="2573" y="0"/>
                    <a:pt x="1656" y="0"/>
                  </a:cubicBezTo>
                  <a:close/>
                </a:path>
              </a:pathLst>
            </a:custGeom>
            <a:solidFill>
              <a:srgbClr val="C3C3C3">
                <a:alpha val="25889"/>
              </a:srgbClr>
            </a:solidFill>
            <a:ln>
              <a:noFill/>
            </a:ln>
          </p:spPr>
          <p:txBody>
            <a:bodyPr spcFirstLastPara="1" wrap="square" lIns="121900" tIns="121900" rIns="121900" bIns="121900" anchor="ctr" anchorCtr="0">
              <a:noAutofit/>
            </a:bodyPr>
            <a:lstStyle/>
            <a:p>
              <a:endParaRPr sz="2400"/>
            </a:p>
          </p:txBody>
        </p:sp>
        <p:sp>
          <p:nvSpPr>
            <p:cNvPr id="532" name="Google Shape;469;p29"/>
            <p:cNvSpPr/>
            <p:nvPr/>
          </p:nvSpPr>
          <p:spPr>
            <a:xfrm>
              <a:off x="3681162" y="2566015"/>
              <a:ext cx="37171" cy="37048"/>
            </a:xfrm>
            <a:custGeom>
              <a:avLst/>
              <a:gdLst/>
              <a:ahLst/>
              <a:cxnLst/>
              <a:rect l="l" t="t" r="r" b="b"/>
              <a:pathLst>
                <a:path w="3310" h="3299" extrusionOk="0">
                  <a:moveTo>
                    <a:pt x="1655" y="0"/>
                  </a:moveTo>
                  <a:cubicBezTo>
                    <a:pt x="750" y="0"/>
                    <a:pt x="0" y="739"/>
                    <a:pt x="0" y="1643"/>
                  </a:cubicBezTo>
                  <a:cubicBezTo>
                    <a:pt x="0" y="2560"/>
                    <a:pt x="750" y="3298"/>
                    <a:pt x="1655" y="3298"/>
                  </a:cubicBezTo>
                  <a:cubicBezTo>
                    <a:pt x="2572" y="3298"/>
                    <a:pt x="3310" y="2560"/>
                    <a:pt x="3310" y="1643"/>
                  </a:cubicBezTo>
                  <a:cubicBezTo>
                    <a:pt x="3310" y="739"/>
                    <a:pt x="2572" y="0"/>
                    <a:pt x="1655" y="0"/>
                  </a:cubicBezTo>
                  <a:close/>
                </a:path>
              </a:pathLst>
            </a:custGeom>
            <a:solidFill>
              <a:schemeClr val="accent6">
                <a:lumMod val="60000"/>
                <a:lumOff val="40000"/>
                <a:alpha val="25889"/>
              </a:schemeClr>
            </a:solidFill>
            <a:ln>
              <a:noFill/>
            </a:ln>
          </p:spPr>
          <p:txBody>
            <a:bodyPr spcFirstLastPara="1" wrap="square" lIns="121900" tIns="121900" rIns="121900" bIns="121900" anchor="ctr" anchorCtr="0">
              <a:noAutofit/>
            </a:bodyPr>
            <a:lstStyle/>
            <a:p>
              <a:endParaRPr sz="2400"/>
            </a:p>
          </p:txBody>
        </p:sp>
        <p:sp>
          <p:nvSpPr>
            <p:cNvPr id="533" name="Google Shape;470;p29"/>
            <p:cNvSpPr/>
            <p:nvPr/>
          </p:nvSpPr>
          <p:spPr>
            <a:xfrm>
              <a:off x="3802828" y="2619627"/>
              <a:ext cx="37183" cy="37183"/>
            </a:xfrm>
            <a:custGeom>
              <a:avLst/>
              <a:gdLst/>
              <a:ahLst/>
              <a:cxnLst/>
              <a:rect l="l" t="t" r="r" b="b"/>
              <a:pathLst>
                <a:path w="3311" h="3311" extrusionOk="0">
                  <a:moveTo>
                    <a:pt x="1656" y="1"/>
                  </a:moveTo>
                  <a:cubicBezTo>
                    <a:pt x="751" y="1"/>
                    <a:pt x="1" y="751"/>
                    <a:pt x="1" y="1656"/>
                  </a:cubicBezTo>
                  <a:cubicBezTo>
                    <a:pt x="1" y="2572"/>
                    <a:pt x="751" y="3311"/>
                    <a:pt x="1656" y="3311"/>
                  </a:cubicBezTo>
                  <a:cubicBezTo>
                    <a:pt x="2573" y="3311"/>
                    <a:pt x="3311" y="2572"/>
                    <a:pt x="3311" y="1656"/>
                  </a:cubicBezTo>
                  <a:cubicBezTo>
                    <a:pt x="3311" y="751"/>
                    <a:pt x="2573" y="1"/>
                    <a:pt x="1656" y="1"/>
                  </a:cubicBezTo>
                  <a:close/>
                </a:path>
              </a:pathLst>
            </a:custGeom>
            <a:solidFill>
              <a:srgbClr val="C3C3C3">
                <a:alpha val="25889"/>
              </a:srgbClr>
            </a:solidFill>
            <a:ln>
              <a:noFill/>
            </a:ln>
          </p:spPr>
          <p:txBody>
            <a:bodyPr spcFirstLastPara="1" wrap="square" lIns="121900" tIns="121900" rIns="121900" bIns="121900" anchor="ctr" anchorCtr="0">
              <a:noAutofit/>
            </a:bodyPr>
            <a:lstStyle/>
            <a:p>
              <a:endParaRPr sz="2400"/>
            </a:p>
          </p:txBody>
        </p:sp>
        <p:sp>
          <p:nvSpPr>
            <p:cNvPr id="534" name="Google Shape;471;p29"/>
            <p:cNvSpPr/>
            <p:nvPr/>
          </p:nvSpPr>
          <p:spPr>
            <a:xfrm>
              <a:off x="3757503" y="2820194"/>
              <a:ext cx="37048" cy="37048"/>
            </a:xfrm>
            <a:custGeom>
              <a:avLst/>
              <a:gdLst/>
              <a:ahLst/>
              <a:cxnLst/>
              <a:rect l="l" t="t" r="r" b="b"/>
              <a:pathLst>
                <a:path w="3299" h="3299" extrusionOk="0">
                  <a:moveTo>
                    <a:pt x="1656" y="0"/>
                  </a:moveTo>
                  <a:cubicBezTo>
                    <a:pt x="739" y="0"/>
                    <a:pt x="1" y="738"/>
                    <a:pt x="1" y="1655"/>
                  </a:cubicBezTo>
                  <a:cubicBezTo>
                    <a:pt x="1" y="2560"/>
                    <a:pt x="739" y="3298"/>
                    <a:pt x="1656" y="3298"/>
                  </a:cubicBezTo>
                  <a:cubicBezTo>
                    <a:pt x="2560" y="3298"/>
                    <a:pt x="3299" y="2560"/>
                    <a:pt x="3299" y="1655"/>
                  </a:cubicBezTo>
                  <a:cubicBezTo>
                    <a:pt x="3299" y="738"/>
                    <a:pt x="2560" y="0"/>
                    <a:pt x="1656" y="0"/>
                  </a:cubicBezTo>
                  <a:close/>
                </a:path>
              </a:pathLst>
            </a:custGeom>
            <a:solidFill>
              <a:srgbClr val="44526D"/>
            </a:solidFill>
            <a:ln>
              <a:noFill/>
            </a:ln>
          </p:spPr>
          <p:txBody>
            <a:bodyPr spcFirstLastPara="1" wrap="square" lIns="121900" tIns="121900" rIns="121900" bIns="121900" anchor="ctr" anchorCtr="0">
              <a:noAutofit/>
            </a:bodyPr>
            <a:lstStyle/>
            <a:p>
              <a:endParaRPr sz="2400"/>
            </a:p>
          </p:txBody>
        </p:sp>
        <p:sp>
          <p:nvSpPr>
            <p:cNvPr id="535" name="Google Shape;472;p29"/>
            <p:cNvSpPr/>
            <p:nvPr/>
          </p:nvSpPr>
          <p:spPr>
            <a:xfrm>
              <a:off x="3655220" y="2913381"/>
              <a:ext cx="37183" cy="37183"/>
            </a:xfrm>
            <a:custGeom>
              <a:avLst/>
              <a:gdLst/>
              <a:ahLst/>
              <a:cxnLst/>
              <a:rect l="l" t="t" r="r" b="b"/>
              <a:pathLst>
                <a:path w="3311" h="3311" extrusionOk="0">
                  <a:moveTo>
                    <a:pt x="1655" y="1"/>
                  </a:moveTo>
                  <a:cubicBezTo>
                    <a:pt x="738" y="1"/>
                    <a:pt x="0" y="751"/>
                    <a:pt x="0" y="1656"/>
                  </a:cubicBezTo>
                  <a:cubicBezTo>
                    <a:pt x="0" y="2572"/>
                    <a:pt x="738" y="3311"/>
                    <a:pt x="1655" y="3311"/>
                  </a:cubicBezTo>
                  <a:cubicBezTo>
                    <a:pt x="2560" y="3311"/>
                    <a:pt x="3310" y="2572"/>
                    <a:pt x="3310" y="1656"/>
                  </a:cubicBezTo>
                  <a:cubicBezTo>
                    <a:pt x="3310" y="751"/>
                    <a:pt x="2560" y="1"/>
                    <a:pt x="1655" y="1"/>
                  </a:cubicBezTo>
                  <a:close/>
                </a:path>
              </a:pathLst>
            </a:custGeom>
            <a:solidFill>
              <a:srgbClr val="C3C3C3">
                <a:alpha val="25889"/>
              </a:srgbClr>
            </a:solidFill>
            <a:ln>
              <a:noFill/>
            </a:ln>
          </p:spPr>
          <p:txBody>
            <a:bodyPr spcFirstLastPara="1" wrap="square" lIns="121900" tIns="121900" rIns="121900" bIns="121900" anchor="ctr" anchorCtr="0">
              <a:noAutofit/>
            </a:bodyPr>
            <a:lstStyle/>
            <a:p>
              <a:endParaRPr sz="2400"/>
            </a:p>
          </p:txBody>
        </p:sp>
        <p:sp>
          <p:nvSpPr>
            <p:cNvPr id="536" name="Google Shape;473;p29"/>
            <p:cNvSpPr/>
            <p:nvPr/>
          </p:nvSpPr>
          <p:spPr>
            <a:xfrm>
              <a:off x="3534476" y="2971283"/>
              <a:ext cx="37183" cy="37183"/>
            </a:xfrm>
            <a:custGeom>
              <a:avLst/>
              <a:gdLst/>
              <a:ahLst/>
              <a:cxnLst/>
              <a:rect l="l" t="t" r="r" b="b"/>
              <a:pathLst>
                <a:path w="3311" h="3311" extrusionOk="0">
                  <a:moveTo>
                    <a:pt x="1656" y="0"/>
                  </a:moveTo>
                  <a:cubicBezTo>
                    <a:pt x="739" y="0"/>
                    <a:pt x="1" y="738"/>
                    <a:pt x="1" y="1655"/>
                  </a:cubicBezTo>
                  <a:cubicBezTo>
                    <a:pt x="1" y="2572"/>
                    <a:pt x="739" y="3310"/>
                    <a:pt x="1656" y="3310"/>
                  </a:cubicBezTo>
                  <a:cubicBezTo>
                    <a:pt x="2561" y="3310"/>
                    <a:pt x="3311" y="2572"/>
                    <a:pt x="3311" y="1655"/>
                  </a:cubicBezTo>
                  <a:cubicBezTo>
                    <a:pt x="3311" y="738"/>
                    <a:pt x="2561" y="0"/>
                    <a:pt x="1656" y="0"/>
                  </a:cubicBezTo>
                  <a:close/>
                </a:path>
              </a:pathLst>
            </a:custGeom>
            <a:solidFill>
              <a:srgbClr val="C3C3C3">
                <a:alpha val="25889"/>
              </a:srgbClr>
            </a:solidFill>
            <a:ln>
              <a:noFill/>
            </a:ln>
          </p:spPr>
          <p:txBody>
            <a:bodyPr spcFirstLastPara="1" wrap="square" lIns="121900" tIns="121900" rIns="121900" bIns="121900" anchor="ctr" anchorCtr="0">
              <a:noAutofit/>
            </a:bodyPr>
            <a:lstStyle/>
            <a:p>
              <a:endParaRPr sz="2400"/>
            </a:p>
          </p:txBody>
        </p:sp>
        <p:sp>
          <p:nvSpPr>
            <p:cNvPr id="537" name="Google Shape;474;p29"/>
            <p:cNvSpPr/>
            <p:nvPr/>
          </p:nvSpPr>
          <p:spPr>
            <a:xfrm>
              <a:off x="3765656" y="2959514"/>
              <a:ext cx="37183" cy="37048"/>
            </a:xfrm>
            <a:custGeom>
              <a:avLst/>
              <a:gdLst/>
              <a:ahLst/>
              <a:cxnLst/>
              <a:rect l="l" t="t" r="r" b="b"/>
              <a:pathLst>
                <a:path w="3311" h="3299" extrusionOk="0">
                  <a:moveTo>
                    <a:pt x="1656" y="0"/>
                  </a:moveTo>
                  <a:cubicBezTo>
                    <a:pt x="751" y="0"/>
                    <a:pt x="1" y="739"/>
                    <a:pt x="1" y="1643"/>
                  </a:cubicBezTo>
                  <a:cubicBezTo>
                    <a:pt x="1" y="2560"/>
                    <a:pt x="751" y="3298"/>
                    <a:pt x="1656" y="3298"/>
                  </a:cubicBezTo>
                  <a:cubicBezTo>
                    <a:pt x="2573" y="3298"/>
                    <a:pt x="3311" y="2560"/>
                    <a:pt x="3311" y="1643"/>
                  </a:cubicBezTo>
                  <a:cubicBezTo>
                    <a:pt x="3311" y="739"/>
                    <a:pt x="2573" y="0"/>
                    <a:pt x="1656" y="0"/>
                  </a:cubicBezTo>
                  <a:close/>
                </a:path>
              </a:pathLst>
            </a:custGeom>
            <a:solidFill>
              <a:srgbClr val="C3C3C3">
                <a:alpha val="25889"/>
              </a:srgbClr>
            </a:solidFill>
            <a:ln>
              <a:noFill/>
            </a:ln>
          </p:spPr>
          <p:txBody>
            <a:bodyPr spcFirstLastPara="1" wrap="square" lIns="121900" tIns="121900" rIns="121900" bIns="121900" anchor="ctr" anchorCtr="0">
              <a:noAutofit/>
            </a:bodyPr>
            <a:lstStyle/>
            <a:p>
              <a:endParaRPr sz="2400"/>
            </a:p>
          </p:txBody>
        </p:sp>
        <p:sp>
          <p:nvSpPr>
            <p:cNvPr id="538" name="Google Shape;475;p29"/>
            <p:cNvSpPr/>
            <p:nvPr/>
          </p:nvSpPr>
          <p:spPr>
            <a:xfrm>
              <a:off x="3518832" y="2318258"/>
              <a:ext cx="245769" cy="191640"/>
            </a:xfrm>
            <a:custGeom>
              <a:avLst/>
              <a:gdLst/>
              <a:ahLst/>
              <a:cxnLst/>
              <a:rect l="l" t="t" r="r" b="b"/>
              <a:pathLst>
                <a:path w="21885" h="17065" extrusionOk="0">
                  <a:moveTo>
                    <a:pt x="5585" y="0"/>
                  </a:moveTo>
                  <a:cubicBezTo>
                    <a:pt x="5585" y="0"/>
                    <a:pt x="3120" y="441"/>
                    <a:pt x="1" y="1203"/>
                  </a:cubicBezTo>
                  <a:cubicBezTo>
                    <a:pt x="1371" y="6086"/>
                    <a:pt x="5182" y="17064"/>
                    <a:pt x="11961" y="17064"/>
                  </a:cubicBezTo>
                  <a:cubicBezTo>
                    <a:pt x="12190" y="17064"/>
                    <a:pt x="12422" y="17052"/>
                    <a:pt x="12657" y="17026"/>
                  </a:cubicBezTo>
                  <a:cubicBezTo>
                    <a:pt x="18753" y="16371"/>
                    <a:pt x="21039" y="7787"/>
                    <a:pt x="21885" y="2048"/>
                  </a:cubicBezTo>
                  <a:lnTo>
                    <a:pt x="18146" y="726"/>
                  </a:lnTo>
                  <a:cubicBezTo>
                    <a:pt x="18146" y="726"/>
                    <a:pt x="17083" y="1087"/>
                    <a:pt x="14595" y="1087"/>
                  </a:cubicBezTo>
                  <a:cubicBezTo>
                    <a:pt x="12585" y="1087"/>
                    <a:pt x="9645" y="852"/>
                    <a:pt x="5585" y="0"/>
                  </a:cubicBez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539" name="Google Shape;476;p29"/>
            <p:cNvSpPr/>
            <p:nvPr/>
          </p:nvSpPr>
          <p:spPr>
            <a:xfrm>
              <a:off x="3329540" y="2985353"/>
              <a:ext cx="632626" cy="1143445"/>
            </a:xfrm>
            <a:custGeom>
              <a:avLst/>
              <a:gdLst/>
              <a:ahLst/>
              <a:cxnLst/>
              <a:rect l="l" t="t" r="r" b="b"/>
              <a:pathLst>
                <a:path w="54591" h="62390" extrusionOk="0">
                  <a:moveTo>
                    <a:pt x="43577" y="0"/>
                  </a:moveTo>
                  <a:cubicBezTo>
                    <a:pt x="38091" y="1619"/>
                    <a:pt x="32470" y="2179"/>
                    <a:pt x="27315" y="2179"/>
                  </a:cubicBezTo>
                  <a:cubicBezTo>
                    <a:pt x="19920" y="2179"/>
                    <a:pt x="13485" y="1026"/>
                    <a:pt x="9787" y="191"/>
                  </a:cubicBezTo>
                  <a:cubicBezTo>
                    <a:pt x="9502" y="1465"/>
                    <a:pt x="9204" y="2774"/>
                    <a:pt x="8894" y="4120"/>
                  </a:cubicBezTo>
                  <a:cubicBezTo>
                    <a:pt x="8763" y="4667"/>
                    <a:pt x="8632" y="5215"/>
                    <a:pt x="8501" y="5763"/>
                  </a:cubicBezTo>
                  <a:cubicBezTo>
                    <a:pt x="8406" y="6191"/>
                    <a:pt x="8311" y="6620"/>
                    <a:pt x="8204" y="7049"/>
                  </a:cubicBezTo>
                  <a:cubicBezTo>
                    <a:pt x="8120" y="7370"/>
                    <a:pt x="8049" y="7703"/>
                    <a:pt x="7966" y="8037"/>
                  </a:cubicBezTo>
                  <a:cubicBezTo>
                    <a:pt x="7358" y="10585"/>
                    <a:pt x="6727" y="13168"/>
                    <a:pt x="6120" y="15740"/>
                  </a:cubicBezTo>
                  <a:cubicBezTo>
                    <a:pt x="5894" y="16716"/>
                    <a:pt x="5668" y="17693"/>
                    <a:pt x="5453" y="18645"/>
                  </a:cubicBezTo>
                  <a:cubicBezTo>
                    <a:pt x="5406" y="18860"/>
                    <a:pt x="5358" y="19074"/>
                    <a:pt x="5311" y="19276"/>
                  </a:cubicBezTo>
                  <a:cubicBezTo>
                    <a:pt x="5156" y="19967"/>
                    <a:pt x="5013" y="20669"/>
                    <a:pt x="4858" y="21348"/>
                  </a:cubicBezTo>
                  <a:cubicBezTo>
                    <a:pt x="4418" y="23432"/>
                    <a:pt x="4037" y="25456"/>
                    <a:pt x="3715" y="27361"/>
                  </a:cubicBezTo>
                  <a:cubicBezTo>
                    <a:pt x="3537" y="28385"/>
                    <a:pt x="3394" y="29361"/>
                    <a:pt x="3286" y="30301"/>
                  </a:cubicBezTo>
                  <a:cubicBezTo>
                    <a:pt x="3203" y="30944"/>
                    <a:pt x="3132" y="31563"/>
                    <a:pt x="3084" y="32159"/>
                  </a:cubicBezTo>
                  <a:cubicBezTo>
                    <a:pt x="3060" y="32361"/>
                    <a:pt x="3036" y="32564"/>
                    <a:pt x="3025" y="32766"/>
                  </a:cubicBezTo>
                  <a:lnTo>
                    <a:pt x="2834" y="34254"/>
                  </a:lnTo>
                  <a:lnTo>
                    <a:pt x="2239" y="39124"/>
                  </a:lnTo>
                  <a:lnTo>
                    <a:pt x="1882" y="42089"/>
                  </a:lnTo>
                  <a:lnTo>
                    <a:pt x="1572" y="44565"/>
                  </a:lnTo>
                  <a:lnTo>
                    <a:pt x="1310" y="46661"/>
                  </a:lnTo>
                  <a:lnTo>
                    <a:pt x="798" y="50875"/>
                  </a:lnTo>
                  <a:lnTo>
                    <a:pt x="548" y="52852"/>
                  </a:lnTo>
                  <a:lnTo>
                    <a:pt x="429" y="53840"/>
                  </a:lnTo>
                  <a:lnTo>
                    <a:pt x="0" y="57340"/>
                  </a:lnTo>
                  <a:cubicBezTo>
                    <a:pt x="6747" y="60509"/>
                    <a:pt x="15833" y="62389"/>
                    <a:pt x="25239" y="62389"/>
                  </a:cubicBezTo>
                  <a:cubicBezTo>
                    <a:pt x="35520" y="62389"/>
                    <a:pt x="46184" y="60142"/>
                    <a:pt x="54591" y="54876"/>
                  </a:cubicBezTo>
                  <a:lnTo>
                    <a:pt x="54317" y="53233"/>
                  </a:lnTo>
                  <a:lnTo>
                    <a:pt x="53864" y="50494"/>
                  </a:lnTo>
                  <a:lnTo>
                    <a:pt x="53829" y="50280"/>
                  </a:lnTo>
                  <a:lnTo>
                    <a:pt x="52959" y="45089"/>
                  </a:lnTo>
                  <a:lnTo>
                    <a:pt x="52614" y="42993"/>
                  </a:lnTo>
                  <a:lnTo>
                    <a:pt x="52400" y="41731"/>
                  </a:lnTo>
                  <a:lnTo>
                    <a:pt x="51912" y="38802"/>
                  </a:lnTo>
                  <a:lnTo>
                    <a:pt x="50935" y="32945"/>
                  </a:lnTo>
                  <a:lnTo>
                    <a:pt x="50578" y="30801"/>
                  </a:lnTo>
                  <a:lnTo>
                    <a:pt x="50542" y="30611"/>
                  </a:lnTo>
                  <a:lnTo>
                    <a:pt x="50435" y="30159"/>
                  </a:lnTo>
                  <a:lnTo>
                    <a:pt x="49792" y="27289"/>
                  </a:lnTo>
                  <a:lnTo>
                    <a:pt x="48316" y="20836"/>
                  </a:lnTo>
                  <a:lnTo>
                    <a:pt x="47828" y="18669"/>
                  </a:lnTo>
                  <a:lnTo>
                    <a:pt x="47816" y="18610"/>
                  </a:lnTo>
                  <a:lnTo>
                    <a:pt x="47161" y="15788"/>
                  </a:lnTo>
                  <a:lnTo>
                    <a:pt x="45935" y="10335"/>
                  </a:lnTo>
                  <a:lnTo>
                    <a:pt x="45447" y="8239"/>
                  </a:lnTo>
                  <a:lnTo>
                    <a:pt x="45185" y="7084"/>
                  </a:lnTo>
                  <a:lnTo>
                    <a:pt x="44530" y="4179"/>
                  </a:lnTo>
                  <a:lnTo>
                    <a:pt x="43577" y="0"/>
                  </a:lnTo>
                  <a:close/>
                </a:path>
              </a:pathLst>
            </a:custGeom>
            <a:solidFill>
              <a:schemeClr val="dk2"/>
            </a:solidFill>
            <a:ln>
              <a:noFill/>
            </a:ln>
          </p:spPr>
          <p:txBody>
            <a:bodyPr spcFirstLastPara="1" wrap="square" lIns="121900" tIns="121900" rIns="121900" bIns="121900" anchor="ctr" anchorCtr="0">
              <a:noAutofit/>
            </a:bodyPr>
            <a:lstStyle/>
            <a:p>
              <a:endParaRPr sz="2400"/>
            </a:p>
          </p:txBody>
        </p:sp>
        <p:sp>
          <p:nvSpPr>
            <p:cNvPr id="540" name="Google Shape;477;p29"/>
            <p:cNvSpPr/>
            <p:nvPr/>
          </p:nvSpPr>
          <p:spPr>
            <a:xfrm>
              <a:off x="3415595" y="3175286"/>
              <a:ext cx="449009" cy="85922"/>
            </a:xfrm>
            <a:custGeom>
              <a:avLst/>
              <a:gdLst/>
              <a:ahLst/>
              <a:cxnLst/>
              <a:rect l="l" t="t" r="r" b="b"/>
              <a:pathLst>
                <a:path w="37958" h="6522" extrusionOk="0">
                  <a:moveTo>
                    <a:pt x="1816" y="0"/>
                  </a:moveTo>
                  <a:cubicBezTo>
                    <a:pt x="1382" y="0"/>
                    <a:pt x="955" y="31"/>
                    <a:pt x="536" y="92"/>
                  </a:cubicBezTo>
                  <a:cubicBezTo>
                    <a:pt x="441" y="520"/>
                    <a:pt x="346" y="949"/>
                    <a:pt x="239" y="1378"/>
                  </a:cubicBezTo>
                  <a:cubicBezTo>
                    <a:pt x="155" y="1699"/>
                    <a:pt x="84" y="2032"/>
                    <a:pt x="1" y="2366"/>
                  </a:cubicBezTo>
                  <a:cubicBezTo>
                    <a:pt x="96" y="2342"/>
                    <a:pt x="203" y="2306"/>
                    <a:pt x="310" y="2282"/>
                  </a:cubicBezTo>
                  <a:cubicBezTo>
                    <a:pt x="799" y="2169"/>
                    <a:pt x="1306" y="2112"/>
                    <a:pt x="1831" y="2112"/>
                  </a:cubicBezTo>
                  <a:cubicBezTo>
                    <a:pt x="4005" y="2112"/>
                    <a:pt x="6487" y="3086"/>
                    <a:pt x="9240" y="5033"/>
                  </a:cubicBezTo>
                  <a:cubicBezTo>
                    <a:pt x="10764" y="6116"/>
                    <a:pt x="12145" y="6521"/>
                    <a:pt x="13419" y="6521"/>
                  </a:cubicBezTo>
                  <a:cubicBezTo>
                    <a:pt x="15407" y="6521"/>
                    <a:pt x="17134" y="5545"/>
                    <a:pt x="18741" y="4640"/>
                  </a:cubicBezTo>
                  <a:cubicBezTo>
                    <a:pt x="20454" y="3683"/>
                    <a:pt x="22096" y="2755"/>
                    <a:pt x="24097" y="2755"/>
                  </a:cubicBezTo>
                  <a:cubicBezTo>
                    <a:pt x="24933" y="2755"/>
                    <a:pt x="25832" y="2917"/>
                    <a:pt x="26825" y="3306"/>
                  </a:cubicBezTo>
                  <a:cubicBezTo>
                    <a:pt x="29518" y="4355"/>
                    <a:pt x="32273" y="5255"/>
                    <a:pt x="34789" y="5255"/>
                  </a:cubicBezTo>
                  <a:cubicBezTo>
                    <a:pt x="35901" y="5255"/>
                    <a:pt x="36966" y="5080"/>
                    <a:pt x="37958" y="4664"/>
                  </a:cubicBezTo>
                  <a:lnTo>
                    <a:pt x="37482" y="2568"/>
                  </a:lnTo>
                  <a:cubicBezTo>
                    <a:pt x="37458" y="2580"/>
                    <a:pt x="37446" y="2592"/>
                    <a:pt x="37422" y="2592"/>
                  </a:cubicBezTo>
                  <a:cubicBezTo>
                    <a:pt x="36668" y="2967"/>
                    <a:pt x="35814" y="3158"/>
                    <a:pt x="34798" y="3158"/>
                  </a:cubicBezTo>
                  <a:cubicBezTo>
                    <a:pt x="33008" y="3158"/>
                    <a:pt x="30717" y="2565"/>
                    <a:pt x="27587" y="1342"/>
                  </a:cubicBezTo>
                  <a:cubicBezTo>
                    <a:pt x="26330" y="851"/>
                    <a:pt x="25175" y="652"/>
                    <a:pt x="24108" y="652"/>
                  </a:cubicBezTo>
                  <a:cubicBezTo>
                    <a:pt x="21529" y="652"/>
                    <a:pt x="19465" y="1813"/>
                    <a:pt x="17705" y="2806"/>
                  </a:cubicBezTo>
                  <a:cubicBezTo>
                    <a:pt x="16150" y="3685"/>
                    <a:pt x="14851" y="4416"/>
                    <a:pt x="13446" y="4416"/>
                  </a:cubicBezTo>
                  <a:cubicBezTo>
                    <a:pt x="12528" y="4416"/>
                    <a:pt x="11564" y="4104"/>
                    <a:pt x="10454" y="3318"/>
                  </a:cubicBezTo>
                  <a:cubicBezTo>
                    <a:pt x="7338" y="1111"/>
                    <a:pt x="4441" y="0"/>
                    <a:pt x="1816" y="0"/>
                  </a:cubicBezTo>
                  <a:close/>
                </a:path>
              </a:pathLst>
            </a:custGeom>
            <a:solidFill>
              <a:schemeClr val="accent4">
                <a:lumMod val="75000"/>
              </a:schemeClr>
            </a:solidFill>
            <a:ln>
              <a:noFill/>
            </a:ln>
          </p:spPr>
          <p:txBody>
            <a:bodyPr spcFirstLastPara="1" wrap="square" lIns="121900" tIns="121900" rIns="121900" bIns="121900" anchor="ctr" anchorCtr="0">
              <a:noAutofit/>
            </a:bodyPr>
            <a:lstStyle/>
            <a:p>
              <a:endParaRPr sz="2400"/>
            </a:p>
          </p:txBody>
        </p:sp>
        <p:sp>
          <p:nvSpPr>
            <p:cNvPr id="541" name="Google Shape;478;p29"/>
            <p:cNvSpPr/>
            <p:nvPr/>
          </p:nvSpPr>
          <p:spPr>
            <a:xfrm>
              <a:off x="3347960" y="3766462"/>
              <a:ext cx="586182" cy="100608"/>
            </a:xfrm>
            <a:custGeom>
              <a:avLst/>
              <a:gdLst/>
              <a:ahLst/>
              <a:cxnLst/>
              <a:rect l="l" t="t" r="r" b="b"/>
              <a:pathLst>
                <a:path w="51650" h="9014" extrusionOk="0">
                  <a:moveTo>
                    <a:pt x="51304" y="0"/>
                  </a:moveTo>
                  <a:cubicBezTo>
                    <a:pt x="49459" y="298"/>
                    <a:pt x="47625" y="1001"/>
                    <a:pt x="45887" y="2286"/>
                  </a:cubicBezTo>
                  <a:cubicBezTo>
                    <a:pt x="42973" y="4453"/>
                    <a:pt x="41198" y="5376"/>
                    <a:pt x="38993" y="5376"/>
                  </a:cubicBezTo>
                  <a:cubicBezTo>
                    <a:pt x="37054" y="5376"/>
                    <a:pt x="34782" y="4662"/>
                    <a:pt x="31111" y="3453"/>
                  </a:cubicBezTo>
                  <a:cubicBezTo>
                    <a:pt x="29426" y="2895"/>
                    <a:pt x="27915" y="2669"/>
                    <a:pt x="26544" y="2669"/>
                  </a:cubicBezTo>
                  <a:cubicBezTo>
                    <a:pt x="23208" y="2669"/>
                    <a:pt x="20705" y="4008"/>
                    <a:pt x="18562" y="5156"/>
                  </a:cubicBezTo>
                  <a:cubicBezTo>
                    <a:pt x="16778" y="6108"/>
                    <a:pt x="15291" y="6904"/>
                    <a:pt x="13639" y="6904"/>
                  </a:cubicBezTo>
                  <a:cubicBezTo>
                    <a:pt x="12525" y="6904"/>
                    <a:pt x="11336" y="6541"/>
                    <a:pt x="9930" y="5620"/>
                  </a:cubicBezTo>
                  <a:cubicBezTo>
                    <a:pt x="5965" y="3013"/>
                    <a:pt x="2774" y="1882"/>
                    <a:pt x="262" y="1572"/>
                  </a:cubicBezTo>
                  <a:lnTo>
                    <a:pt x="0" y="3668"/>
                  </a:lnTo>
                  <a:cubicBezTo>
                    <a:pt x="2179" y="3941"/>
                    <a:pt x="5072" y="4942"/>
                    <a:pt x="8775" y="7382"/>
                  </a:cubicBezTo>
                  <a:cubicBezTo>
                    <a:pt x="10585" y="8573"/>
                    <a:pt x="12168" y="9013"/>
                    <a:pt x="13621" y="9013"/>
                  </a:cubicBezTo>
                  <a:cubicBezTo>
                    <a:pt x="15823" y="9013"/>
                    <a:pt x="17705" y="8001"/>
                    <a:pt x="19562" y="7013"/>
                  </a:cubicBezTo>
                  <a:cubicBezTo>
                    <a:pt x="21630" y="5904"/>
                    <a:pt x="23751" y="4764"/>
                    <a:pt x="26550" y="4764"/>
                  </a:cubicBezTo>
                  <a:cubicBezTo>
                    <a:pt x="27715" y="4764"/>
                    <a:pt x="28999" y="4962"/>
                    <a:pt x="30444" y="5442"/>
                  </a:cubicBezTo>
                  <a:cubicBezTo>
                    <a:pt x="34217" y="6692"/>
                    <a:pt x="36745" y="7467"/>
                    <a:pt x="39003" y="7467"/>
                  </a:cubicBezTo>
                  <a:cubicBezTo>
                    <a:pt x="41585" y="7467"/>
                    <a:pt x="43815" y="6454"/>
                    <a:pt x="47149" y="3977"/>
                  </a:cubicBezTo>
                  <a:cubicBezTo>
                    <a:pt x="48566" y="2929"/>
                    <a:pt x="50102" y="2346"/>
                    <a:pt x="51649" y="2096"/>
                  </a:cubicBezTo>
                  <a:lnTo>
                    <a:pt x="51304" y="0"/>
                  </a:lnTo>
                  <a:close/>
                </a:path>
              </a:pathLst>
            </a:custGeom>
            <a:solidFill>
              <a:schemeClr val="accent4">
                <a:lumMod val="75000"/>
              </a:schemeClr>
            </a:solidFill>
            <a:ln>
              <a:noFill/>
            </a:ln>
          </p:spPr>
          <p:txBody>
            <a:bodyPr spcFirstLastPara="1" wrap="square" lIns="121900" tIns="121900" rIns="121900" bIns="121900" anchor="ctr" anchorCtr="0">
              <a:noAutofit/>
            </a:bodyPr>
            <a:lstStyle/>
            <a:p>
              <a:endParaRPr sz="2400"/>
            </a:p>
          </p:txBody>
        </p:sp>
        <p:sp>
          <p:nvSpPr>
            <p:cNvPr id="542" name="Google Shape;479;p29"/>
            <p:cNvSpPr/>
            <p:nvPr/>
          </p:nvSpPr>
          <p:spPr>
            <a:xfrm>
              <a:off x="3364557" y="3568690"/>
              <a:ext cx="554189" cy="104214"/>
            </a:xfrm>
            <a:custGeom>
              <a:avLst/>
              <a:gdLst/>
              <a:ahLst/>
              <a:cxnLst/>
              <a:rect l="l" t="t" r="r" b="b"/>
              <a:pathLst>
                <a:path w="48102" h="8514" extrusionOk="0">
                  <a:moveTo>
                    <a:pt x="47744" y="0"/>
                  </a:moveTo>
                  <a:cubicBezTo>
                    <a:pt x="46589" y="393"/>
                    <a:pt x="45458" y="977"/>
                    <a:pt x="44363" y="1786"/>
                  </a:cubicBezTo>
                  <a:cubicBezTo>
                    <a:pt x="41446" y="3955"/>
                    <a:pt x="39671" y="4881"/>
                    <a:pt x="37464" y="4881"/>
                  </a:cubicBezTo>
                  <a:cubicBezTo>
                    <a:pt x="35526" y="4881"/>
                    <a:pt x="33255" y="4167"/>
                    <a:pt x="29587" y="2953"/>
                  </a:cubicBezTo>
                  <a:cubicBezTo>
                    <a:pt x="27902" y="2395"/>
                    <a:pt x="26391" y="2169"/>
                    <a:pt x="25020" y="2169"/>
                  </a:cubicBezTo>
                  <a:cubicBezTo>
                    <a:pt x="21684" y="2169"/>
                    <a:pt x="19181" y="3508"/>
                    <a:pt x="17038" y="4656"/>
                  </a:cubicBezTo>
                  <a:cubicBezTo>
                    <a:pt x="15253" y="5609"/>
                    <a:pt x="13765" y="6409"/>
                    <a:pt x="12113" y="6409"/>
                  </a:cubicBezTo>
                  <a:cubicBezTo>
                    <a:pt x="10999" y="6409"/>
                    <a:pt x="9811" y="6045"/>
                    <a:pt x="8406" y="5120"/>
                  </a:cubicBezTo>
                  <a:cubicBezTo>
                    <a:pt x="5203" y="3001"/>
                    <a:pt x="2488" y="1870"/>
                    <a:pt x="238" y="1358"/>
                  </a:cubicBezTo>
                  <a:cubicBezTo>
                    <a:pt x="226" y="1560"/>
                    <a:pt x="202" y="1763"/>
                    <a:pt x="191" y="1965"/>
                  </a:cubicBezTo>
                  <a:lnTo>
                    <a:pt x="0" y="3453"/>
                  </a:lnTo>
                  <a:cubicBezTo>
                    <a:pt x="1953" y="3941"/>
                    <a:pt x="4346" y="4977"/>
                    <a:pt x="7251" y="6882"/>
                  </a:cubicBezTo>
                  <a:cubicBezTo>
                    <a:pt x="9061" y="8073"/>
                    <a:pt x="10644" y="8513"/>
                    <a:pt x="12097" y="8513"/>
                  </a:cubicBezTo>
                  <a:cubicBezTo>
                    <a:pt x="14299" y="8513"/>
                    <a:pt x="16181" y="7501"/>
                    <a:pt x="18038" y="6513"/>
                  </a:cubicBezTo>
                  <a:cubicBezTo>
                    <a:pt x="20103" y="5405"/>
                    <a:pt x="22221" y="4274"/>
                    <a:pt x="25013" y="4274"/>
                  </a:cubicBezTo>
                  <a:cubicBezTo>
                    <a:pt x="26182" y="4274"/>
                    <a:pt x="27469" y="4472"/>
                    <a:pt x="28920" y="4953"/>
                  </a:cubicBezTo>
                  <a:cubicBezTo>
                    <a:pt x="32696" y="6199"/>
                    <a:pt x="35224" y="6974"/>
                    <a:pt x="37484" y="6974"/>
                  </a:cubicBezTo>
                  <a:cubicBezTo>
                    <a:pt x="40064" y="6974"/>
                    <a:pt x="42293" y="5964"/>
                    <a:pt x="45625" y="3489"/>
                  </a:cubicBezTo>
                  <a:cubicBezTo>
                    <a:pt x="46423" y="2894"/>
                    <a:pt x="47244" y="2453"/>
                    <a:pt x="48101" y="2144"/>
                  </a:cubicBezTo>
                  <a:lnTo>
                    <a:pt x="47744" y="0"/>
                  </a:lnTo>
                  <a:close/>
                </a:path>
              </a:pathLst>
            </a:custGeom>
            <a:solidFill>
              <a:schemeClr val="accent4">
                <a:lumMod val="75000"/>
              </a:schemeClr>
            </a:solidFill>
            <a:ln>
              <a:noFill/>
            </a:ln>
          </p:spPr>
          <p:txBody>
            <a:bodyPr spcFirstLastPara="1" wrap="square" lIns="121900" tIns="121900" rIns="121900" bIns="121900" anchor="ctr" anchorCtr="0">
              <a:noAutofit/>
            </a:bodyPr>
            <a:lstStyle/>
            <a:p>
              <a:endParaRPr sz="2400"/>
            </a:p>
          </p:txBody>
        </p:sp>
        <p:sp>
          <p:nvSpPr>
            <p:cNvPr id="543" name="Google Shape;480;p29"/>
            <p:cNvSpPr/>
            <p:nvPr/>
          </p:nvSpPr>
          <p:spPr>
            <a:xfrm>
              <a:off x="3385133" y="3372150"/>
              <a:ext cx="510320" cy="85922"/>
            </a:xfrm>
            <a:custGeom>
              <a:avLst/>
              <a:gdLst/>
              <a:ahLst/>
              <a:cxnLst/>
              <a:rect l="l" t="t" r="r" b="b"/>
              <a:pathLst>
                <a:path w="43458" h="7145" extrusionOk="0">
                  <a:moveTo>
                    <a:pt x="42958" y="1"/>
                  </a:moveTo>
                  <a:cubicBezTo>
                    <a:pt x="42755" y="131"/>
                    <a:pt x="42541" y="274"/>
                    <a:pt x="42339" y="429"/>
                  </a:cubicBezTo>
                  <a:cubicBezTo>
                    <a:pt x="39425" y="2589"/>
                    <a:pt x="37650" y="3513"/>
                    <a:pt x="35445" y="3513"/>
                  </a:cubicBezTo>
                  <a:cubicBezTo>
                    <a:pt x="33506" y="3513"/>
                    <a:pt x="31235" y="2799"/>
                    <a:pt x="27563" y="1584"/>
                  </a:cubicBezTo>
                  <a:cubicBezTo>
                    <a:pt x="25883" y="1031"/>
                    <a:pt x="24375" y="807"/>
                    <a:pt x="23007" y="807"/>
                  </a:cubicBezTo>
                  <a:cubicBezTo>
                    <a:pt x="19662" y="807"/>
                    <a:pt x="17152" y="2146"/>
                    <a:pt x="15014" y="3287"/>
                  </a:cubicBezTo>
                  <a:cubicBezTo>
                    <a:pt x="13232" y="4245"/>
                    <a:pt x="11747" y="5038"/>
                    <a:pt x="10098" y="5038"/>
                  </a:cubicBezTo>
                  <a:cubicBezTo>
                    <a:pt x="8982" y="5038"/>
                    <a:pt x="7791" y="4674"/>
                    <a:pt x="6382" y="3751"/>
                  </a:cubicBezTo>
                  <a:cubicBezTo>
                    <a:pt x="4179" y="2298"/>
                    <a:pt x="2203" y="1298"/>
                    <a:pt x="453" y="667"/>
                  </a:cubicBezTo>
                  <a:cubicBezTo>
                    <a:pt x="298" y="1358"/>
                    <a:pt x="155" y="2060"/>
                    <a:pt x="0" y="2739"/>
                  </a:cubicBezTo>
                  <a:cubicBezTo>
                    <a:pt x="1524" y="3322"/>
                    <a:pt x="3262" y="4215"/>
                    <a:pt x="5227" y="5513"/>
                  </a:cubicBezTo>
                  <a:cubicBezTo>
                    <a:pt x="7037" y="6704"/>
                    <a:pt x="8620" y="7144"/>
                    <a:pt x="10073" y="7144"/>
                  </a:cubicBezTo>
                  <a:cubicBezTo>
                    <a:pt x="12275" y="7144"/>
                    <a:pt x="14157" y="6144"/>
                    <a:pt x="16014" y="5144"/>
                  </a:cubicBezTo>
                  <a:cubicBezTo>
                    <a:pt x="18081" y="4043"/>
                    <a:pt x="20202" y="2907"/>
                    <a:pt x="22999" y="2907"/>
                  </a:cubicBezTo>
                  <a:cubicBezTo>
                    <a:pt x="24166" y="2907"/>
                    <a:pt x="25449" y="3104"/>
                    <a:pt x="26896" y="3584"/>
                  </a:cubicBezTo>
                  <a:cubicBezTo>
                    <a:pt x="30667" y="4828"/>
                    <a:pt x="33196" y="5603"/>
                    <a:pt x="35457" y="5603"/>
                  </a:cubicBezTo>
                  <a:cubicBezTo>
                    <a:pt x="38001" y="5603"/>
                    <a:pt x="40205" y="4622"/>
                    <a:pt x="43458" y="2227"/>
                  </a:cubicBezTo>
                  <a:lnTo>
                    <a:pt x="42970" y="60"/>
                  </a:lnTo>
                  <a:lnTo>
                    <a:pt x="42958" y="1"/>
                  </a:lnTo>
                  <a:close/>
                </a:path>
              </a:pathLst>
            </a:custGeom>
            <a:solidFill>
              <a:schemeClr val="accent4">
                <a:lumMod val="75000"/>
              </a:schemeClr>
            </a:solidFill>
            <a:ln>
              <a:noFill/>
            </a:ln>
          </p:spPr>
          <p:txBody>
            <a:bodyPr spcFirstLastPara="1" wrap="square" lIns="121900" tIns="121900" rIns="121900" bIns="121900" anchor="ctr" anchorCtr="0">
              <a:noAutofit/>
            </a:bodyPr>
            <a:lstStyle/>
            <a:p>
              <a:endParaRPr sz="2400"/>
            </a:p>
          </p:txBody>
        </p:sp>
        <p:sp>
          <p:nvSpPr>
            <p:cNvPr id="544" name="Google Shape;481;p29"/>
            <p:cNvSpPr/>
            <p:nvPr/>
          </p:nvSpPr>
          <p:spPr>
            <a:xfrm>
              <a:off x="3326678" y="3968695"/>
              <a:ext cx="634338" cy="133592"/>
            </a:xfrm>
            <a:custGeom>
              <a:avLst/>
              <a:gdLst/>
              <a:ahLst/>
              <a:cxnLst/>
              <a:rect l="l" t="t" r="r" b="b"/>
              <a:pathLst>
                <a:path w="54591" h="11896" extrusionOk="0">
                  <a:moveTo>
                    <a:pt x="53864" y="0"/>
                  </a:moveTo>
                  <a:cubicBezTo>
                    <a:pt x="49530" y="2632"/>
                    <a:pt x="40636" y="6763"/>
                    <a:pt x="27301" y="6870"/>
                  </a:cubicBezTo>
                  <a:cubicBezTo>
                    <a:pt x="27051" y="6872"/>
                    <a:pt x="26803" y="6873"/>
                    <a:pt x="26556" y="6873"/>
                  </a:cubicBezTo>
                  <a:cubicBezTo>
                    <a:pt x="12893" y="6873"/>
                    <a:pt x="4314" y="3995"/>
                    <a:pt x="548" y="2358"/>
                  </a:cubicBezTo>
                  <a:lnTo>
                    <a:pt x="429" y="3358"/>
                  </a:lnTo>
                  <a:lnTo>
                    <a:pt x="0" y="6846"/>
                  </a:lnTo>
                  <a:cubicBezTo>
                    <a:pt x="6752" y="10015"/>
                    <a:pt x="15839" y="11895"/>
                    <a:pt x="25243" y="11895"/>
                  </a:cubicBezTo>
                  <a:cubicBezTo>
                    <a:pt x="35524" y="11895"/>
                    <a:pt x="46184" y="9648"/>
                    <a:pt x="54591" y="4382"/>
                  </a:cubicBezTo>
                  <a:lnTo>
                    <a:pt x="54317" y="2739"/>
                  </a:lnTo>
                  <a:lnTo>
                    <a:pt x="53864" y="0"/>
                  </a:lnTo>
                  <a:close/>
                </a:path>
              </a:pathLst>
            </a:custGeom>
            <a:solidFill>
              <a:schemeClr val="accent4">
                <a:lumMod val="75000"/>
              </a:schemeClr>
            </a:solidFill>
            <a:ln>
              <a:noFill/>
            </a:ln>
          </p:spPr>
          <p:txBody>
            <a:bodyPr spcFirstLastPara="1" wrap="square" lIns="121900" tIns="121900" rIns="121900" bIns="121900" anchor="ctr" anchorCtr="0">
              <a:noAutofit/>
            </a:bodyPr>
            <a:lstStyle/>
            <a:p>
              <a:endParaRPr sz="2400"/>
            </a:p>
          </p:txBody>
        </p:sp>
        <p:sp>
          <p:nvSpPr>
            <p:cNvPr id="545" name="Google Shape;482;p29"/>
            <p:cNvSpPr/>
            <p:nvPr/>
          </p:nvSpPr>
          <p:spPr>
            <a:xfrm>
              <a:off x="3381523" y="1741575"/>
              <a:ext cx="552617" cy="544329"/>
            </a:xfrm>
            <a:custGeom>
              <a:avLst/>
              <a:gdLst/>
              <a:ahLst/>
              <a:cxnLst/>
              <a:rect l="l" t="t" r="r" b="b"/>
              <a:pathLst>
                <a:path w="49209" h="48471" extrusionOk="0">
                  <a:moveTo>
                    <a:pt x="24609" y="1"/>
                  </a:moveTo>
                  <a:cubicBezTo>
                    <a:pt x="23685" y="1"/>
                    <a:pt x="22759" y="370"/>
                    <a:pt x="22074" y="1108"/>
                  </a:cubicBezTo>
                  <a:cubicBezTo>
                    <a:pt x="21401" y="1828"/>
                    <a:pt x="20480" y="2214"/>
                    <a:pt x="19542" y="2214"/>
                  </a:cubicBezTo>
                  <a:cubicBezTo>
                    <a:pt x="19055" y="2214"/>
                    <a:pt x="18562" y="2110"/>
                    <a:pt x="18098" y="1894"/>
                  </a:cubicBezTo>
                  <a:cubicBezTo>
                    <a:pt x="17630" y="1681"/>
                    <a:pt x="17140" y="1581"/>
                    <a:pt x="16660" y="1581"/>
                  </a:cubicBezTo>
                  <a:cubicBezTo>
                    <a:pt x="15259" y="1581"/>
                    <a:pt x="13933" y="2433"/>
                    <a:pt x="13419" y="3834"/>
                  </a:cubicBezTo>
                  <a:cubicBezTo>
                    <a:pt x="12908" y="5204"/>
                    <a:pt x="11605" y="6098"/>
                    <a:pt x="10161" y="6098"/>
                  </a:cubicBezTo>
                  <a:cubicBezTo>
                    <a:pt x="10124" y="6098"/>
                    <a:pt x="10086" y="6098"/>
                    <a:pt x="10049" y="6097"/>
                  </a:cubicBezTo>
                  <a:lnTo>
                    <a:pt x="10037" y="6097"/>
                  </a:lnTo>
                  <a:cubicBezTo>
                    <a:pt x="9989" y="6095"/>
                    <a:pt x="9940" y="6094"/>
                    <a:pt x="9892" y="6094"/>
                  </a:cubicBezTo>
                  <a:cubicBezTo>
                    <a:pt x="7958" y="6094"/>
                    <a:pt x="6384" y="7717"/>
                    <a:pt x="6465" y="9668"/>
                  </a:cubicBezTo>
                  <a:lnTo>
                    <a:pt x="6465" y="9680"/>
                  </a:lnTo>
                  <a:cubicBezTo>
                    <a:pt x="6513" y="11169"/>
                    <a:pt x="5608" y="12526"/>
                    <a:pt x="4215" y="13050"/>
                  </a:cubicBezTo>
                  <a:cubicBezTo>
                    <a:pt x="2322" y="13740"/>
                    <a:pt x="1429" y="15895"/>
                    <a:pt x="2274" y="17729"/>
                  </a:cubicBezTo>
                  <a:cubicBezTo>
                    <a:pt x="2893" y="19086"/>
                    <a:pt x="2572" y="20682"/>
                    <a:pt x="1477" y="21694"/>
                  </a:cubicBezTo>
                  <a:lnTo>
                    <a:pt x="1477" y="21706"/>
                  </a:lnTo>
                  <a:cubicBezTo>
                    <a:pt x="0" y="23075"/>
                    <a:pt x="0" y="25397"/>
                    <a:pt x="1477" y="26766"/>
                  </a:cubicBezTo>
                  <a:lnTo>
                    <a:pt x="1477" y="26778"/>
                  </a:lnTo>
                  <a:cubicBezTo>
                    <a:pt x="2572" y="27790"/>
                    <a:pt x="2893" y="29385"/>
                    <a:pt x="2274" y="30742"/>
                  </a:cubicBezTo>
                  <a:cubicBezTo>
                    <a:pt x="1429" y="32576"/>
                    <a:pt x="2322" y="34731"/>
                    <a:pt x="4215" y="35433"/>
                  </a:cubicBezTo>
                  <a:cubicBezTo>
                    <a:pt x="5608" y="35945"/>
                    <a:pt x="6513" y="37303"/>
                    <a:pt x="6465" y="38791"/>
                  </a:cubicBezTo>
                  <a:lnTo>
                    <a:pt x="6465" y="38803"/>
                  </a:lnTo>
                  <a:cubicBezTo>
                    <a:pt x="6384" y="40773"/>
                    <a:pt x="7968" y="42389"/>
                    <a:pt x="9912" y="42389"/>
                  </a:cubicBezTo>
                  <a:cubicBezTo>
                    <a:pt x="9953" y="42389"/>
                    <a:pt x="9995" y="42388"/>
                    <a:pt x="10037" y="42387"/>
                  </a:cubicBezTo>
                  <a:lnTo>
                    <a:pt x="10049" y="42387"/>
                  </a:lnTo>
                  <a:cubicBezTo>
                    <a:pt x="10095" y="42385"/>
                    <a:pt x="10141" y="42384"/>
                    <a:pt x="10187" y="42384"/>
                  </a:cubicBezTo>
                  <a:cubicBezTo>
                    <a:pt x="11621" y="42384"/>
                    <a:pt x="12911" y="43276"/>
                    <a:pt x="13419" y="44637"/>
                  </a:cubicBezTo>
                  <a:cubicBezTo>
                    <a:pt x="13933" y="46038"/>
                    <a:pt x="15259" y="46891"/>
                    <a:pt x="16660" y="46891"/>
                  </a:cubicBezTo>
                  <a:cubicBezTo>
                    <a:pt x="17140" y="46891"/>
                    <a:pt x="17630" y="46791"/>
                    <a:pt x="18098" y="46578"/>
                  </a:cubicBezTo>
                  <a:cubicBezTo>
                    <a:pt x="18562" y="46362"/>
                    <a:pt x="19055" y="46257"/>
                    <a:pt x="19542" y="46257"/>
                  </a:cubicBezTo>
                  <a:cubicBezTo>
                    <a:pt x="20480" y="46257"/>
                    <a:pt x="21401" y="46643"/>
                    <a:pt x="22074" y="47364"/>
                  </a:cubicBezTo>
                  <a:cubicBezTo>
                    <a:pt x="22759" y="48102"/>
                    <a:pt x="23685" y="48471"/>
                    <a:pt x="24609" y="48471"/>
                  </a:cubicBezTo>
                  <a:cubicBezTo>
                    <a:pt x="25533" y="48471"/>
                    <a:pt x="26456" y="48102"/>
                    <a:pt x="27135" y="47364"/>
                  </a:cubicBezTo>
                  <a:lnTo>
                    <a:pt x="27146" y="47364"/>
                  </a:lnTo>
                  <a:cubicBezTo>
                    <a:pt x="27812" y="46643"/>
                    <a:pt x="28735" y="46257"/>
                    <a:pt x="29672" y="46257"/>
                  </a:cubicBezTo>
                  <a:cubicBezTo>
                    <a:pt x="30160" y="46257"/>
                    <a:pt x="30651" y="46362"/>
                    <a:pt x="31111" y="46578"/>
                  </a:cubicBezTo>
                  <a:lnTo>
                    <a:pt x="31123" y="46578"/>
                  </a:lnTo>
                  <a:cubicBezTo>
                    <a:pt x="31588" y="46791"/>
                    <a:pt x="32075" y="46891"/>
                    <a:pt x="32554" y="46891"/>
                  </a:cubicBezTo>
                  <a:cubicBezTo>
                    <a:pt x="33950" y="46891"/>
                    <a:pt x="35279" y="46038"/>
                    <a:pt x="35802" y="44637"/>
                  </a:cubicBezTo>
                  <a:cubicBezTo>
                    <a:pt x="36298" y="43276"/>
                    <a:pt x="37588" y="42384"/>
                    <a:pt x="39032" y="42384"/>
                  </a:cubicBezTo>
                  <a:cubicBezTo>
                    <a:pt x="39079" y="42384"/>
                    <a:pt x="39125" y="42385"/>
                    <a:pt x="39172" y="42387"/>
                  </a:cubicBezTo>
                  <a:cubicBezTo>
                    <a:pt x="39214" y="42388"/>
                    <a:pt x="39256" y="42389"/>
                    <a:pt x="39298" y="42389"/>
                  </a:cubicBezTo>
                  <a:cubicBezTo>
                    <a:pt x="41252" y="42389"/>
                    <a:pt x="42825" y="40773"/>
                    <a:pt x="42756" y="38803"/>
                  </a:cubicBezTo>
                  <a:lnTo>
                    <a:pt x="42756" y="38791"/>
                  </a:lnTo>
                  <a:cubicBezTo>
                    <a:pt x="42696" y="37303"/>
                    <a:pt x="43601" y="35945"/>
                    <a:pt x="45006" y="35433"/>
                  </a:cubicBezTo>
                  <a:cubicBezTo>
                    <a:pt x="46887" y="34731"/>
                    <a:pt x="47780" y="32576"/>
                    <a:pt x="46947" y="30742"/>
                  </a:cubicBezTo>
                  <a:cubicBezTo>
                    <a:pt x="46327" y="29385"/>
                    <a:pt x="46637" y="27790"/>
                    <a:pt x="47732" y="26778"/>
                  </a:cubicBezTo>
                  <a:lnTo>
                    <a:pt x="47744" y="26766"/>
                  </a:lnTo>
                  <a:cubicBezTo>
                    <a:pt x="49209" y="25397"/>
                    <a:pt x="49209" y="23075"/>
                    <a:pt x="47744" y="21706"/>
                  </a:cubicBezTo>
                  <a:lnTo>
                    <a:pt x="47732" y="21694"/>
                  </a:lnTo>
                  <a:cubicBezTo>
                    <a:pt x="46637" y="20682"/>
                    <a:pt x="46327" y="19086"/>
                    <a:pt x="46947" y="17729"/>
                  </a:cubicBezTo>
                  <a:cubicBezTo>
                    <a:pt x="47780" y="15895"/>
                    <a:pt x="46887" y="13740"/>
                    <a:pt x="45006" y="13050"/>
                  </a:cubicBezTo>
                  <a:cubicBezTo>
                    <a:pt x="43601" y="12526"/>
                    <a:pt x="42696" y="11169"/>
                    <a:pt x="42756" y="9680"/>
                  </a:cubicBezTo>
                  <a:lnTo>
                    <a:pt x="42756" y="9668"/>
                  </a:lnTo>
                  <a:cubicBezTo>
                    <a:pt x="42825" y="7717"/>
                    <a:pt x="41262" y="6094"/>
                    <a:pt x="39317" y="6094"/>
                  </a:cubicBezTo>
                  <a:cubicBezTo>
                    <a:pt x="39269" y="6094"/>
                    <a:pt x="39220" y="6095"/>
                    <a:pt x="39172" y="6097"/>
                  </a:cubicBezTo>
                  <a:cubicBezTo>
                    <a:pt x="39134" y="6098"/>
                    <a:pt x="39096" y="6098"/>
                    <a:pt x="39059" y="6098"/>
                  </a:cubicBezTo>
                  <a:cubicBezTo>
                    <a:pt x="37604" y="6098"/>
                    <a:pt x="36301" y="5204"/>
                    <a:pt x="35802" y="3834"/>
                  </a:cubicBezTo>
                  <a:cubicBezTo>
                    <a:pt x="35279" y="2433"/>
                    <a:pt x="33950" y="1581"/>
                    <a:pt x="32554" y="1581"/>
                  </a:cubicBezTo>
                  <a:cubicBezTo>
                    <a:pt x="32075" y="1581"/>
                    <a:pt x="31588" y="1681"/>
                    <a:pt x="31123" y="1894"/>
                  </a:cubicBezTo>
                  <a:lnTo>
                    <a:pt x="31111" y="1894"/>
                  </a:lnTo>
                  <a:cubicBezTo>
                    <a:pt x="30651" y="2110"/>
                    <a:pt x="30160" y="2214"/>
                    <a:pt x="29672" y="2214"/>
                  </a:cubicBezTo>
                  <a:cubicBezTo>
                    <a:pt x="28735" y="2214"/>
                    <a:pt x="27812" y="1828"/>
                    <a:pt x="27146" y="1108"/>
                  </a:cubicBezTo>
                  <a:lnTo>
                    <a:pt x="27135" y="1108"/>
                  </a:lnTo>
                  <a:cubicBezTo>
                    <a:pt x="26456" y="370"/>
                    <a:pt x="25533" y="1"/>
                    <a:pt x="24609" y="1"/>
                  </a:cubicBez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546" name="Google Shape;483;p29"/>
            <p:cNvSpPr/>
            <p:nvPr/>
          </p:nvSpPr>
          <p:spPr>
            <a:xfrm>
              <a:off x="3575263" y="2176569"/>
              <a:ext cx="152032" cy="176760"/>
            </a:xfrm>
            <a:custGeom>
              <a:avLst/>
              <a:gdLst/>
              <a:ahLst/>
              <a:cxnLst/>
              <a:rect l="l" t="t" r="r" b="b"/>
              <a:pathLst>
                <a:path w="13538" h="15740" extrusionOk="0">
                  <a:moveTo>
                    <a:pt x="9123" y="1"/>
                  </a:moveTo>
                  <a:cubicBezTo>
                    <a:pt x="8840" y="1"/>
                    <a:pt x="8557" y="20"/>
                    <a:pt x="8275" y="56"/>
                  </a:cubicBezTo>
                  <a:cubicBezTo>
                    <a:pt x="7227" y="354"/>
                    <a:pt x="6156" y="723"/>
                    <a:pt x="5156" y="1092"/>
                  </a:cubicBezTo>
                  <a:cubicBezTo>
                    <a:pt x="2858" y="2283"/>
                    <a:pt x="941" y="4152"/>
                    <a:pt x="0" y="5164"/>
                  </a:cubicBezTo>
                  <a:cubicBezTo>
                    <a:pt x="703" y="7664"/>
                    <a:pt x="1084" y="10462"/>
                    <a:pt x="536" y="14046"/>
                  </a:cubicBezTo>
                  <a:cubicBezTo>
                    <a:pt x="2618" y="15173"/>
                    <a:pt x="4721" y="15739"/>
                    <a:pt x="6845" y="15739"/>
                  </a:cubicBezTo>
                  <a:cubicBezTo>
                    <a:pt x="8668" y="15739"/>
                    <a:pt x="10506" y="15322"/>
                    <a:pt x="12359" y="14486"/>
                  </a:cubicBezTo>
                  <a:cubicBezTo>
                    <a:pt x="12085" y="11212"/>
                    <a:pt x="12169" y="8771"/>
                    <a:pt x="12478" y="6616"/>
                  </a:cubicBezTo>
                  <a:cubicBezTo>
                    <a:pt x="12716" y="4973"/>
                    <a:pt x="13085" y="3497"/>
                    <a:pt x="13538" y="1949"/>
                  </a:cubicBezTo>
                  <a:cubicBezTo>
                    <a:pt x="12136" y="537"/>
                    <a:pt x="10624" y="1"/>
                    <a:pt x="9123" y="1"/>
                  </a:cubicBez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547" name="Google Shape;484;p29"/>
            <p:cNvSpPr/>
            <p:nvPr/>
          </p:nvSpPr>
          <p:spPr>
            <a:xfrm>
              <a:off x="3575263" y="2176569"/>
              <a:ext cx="152032" cy="157737"/>
            </a:xfrm>
            <a:custGeom>
              <a:avLst/>
              <a:gdLst/>
              <a:ahLst/>
              <a:cxnLst/>
              <a:rect l="l" t="t" r="r" b="b"/>
              <a:pathLst>
                <a:path w="13538" h="14046" extrusionOk="0">
                  <a:moveTo>
                    <a:pt x="9123" y="1"/>
                  </a:moveTo>
                  <a:cubicBezTo>
                    <a:pt x="8840" y="1"/>
                    <a:pt x="8557" y="20"/>
                    <a:pt x="8275" y="56"/>
                  </a:cubicBezTo>
                  <a:cubicBezTo>
                    <a:pt x="7227" y="354"/>
                    <a:pt x="6156" y="723"/>
                    <a:pt x="5156" y="1092"/>
                  </a:cubicBezTo>
                  <a:cubicBezTo>
                    <a:pt x="2858" y="2283"/>
                    <a:pt x="929" y="4152"/>
                    <a:pt x="0" y="5164"/>
                  </a:cubicBezTo>
                  <a:cubicBezTo>
                    <a:pt x="703" y="7664"/>
                    <a:pt x="1084" y="10462"/>
                    <a:pt x="536" y="14046"/>
                  </a:cubicBezTo>
                  <a:cubicBezTo>
                    <a:pt x="6811" y="13379"/>
                    <a:pt x="10502" y="9593"/>
                    <a:pt x="12478" y="6616"/>
                  </a:cubicBezTo>
                  <a:cubicBezTo>
                    <a:pt x="12716" y="4973"/>
                    <a:pt x="13085" y="3497"/>
                    <a:pt x="13538" y="1949"/>
                  </a:cubicBezTo>
                  <a:cubicBezTo>
                    <a:pt x="12136" y="537"/>
                    <a:pt x="10624" y="1"/>
                    <a:pt x="9123" y="1"/>
                  </a:cubicBezTo>
                  <a:close/>
                </a:path>
              </a:pathLst>
            </a:custGeom>
            <a:solidFill>
              <a:srgbClr val="5B463B"/>
            </a:solidFill>
            <a:ln>
              <a:noFill/>
            </a:ln>
          </p:spPr>
          <p:txBody>
            <a:bodyPr spcFirstLastPara="1" wrap="square" lIns="121900" tIns="121900" rIns="121900" bIns="121900" anchor="ctr" anchorCtr="0">
              <a:noAutofit/>
            </a:bodyPr>
            <a:lstStyle/>
            <a:p>
              <a:endParaRPr sz="2400"/>
            </a:p>
          </p:txBody>
        </p:sp>
        <p:sp>
          <p:nvSpPr>
            <p:cNvPr id="548" name="Google Shape;485;p29"/>
            <p:cNvSpPr/>
            <p:nvPr/>
          </p:nvSpPr>
          <p:spPr>
            <a:xfrm>
              <a:off x="3431115" y="2041192"/>
              <a:ext cx="81979" cy="121924"/>
            </a:xfrm>
            <a:custGeom>
              <a:avLst/>
              <a:gdLst/>
              <a:ahLst/>
              <a:cxnLst/>
              <a:rect l="l" t="t" r="r" b="b"/>
              <a:pathLst>
                <a:path w="7300" h="10857" extrusionOk="0">
                  <a:moveTo>
                    <a:pt x="3250" y="0"/>
                  </a:moveTo>
                  <a:cubicBezTo>
                    <a:pt x="2680" y="0"/>
                    <a:pt x="2102" y="228"/>
                    <a:pt x="1609" y="872"/>
                  </a:cubicBezTo>
                  <a:cubicBezTo>
                    <a:pt x="0" y="2997"/>
                    <a:pt x="1374" y="10857"/>
                    <a:pt x="5946" y="10857"/>
                  </a:cubicBezTo>
                  <a:cubicBezTo>
                    <a:pt x="6111" y="10857"/>
                    <a:pt x="6281" y="10846"/>
                    <a:pt x="6455" y="10825"/>
                  </a:cubicBezTo>
                  <a:cubicBezTo>
                    <a:pt x="6455" y="10825"/>
                    <a:pt x="7300" y="5991"/>
                    <a:pt x="5943" y="1312"/>
                  </a:cubicBezTo>
                  <a:cubicBezTo>
                    <a:pt x="5943" y="1312"/>
                    <a:pt x="4619" y="0"/>
                    <a:pt x="3250" y="0"/>
                  </a:cubicBez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549" name="Google Shape;486;p29"/>
            <p:cNvSpPr/>
            <p:nvPr/>
          </p:nvSpPr>
          <p:spPr>
            <a:xfrm>
              <a:off x="3770339" y="2001235"/>
              <a:ext cx="146" cy="416"/>
            </a:xfrm>
            <a:custGeom>
              <a:avLst/>
              <a:gdLst/>
              <a:ahLst/>
              <a:cxnLst/>
              <a:rect l="l" t="t" r="r" b="b"/>
              <a:pathLst>
                <a:path w="13" h="37" extrusionOk="0">
                  <a:moveTo>
                    <a:pt x="1" y="0"/>
                  </a:moveTo>
                  <a:cubicBezTo>
                    <a:pt x="12" y="24"/>
                    <a:pt x="12" y="36"/>
                    <a:pt x="12" y="36"/>
                  </a:cubicBezTo>
                  <a:lnTo>
                    <a:pt x="12" y="0"/>
                  </a:lnTo>
                  <a:close/>
                </a:path>
              </a:pathLst>
            </a:custGeom>
            <a:solidFill>
              <a:srgbClr val="DC663B"/>
            </a:solidFill>
            <a:ln>
              <a:noFill/>
            </a:ln>
          </p:spPr>
          <p:txBody>
            <a:bodyPr spcFirstLastPara="1" wrap="square" lIns="121900" tIns="121900" rIns="121900" bIns="121900" anchor="ctr" anchorCtr="0">
              <a:noAutofit/>
            </a:bodyPr>
            <a:lstStyle/>
            <a:p>
              <a:endParaRPr sz="2400"/>
            </a:p>
          </p:txBody>
        </p:sp>
        <p:sp>
          <p:nvSpPr>
            <p:cNvPr id="550" name="Google Shape;487;p29"/>
            <p:cNvSpPr/>
            <p:nvPr/>
          </p:nvSpPr>
          <p:spPr>
            <a:xfrm>
              <a:off x="3459605" y="1896314"/>
              <a:ext cx="313418" cy="385369"/>
            </a:xfrm>
            <a:custGeom>
              <a:avLst/>
              <a:gdLst/>
              <a:ahLst/>
              <a:cxnLst/>
              <a:rect l="l" t="t" r="r" b="b"/>
              <a:pathLst>
                <a:path w="27909" h="34316" extrusionOk="0">
                  <a:moveTo>
                    <a:pt x="14255" y="1"/>
                  </a:moveTo>
                  <a:cubicBezTo>
                    <a:pt x="14020" y="1"/>
                    <a:pt x="13781" y="4"/>
                    <a:pt x="13538" y="9"/>
                  </a:cubicBezTo>
                  <a:cubicBezTo>
                    <a:pt x="6215" y="164"/>
                    <a:pt x="2834" y="4688"/>
                    <a:pt x="1453" y="7415"/>
                  </a:cubicBezTo>
                  <a:cubicBezTo>
                    <a:pt x="953" y="8415"/>
                    <a:pt x="643" y="9510"/>
                    <a:pt x="548" y="10629"/>
                  </a:cubicBezTo>
                  <a:cubicBezTo>
                    <a:pt x="536" y="10820"/>
                    <a:pt x="536" y="10951"/>
                    <a:pt x="548" y="10951"/>
                  </a:cubicBezTo>
                  <a:cubicBezTo>
                    <a:pt x="500" y="12332"/>
                    <a:pt x="0" y="30882"/>
                    <a:pt x="9656" y="33775"/>
                  </a:cubicBezTo>
                  <a:cubicBezTo>
                    <a:pt x="10879" y="34143"/>
                    <a:pt x="12051" y="34316"/>
                    <a:pt x="13168" y="34316"/>
                  </a:cubicBezTo>
                  <a:cubicBezTo>
                    <a:pt x="18781" y="34316"/>
                    <a:pt x="23009" y="29944"/>
                    <a:pt x="25432" y="23917"/>
                  </a:cubicBezTo>
                  <a:cubicBezTo>
                    <a:pt x="25575" y="23548"/>
                    <a:pt x="25706" y="23190"/>
                    <a:pt x="25837" y="22821"/>
                  </a:cubicBezTo>
                  <a:cubicBezTo>
                    <a:pt x="25873" y="22714"/>
                    <a:pt x="25908" y="22619"/>
                    <a:pt x="25944" y="22524"/>
                  </a:cubicBezTo>
                  <a:cubicBezTo>
                    <a:pt x="26075" y="22155"/>
                    <a:pt x="26194" y="21774"/>
                    <a:pt x="26301" y="21393"/>
                  </a:cubicBezTo>
                  <a:cubicBezTo>
                    <a:pt x="27421" y="17654"/>
                    <a:pt x="27909" y="13463"/>
                    <a:pt x="27682" y="9379"/>
                  </a:cubicBezTo>
                  <a:cubicBezTo>
                    <a:pt x="27682" y="9379"/>
                    <a:pt x="27587" y="7593"/>
                    <a:pt x="27587" y="7569"/>
                  </a:cubicBezTo>
                  <a:cubicBezTo>
                    <a:pt x="26878" y="4420"/>
                    <a:pt x="23822" y="1"/>
                    <a:pt x="14255" y="1"/>
                  </a:cubicBez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551" name="Google Shape;488;p29"/>
            <p:cNvSpPr/>
            <p:nvPr/>
          </p:nvSpPr>
          <p:spPr>
            <a:xfrm>
              <a:off x="3719928" y="2035723"/>
              <a:ext cx="94354" cy="117443"/>
            </a:xfrm>
            <a:custGeom>
              <a:avLst/>
              <a:gdLst/>
              <a:ahLst/>
              <a:cxnLst/>
              <a:rect l="l" t="t" r="r" b="b"/>
              <a:pathLst>
                <a:path w="8402" h="10458" extrusionOk="0">
                  <a:moveTo>
                    <a:pt x="5004" y="0"/>
                  </a:moveTo>
                  <a:cubicBezTo>
                    <a:pt x="3546" y="0"/>
                    <a:pt x="2025" y="835"/>
                    <a:pt x="2025" y="835"/>
                  </a:cubicBezTo>
                  <a:cubicBezTo>
                    <a:pt x="1" y="5276"/>
                    <a:pt x="930" y="10312"/>
                    <a:pt x="930" y="10312"/>
                  </a:cubicBezTo>
                  <a:cubicBezTo>
                    <a:pt x="1293" y="10411"/>
                    <a:pt x="1644" y="10458"/>
                    <a:pt x="1983" y="10458"/>
                  </a:cubicBezTo>
                  <a:cubicBezTo>
                    <a:pt x="6152" y="10458"/>
                    <a:pt x="8402" y="3414"/>
                    <a:pt x="7168" y="1168"/>
                  </a:cubicBezTo>
                  <a:cubicBezTo>
                    <a:pt x="6675" y="281"/>
                    <a:pt x="5850" y="0"/>
                    <a:pt x="5004" y="0"/>
                  </a:cubicBez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552" name="Google Shape;489;p29"/>
            <p:cNvSpPr/>
            <p:nvPr/>
          </p:nvSpPr>
          <p:spPr>
            <a:xfrm>
              <a:off x="3719669" y="2146978"/>
              <a:ext cx="30085" cy="17923"/>
            </a:xfrm>
            <a:custGeom>
              <a:avLst/>
              <a:gdLst/>
              <a:ahLst/>
              <a:cxnLst/>
              <a:rect l="l" t="t" r="r" b="b"/>
              <a:pathLst>
                <a:path w="2679" h="1596" extrusionOk="0">
                  <a:moveTo>
                    <a:pt x="0" y="0"/>
                  </a:moveTo>
                  <a:lnTo>
                    <a:pt x="0" y="0"/>
                  </a:lnTo>
                  <a:cubicBezTo>
                    <a:pt x="643" y="1298"/>
                    <a:pt x="1572" y="1584"/>
                    <a:pt x="2274" y="1596"/>
                  </a:cubicBezTo>
                  <a:cubicBezTo>
                    <a:pt x="2417" y="1227"/>
                    <a:pt x="2548" y="869"/>
                    <a:pt x="2679" y="500"/>
                  </a:cubicBezTo>
                  <a:lnTo>
                    <a:pt x="2679" y="500"/>
                  </a:lnTo>
                  <a:cubicBezTo>
                    <a:pt x="2493" y="559"/>
                    <a:pt x="2293" y="583"/>
                    <a:pt x="2090" y="583"/>
                  </a:cubicBezTo>
                  <a:cubicBezTo>
                    <a:pt x="1092" y="583"/>
                    <a:pt x="0" y="0"/>
                    <a:pt x="0" y="0"/>
                  </a:cubicBezTo>
                  <a:close/>
                </a:path>
              </a:pathLst>
            </a:custGeom>
            <a:solidFill>
              <a:srgbClr val="5B463B"/>
            </a:solidFill>
            <a:ln>
              <a:noFill/>
            </a:ln>
          </p:spPr>
          <p:txBody>
            <a:bodyPr spcFirstLastPara="1" wrap="square" lIns="121900" tIns="121900" rIns="121900" bIns="121900" anchor="ctr" anchorCtr="0">
              <a:noAutofit/>
            </a:bodyPr>
            <a:lstStyle/>
            <a:p>
              <a:endParaRPr sz="2400"/>
            </a:p>
          </p:txBody>
        </p:sp>
        <p:sp>
          <p:nvSpPr>
            <p:cNvPr id="553" name="Google Shape;490;p29"/>
            <p:cNvSpPr/>
            <p:nvPr/>
          </p:nvSpPr>
          <p:spPr>
            <a:xfrm>
              <a:off x="3437314" y="1836132"/>
              <a:ext cx="380899" cy="278931"/>
            </a:xfrm>
            <a:custGeom>
              <a:avLst/>
              <a:gdLst/>
              <a:ahLst/>
              <a:cxnLst/>
              <a:rect l="l" t="t" r="r" b="b"/>
              <a:pathLst>
                <a:path w="33918" h="24838" extrusionOk="0">
                  <a:moveTo>
                    <a:pt x="17763" y="1"/>
                  </a:moveTo>
                  <a:cubicBezTo>
                    <a:pt x="11444" y="1"/>
                    <a:pt x="4827" y="3642"/>
                    <a:pt x="2152" y="9452"/>
                  </a:cubicBezTo>
                  <a:cubicBezTo>
                    <a:pt x="1" y="14098"/>
                    <a:pt x="1981" y="24838"/>
                    <a:pt x="3061" y="24838"/>
                  </a:cubicBezTo>
                  <a:cubicBezTo>
                    <a:pt x="3141" y="24838"/>
                    <a:pt x="3215" y="24779"/>
                    <a:pt x="3283" y="24656"/>
                  </a:cubicBezTo>
                  <a:cubicBezTo>
                    <a:pt x="4283" y="22858"/>
                    <a:pt x="3021" y="19358"/>
                    <a:pt x="4355" y="16024"/>
                  </a:cubicBezTo>
                  <a:cubicBezTo>
                    <a:pt x="4474" y="15714"/>
                    <a:pt x="4581" y="15417"/>
                    <a:pt x="4664" y="15131"/>
                  </a:cubicBezTo>
                  <a:cubicBezTo>
                    <a:pt x="4966" y="14144"/>
                    <a:pt x="5849" y="13577"/>
                    <a:pt x="6755" y="13577"/>
                  </a:cubicBezTo>
                  <a:cubicBezTo>
                    <a:pt x="7281" y="13577"/>
                    <a:pt x="7815" y="13768"/>
                    <a:pt x="8248" y="14179"/>
                  </a:cubicBezTo>
                  <a:cubicBezTo>
                    <a:pt x="12308" y="18036"/>
                    <a:pt x="17523" y="21489"/>
                    <a:pt x="17523" y="21489"/>
                  </a:cubicBezTo>
                  <a:cubicBezTo>
                    <a:pt x="20750" y="23418"/>
                    <a:pt x="23405" y="24156"/>
                    <a:pt x="24964" y="24156"/>
                  </a:cubicBezTo>
                  <a:cubicBezTo>
                    <a:pt x="26119" y="24156"/>
                    <a:pt x="27858" y="22822"/>
                    <a:pt x="28501" y="20596"/>
                  </a:cubicBezTo>
                  <a:cubicBezTo>
                    <a:pt x="29132" y="18358"/>
                    <a:pt x="31001" y="17786"/>
                    <a:pt x="31001" y="17786"/>
                  </a:cubicBezTo>
                  <a:cubicBezTo>
                    <a:pt x="31001" y="17786"/>
                    <a:pt x="33918" y="8928"/>
                    <a:pt x="26488" y="2915"/>
                  </a:cubicBezTo>
                  <a:cubicBezTo>
                    <a:pt x="24008" y="911"/>
                    <a:pt x="20923" y="1"/>
                    <a:pt x="1776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54" name="Google Shape;491;p29"/>
            <p:cNvSpPr/>
            <p:nvPr/>
          </p:nvSpPr>
          <p:spPr>
            <a:xfrm>
              <a:off x="3450239" y="1834369"/>
              <a:ext cx="352599" cy="212741"/>
            </a:xfrm>
            <a:custGeom>
              <a:avLst/>
              <a:gdLst/>
              <a:ahLst/>
              <a:cxnLst/>
              <a:rect l="l" t="t" r="r" b="b"/>
              <a:pathLst>
                <a:path w="31398" h="18944" extrusionOk="0">
                  <a:moveTo>
                    <a:pt x="15562" y="0"/>
                  </a:moveTo>
                  <a:cubicBezTo>
                    <a:pt x="14384" y="24"/>
                    <a:pt x="13217" y="120"/>
                    <a:pt x="12062" y="274"/>
                  </a:cubicBezTo>
                  <a:cubicBezTo>
                    <a:pt x="11479" y="358"/>
                    <a:pt x="10895" y="477"/>
                    <a:pt x="10312" y="620"/>
                  </a:cubicBezTo>
                  <a:cubicBezTo>
                    <a:pt x="9740" y="774"/>
                    <a:pt x="9169" y="953"/>
                    <a:pt x="8609" y="1179"/>
                  </a:cubicBezTo>
                  <a:cubicBezTo>
                    <a:pt x="7502" y="1620"/>
                    <a:pt x="6442" y="2215"/>
                    <a:pt x="5514" y="2977"/>
                  </a:cubicBezTo>
                  <a:cubicBezTo>
                    <a:pt x="4573" y="3715"/>
                    <a:pt x="3751" y="4608"/>
                    <a:pt x="3073" y="5573"/>
                  </a:cubicBezTo>
                  <a:cubicBezTo>
                    <a:pt x="1715" y="7525"/>
                    <a:pt x="906" y="9775"/>
                    <a:pt x="453" y="12050"/>
                  </a:cubicBezTo>
                  <a:cubicBezTo>
                    <a:pt x="239" y="13193"/>
                    <a:pt x="108" y="14347"/>
                    <a:pt x="61" y="15490"/>
                  </a:cubicBezTo>
                  <a:cubicBezTo>
                    <a:pt x="1" y="16645"/>
                    <a:pt x="13" y="17800"/>
                    <a:pt x="144" y="18943"/>
                  </a:cubicBezTo>
                  <a:lnTo>
                    <a:pt x="322" y="18931"/>
                  </a:lnTo>
                  <a:cubicBezTo>
                    <a:pt x="287" y="16657"/>
                    <a:pt x="537" y="14371"/>
                    <a:pt x="1096" y="12192"/>
                  </a:cubicBezTo>
                  <a:cubicBezTo>
                    <a:pt x="1644" y="10014"/>
                    <a:pt x="2525" y="7906"/>
                    <a:pt x="3859" y="6144"/>
                  </a:cubicBezTo>
                  <a:cubicBezTo>
                    <a:pt x="4525" y="5275"/>
                    <a:pt x="5299" y="4489"/>
                    <a:pt x="6180" y="3834"/>
                  </a:cubicBezTo>
                  <a:cubicBezTo>
                    <a:pt x="7049" y="3191"/>
                    <a:pt x="8026" y="2679"/>
                    <a:pt x="9038" y="2286"/>
                  </a:cubicBezTo>
                  <a:cubicBezTo>
                    <a:pt x="9550" y="2108"/>
                    <a:pt x="10074" y="1953"/>
                    <a:pt x="10609" y="1822"/>
                  </a:cubicBezTo>
                  <a:cubicBezTo>
                    <a:pt x="11145" y="1703"/>
                    <a:pt x="11681" y="1608"/>
                    <a:pt x="12229" y="1548"/>
                  </a:cubicBezTo>
                  <a:cubicBezTo>
                    <a:pt x="13256" y="1416"/>
                    <a:pt x="14295" y="1345"/>
                    <a:pt x="15324" y="1345"/>
                  </a:cubicBezTo>
                  <a:cubicBezTo>
                    <a:pt x="15403" y="1345"/>
                    <a:pt x="15483" y="1345"/>
                    <a:pt x="15562" y="1346"/>
                  </a:cubicBezTo>
                  <a:cubicBezTo>
                    <a:pt x="17789" y="1346"/>
                    <a:pt x="20003" y="1691"/>
                    <a:pt x="22016" y="2513"/>
                  </a:cubicBezTo>
                  <a:cubicBezTo>
                    <a:pt x="24028" y="3322"/>
                    <a:pt x="25802" y="4656"/>
                    <a:pt x="27076" y="6394"/>
                  </a:cubicBezTo>
                  <a:cubicBezTo>
                    <a:pt x="27719" y="7263"/>
                    <a:pt x="28255" y="8216"/>
                    <a:pt x="28671" y="9216"/>
                  </a:cubicBezTo>
                  <a:cubicBezTo>
                    <a:pt x="29088" y="10228"/>
                    <a:pt x="29398" y="11276"/>
                    <a:pt x="29600" y="12359"/>
                  </a:cubicBezTo>
                  <a:cubicBezTo>
                    <a:pt x="29969" y="14217"/>
                    <a:pt x="30029" y="16133"/>
                    <a:pt x="29874" y="18038"/>
                  </a:cubicBezTo>
                  <a:cubicBezTo>
                    <a:pt x="30338" y="18181"/>
                    <a:pt x="30767" y="18455"/>
                    <a:pt x="31076" y="18931"/>
                  </a:cubicBezTo>
                  <a:cubicBezTo>
                    <a:pt x="31398" y="16681"/>
                    <a:pt x="31398" y="14371"/>
                    <a:pt x="30993" y="12097"/>
                  </a:cubicBezTo>
                  <a:cubicBezTo>
                    <a:pt x="30791" y="10930"/>
                    <a:pt x="30457" y="9775"/>
                    <a:pt x="30005" y="8668"/>
                  </a:cubicBezTo>
                  <a:cubicBezTo>
                    <a:pt x="29552" y="7561"/>
                    <a:pt x="28969" y="6489"/>
                    <a:pt x="28243" y="5525"/>
                  </a:cubicBezTo>
                  <a:cubicBezTo>
                    <a:pt x="27516" y="4561"/>
                    <a:pt x="26659" y="3691"/>
                    <a:pt x="25695" y="2953"/>
                  </a:cubicBezTo>
                  <a:cubicBezTo>
                    <a:pt x="24730" y="2227"/>
                    <a:pt x="23659" y="1644"/>
                    <a:pt x="22540" y="1191"/>
                  </a:cubicBezTo>
                  <a:cubicBezTo>
                    <a:pt x="21432" y="739"/>
                    <a:pt x="20265" y="441"/>
                    <a:pt x="19099" y="251"/>
                  </a:cubicBezTo>
                  <a:cubicBezTo>
                    <a:pt x="18503" y="155"/>
                    <a:pt x="17920" y="96"/>
                    <a:pt x="17325" y="48"/>
                  </a:cubicBezTo>
                  <a:cubicBezTo>
                    <a:pt x="16741" y="12"/>
                    <a:pt x="16146" y="0"/>
                    <a:pt x="15562" y="0"/>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sp>
          <p:nvSpPr>
            <p:cNvPr id="555" name="Google Shape;492;p29"/>
            <p:cNvSpPr/>
            <p:nvPr/>
          </p:nvSpPr>
          <p:spPr>
            <a:xfrm>
              <a:off x="3151409" y="2298336"/>
              <a:ext cx="268363" cy="238143"/>
            </a:xfrm>
            <a:custGeom>
              <a:avLst/>
              <a:gdLst/>
              <a:ahLst/>
              <a:cxnLst/>
              <a:rect l="l" t="t" r="r" b="b"/>
              <a:pathLst>
                <a:path w="23897" h="21206" extrusionOk="0">
                  <a:moveTo>
                    <a:pt x="1" y="0"/>
                  </a:moveTo>
                  <a:cubicBezTo>
                    <a:pt x="1" y="1"/>
                    <a:pt x="4275" y="5168"/>
                    <a:pt x="5037" y="15562"/>
                  </a:cubicBezTo>
                  <a:cubicBezTo>
                    <a:pt x="10121" y="17800"/>
                    <a:pt x="17134" y="20562"/>
                    <a:pt x="23896" y="21205"/>
                  </a:cubicBezTo>
                  <a:lnTo>
                    <a:pt x="21598" y="6918"/>
                  </a:lnTo>
                  <a:cubicBezTo>
                    <a:pt x="21598" y="6918"/>
                    <a:pt x="20270" y="7746"/>
                    <a:pt x="17561" y="7746"/>
                  </a:cubicBezTo>
                  <a:cubicBezTo>
                    <a:pt x="14056" y="7746"/>
                    <a:pt x="8240" y="6360"/>
                    <a:pt x="1" y="0"/>
                  </a:cubicBezTo>
                  <a:close/>
                </a:path>
              </a:pathLst>
            </a:custGeom>
            <a:solidFill>
              <a:schemeClr val="tx1">
                <a:lumMod val="75000"/>
              </a:schemeClr>
            </a:solidFill>
            <a:ln>
              <a:noFill/>
            </a:ln>
          </p:spPr>
          <p:txBody>
            <a:bodyPr spcFirstLastPara="1" wrap="square" lIns="121900" tIns="121900" rIns="121900" bIns="121900" anchor="ctr" anchorCtr="0">
              <a:noAutofit/>
            </a:bodyPr>
            <a:lstStyle/>
            <a:p>
              <a:endParaRPr sz="2400"/>
            </a:p>
          </p:txBody>
        </p:sp>
        <p:sp>
          <p:nvSpPr>
            <p:cNvPr id="558" name="Google Shape;495;p29"/>
            <p:cNvSpPr/>
            <p:nvPr/>
          </p:nvSpPr>
          <p:spPr>
            <a:xfrm>
              <a:off x="3877979" y="2382438"/>
              <a:ext cx="355003" cy="408749"/>
            </a:xfrm>
            <a:custGeom>
              <a:avLst/>
              <a:gdLst/>
              <a:ahLst/>
              <a:cxnLst/>
              <a:rect l="l" t="t" r="r" b="b"/>
              <a:pathLst>
                <a:path w="31612" h="36398" extrusionOk="0">
                  <a:moveTo>
                    <a:pt x="26265" y="0"/>
                  </a:moveTo>
                  <a:cubicBezTo>
                    <a:pt x="26265" y="0"/>
                    <a:pt x="24444" y="4405"/>
                    <a:pt x="22205" y="9918"/>
                  </a:cubicBezTo>
                  <a:cubicBezTo>
                    <a:pt x="19967" y="15431"/>
                    <a:pt x="16466" y="22300"/>
                    <a:pt x="16466" y="22300"/>
                  </a:cubicBezTo>
                  <a:cubicBezTo>
                    <a:pt x="11168" y="15442"/>
                    <a:pt x="4024" y="1286"/>
                    <a:pt x="4024" y="1286"/>
                  </a:cubicBezTo>
                  <a:cubicBezTo>
                    <a:pt x="1869" y="9930"/>
                    <a:pt x="988" y="10489"/>
                    <a:pt x="0" y="16550"/>
                  </a:cubicBezTo>
                  <a:cubicBezTo>
                    <a:pt x="5239" y="31373"/>
                    <a:pt x="17764" y="36397"/>
                    <a:pt x="17764" y="36397"/>
                  </a:cubicBezTo>
                  <a:cubicBezTo>
                    <a:pt x="28801" y="26396"/>
                    <a:pt x="31611" y="1857"/>
                    <a:pt x="31611" y="1857"/>
                  </a:cubicBezTo>
                  <a:lnTo>
                    <a:pt x="26265" y="0"/>
                  </a:lnTo>
                  <a:close/>
                </a:path>
              </a:pathLst>
            </a:custGeom>
            <a:solidFill>
              <a:schemeClr val="tx1">
                <a:lumMod val="75000"/>
              </a:schemeClr>
            </a:solidFill>
            <a:ln>
              <a:noFill/>
            </a:ln>
          </p:spPr>
          <p:txBody>
            <a:bodyPr spcFirstLastPara="1" wrap="square" lIns="121900" tIns="121900" rIns="121900" bIns="121900" anchor="ctr" anchorCtr="0">
              <a:noAutofit/>
            </a:bodyPr>
            <a:lstStyle/>
            <a:p>
              <a:endParaRPr sz="2400"/>
            </a:p>
          </p:txBody>
        </p:sp>
        <p:sp>
          <p:nvSpPr>
            <p:cNvPr id="559" name="Google Shape;496;p29"/>
            <p:cNvSpPr/>
            <p:nvPr/>
          </p:nvSpPr>
          <p:spPr>
            <a:xfrm>
              <a:off x="4097256" y="2146844"/>
              <a:ext cx="175839" cy="263815"/>
            </a:xfrm>
            <a:custGeom>
              <a:avLst/>
              <a:gdLst/>
              <a:ahLst/>
              <a:cxnLst/>
              <a:rect l="l" t="t" r="r" b="b"/>
              <a:pathLst>
                <a:path w="15658" h="23492" extrusionOk="0">
                  <a:moveTo>
                    <a:pt x="5168" y="1"/>
                  </a:moveTo>
                  <a:cubicBezTo>
                    <a:pt x="5043" y="1"/>
                    <a:pt x="4916" y="83"/>
                    <a:pt x="4787" y="262"/>
                  </a:cubicBezTo>
                  <a:cubicBezTo>
                    <a:pt x="3275" y="2358"/>
                    <a:pt x="4703" y="10013"/>
                    <a:pt x="4703" y="10013"/>
                  </a:cubicBezTo>
                  <a:cubicBezTo>
                    <a:pt x="2393" y="10299"/>
                    <a:pt x="0" y="12097"/>
                    <a:pt x="1501" y="14847"/>
                  </a:cubicBezTo>
                  <a:cubicBezTo>
                    <a:pt x="3013" y="17598"/>
                    <a:pt x="6215" y="21586"/>
                    <a:pt x="6215" y="21586"/>
                  </a:cubicBezTo>
                  <a:cubicBezTo>
                    <a:pt x="7668" y="23467"/>
                    <a:pt x="11704" y="23491"/>
                    <a:pt x="11704" y="23491"/>
                  </a:cubicBezTo>
                  <a:cubicBezTo>
                    <a:pt x="13335" y="21896"/>
                    <a:pt x="13657" y="18026"/>
                    <a:pt x="13728" y="16490"/>
                  </a:cubicBezTo>
                  <a:cubicBezTo>
                    <a:pt x="13740" y="16181"/>
                    <a:pt x="13740" y="15967"/>
                    <a:pt x="13740" y="15883"/>
                  </a:cubicBezTo>
                  <a:lnTo>
                    <a:pt x="13740" y="15848"/>
                  </a:lnTo>
                  <a:cubicBezTo>
                    <a:pt x="13740" y="15848"/>
                    <a:pt x="15657" y="15026"/>
                    <a:pt x="15086" y="11930"/>
                  </a:cubicBezTo>
                  <a:cubicBezTo>
                    <a:pt x="14693" y="9852"/>
                    <a:pt x="12296" y="9591"/>
                    <a:pt x="11118" y="9591"/>
                  </a:cubicBezTo>
                  <a:cubicBezTo>
                    <a:pt x="10724" y="9591"/>
                    <a:pt x="10466" y="9621"/>
                    <a:pt x="10466" y="9621"/>
                  </a:cubicBezTo>
                  <a:cubicBezTo>
                    <a:pt x="10466" y="9621"/>
                    <a:pt x="11782" y="221"/>
                    <a:pt x="10130" y="221"/>
                  </a:cubicBezTo>
                  <a:cubicBezTo>
                    <a:pt x="10067" y="221"/>
                    <a:pt x="10001" y="235"/>
                    <a:pt x="9930" y="262"/>
                  </a:cubicBezTo>
                  <a:cubicBezTo>
                    <a:pt x="7978" y="1024"/>
                    <a:pt x="7489" y="9347"/>
                    <a:pt x="7489" y="9347"/>
                  </a:cubicBezTo>
                  <a:cubicBezTo>
                    <a:pt x="7489" y="9347"/>
                    <a:pt x="6494" y="1"/>
                    <a:pt x="5168" y="1"/>
                  </a:cubicBez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560" name="Google Shape;497;p29"/>
            <p:cNvSpPr/>
            <p:nvPr/>
          </p:nvSpPr>
          <p:spPr>
            <a:xfrm>
              <a:off x="4226412" y="2275371"/>
              <a:ext cx="25155" cy="56667"/>
            </a:xfrm>
            <a:custGeom>
              <a:avLst/>
              <a:gdLst/>
              <a:ahLst/>
              <a:cxnLst/>
              <a:rect l="l" t="t" r="r" b="b"/>
              <a:pathLst>
                <a:path w="2240" h="5046" extrusionOk="0">
                  <a:moveTo>
                    <a:pt x="817" y="1"/>
                  </a:moveTo>
                  <a:cubicBezTo>
                    <a:pt x="679" y="1"/>
                    <a:pt x="555" y="82"/>
                    <a:pt x="525" y="223"/>
                  </a:cubicBezTo>
                  <a:cubicBezTo>
                    <a:pt x="501" y="295"/>
                    <a:pt x="1" y="2164"/>
                    <a:pt x="263" y="3760"/>
                  </a:cubicBezTo>
                  <a:lnTo>
                    <a:pt x="275" y="3855"/>
                  </a:lnTo>
                  <a:cubicBezTo>
                    <a:pt x="334" y="4081"/>
                    <a:pt x="417" y="4272"/>
                    <a:pt x="548" y="4438"/>
                  </a:cubicBezTo>
                  <a:cubicBezTo>
                    <a:pt x="644" y="4569"/>
                    <a:pt x="763" y="4664"/>
                    <a:pt x="906" y="4760"/>
                  </a:cubicBezTo>
                  <a:cubicBezTo>
                    <a:pt x="1251" y="4986"/>
                    <a:pt x="1680" y="5045"/>
                    <a:pt x="2072" y="5045"/>
                  </a:cubicBezTo>
                  <a:lnTo>
                    <a:pt x="2227" y="5045"/>
                  </a:lnTo>
                  <a:cubicBezTo>
                    <a:pt x="2239" y="4736"/>
                    <a:pt x="2239" y="4522"/>
                    <a:pt x="2239" y="4438"/>
                  </a:cubicBezTo>
                  <a:lnTo>
                    <a:pt x="2239" y="4438"/>
                  </a:lnTo>
                  <a:cubicBezTo>
                    <a:pt x="2176" y="4442"/>
                    <a:pt x="2111" y="4445"/>
                    <a:pt x="2046" y="4445"/>
                  </a:cubicBezTo>
                  <a:cubicBezTo>
                    <a:pt x="1746" y="4445"/>
                    <a:pt x="1440" y="4395"/>
                    <a:pt x="1215" y="4248"/>
                  </a:cubicBezTo>
                  <a:cubicBezTo>
                    <a:pt x="1025" y="4117"/>
                    <a:pt x="906" y="3926"/>
                    <a:pt x="858" y="3664"/>
                  </a:cubicBezTo>
                  <a:cubicBezTo>
                    <a:pt x="620" y="2200"/>
                    <a:pt x="1096" y="402"/>
                    <a:pt x="1108" y="378"/>
                  </a:cubicBezTo>
                  <a:cubicBezTo>
                    <a:pt x="1144" y="212"/>
                    <a:pt x="1049" y="57"/>
                    <a:pt x="894" y="9"/>
                  </a:cubicBezTo>
                  <a:cubicBezTo>
                    <a:pt x="868" y="4"/>
                    <a:pt x="843" y="1"/>
                    <a:pt x="817" y="1"/>
                  </a:cubicBezTo>
                  <a:close/>
                </a:path>
              </a:pathLst>
            </a:custGeom>
            <a:solidFill>
              <a:srgbClr val="5B463B"/>
            </a:solidFill>
            <a:ln>
              <a:noFill/>
            </a:ln>
          </p:spPr>
          <p:txBody>
            <a:bodyPr spcFirstLastPara="1" wrap="square" lIns="121900" tIns="121900" rIns="121900" bIns="121900" anchor="ctr" anchorCtr="0">
              <a:noAutofit/>
            </a:bodyPr>
            <a:lstStyle/>
            <a:p>
              <a:endParaRPr sz="2400"/>
            </a:p>
          </p:txBody>
        </p:sp>
        <p:sp>
          <p:nvSpPr>
            <p:cNvPr id="561" name="Google Shape;498;p29"/>
            <p:cNvSpPr/>
            <p:nvPr/>
          </p:nvSpPr>
          <p:spPr>
            <a:xfrm>
              <a:off x="4195125" y="2273776"/>
              <a:ext cx="40664" cy="59463"/>
            </a:xfrm>
            <a:custGeom>
              <a:avLst/>
              <a:gdLst/>
              <a:ahLst/>
              <a:cxnLst/>
              <a:rect l="l" t="t" r="r" b="b"/>
              <a:pathLst>
                <a:path w="3621" h="5295" extrusionOk="0">
                  <a:moveTo>
                    <a:pt x="1017" y="1"/>
                  </a:moveTo>
                  <a:cubicBezTo>
                    <a:pt x="897" y="1"/>
                    <a:pt x="785" y="78"/>
                    <a:pt x="739" y="199"/>
                  </a:cubicBezTo>
                  <a:cubicBezTo>
                    <a:pt x="703" y="270"/>
                    <a:pt x="1" y="2211"/>
                    <a:pt x="477" y="3794"/>
                  </a:cubicBezTo>
                  <a:cubicBezTo>
                    <a:pt x="751" y="4664"/>
                    <a:pt x="1156" y="5164"/>
                    <a:pt x="1703" y="5271"/>
                  </a:cubicBezTo>
                  <a:cubicBezTo>
                    <a:pt x="1787" y="5283"/>
                    <a:pt x="1858" y="5295"/>
                    <a:pt x="1941" y="5295"/>
                  </a:cubicBezTo>
                  <a:cubicBezTo>
                    <a:pt x="2739" y="5295"/>
                    <a:pt x="3430" y="4497"/>
                    <a:pt x="3513" y="4390"/>
                  </a:cubicBezTo>
                  <a:cubicBezTo>
                    <a:pt x="3620" y="4271"/>
                    <a:pt x="3596" y="4080"/>
                    <a:pt x="3465" y="3973"/>
                  </a:cubicBezTo>
                  <a:cubicBezTo>
                    <a:pt x="3412" y="3925"/>
                    <a:pt x="3344" y="3901"/>
                    <a:pt x="3275" y="3901"/>
                  </a:cubicBezTo>
                  <a:cubicBezTo>
                    <a:pt x="3192" y="3901"/>
                    <a:pt x="3108" y="3937"/>
                    <a:pt x="3049" y="4009"/>
                  </a:cubicBezTo>
                  <a:cubicBezTo>
                    <a:pt x="2872" y="4219"/>
                    <a:pt x="2366" y="4696"/>
                    <a:pt x="1923" y="4696"/>
                  </a:cubicBezTo>
                  <a:cubicBezTo>
                    <a:pt x="1889" y="4696"/>
                    <a:pt x="1855" y="4693"/>
                    <a:pt x="1822" y="4687"/>
                  </a:cubicBezTo>
                  <a:cubicBezTo>
                    <a:pt x="1429" y="4604"/>
                    <a:pt x="1191" y="4056"/>
                    <a:pt x="1060" y="3616"/>
                  </a:cubicBezTo>
                  <a:cubicBezTo>
                    <a:pt x="632" y="2235"/>
                    <a:pt x="1298" y="425"/>
                    <a:pt x="1298" y="401"/>
                  </a:cubicBezTo>
                  <a:cubicBezTo>
                    <a:pt x="1358" y="246"/>
                    <a:pt x="1287" y="80"/>
                    <a:pt x="1120" y="20"/>
                  </a:cubicBezTo>
                  <a:cubicBezTo>
                    <a:pt x="1086" y="7"/>
                    <a:pt x="1051" y="1"/>
                    <a:pt x="1017" y="1"/>
                  </a:cubicBezTo>
                  <a:close/>
                </a:path>
              </a:pathLst>
            </a:custGeom>
            <a:solidFill>
              <a:srgbClr val="5B463B"/>
            </a:solidFill>
            <a:ln>
              <a:noFill/>
            </a:ln>
          </p:spPr>
          <p:txBody>
            <a:bodyPr spcFirstLastPara="1" wrap="square" lIns="121900" tIns="121900" rIns="121900" bIns="121900" anchor="ctr" anchorCtr="0">
              <a:noAutofit/>
            </a:bodyPr>
            <a:lstStyle/>
            <a:p>
              <a:endParaRPr sz="2400"/>
            </a:p>
          </p:txBody>
        </p:sp>
        <p:sp>
          <p:nvSpPr>
            <p:cNvPr id="562" name="Google Shape;499;p29"/>
            <p:cNvSpPr/>
            <p:nvPr/>
          </p:nvSpPr>
          <p:spPr>
            <a:xfrm>
              <a:off x="4126937" y="2277482"/>
              <a:ext cx="58037" cy="36374"/>
            </a:xfrm>
            <a:custGeom>
              <a:avLst/>
              <a:gdLst/>
              <a:ahLst/>
              <a:cxnLst/>
              <a:rect l="l" t="t" r="r" b="b"/>
              <a:pathLst>
                <a:path w="5168" h="3239" extrusionOk="0">
                  <a:moveTo>
                    <a:pt x="4444" y="1"/>
                  </a:moveTo>
                  <a:cubicBezTo>
                    <a:pt x="4403" y="1"/>
                    <a:pt x="4362" y="8"/>
                    <a:pt x="4322" y="24"/>
                  </a:cubicBezTo>
                  <a:cubicBezTo>
                    <a:pt x="4168" y="95"/>
                    <a:pt x="4108" y="274"/>
                    <a:pt x="4180" y="428"/>
                  </a:cubicBezTo>
                  <a:cubicBezTo>
                    <a:pt x="4239" y="547"/>
                    <a:pt x="4703" y="1667"/>
                    <a:pt x="3513" y="2262"/>
                  </a:cubicBezTo>
                  <a:cubicBezTo>
                    <a:pt x="2915" y="2555"/>
                    <a:pt x="2258" y="2640"/>
                    <a:pt x="1702" y="2640"/>
                  </a:cubicBezTo>
                  <a:cubicBezTo>
                    <a:pt x="973" y="2640"/>
                    <a:pt x="419" y="2495"/>
                    <a:pt x="405" y="2488"/>
                  </a:cubicBezTo>
                  <a:cubicBezTo>
                    <a:pt x="383" y="2483"/>
                    <a:pt x="361" y="2481"/>
                    <a:pt x="339" y="2481"/>
                  </a:cubicBezTo>
                  <a:cubicBezTo>
                    <a:pt x="206" y="2481"/>
                    <a:pt x="77" y="2570"/>
                    <a:pt x="36" y="2702"/>
                  </a:cubicBezTo>
                  <a:cubicBezTo>
                    <a:pt x="1" y="2869"/>
                    <a:pt x="96" y="3024"/>
                    <a:pt x="251" y="3072"/>
                  </a:cubicBezTo>
                  <a:cubicBezTo>
                    <a:pt x="298" y="3083"/>
                    <a:pt x="893" y="3238"/>
                    <a:pt x="1691" y="3238"/>
                  </a:cubicBezTo>
                  <a:cubicBezTo>
                    <a:pt x="2322" y="3238"/>
                    <a:pt x="3072" y="3143"/>
                    <a:pt x="3775" y="2798"/>
                  </a:cubicBezTo>
                  <a:cubicBezTo>
                    <a:pt x="5168" y="2107"/>
                    <a:pt x="5001" y="786"/>
                    <a:pt x="4727" y="178"/>
                  </a:cubicBezTo>
                  <a:cubicBezTo>
                    <a:pt x="4674" y="63"/>
                    <a:pt x="4562" y="1"/>
                    <a:pt x="4444" y="1"/>
                  </a:cubicBezTo>
                  <a:close/>
                </a:path>
              </a:pathLst>
            </a:custGeom>
            <a:solidFill>
              <a:srgbClr val="5B463B"/>
            </a:solidFill>
            <a:ln>
              <a:noFill/>
            </a:ln>
          </p:spPr>
          <p:txBody>
            <a:bodyPr spcFirstLastPara="1" wrap="square" lIns="121900" tIns="121900" rIns="121900" bIns="121900" anchor="ctr" anchorCtr="0">
              <a:noAutofit/>
            </a:bodyPr>
            <a:lstStyle/>
            <a:p>
              <a:endParaRPr sz="2400"/>
            </a:p>
          </p:txBody>
        </p:sp>
        <p:sp>
          <p:nvSpPr>
            <p:cNvPr id="563" name="Google Shape;500;p29"/>
            <p:cNvSpPr/>
            <p:nvPr/>
          </p:nvSpPr>
          <p:spPr>
            <a:xfrm>
              <a:off x="4156213" y="2307096"/>
              <a:ext cx="36924" cy="48076"/>
            </a:xfrm>
            <a:custGeom>
              <a:avLst/>
              <a:gdLst/>
              <a:ahLst/>
              <a:cxnLst/>
              <a:rect l="l" t="t" r="r" b="b"/>
              <a:pathLst>
                <a:path w="3288" h="4281" extrusionOk="0">
                  <a:moveTo>
                    <a:pt x="343" y="0"/>
                  </a:moveTo>
                  <a:cubicBezTo>
                    <a:pt x="247" y="0"/>
                    <a:pt x="156" y="48"/>
                    <a:pt x="96" y="137"/>
                  </a:cubicBezTo>
                  <a:cubicBezTo>
                    <a:pt x="1" y="280"/>
                    <a:pt x="37" y="458"/>
                    <a:pt x="180" y="554"/>
                  </a:cubicBezTo>
                  <a:cubicBezTo>
                    <a:pt x="203" y="565"/>
                    <a:pt x="2132" y="1863"/>
                    <a:pt x="2656" y="4054"/>
                  </a:cubicBezTo>
                  <a:cubicBezTo>
                    <a:pt x="2692" y="4185"/>
                    <a:pt x="2811" y="4280"/>
                    <a:pt x="2954" y="4280"/>
                  </a:cubicBezTo>
                  <a:cubicBezTo>
                    <a:pt x="2978" y="4280"/>
                    <a:pt x="3001" y="4280"/>
                    <a:pt x="3025" y="4268"/>
                  </a:cubicBezTo>
                  <a:cubicBezTo>
                    <a:pt x="3180" y="4233"/>
                    <a:pt x="3287" y="4078"/>
                    <a:pt x="3239" y="3911"/>
                  </a:cubicBezTo>
                  <a:cubicBezTo>
                    <a:pt x="2656" y="1494"/>
                    <a:pt x="596" y="113"/>
                    <a:pt x="513" y="54"/>
                  </a:cubicBezTo>
                  <a:cubicBezTo>
                    <a:pt x="459" y="18"/>
                    <a:pt x="400" y="0"/>
                    <a:pt x="343" y="0"/>
                  </a:cubicBezTo>
                  <a:close/>
                </a:path>
              </a:pathLst>
            </a:custGeom>
            <a:solidFill>
              <a:srgbClr val="5B463B"/>
            </a:solidFill>
            <a:ln>
              <a:noFill/>
            </a:ln>
          </p:spPr>
          <p:txBody>
            <a:bodyPr spcFirstLastPara="1" wrap="square" lIns="121900" tIns="121900" rIns="121900" bIns="121900" anchor="ctr" anchorCtr="0">
              <a:noAutofit/>
            </a:bodyPr>
            <a:lstStyle/>
            <a:p>
              <a:endParaRPr sz="2400"/>
            </a:p>
          </p:txBody>
        </p:sp>
      </p:grpSp>
      <p:grpSp>
        <p:nvGrpSpPr>
          <p:cNvPr id="24" name="Google Shape;2523;p49"/>
          <p:cNvGrpSpPr/>
          <p:nvPr/>
        </p:nvGrpSpPr>
        <p:grpSpPr>
          <a:xfrm>
            <a:off x="11179921" y="2946167"/>
            <a:ext cx="309255" cy="936460"/>
            <a:chOff x="1182006" y="2669277"/>
            <a:chExt cx="741775" cy="1970614"/>
          </a:xfrm>
          <a:solidFill>
            <a:srgbClr val="000000"/>
          </a:solidFill>
        </p:grpSpPr>
        <p:sp>
          <p:nvSpPr>
            <p:cNvPr id="25" name="Google Shape;2534;p49"/>
            <p:cNvSpPr/>
            <p:nvPr/>
          </p:nvSpPr>
          <p:spPr>
            <a:xfrm>
              <a:off x="1182006" y="2669277"/>
              <a:ext cx="724653" cy="726837"/>
            </a:xfrm>
            <a:custGeom>
              <a:avLst/>
              <a:gdLst>
                <a:gd name="connsiteX0" fmla="*/ 7185 w 20585"/>
                <a:gd name="connsiteY0" fmla="*/ 0 h 22657"/>
                <a:gd name="connsiteX1" fmla="*/ 3860 w 20585"/>
                <a:gd name="connsiteY1" fmla="*/ 1220 h 22657"/>
                <a:gd name="connsiteX2" fmla="*/ 0 w 20585"/>
                <a:gd name="connsiteY2" fmla="*/ 7101 h 22657"/>
                <a:gd name="connsiteX3" fmla="*/ 4495 w 20585"/>
                <a:gd name="connsiteY3" fmla="*/ 10343 h 22657"/>
                <a:gd name="connsiteX4" fmla="*/ 5230 w 20585"/>
                <a:gd name="connsiteY4" fmla="*/ 9040 h 22657"/>
                <a:gd name="connsiteX5" fmla="*/ 5230 w 20585"/>
                <a:gd name="connsiteY5" fmla="*/ 9123 h 22657"/>
                <a:gd name="connsiteX6" fmla="*/ 5547 w 20585"/>
                <a:gd name="connsiteY6" fmla="*/ 10777 h 22657"/>
                <a:gd name="connsiteX7" fmla="*/ 4952 w 20585"/>
                <a:gd name="connsiteY7" fmla="*/ 15517 h 22657"/>
                <a:gd name="connsiteX8" fmla="*/ 3525 w 20585"/>
                <a:gd name="connsiteY8" fmla="*/ 22239 h 22657"/>
                <a:gd name="connsiteX9" fmla="*/ 17861 w 20585"/>
                <a:gd name="connsiteY9" fmla="*/ 22657 h 22657"/>
                <a:gd name="connsiteX10" fmla="*/ 16926 w 20585"/>
                <a:gd name="connsiteY10" fmla="*/ 16826 h 22657"/>
                <a:gd name="connsiteX11" fmla="*/ 14971 w 20585"/>
                <a:gd name="connsiteY11" fmla="*/ 11897 h 22657"/>
                <a:gd name="connsiteX12" fmla="*/ 14871 w 20585"/>
                <a:gd name="connsiteY12" fmla="*/ 10059 h 22657"/>
                <a:gd name="connsiteX13" fmla="*/ 15355 w 20585"/>
                <a:gd name="connsiteY13" fmla="*/ 7686 h 22657"/>
                <a:gd name="connsiteX14" fmla="*/ 16859 w 20585"/>
                <a:gd name="connsiteY14" fmla="*/ 9290 h 22657"/>
                <a:gd name="connsiteX15" fmla="*/ 20585 w 20585"/>
                <a:gd name="connsiteY15" fmla="*/ 5514 h 22657"/>
                <a:gd name="connsiteX16" fmla="*/ 16876 w 20585"/>
                <a:gd name="connsiteY16" fmla="*/ 2139 h 22657"/>
                <a:gd name="connsiteX17" fmla="*/ 13634 w 20585"/>
                <a:gd name="connsiteY17" fmla="*/ 234 h 22657"/>
                <a:gd name="connsiteX18" fmla="*/ 12765 w 20585"/>
                <a:gd name="connsiteY18" fmla="*/ 50 h 22657"/>
                <a:gd name="connsiteX19" fmla="*/ 7185 w 20585"/>
                <a:gd name="connsiteY19" fmla="*/ 0 h 22657"/>
                <a:gd name="connsiteX0" fmla="*/ 7185 w 20585"/>
                <a:gd name="connsiteY0" fmla="*/ 0 h 22657"/>
                <a:gd name="connsiteX1" fmla="*/ 3860 w 20585"/>
                <a:gd name="connsiteY1" fmla="*/ 1220 h 22657"/>
                <a:gd name="connsiteX2" fmla="*/ 0 w 20585"/>
                <a:gd name="connsiteY2" fmla="*/ 7101 h 22657"/>
                <a:gd name="connsiteX3" fmla="*/ 4495 w 20585"/>
                <a:gd name="connsiteY3" fmla="*/ 10343 h 22657"/>
                <a:gd name="connsiteX4" fmla="*/ 5230 w 20585"/>
                <a:gd name="connsiteY4" fmla="*/ 9040 h 22657"/>
                <a:gd name="connsiteX5" fmla="*/ 5230 w 20585"/>
                <a:gd name="connsiteY5" fmla="*/ 9123 h 22657"/>
                <a:gd name="connsiteX6" fmla="*/ 5218 w 20585"/>
                <a:gd name="connsiteY6" fmla="*/ 10836 h 22657"/>
                <a:gd name="connsiteX7" fmla="*/ 4952 w 20585"/>
                <a:gd name="connsiteY7" fmla="*/ 15517 h 22657"/>
                <a:gd name="connsiteX8" fmla="*/ 3525 w 20585"/>
                <a:gd name="connsiteY8" fmla="*/ 22239 h 22657"/>
                <a:gd name="connsiteX9" fmla="*/ 17861 w 20585"/>
                <a:gd name="connsiteY9" fmla="*/ 22657 h 22657"/>
                <a:gd name="connsiteX10" fmla="*/ 16926 w 20585"/>
                <a:gd name="connsiteY10" fmla="*/ 16826 h 22657"/>
                <a:gd name="connsiteX11" fmla="*/ 14971 w 20585"/>
                <a:gd name="connsiteY11" fmla="*/ 11897 h 22657"/>
                <a:gd name="connsiteX12" fmla="*/ 14871 w 20585"/>
                <a:gd name="connsiteY12" fmla="*/ 10059 h 22657"/>
                <a:gd name="connsiteX13" fmla="*/ 15355 w 20585"/>
                <a:gd name="connsiteY13" fmla="*/ 7686 h 22657"/>
                <a:gd name="connsiteX14" fmla="*/ 16859 w 20585"/>
                <a:gd name="connsiteY14" fmla="*/ 9290 h 22657"/>
                <a:gd name="connsiteX15" fmla="*/ 20585 w 20585"/>
                <a:gd name="connsiteY15" fmla="*/ 5514 h 22657"/>
                <a:gd name="connsiteX16" fmla="*/ 16876 w 20585"/>
                <a:gd name="connsiteY16" fmla="*/ 2139 h 22657"/>
                <a:gd name="connsiteX17" fmla="*/ 13634 w 20585"/>
                <a:gd name="connsiteY17" fmla="*/ 234 h 22657"/>
                <a:gd name="connsiteX18" fmla="*/ 12765 w 20585"/>
                <a:gd name="connsiteY18" fmla="*/ 50 h 22657"/>
                <a:gd name="connsiteX19" fmla="*/ 7185 w 20585"/>
                <a:gd name="connsiteY19" fmla="*/ 0 h 22657"/>
                <a:gd name="connsiteX0" fmla="*/ 7185 w 20585"/>
                <a:gd name="connsiteY0" fmla="*/ 0 h 22657"/>
                <a:gd name="connsiteX1" fmla="*/ 3860 w 20585"/>
                <a:gd name="connsiteY1" fmla="*/ 1220 h 22657"/>
                <a:gd name="connsiteX2" fmla="*/ 0 w 20585"/>
                <a:gd name="connsiteY2" fmla="*/ 7101 h 22657"/>
                <a:gd name="connsiteX3" fmla="*/ 4495 w 20585"/>
                <a:gd name="connsiteY3" fmla="*/ 10343 h 22657"/>
                <a:gd name="connsiteX4" fmla="*/ 5230 w 20585"/>
                <a:gd name="connsiteY4" fmla="*/ 9040 h 22657"/>
                <a:gd name="connsiteX5" fmla="*/ 5230 w 20585"/>
                <a:gd name="connsiteY5" fmla="*/ 9123 h 22657"/>
                <a:gd name="connsiteX6" fmla="*/ 5218 w 20585"/>
                <a:gd name="connsiteY6" fmla="*/ 10836 h 22657"/>
                <a:gd name="connsiteX7" fmla="*/ 4426 w 20585"/>
                <a:gd name="connsiteY7" fmla="*/ 15517 h 22657"/>
                <a:gd name="connsiteX8" fmla="*/ 3525 w 20585"/>
                <a:gd name="connsiteY8" fmla="*/ 22239 h 22657"/>
                <a:gd name="connsiteX9" fmla="*/ 17861 w 20585"/>
                <a:gd name="connsiteY9" fmla="*/ 22657 h 22657"/>
                <a:gd name="connsiteX10" fmla="*/ 16926 w 20585"/>
                <a:gd name="connsiteY10" fmla="*/ 16826 h 22657"/>
                <a:gd name="connsiteX11" fmla="*/ 14971 w 20585"/>
                <a:gd name="connsiteY11" fmla="*/ 11897 h 22657"/>
                <a:gd name="connsiteX12" fmla="*/ 14871 w 20585"/>
                <a:gd name="connsiteY12" fmla="*/ 10059 h 22657"/>
                <a:gd name="connsiteX13" fmla="*/ 15355 w 20585"/>
                <a:gd name="connsiteY13" fmla="*/ 7686 h 22657"/>
                <a:gd name="connsiteX14" fmla="*/ 16859 w 20585"/>
                <a:gd name="connsiteY14" fmla="*/ 9290 h 22657"/>
                <a:gd name="connsiteX15" fmla="*/ 20585 w 20585"/>
                <a:gd name="connsiteY15" fmla="*/ 5514 h 22657"/>
                <a:gd name="connsiteX16" fmla="*/ 16876 w 20585"/>
                <a:gd name="connsiteY16" fmla="*/ 2139 h 22657"/>
                <a:gd name="connsiteX17" fmla="*/ 13634 w 20585"/>
                <a:gd name="connsiteY17" fmla="*/ 234 h 22657"/>
                <a:gd name="connsiteX18" fmla="*/ 12765 w 20585"/>
                <a:gd name="connsiteY18" fmla="*/ 50 h 22657"/>
                <a:gd name="connsiteX19" fmla="*/ 7185 w 20585"/>
                <a:gd name="connsiteY19" fmla="*/ 0 h 22657"/>
                <a:gd name="connsiteX0" fmla="*/ 7185 w 20585"/>
                <a:gd name="connsiteY0" fmla="*/ 0 h 22657"/>
                <a:gd name="connsiteX1" fmla="*/ 3860 w 20585"/>
                <a:gd name="connsiteY1" fmla="*/ 1220 h 22657"/>
                <a:gd name="connsiteX2" fmla="*/ 0 w 20585"/>
                <a:gd name="connsiteY2" fmla="*/ 7101 h 22657"/>
                <a:gd name="connsiteX3" fmla="*/ 4495 w 20585"/>
                <a:gd name="connsiteY3" fmla="*/ 10343 h 22657"/>
                <a:gd name="connsiteX4" fmla="*/ 5230 w 20585"/>
                <a:gd name="connsiteY4" fmla="*/ 9040 h 22657"/>
                <a:gd name="connsiteX5" fmla="*/ 5230 w 20585"/>
                <a:gd name="connsiteY5" fmla="*/ 9123 h 22657"/>
                <a:gd name="connsiteX6" fmla="*/ 5218 w 20585"/>
                <a:gd name="connsiteY6" fmla="*/ 10836 h 22657"/>
                <a:gd name="connsiteX7" fmla="*/ 4426 w 20585"/>
                <a:gd name="connsiteY7" fmla="*/ 15517 h 22657"/>
                <a:gd name="connsiteX8" fmla="*/ 3525 w 20585"/>
                <a:gd name="connsiteY8" fmla="*/ 22239 h 22657"/>
                <a:gd name="connsiteX9" fmla="*/ 17861 w 20585"/>
                <a:gd name="connsiteY9" fmla="*/ 22657 h 22657"/>
                <a:gd name="connsiteX10" fmla="*/ 16926 w 20585"/>
                <a:gd name="connsiteY10" fmla="*/ 16826 h 22657"/>
                <a:gd name="connsiteX11" fmla="*/ 14971 w 20585"/>
                <a:gd name="connsiteY11" fmla="*/ 11897 h 22657"/>
                <a:gd name="connsiteX12" fmla="*/ 14871 w 20585"/>
                <a:gd name="connsiteY12" fmla="*/ 10059 h 22657"/>
                <a:gd name="connsiteX13" fmla="*/ 15684 w 20585"/>
                <a:gd name="connsiteY13" fmla="*/ 8278 h 22657"/>
                <a:gd name="connsiteX14" fmla="*/ 16859 w 20585"/>
                <a:gd name="connsiteY14" fmla="*/ 9290 h 22657"/>
                <a:gd name="connsiteX15" fmla="*/ 20585 w 20585"/>
                <a:gd name="connsiteY15" fmla="*/ 5514 h 22657"/>
                <a:gd name="connsiteX16" fmla="*/ 16876 w 20585"/>
                <a:gd name="connsiteY16" fmla="*/ 2139 h 22657"/>
                <a:gd name="connsiteX17" fmla="*/ 13634 w 20585"/>
                <a:gd name="connsiteY17" fmla="*/ 234 h 22657"/>
                <a:gd name="connsiteX18" fmla="*/ 12765 w 20585"/>
                <a:gd name="connsiteY18" fmla="*/ 50 h 22657"/>
                <a:gd name="connsiteX19" fmla="*/ 7185 w 20585"/>
                <a:gd name="connsiteY19" fmla="*/ 0 h 2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85" h="22657" extrusionOk="0">
                  <a:moveTo>
                    <a:pt x="7185" y="0"/>
                  </a:moveTo>
                  <a:cubicBezTo>
                    <a:pt x="5965" y="17"/>
                    <a:pt x="4795" y="451"/>
                    <a:pt x="3860" y="1220"/>
                  </a:cubicBezTo>
                  <a:cubicBezTo>
                    <a:pt x="3592" y="1437"/>
                    <a:pt x="1454" y="4278"/>
                    <a:pt x="0" y="7101"/>
                  </a:cubicBezTo>
                  <a:lnTo>
                    <a:pt x="4495" y="10343"/>
                  </a:lnTo>
                  <a:lnTo>
                    <a:pt x="5230" y="9040"/>
                  </a:lnTo>
                  <a:lnTo>
                    <a:pt x="5230" y="9123"/>
                  </a:lnTo>
                  <a:cubicBezTo>
                    <a:pt x="5297" y="9574"/>
                    <a:pt x="5118" y="10385"/>
                    <a:pt x="5218" y="10836"/>
                  </a:cubicBezTo>
                  <a:cubicBezTo>
                    <a:pt x="5569" y="12273"/>
                    <a:pt x="4708" y="13617"/>
                    <a:pt x="4426" y="15517"/>
                  </a:cubicBezTo>
                  <a:cubicBezTo>
                    <a:pt x="4144" y="17417"/>
                    <a:pt x="3525" y="22239"/>
                    <a:pt x="3525" y="22239"/>
                  </a:cubicBezTo>
                  <a:lnTo>
                    <a:pt x="17861" y="22657"/>
                  </a:lnTo>
                  <a:cubicBezTo>
                    <a:pt x="18045" y="20669"/>
                    <a:pt x="17728" y="18664"/>
                    <a:pt x="16926" y="16826"/>
                  </a:cubicBezTo>
                  <a:cubicBezTo>
                    <a:pt x="16926" y="16826"/>
                    <a:pt x="14954" y="11980"/>
                    <a:pt x="14971" y="11897"/>
                  </a:cubicBezTo>
                  <a:cubicBezTo>
                    <a:pt x="14938" y="11284"/>
                    <a:pt x="14904" y="10672"/>
                    <a:pt x="14871" y="10059"/>
                  </a:cubicBezTo>
                  <a:cubicBezTo>
                    <a:pt x="15032" y="9268"/>
                    <a:pt x="15523" y="9069"/>
                    <a:pt x="15684" y="8278"/>
                  </a:cubicBezTo>
                  <a:lnTo>
                    <a:pt x="16859" y="9290"/>
                  </a:lnTo>
                  <a:lnTo>
                    <a:pt x="20585" y="5514"/>
                  </a:lnTo>
                  <a:cubicBezTo>
                    <a:pt x="19265" y="4545"/>
                    <a:pt x="18012" y="3225"/>
                    <a:pt x="16876" y="2139"/>
                  </a:cubicBezTo>
                  <a:cubicBezTo>
                    <a:pt x="15539" y="852"/>
                    <a:pt x="14319" y="284"/>
                    <a:pt x="13634" y="234"/>
                  </a:cubicBezTo>
                  <a:cubicBezTo>
                    <a:pt x="13367" y="134"/>
                    <a:pt x="13066" y="84"/>
                    <a:pt x="12765" y="50"/>
                  </a:cubicBezTo>
                  <a:lnTo>
                    <a:pt x="7185" y="0"/>
                  </a:lnTo>
                  <a:close/>
                </a:path>
              </a:pathLst>
            </a:custGeom>
            <a:grpFill/>
            <a:ln>
              <a:noFill/>
            </a:ln>
          </p:spPr>
          <p:txBody>
            <a:bodyPr spcFirstLastPara="1" wrap="square" lIns="121900" tIns="121900" rIns="121900" bIns="121900" anchor="ctr" anchorCtr="0">
              <a:noAutofit/>
            </a:bodyPr>
            <a:lstStyle/>
            <a:p>
              <a:endParaRPr sz="2400"/>
            </a:p>
          </p:txBody>
        </p:sp>
        <p:sp>
          <p:nvSpPr>
            <p:cNvPr id="26" name="Google Shape;2535;p49"/>
            <p:cNvSpPr/>
            <p:nvPr/>
          </p:nvSpPr>
          <p:spPr>
            <a:xfrm>
              <a:off x="1226393" y="2679547"/>
              <a:ext cx="222475" cy="191903"/>
            </a:xfrm>
            <a:custGeom>
              <a:avLst/>
              <a:gdLst/>
              <a:ahLst/>
              <a:cxnLst/>
              <a:rect l="l" t="t" r="r" b="b"/>
              <a:pathLst>
                <a:path w="6935" h="5982" extrusionOk="0">
                  <a:moveTo>
                    <a:pt x="6132" y="0"/>
                  </a:moveTo>
                  <a:cubicBezTo>
                    <a:pt x="6132" y="17"/>
                    <a:pt x="6233" y="134"/>
                    <a:pt x="6400" y="368"/>
                  </a:cubicBezTo>
                  <a:cubicBezTo>
                    <a:pt x="6617" y="719"/>
                    <a:pt x="6750" y="1103"/>
                    <a:pt x="6801" y="1521"/>
                  </a:cubicBezTo>
                  <a:cubicBezTo>
                    <a:pt x="6834" y="1788"/>
                    <a:pt x="6801" y="2072"/>
                    <a:pt x="6717" y="2340"/>
                  </a:cubicBezTo>
                  <a:cubicBezTo>
                    <a:pt x="6634" y="2640"/>
                    <a:pt x="6466" y="2924"/>
                    <a:pt x="6249" y="3142"/>
                  </a:cubicBezTo>
                  <a:cubicBezTo>
                    <a:pt x="5999" y="3409"/>
                    <a:pt x="5698" y="3576"/>
                    <a:pt x="5347" y="3643"/>
                  </a:cubicBezTo>
                  <a:cubicBezTo>
                    <a:pt x="5204" y="3677"/>
                    <a:pt x="5052" y="3683"/>
                    <a:pt x="4895" y="3683"/>
                  </a:cubicBezTo>
                  <a:cubicBezTo>
                    <a:pt x="4805" y="3683"/>
                    <a:pt x="4713" y="3681"/>
                    <a:pt x="4620" y="3681"/>
                  </a:cubicBezTo>
                  <a:cubicBezTo>
                    <a:pt x="4480" y="3681"/>
                    <a:pt x="4337" y="3686"/>
                    <a:pt x="4194" y="3710"/>
                  </a:cubicBezTo>
                  <a:cubicBezTo>
                    <a:pt x="3977" y="3726"/>
                    <a:pt x="3776" y="3827"/>
                    <a:pt x="3626" y="3960"/>
                  </a:cubicBezTo>
                  <a:cubicBezTo>
                    <a:pt x="3476" y="4094"/>
                    <a:pt x="3342" y="4244"/>
                    <a:pt x="3258" y="4428"/>
                  </a:cubicBezTo>
                  <a:cubicBezTo>
                    <a:pt x="3075" y="4779"/>
                    <a:pt x="2974" y="5130"/>
                    <a:pt x="2791" y="5397"/>
                  </a:cubicBezTo>
                  <a:cubicBezTo>
                    <a:pt x="2707" y="5548"/>
                    <a:pt x="2590" y="5664"/>
                    <a:pt x="2473" y="5748"/>
                  </a:cubicBezTo>
                  <a:cubicBezTo>
                    <a:pt x="2339" y="5815"/>
                    <a:pt x="2189" y="5865"/>
                    <a:pt x="2039" y="5865"/>
                  </a:cubicBezTo>
                  <a:cubicBezTo>
                    <a:pt x="1771" y="5848"/>
                    <a:pt x="1487" y="5781"/>
                    <a:pt x="1253" y="5648"/>
                  </a:cubicBezTo>
                  <a:cubicBezTo>
                    <a:pt x="886" y="5464"/>
                    <a:pt x="552" y="5213"/>
                    <a:pt x="284" y="4913"/>
                  </a:cubicBezTo>
                  <a:cubicBezTo>
                    <a:pt x="94" y="4706"/>
                    <a:pt x="9" y="4560"/>
                    <a:pt x="1" y="4560"/>
                  </a:cubicBezTo>
                  <a:cubicBezTo>
                    <a:pt x="0" y="4560"/>
                    <a:pt x="0" y="4561"/>
                    <a:pt x="0" y="4562"/>
                  </a:cubicBezTo>
                  <a:cubicBezTo>
                    <a:pt x="0" y="4595"/>
                    <a:pt x="17" y="4629"/>
                    <a:pt x="50" y="4662"/>
                  </a:cubicBezTo>
                  <a:cubicBezTo>
                    <a:pt x="100" y="4762"/>
                    <a:pt x="167" y="4862"/>
                    <a:pt x="234" y="4946"/>
                  </a:cubicBezTo>
                  <a:cubicBezTo>
                    <a:pt x="501" y="5263"/>
                    <a:pt x="836" y="5531"/>
                    <a:pt x="1203" y="5731"/>
                  </a:cubicBezTo>
                  <a:cubicBezTo>
                    <a:pt x="1454" y="5882"/>
                    <a:pt x="1755" y="5965"/>
                    <a:pt x="2039" y="5982"/>
                  </a:cubicBezTo>
                  <a:cubicBezTo>
                    <a:pt x="2206" y="5982"/>
                    <a:pt x="2373" y="5932"/>
                    <a:pt x="2523" y="5848"/>
                  </a:cubicBezTo>
                  <a:cubicBezTo>
                    <a:pt x="2674" y="5765"/>
                    <a:pt x="2807" y="5631"/>
                    <a:pt x="2908" y="5481"/>
                  </a:cubicBezTo>
                  <a:cubicBezTo>
                    <a:pt x="3108" y="5180"/>
                    <a:pt x="3208" y="4829"/>
                    <a:pt x="3375" y="4495"/>
                  </a:cubicBezTo>
                  <a:cubicBezTo>
                    <a:pt x="3459" y="4328"/>
                    <a:pt x="3576" y="4177"/>
                    <a:pt x="3710" y="4060"/>
                  </a:cubicBezTo>
                  <a:cubicBezTo>
                    <a:pt x="3860" y="3944"/>
                    <a:pt x="4027" y="3877"/>
                    <a:pt x="4211" y="3843"/>
                  </a:cubicBezTo>
                  <a:cubicBezTo>
                    <a:pt x="4355" y="3824"/>
                    <a:pt x="4499" y="3822"/>
                    <a:pt x="4644" y="3822"/>
                  </a:cubicBezTo>
                  <a:cubicBezTo>
                    <a:pt x="4692" y="3822"/>
                    <a:pt x="4741" y="3822"/>
                    <a:pt x="4789" y="3822"/>
                  </a:cubicBezTo>
                  <a:cubicBezTo>
                    <a:pt x="4984" y="3822"/>
                    <a:pt x="5180" y="3818"/>
                    <a:pt x="5380" y="3776"/>
                  </a:cubicBezTo>
                  <a:cubicBezTo>
                    <a:pt x="5748" y="3710"/>
                    <a:pt x="6082" y="3509"/>
                    <a:pt x="6349" y="3242"/>
                  </a:cubicBezTo>
                  <a:cubicBezTo>
                    <a:pt x="6583" y="2991"/>
                    <a:pt x="6750" y="2690"/>
                    <a:pt x="6834" y="2373"/>
                  </a:cubicBezTo>
                  <a:cubicBezTo>
                    <a:pt x="6918" y="2089"/>
                    <a:pt x="6934" y="1788"/>
                    <a:pt x="6901" y="1504"/>
                  </a:cubicBezTo>
                  <a:cubicBezTo>
                    <a:pt x="6834" y="1086"/>
                    <a:pt x="6684" y="685"/>
                    <a:pt x="6433" y="351"/>
                  </a:cubicBezTo>
                  <a:cubicBezTo>
                    <a:pt x="6383" y="251"/>
                    <a:pt x="6299" y="167"/>
                    <a:pt x="6233" y="84"/>
                  </a:cubicBezTo>
                  <a:cubicBezTo>
                    <a:pt x="6166" y="17"/>
                    <a:pt x="6149" y="0"/>
                    <a:pt x="6132" y="0"/>
                  </a:cubicBezTo>
                  <a:close/>
                </a:path>
              </a:pathLst>
            </a:custGeom>
            <a:grpFill/>
            <a:ln>
              <a:noFill/>
            </a:ln>
          </p:spPr>
          <p:txBody>
            <a:bodyPr spcFirstLastPara="1" wrap="square" lIns="121900" tIns="121900" rIns="121900" bIns="121900" anchor="ctr" anchorCtr="0">
              <a:noAutofit/>
            </a:bodyPr>
            <a:lstStyle/>
            <a:p>
              <a:endParaRPr sz="2400"/>
            </a:p>
          </p:txBody>
        </p:sp>
        <p:sp>
          <p:nvSpPr>
            <p:cNvPr id="27" name="Google Shape;2536;p49"/>
            <p:cNvSpPr/>
            <p:nvPr/>
          </p:nvSpPr>
          <p:spPr>
            <a:xfrm>
              <a:off x="1412393" y="2877865"/>
              <a:ext cx="69164" cy="68298"/>
            </a:xfrm>
            <a:custGeom>
              <a:avLst/>
              <a:gdLst/>
              <a:ahLst/>
              <a:cxnLst/>
              <a:rect l="l" t="t" r="r" b="b"/>
              <a:pathLst>
                <a:path w="2156" h="2129" extrusionOk="0">
                  <a:moveTo>
                    <a:pt x="1069" y="0"/>
                  </a:moveTo>
                  <a:cubicBezTo>
                    <a:pt x="986" y="0"/>
                    <a:pt x="902" y="17"/>
                    <a:pt x="819" y="67"/>
                  </a:cubicBezTo>
                  <a:cubicBezTo>
                    <a:pt x="819" y="67"/>
                    <a:pt x="863" y="60"/>
                    <a:pt x="938" y="60"/>
                  </a:cubicBezTo>
                  <a:cubicBezTo>
                    <a:pt x="975" y="60"/>
                    <a:pt x="1019" y="62"/>
                    <a:pt x="1069" y="67"/>
                  </a:cubicBezTo>
                  <a:cubicBezTo>
                    <a:pt x="1287" y="84"/>
                    <a:pt x="1487" y="168"/>
                    <a:pt x="1654" y="301"/>
                  </a:cubicBezTo>
                  <a:cubicBezTo>
                    <a:pt x="1905" y="502"/>
                    <a:pt x="2039" y="819"/>
                    <a:pt x="2005" y="1137"/>
                  </a:cubicBezTo>
                  <a:cubicBezTo>
                    <a:pt x="1954" y="1667"/>
                    <a:pt x="1512" y="1979"/>
                    <a:pt x="1064" y="1979"/>
                  </a:cubicBezTo>
                  <a:cubicBezTo>
                    <a:pt x="778" y="1979"/>
                    <a:pt x="490" y="1851"/>
                    <a:pt x="301" y="1571"/>
                  </a:cubicBezTo>
                  <a:cubicBezTo>
                    <a:pt x="100" y="1320"/>
                    <a:pt x="67" y="970"/>
                    <a:pt x="201" y="685"/>
                  </a:cubicBezTo>
                  <a:cubicBezTo>
                    <a:pt x="267" y="485"/>
                    <a:pt x="418" y="301"/>
                    <a:pt x="602" y="184"/>
                  </a:cubicBezTo>
                  <a:cubicBezTo>
                    <a:pt x="719" y="101"/>
                    <a:pt x="802" y="84"/>
                    <a:pt x="802" y="67"/>
                  </a:cubicBezTo>
                  <a:cubicBezTo>
                    <a:pt x="719" y="67"/>
                    <a:pt x="635" y="101"/>
                    <a:pt x="568" y="134"/>
                  </a:cubicBezTo>
                  <a:cubicBezTo>
                    <a:pt x="368" y="251"/>
                    <a:pt x="201" y="435"/>
                    <a:pt x="100" y="635"/>
                  </a:cubicBezTo>
                  <a:cubicBezTo>
                    <a:pt x="34" y="786"/>
                    <a:pt x="0" y="953"/>
                    <a:pt x="0" y="1120"/>
                  </a:cubicBezTo>
                  <a:cubicBezTo>
                    <a:pt x="17" y="1304"/>
                    <a:pt x="84" y="1487"/>
                    <a:pt x="184" y="1655"/>
                  </a:cubicBezTo>
                  <a:cubicBezTo>
                    <a:pt x="405" y="1980"/>
                    <a:pt x="738" y="2128"/>
                    <a:pt x="1066" y="2128"/>
                  </a:cubicBezTo>
                  <a:cubicBezTo>
                    <a:pt x="1580" y="2128"/>
                    <a:pt x="2081" y="1765"/>
                    <a:pt x="2122" y="1153"/>
                  </a:cubicBezTo>
                  <a:cubicBezTo>
                    <a:pt x="2155" y="953"/>
                    <a:pt x="2122" y="769"/>
                    <a:pt x="2039" y="585"/>
                  </a:cubicBezTo>
                  <a:cubicBezTo>
                    <a:pt x="1955" y="452"/>
                    <a:pt x="1855" y="318"/>
                    <a:pt x="1721" y="218"/>
                  </a:cubicBezTo>
                  <a:cubicBezTo>
                    <a:pt x="1537" y="84"/>
                    <a:pt x="1303" y="0"/>
                    <a:pt x="1069" y="0"/>
                  </a:cubicBezTo>
                  <a:close/>
                </a:path>
              </a:pathLst>
            </a:custGeom>
            <a:grpFill/>
            <a:ln>
              <a:noFill/>
            </a:ln>
          </p:spPr>
          <p:txBody>
            <a:bodyPr spcFirstLastPara="1" wrap="square" lIns="121900" tIns="121900" rIns="121900" bIns="121900" anchor="ctr" anchorCtr="0">
              <a:noAutofit/>
            </a:bodyPr>
            <a:lstStyle/>
            <a:p>
              <a:endParaRPr sz="2400"/>
            </a:p>
          </p:txBody>
        </p:sp>
        <p:sp>
          <p:nvSpPr>
            <p:cNvPr id="28" name="Google Shape;2537;p49"/>
            <p:cNvSpPr/>
            <p:nvPr/>
          </p:nvSpPr>
          <p:spPr>
            <a:xfrm>
              <a:off x="1525475" y="2681696"/>
              <a:ext cx="237488" cy="133036"/>
            </a:xfrm>
            <a:custGeom>
              <a:avLst/>
              <a:gdLst/>
              <a:ahLst/>
              <a:cxnLst/>
              <a:rect l="l" t="t" r="r" b="b"/>
              <a:pathLst>
                <a:path w="7403" h="4147" extrusionOk="0">
                  <a:moveTo>
                    <a:pt x="318" y="0"/>
                  </a:moveTo>
                  <a:cubicBezTo>
                    <a:pt x="318" y="0"/>
                    <a:pt x="301" y="34"/>
                    <a:pt x="251" y="84"/>
                  </a:cubicBezTo>
                  <a:cubicBezTo>
                    <a:pt x="201" y="167"/>
                    <a:pt x="168" y="251"/>
                    <a:pt x="134" y="351"/>
                  </a:cubicBezTo>
                  <a:cubicBezTo>
                    <a:pt x="1" y="702"/>
                    <a:pt x="1" y="1069"/>
                    <a:pt x="134" y="1420"/>
                  </a:cubicBezTo>
                  <a:cubicBezTo>
                    <a:pt x="335" y="1938"/>
                    <a:pt x="803" y="2306"/>
                    <a:pt x="1354" y="2406"/>
                  </a:cubicBezTo>
                  <a:cubicBezTo>
                    <a:pt x="1433" y="2410"/>
                    <a:pt x="1513" y="2412"/>
                    <a:pt x="1592" y="2412"/>
                  </a:cubicBezTo>
                  <a:cubicBezTo>
                    <a:pt x="1829" y="2412"/>
                    <a:pt x="2064" y="2394"/>
                    <a:pt x="2290" y="2356"/>
                  </a:cubicBezTo>
                  <a:cubicBezTo>
                    <a:pt x="2343" y="2344"/>
                    <a:pt x="2398" y="2339"/>
                    <a:pt x="2454" y="2339"/>
                  </a:cubicBezTo>
                  <a:cubicBezTo>
                    <a:pt x="2556" y="2339"/>
                    <a:pt x="2660" y="2357"/>
                    <a:pt x="2758" y="2389"/>
                  </a:cubicBezTo>
                  <a:cubicBezTo>
                    <a:pt x="2891" y="2456"/>
                    <a:pt x="3025" y="2557"/>
                    <a:pt x="3125" y="2674"/>
                  </a:cubicBezTo>
                  <a:cubicBezTo>
                    <a:pt x="3326" y="2924"/>
                    <a:pt x="3459" y="3242"/>
                    <a:pt x="3676" y="3509"/>
                  </a:cubicBezTo>
                  <a:cubicBezTo>
                    <a:pt x="3894" y="3743"/>
                    <a:pt x="4161" y="3927"/>
                    <a:pt x="4478" y="4027"/>
                  </a:cubicBezTo>
                  <a:cubicBezTo>
                    <a:pt x="4731" y="4108"/>
                    <a:pt x="4991" y="4146"/>
                    <a:pt x="5251" y="4146"/>
                  </a:cubicBezTo>
                  <a:cubicBezTo>
                    <a:pt x="5525" y="4146"/>
                    <a:pt x="5800" y="4104"/>
                    <a:pt x="6066" y="4027"/>
                  </a:cubicBezTo>
                  <a:cubicBezTo>
                    <a:pt x="6400" y="3927"/>
                    <a:pt x="6734" y="3793"/>
                    <a:pt x="7052" y="3626"/>
                  </a:cubicBezTo>
                  <a:cubicBezTo>
                    <a:pt x="7169" y="3576"/>
                    <a:pt x="7286" y="3509"/>
                    <a:pt x="7402" y="3425"/>
                  </a:cubicBezTo>
                  <a:lnTo>
                    <a:pt x="7402" y="3425"/>
                  </a:lnTo>
                  <a:cubicBezTo>
                    <a:pt x="7269" y="3476"/>
                    <a:pt x="7152" y="3509"/>
                    <a:pt x="7035" y="3576"/>
                  </a:cubicBezTo>
                  <a:cubicBezTo>
                    <a:pt x="6717" y="3709"/>
                    <a:pt x="6383" y="3826"/>
                    <a:pt x="6032" y="3927"/>
                  </a:cubicBezTo>
                  <a:cubicBezTo>
                    <a:pt x="5804" y="3998"/>
                    <a:pt x="5563" y="4031"/>
                    <a:pt x="5321" y="4031"/>
                  </a:cubicBezTo>
                  <a:cubicBezTo>
                    <a:pt x="5050" y="4031"/>
                    <a:pt x="4776" y="3989"/>
                    <a:pt x="4512" y="3910"/>
                  </a:cubicBezTo>
                  <a:cubicBezTo>
                    <a:pt x="4228" y="3810"/>
                    <a:pt x="3977" y="3643"/>
                    <a:pt x="3793" y="3409"/>
                  </a:cubicBezTo>
                  <a:cubicBezTo>
                    <a:pt x="3593" y="3175"/>
                    <a:pt x="3459" y="2857"/>
                    <a:pt x="3225" y="2590"/>
                  </a:cubicBezTo>
                  <a:cubicBezTo>
                    <a:pt x="3125" y="2440"/>
                    <a:pt x="2975" y="2323"/>
                    <a:pt x="2808" y="2256"/>
                  </a:cubicBezTo>
                  <a:cubicBezTo>
                    <a:pt x="2682" y="2218"/>
                    <a:pt x="2548" y="2199"/>
                    <a:pt x="2418" y="2199"/>
                  </a:cubicBezTo>
                  <a:cubicBezTo>
                    <a:pt x="2374" y="2199"/>
                    <a:pt x="2331" y="2201"/>
                    <a:pt x="2290" y="2206"/>
                  </a:cubicBezTo>
                  <a:cubicBezTo>
                    <a:pt x="2060" y="2257"/>
                    <a:pt x="1820" y="2279"/>
                    <a:pt x="1586" y="2279"/>
                  </a:cubicBezTo>
                  <a:cubicBezTo>
                    <a:pt x="1514" y="2279"/>
                    <a:pt x="1442" y="2276"/>
                    <a:pt x="1371" y="2273"/>
                  </a:cubicBezTo>
                  <a:cubicBezTo>
                    <a:pt x="869" y="2189"/>
                    <a:pt x="435" y="1855"/>
                    <a:pt x="235" y="1387"/>
                  </a:cubicBezTo>
                  <a:cubicBezTo>
                    <a:pt x="101" y="1053"/>
                    <a:pt x="84" y="702"/>
                    <a:pt x="184" y="368"/>
                  </a:cubicBezTo>
                  <a:cubicBezTo>
                    <a:pt x="251" y="134"/>
                    <a:pt x="335" y="17"/>
                    <a:pt x="318" y="0"/>
                  </a:cubicBezTo>
                  <a:close/>
                </a:path>
              </a:pathLst>
            </a:custGeom>
            <a:grpFill/>
            <a:ln>
              <a:noFill/>
            </a:ln>
          </p:spPr>
          <p:txBody>
            <a:bodyPr spcFirstLastPara="1" wrap="square" lIns="121900" tIns="121900" rIns="121900" bIns="121900" anchor="ctr" anchorCtr="0">
              <a:noAutofit/>
            </a:bodyPr>
            <a:lstStyle/>
            <a:p>
              <a:endParaRPr sz="2400"/>
            </a:p>
          </p:txBody>
        </p:sp>
        <p:sp>
          <p:nvSpPr>
            <p:cNvPr id="29" name="Google Shape;2538;p49"/>
            <p:cNvSpPr/>
            <p:nvPr/>
          </p:nvSpPr>
          <p:spPr>
            <a:xfrm>
              <a:off x="1502955" y="2888323"/>
              <a:ext cx="196233" cy="283876"/>
            </a:xfrm>
            <a:custGeom>
              <a:avLst/>
              <a:gdLst/>
              <a:ahLst/>
              <a:cxnLst/>
              <a:rect l="l" t="t" r="r" b="b"/>
              <a:pathLst>
                <a:path w="6117" h="8849" extrusionOk="0">
                  <a:moveTo>
                    <a:pt x="3385" y="0"/>
                  </a:moveTo>
                  <a:cubicBezTo>
                    <a:pt x="3326" y="0"/>
                    <a:pt x="3267" y="3"/>
                    <a:pt x="3209" y="9"/>
                  </a:cubicBezTo>
                  <a:cubicBezTo>
                    <a:pt x="2774" y="59"/>
                    <a:pt x="2373" y="293"/>
                    <a:pt x="2123" y="644"/>
                  </a:cubicBezTo>
                  <a:cubicBezTo>
                    <a:pt x="1989" y="861"/>
                    <a:pt x="1922" y="1095"/>
                    <a:pt x="1922" y="1345"/>
                  </a:cubicBezTo>
                  <a:cubicBezTo>
                    <a:pt x="1939" y="1596"/>
                    <a:pt x="1956" y="1847"/>
                    <a:pt x="1989" y="2097"/>
                  </a:cubicBezTo>
                  <a:cubicBezTo>
                    <a:pt x="2039" y="2331"/>
                    <a:pt x="2023" y="2598"/>
                    <a:pt x="1956" y="2832"/>
                  </a:cubicBezTo>
                  <a:cubicBezTo>
                    <a:pt x="1855" y="3066"/>
                    <a:pt x="1705" y="3283"/>
                    <a:pt x="1488" y="3451"/>
                  </a:cubicBezTo>
                  <a:cubicBezTo>
                    <a:pt x="1287" y="3618"/>
                    <a:pt x="1053" y="3768"/>
                    <a:pt x="820" y="3935"/>
                  </a:cubicBezTo>
                  <a:cubicBezTo>
                    <a:pt x="569" y="4119"/>
                    <a:pt x="368" y="4353"/>
                    <a:pt x="235" y="4620"/>
                  </a:cubicBezTo>
                  <a:cubicBezTo>
                    <a:pt x="1" y="5188"/>
                    <a:pt x="151" y="5840"/>
                    <a:pt x="602" y="6258"/>
                  </a:cubicBezTo>
                  <a:cubicBezTo>
                    <a:pt x="836" y="6441"/>
                    <a:pt x="1087" y="6542"/>
                    <a:pt x="1371" y="6592"/>
                  </a:cubicBezTo>
                  <a:cubicBezTo>
                    <a:pt x="1622" y="6608"/>
                    <a:pt x="1872" y="6692"/>
                    <a:pt x="2089" y="6792"/>
                  </a:cubicBezTo>
                  <a:cubicBezTo>
                    <a:pt x="2524" y="7060"/>
                    <a:pt x="2708" y="7527"/>
                    <a:pt x="2958" y="7895"/>
                  </a:cubicBezTo>
                  <a:cubicBezTo>
                    <a:pt x="3175" y="8279"/>
                    <a:pt x="3510" y="8563"/>
                    <a:pt x="3911" y="8730"/>
                  </a:cubicBezTo>
                  <a:cubicBezTo>
                    <a:pt x="4130" y="8807"/>
                    <a:pt x="4364" y="8848"/>
                    <a:pt x="4593" y="8848"/>
                  </a:cubicBezTo>
                  <a:cubicBezTo>
                    <a:pt x="4713" y="8848"/>
                    <a:pt x="4832" y="8837"/>
                    <a:pt x="4947" y="8814"/>
                  </a:cubicBezTo>
                  <a:cubicBezTo>
                    <a:pt x="5214" y="8747"/>
                    <a:pt x="5465" y="8630"/>
                    <a:pt x="5665" y="8480"/>
                  </a:cubicBezTo>
                  <a:cubicBezTo>
                    <a:pt x="5799" y="8380"/>
                    <a:pt x="5916" y="8263"/>
                    <a:pt x="6016" y="8129"/>
                  </a:cubicBezTo>
                  <a:cubicBezTo>
                    <a:pt x="6049" y="8096"/>
                    <a:pt x="6066" y="8062"/>
                    <a:pt x="6099" y="8012"/>
                  </a:cubicBezTo>
                  <a:cubicBezTo>
                    <a:pt x="6116" y="7995"/>
                    <a:pt x="6116" y="7979"/>
                    <a:pt x="6116" y="7979"/>
                  </a:cubicBezTo>
                  <a:lnTo>
                    <a:pt x="6116" y="7979"/>
                  </a:lnTo>
                  <a:cubicBezTo>
                    <a:pt x="5983" y="8146"/>
                    <a:pt x="5815" y="8296"/>
                    <a:pt x="5632" y="8430"/>
                  </a:cubicBezTo>
                  <a:cubicBezTo>
                    <a:pt x="5431" y="8580"/>
                    <a:pt x="5197" y="8680"/>
                    <a:pt x="4947" y="8730"/>
                  </a:cubicBezTo>
                  <a:cubicBezTo>
                    <a:pt x="4835" y="8753"/>
                    <a:pt x="4722" y="8764"/>
                    <a:pt x="4609" y="8764"/>
                  </a:cubicBezTo>
                  <a:cubicBezTo>
                    <a:pt x="4382" y="8764"/>
                    <a:pt x="4156" y="8719"/>
                    <a:pt x="3944" y="8630"/>
                  </a:cubicBezTo>
                  <a:cubicBezTo>
                    <a:pt x="3576" y="8480"/>
                    <a:pt x="3259" y="8196"/>
                    <a:pt x="3042" y="7845"/>
                  </a:cubicBezTo>
                  <a:cubicBezTo>
                    <a:pt x="2925" y="7644"/>
                    <a:pt x="2825" y="7444"/>
                    <a:pt x="2691" y="7243"/>
                  </a:cubicBezTo>
                  <a:cubicBezTo>
                    <a:pt x="2557" y="7009"/>
                    <a:pt x="2373" y="6826"/>
                    <a:pt x="2156" y="6692"/>
                  </a:cubicBezTo>
                  <a:cubicBezTo>
                    <a:pt x="1688" y="6408"/>
                    <a:pt x="1087" y="6525"/>
                    <a:pt x="703" y="6157"/>
                  </a:cubicBezTo>
                  <a:cubicBezTo>
                    <a:pt x="285" y="5773"/>
                    <a:pt x="151" y="5188"/>
                    <a:pt x="352" y="4670"/>
                  </a:cubicBezTo>
                  <a:cubicBezTo>
                    <a:pt x="485" y="4420"/>
                    <a:pt x="669" y="4219"/>
                    <a:pt x="903" y="4052"/>
                  </a:cubicBezTo>
                  <a:cubicBezTo>
                    <a:pt x="1120" y="3885"/>
                    <a:pt x="1371" y="3735"/>
                    <a:pt x="1588" y="3551"/>
                  </a:cubicBezTo>
                  <a:cubicBezTo>
                    <a:pt x="1805" y="3367"/>
                    <a:pt x="1972" y="3150"/>
                    <a:pt x="2089" y="2882"/>
                  </a:cubicBezTo>
                  <a:cubicBezTo>
                    <a:pt x="2156" y="2615"/>
                    <a:pt x="2173" y="2348"/>
                    <a:pt x="2123" y="2080"/>
                  </a:cubicBezTo>
                  <a:cubicBezTo>
                    <a:pt x="2089" y="1830"/>
                    <a:pt x="2056" y="1596"/>
                    <a:pt x="2056" y="1345"/>
                  </a:cubicBezTo>
                  <a:cubicBezTo>
                    <a:pt x="2056" y="1128"/>
                    <a:pt x="2106" y="911"/>
                    <a:pt x="2223" y="710"/>
                  </a:cubicBezTo>
                  <a:cubicBezTo>
                    <a:pt x="2457" y="376"/>
                    <a:pt x="2825" y="159"/>
                    <a:pt x="3226" y="109"/>
                  </a:cubicBezTo>
                  <a:cubicBezTo>
                    <a:pt x="3291" y="102"/>
                    <a:pt x="3357" y="99"/>
                    <a:pt x="3424" y="99"/>
                  </a:cubicBezTo>
                  <a:cubicBezTo>
                    <a:pt x="3695" y="99"/>
                    <a:pt x="3970" y="155"/>
                    <a:pt x="4211" y="276"/>
                  </a:cubicBezTo>
                  <a:cubicBezTo>
                    <a:pt x="4429" y="393"/>
                    <a:pt x="4646" y="543"/>
                    <a:pt x="4846" y="710"/>
                  </a:cubicBezTo>
                  <a:cubicBezTo>
                    <a:pt x="5164" y="994"/>
                    <a:pt x="5297" y="1195"/>
                    <a:pt x="5297" y="1195"/>
                  </a:cubicBezTo>
                  <a:cubicBezTo>
                    <a:pt x="5281" y="1128"/>
                    <a:pt x="5247" y="1095"/>
                    <a:pt x="5214" y="1045"/>
                  </a:cubicBezTo>
                  <a:cubicBezTo>
                    <a:pt x="5114" y="911"/>
                    <a:pt x="4997" y="794"/>
                    <a:pt x="4880" y="677"/>
                  </a:cubicBezTo>
                  <a:cubicBezTo>
                    <a:pt x="4696" y="493"/>
                    <a:pt x="4479" y="326"/>
                    <a:pt x="4245" y="209"/>
                  </a:cubicBezTo>
                  <a:cubicBezTo>
                    <a:pt x="3980" y="70"/>
                    <a:pt x="3681" y="0"/>
                    <a:pt x="3385" y="0"/>
                  </a:cubicBezTo>
                  <a:close/>
                </a:path>
              </a:pathLst>
            </a:custGeom>
            <a:grpFill/>
            <a:ln>
              <a:noFill/>
            </a:ln>
          </p:spPr>
          <p:txBody>
            <a:bodyPr spcFirstLastPara="1" wrap="square" lIns="121900" tIns="121900" rIns="121900" bIns="121900" anchor="ctr" anchorCtr="0">
              <a:noAutofit/>
            </a:bodyPr>
            <a:lstStyle/>
            <a:p>
              <a:endParaRPr sz="2400"/>
            </a:p>
          </p:txBody>
        </p:sp>
        <p:sp>
          <p:nvSpPr>
            <p:cNvPr id="30" name="Google Shape;2539;p49"/>
            <p:cNvSpPr/>
            <p:nvPr/>
          </p:nvSpPr>
          <p:spPr>
            <a:xfrm>
              <a:off x="1566762" y="3223062"/>
              <a:ext cx="132426" cy="165661"/>
            </a:xfrm>
            <a:custGeom>
              <a:avLst/>
              <a:gdLst/>
              <a:ahLst/>
              <a:cxnLst/>
              <a:rect l="l" t="t" r="r" b="b"/>
              <a:pathLst>
                <a:path w="4128" h="5164" extrusionOk="0">
                  <a:moveTo>
                    <a:pt x="1" y="0"/>
                  </a:moveTo>
                  <a:cubicBezTo>
                    <a:pt x="1" y="0"/>
                    <a:pt x="1" y="34"/>
                    <a:pt x="17" y="84"/>
                  </a:cubicBezTo>
                  <a:cubicBezTo>
                    <a:pt x="51" y="167"/>
                    <a:pt x="101" y="234"/>
                    <a:pt x="168" y="284"/>
                  </a:cubicBezTo>
                  <a:cubicBezTo>
                    <a:pt x="387" y="474"/>
                    <a:pt x="644" y="575"/>
                    <a:pt x="917" y="575"/>
                  </a:cubicBezTo>
                  <a:cubicBezTo>
                    <a:pt x="957" y="575"/>
                    <a:pt x="997" y="572"/>
                    <a:pt x="1037" y="568"/>
                  </a:cubicBezTo>
                  <a:cubicBezTo>
                    <a:pt x="1438" y="568"/>
                    <a:pt x="1872" y="384"/>
                    <a:pt x="2373" y="368"/>
                  </a:cubicBezTo>
                  <a:cubicBezTo>
                    <a:pt x="2416" y="362"/>
                    <a:pt x="2459" y="359"/>
                    <a:pt x="2502" y="359"/>
                  </a:cubicBezTo>
                  <a:cubicBezTo>
                    <a:pt x="2709" y="359"/>
                    <a:pt x="2912" y="424"/>
                    <a:pt x="3092" y="535"/>
                  </a:cubicBezTo>
                  <a:cubicBezTo>
                    <a:pt x="3292" y="702"/>
                    <a:pt x="3426" y="953"/>
                    <a:pt x="3443" y="1237"/>
                  </a:cubicBezTo>
                  <a:cubicBezTo>
                    <a:pt x="3493" y="1788"/>
                    <a:pt x="3259" y="2323"/>
                    <a:pt x="3225" y="2857"/>
                  </a:cubicBezTo>
                  <a:cubicBezTo>
                    <a:pt x="3209" y="3108"/>
                    <a:pt x="3242" y="3359"/>
                    <a:pt x="3359" y="3576"/>
                  </a:cubicBezTo>
                  <a:cubicBezTo>
                    <a:pt x="3459" y="3760"/>
                    <a:pt x="3593" y="3943"/>
                    <a:pt x="3743" y="4094"/>
                  </a:cubicBezTo>
                  <a:cubicBezTo>
                    <a:pt x="3961" y="4294"/>
                    <a:pt x="4077" y="4578"/>
                    <a:pt x="4061" y="4879"/>
                  </a:cubicBezTo>
                  <a:cubicBezTo>
                    <a:pt x="4027" y="4979"/>
                    <a:pt x="3977" y="5080"/>
                    <a:pt x="3910" y="5163"/>
                  </a:cubicBezTo>
                  <a:cubicBezTo>
                    <a:pt x="3910" y="5163"/>
                    <a:pt x="4044" y="5113"/>
                    <a:pt x="4111" y="4896"/>
                  </a:cubicBezTo>
                  <a:cubicBezTo>
                    <a:pt x="4128" y="4762"/>
                    <a:pt x="4128" y="4612"/>
                    <a:pt x="4094" y="4495"/>
                  </a:cubicBezTo>
                  <a:cubicBezTo>
                    <a:pt x="4027" y="4311"/>
                    <a:pt x="3944" y="4161"/>
                    <a:pt x="3810" y="4027"/>
                  </a:cubicBezTo>
                  <a:cubicBezTo>
                    <a:pt x="3676" y="3877"/>
                    <a:pt x="3559" y="3709"/>
                    <a:pt x="3459" y="3526"/>
                  </a:cubicBezTo>
                  <a:cubicBezTo>
                    <a:pt x="3359" y="3325"/>
                    <a:pt x="3326" y="3091"/>
                    <a:pt x="3359" y="2857"/>
                  </a:cubicBezTo>
                  <a:cubicBezTo>
                    <a:pt x="3376" y="2373"/>
                    <a:pt x="3626" y="1838"/>
                    <a:pt x="3576" y="1220"/>
                  </a:cubicBezTo>
                  <a:cubicBezTo>
                    <a:pt x="3559" y="902"/>
                    <a:pt x="3409" y="618"/>
                    <a:pt x="3158" y="435"/>
                  </a:cubicBezTo>
                  <a:cubicBezTo>
                    <a:pt x="2959" y="306"/>
                    <a:pt x="2723" y="227"/>
                    <a:pt x="2482" y="227"/>
                  </a:cubicBezTo>
                  <a:cubicBezTo>
                    <a:pt x="2440" y="227"/>
                    <a:pt x="2398" y="229"/>
                    <a:pt x="2356" y="234"/>
                  </a:cubicBezTo>
                  <a:cubicBezTo>
                    <a:pt x="1839" y="268"/>
                    <a:pt x="1404" y="451"/>
                    <a:pt x="1037" y="468"/>
                  </a:cubicBezTo>
                  <a:cubicBezTo>
                    <a:pt x="987" y="474"/>
                    <a:pt x="938" y="476"/>
                    <a:pt x="890" y="476"/>
                  </a:cubicBezTo>
                  <a:cubicBezTo>
                    <a:pt x="643" y="476"/>
                    <a:pt x="410" y="404"/>
                    <a:pt x="201" y="251"/>
                  </a:cubicBezTo>
                  <a:cubicBezTo>
                    <a:pt x="134" y="167"/>
                    <a:pt x="51" y="84"/>
                    <a:pt x="1" y="0"/>
                  </a:cubicBezTo>
                  <a:close/>
                </a:path>
              </a:pathLst>
            </a:custGeom>
            <a:grpFill/>
            <a:ln>
              <a:noFill/>
            </a:ln>
          </p:spPr>
          <p:txBody>
            <a:bodyPr spcFirstLastPara="1" wrap="square" lIns="121900" tIns="121900" rIns="121900" bIns="121900" anchor="ctr" anchorCtr="0">
              <a:noAutofit/>
            </a:bodyPr>
            <a:lstStyle/>
            <a:p>
              <a:endParaRPr sz="2400"/>
            </a:p>
          </p:txBody>
        </p:sp>
        <p:sp>
          <p:nvSpPr>
            <p:cNvPr id="32" name="Google Shape;2549;p49"/>
            <p:cNvSpPr/>
            <p:nvPr/>
          </p:nvSpPr>
          <p:spPr>
            <a:xfrm>
              <a:off x="1908190" y="4627669"/>
              <a:ext cx="15591" cy="1572"/>
            </a:xfrm>
            <a:custGeom>
              <a:avLst/>
              <a:gdLst/>
              <a:ahLst/>
              <a:cxnLst/>
              <a:rect l="l" t="t" r="r" b="b"/>
              <a:pathLst>
                <a:path w="486" h="49" extrusionOk="0">
                  <a:moveTo>
                    <a:pt x="237" y="0"/>
                  </a:moveTo>
                  <a:cubicBezTo>
                    <a:pt x="155" y="0"/>
                    <a:pt x="76" y="9"/>
                    <a:pt x="1" y="25"/>
                  </a:cubicBezTo>
                  <a:cubicBezTo>
                    <a:pt x="60" y="37"/>
                    <a:pt x="119" y="49"/>
                    <a:pt x="172" y="49"/>
                  </a:cubicBezTo>
                  <a:cubicBezTo>
                    <a:pt x="194" y="49"/>
                    <a:pt x="215" y="47"/>
                    <a:pt x="234" y="42"/>
                  </a:cubicBezTo>
                  <a:cubicBezTo>
                    <a:pt x="259" y="47"/>
                    <a:pt x="283" y="49"/>
                    <a:pt x="308" y="49"/>
                  </a:cubicBezTo>
                  <a:cubicBezTo>
                    <a:pt x="367" y="49"/>
                    <a:pt x="426" y="37"/>
                    <a:pt x="485" y="25"/>
                  </a:cubicBezTo>
                  <a:cubicBezTo>
                    <a:pt x="402" y="9"/>
                    <a:pt x="318" y="0"/>
                    <a:pt x="237" y="0"/>
                  </a:cubicBezTo>
                  <a:close/>
                </a:path>
              </a:pathLst>
            </a:custGeom>
            <a:grpFill/>
            <a:ln>
              <a:noFill/>
            </a:ln>
          </p:spPr>
          <p:txBody>
            <a:bodyPr spcFirstLastPara="1" wrap="square" lIns="121900" tIns="121900" rIns="121900" bIns="121900" anchor="ctr" anchorCtr="0">
              <a:noAutofit/>
            </a:bodyPr>
            <a:lstStyle/>
            <a:p>
              <a:endParaRPr sz="2400"/>
            </a:p>
          </p:txBody>
        </p:sp>
        <p:sp>
          <p:nvSpPr>
            <p:cNvPr id="33" name="Google Shape;2550;p49"/>
            <p:cNvSpPr/>
            <p:nvPr/>
          </p:nvSpPr>
          <p:spPr>
            <a:xfrm>
              <a:off x="1905495" y="4619360"/>
              <a:ext cx="17195" cy="2374"/>
            </a:xfrm>
            <a:custGeom>
              <a:avLst/>
              <a:gdLst/>
              <a:ahLst/>
              <a:cxnLst/>
              <a:rect l="l" t="t" r="r" b="b"/>
              <a:pathLst>
                <a:path w="536" h="74" extrusionOk="0">
                  <a:moveTo>
                    <a:pt x="1" y="0"/>
                  </a:moveTo>
                  <a:cubicBezTo>
                    <a:pt x="85" y="50"/>
                    <a:pt x="168" y="67"/>
                    <a:pt x="268" y="67"/>
                  </a:cubicBezTo>
                  <a:cubicBezTo>
                    <a:pt x="289" y="71"/>
                    <a:pt x="311" y="73"/>
                    <a:pt x="334" y="73"/>
                  </a:cubicBezTo>
                  <a:cubicBezTo>
                    <a:pt x="401" y="73"/>
                    <a:pt x="473" y="55"/>
                    <a:pt x="536" y="17"/>
                  </a:cubicBezTo>
                  <a:lnTo>
                    <a:pt x="268" y="17"/>
                  </a:lnTo>
                  <a:cubicBezTo>
                    <a:pt x="185" y="0"/>
                    <a:pt x="85" y="0"/>
                    <a:pt x="1" y="0"/>
                  </a:cubicBezTo>
                  <a:close/>
                </a:path>
              </a:pathLst>
            </a:custGeom>
            <a:grpFill/>
            <a:ln>
              <a:noFill/>
            </a:ln>
          </p:spPr>
          <p:txBody>
            <a:bodyPr spcFirstLastPara="1" wrap="square" lIns="121900" tIns="121900" rIns="121900" bIns="121900" anchor="ctr" anchorCtr="0">
              <a:noAutofit/>
            </a:bodyPr>
            <a:lstStyle/>
            <a:p>
              <a:endParaRPr sz="2400"/>
            </a:p>
          </p:txBody>
        </p:sp>
        <p:sp>
          <p:nvSpPr>
            <p:cNvPr id="34" name="Google Shape;2557;p49"/>
            <p:cNvSpPr/>
            <p:nvPr/>
          </p:nvSpPr>
          <p:spPr>
            <a:xfrm>
              <a:off x="1791354" y="4636587"/>
              <a:ext cx="8597" cy="3304"/>
            </a:xfrm>
            <a:custGeom>
              <a:avLst/>
              <a:gdLst/>
              <a:ahLst/>
              <a:cxnLst/>
              <a:rect l="l" t="t" r="r" b="b"/>
              <a:pathLst>
                <a:path w="268" h="103" extrusionOk="0">
                  <a:moveTo>
                    <a:pt x="79" y="0"/>
                  </a:moveTo>
                  <a:cubicBezTo>
                    <a:pt x="32" y="0"/>
                    <a:pt x="0" y="20"/>
                    <a:pt x="0" y="31"/>
                  </a:cubicBezTo>
                  <a:cubicBezTo>
                    <a:pt x="0" y="31"/>
                    <a:pt x="67" y="31"/>
                    <a:pt x="134" y="65"/>
                  </a:cubicBezTo>
                  <a:cubicBezTo>
                    <a:pt x="188" y="78"/>
                    <a:pt x="231" y="103"/>
                    <a:pt x="254" y="103"/>
                  </a:cubicBezTo>
                  <a:cubicBezTo>
                    <a:pt x="260" y="103"/>
                    <a:pt x="264" y="101"/>
                    <a:pt x="267" y="98"/>
                  </a:cubicBezTo>
                  <a:cubicBezTo>
                    <a:pt x="267" y="81"/>
                    <a:pt x="234" y="31"/>
                    <a:pt x="150" y="15"/>
                  </a:cubicBezTo>
                  <a:cubicBezTo>
                    <a:pt x="125" y="4"/>
                    <a:pt x="100" y="0"/>
                    <a:pt x="79" y="0"/>
                  </a:cubicBezTo>
                  <a:close/>
                </a:path>
              </a:pathLst>
            </a:custGeom>
            <a:grpFill/>
            <a:ln>
              <a:noFill/>
            </a:ln>
          </p:spPr>
          <p:txBody>
            <a:bodyPr spcFirstLastPara="1" wrap="square" lIns="121900" tIns="121900" rIns="121900" bIns="121900" anchor="ctr" anchorCtr="0">
              <a:noAutofit/>
            </a:bodyPr>
            <a:lstStyle/>
            <a:p>
              <a:endParaRPr sz="2400"/>
            </a:p>
          </p:txBody>
        </p:sp>
        <p:sp>
          <p:nvSpPr>
            <p:cNvPr id="35" name="Google Shape;2558;p49"/>
            <p:cNvSpPr/>
            <p:nvPr/>
          </p:nvSpPr>
          <p:spPr>
            <a:xfrm>
              <a:off x="1780094" y="4634502"/>
              <a:ext cx="4844" cy="2438"/>
            </a:xfrm>
            <a:custGeom>
              <a:avLst/>
              <a:gdLst/>
              <a:ahLst/>
              <a:cxnLst/>
              <a:rect l="l" t="t" r="r" b="b"/>
              <a:pathLst>
                <a:path w="151" h="76" extrusionOk="0">
                  <a:moveTo>
                    <a:pt x="29" y="0"/>
                  </a:moveTo>
                  <a:cubicBezTo>
                    <a:pt x="13" y="0"/>
                    <a:pt x="0" y="4"/>
                    <a:pt x="0" y="13"/>
                  </a:cubicBezTo>
                  <a:cubicBezTo>
                    <a:pt x="0" y="29"/>
                    <a:pt x="34" y="46"/>
                    <a:pt x="67" y="63"/>
                  </a:cubicBezTo>
                  <a:cubicBezTo>
                    <a:pt x="84" y="71"/>
                    <a:pt x="100" y="75"/>
                    <a:pt x="115" y="75"/>
                  </a:cubicBezTo>
                  <a:cubicBezTo>
                    <a:pt x="130" y="75"/>
                    <a:pt x="142" y="71"/>
                    <a:pt x="151" y="63"/>
                  </a:cubicBezTo>
                  <a:cubicBezTo>
                    <a:pt x="151" y="46"/>
                    <a:pt x="117" y="29"/>
                    <a:pt x="84" y="13"/>
                  </a:cubicBezTo>
                  <a:cubicBezTo>
                    <a:pt x="67" y="4"/>
                    <a:pt x="46" y="0"/>
                    <a:pt x="29"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262" name="Google Shape;5671;p48"/>
          <p:cNvGrpSpPr/>
          <p:nvPr/>
        </p:nvGrpSpPr>
        <p:grpSpPr>
          <a:xfrm>
            <a:off x="9594749" y="3528568"/>
            <a:ext cx="1533609" cy="2349923"/>
            <a:chOff x="478625" y="-235750"/>
            <a:chExt cx="4138925" cy="6342000"/>
          </a:xfrm>
        </p:grpSpPr>
        <p:sp>
          <p:nvSpPr>
            <p:cNvPr id="263" name="Google Shape;5672;p48"/>
            <p:cNvSpPr/>
            <p:nvPr/>
          </p:nvSpPr>
          <p:spPr>
            <a:xfrm>
              <a:off x="1997480" y="999293"/>
              <a:ext cx="511443" cy="478942"/>
            </a:xfrm>
            <a:custGeom>
              <a:avLst/>
              <a:gdLst/>
              <a:ahLst/>
              <a:cxnLst/>
              <a:rect l="l" t="t" r="r" b="b"/>
              <a:pathLst>
                <a:path w="17229" h="19051" extrusionOk="0">
                  <a:moveTo>
                    <a:pt x="596" y="0"/>
                  </a:moveTo>
                  <a:lnTo>
                    <a:pt x="0" y="15419"/>
                  </a:lnTo>
                  <a:lnTo>
                    <a:pt x="9930" y="19050"/>
                  </a:lnTo>
                  <a:lnTo>
                    <a:pt x="17229" y="8787"/>
                  </a:lnTo>
                  <a:lnTo>
                    <a:pt x="596" y="0"/>
                  </a:ln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264" name="Google Shape;5673;p48"/>
            <p:cNvSpPr/>
            <p:nvPr/>
          </p:nvSpPr>
          <p:spPr>
            <a:xfrm>
              <a:off x="478625" y="5789225"/>
              <a:ext cx="4138925" cy="317025"/>
            </a:xfrm>
            <a:custGeom>
              <a:avLst/>
              <a:gdLst/>
              <a:ahLst/>
              <a:cxnLst/>
              <a:rect l="l" t="t" r="r" b="b"/>
              <a:pathLst>
                <a:path w="165557" h="12681" extrusionOk="0">
                  <a:moveTo>
                    <a:pt x="82773" y="1"/>
                  </a:moveTo>
                  <a:cubicBezTo>
                    <a:pt x="60817" y="1"/>
                    <a:pt x="39767" y="668"/>
                    <a:pt x="24241" y="1858"/>
                  </a:cubicBezTo>
                  <a:cubicBezTo>
                    <a:pt x="8716" y="3049"/>
                    <a:pt x="0" y="4656"/>
                    <a:pt x="0" y="6347"/>
                  </a:cubicBezTo>
                  <a:cubicBezTo>
                    <a:pt x="0" y="8026"/>
                    <a:pt x="8716" y="9633"/>
                    <a:pt x="24241" y="10824"/>
                  </a:cubicBezTo>
                  <a:cubicBezTo>
                    <a:pt x="39767" y="12014"/>
                    <a:pt x="60817" y="12681"/>
                    <a:pt x="82773" y="12681"/>
                  </a:cubicBezTo>
                  <a:cubicBezTo>
                    <a:pt x="104728" y="12681"/>
                    <a:pt x="125790" y="12014"/>
                    <a:pt x="141316" y="10824"/>
                  </a:cubicBezTo>
                  <a:cubicBezTo>
                    <a:pt x="156841" y="9633"/>
                    <a:pt x="165557" y="8026"/>
                    <a:pt x="165557" y="6347"/>
                  </a:cubicBezTo>
                  <a:cubicBezTo>
                    <a:pt x="165557" y="4656"/>
                    <a:pt x="156841" y="3049"/>
                    <a:pt x="141316" y="1858"/>
                  </a:cubicBezTo>
                  <a:cubicBezTo>
                    <a:pt x="125790" y="668"/>
                    <a:pt x="104728" y="1"/>
                    <a:pt x="82773" y="1"/>
                  </a:cubicBezTo>
                  <a:close/>
                </a:path>
              </a:pathLst>
            </a:custGeom>
            <a:solidFill>
              <a:srgbClr val="E9E5E3"/>
            </a:solidFill>
            <a:ln>
              <a:noFill/>
            </a:ln>
          </p:spPr>
          <p:txBody>
            <a:bodyPr spcFirstLastPara="1" wrap="square" lIns="121900" tIns="121900" rIns="121900" bIns="121900" anchor="ctr" anchorCtr="0">
              <a:noAutofit/>
            </a:bodyPr>
            <a:lstStyle/>
            <a:p>
              <a:endParaRPr sz="2400"/>
            </a:p>
          </p:txBody>
        </p:sp>
        <p:sp>
          <p:nvSpPr>
            <p:cNvPr id="265" name="Google Shape;5674;p48"/>
            <p:cNvSpPr/>
            <p:nvPr/>
          </p:nvSpPr>
          <p:spPr>
            <a:xfrm>
              <a:off x="1964825" y="1540202"/>
              <a:ext cx="367028" cy="478949"/>
            </a:xfrm>
            <a:custGeom>
              <a:avLst/>
              <a:gdLst/>
              <a:ahLst/>
              <a:cxnLst/>
              <a:rect l="l" t="t" r="r" b="b"/>
              <a:pathLst>
                <a:path w="13896" h="19158" extrusionOk="0">
                  <a:moveTo>
                    <a:pt x="8943" y="1"/>
                  </a:moveTo>
                  <a:lnTo>
                    <a:pt x="418" y="8561"/>
                  </a:lnTo>
                  <a:lnTo>
                    <a:pt x="1" y="19158"/>
                  </a:lnTo>
                  <a:lnTo>
                    <a:pt x="13896" y="7097"/>
                  </a:lnTo>
                  <a:lnTo>
                    <a:pt x="8943" y="1"/>
                  </a:lnTo>
                  <a:close/>
                </a:path>
              </a:pathLst>
            </a:custGeom>
            <a:solidFill>
              <a:srgbClr val="9F7B69"/>
            </a:solidFill>
            <a:ln>
              <a:noFill/>
            </a:ln>
          </p:spPr>
          <p:txBody>
            <a:bodyPr spcFirstLastPara="1" wrap="square" lIns="121900" tIns="121900" rIns="121900" bIns="121900" anchor="ctr" anchorCtr="0">
              <a:noAutofit/>
            </a:bodyPr>
            <a:lstStyle/>
            <a:p>
              <a:endParaRPr sz="2400"/>
            </a:p>
          </p:txBody>
        </p:sp>
        <p:sp>
          <p:nvSpPr>
            <p:cNvPr id="266" name="Google Shape;5675;p48"/>
            <p:cNvSpPr/>
            <p:nvPr/>
          </p:nvSpPr>
          <p:spPr>
            <a:xfrm>
              <a:off x="2175250" y="1104725"/>
              <a:ext cx="490575" cy="691475"/>
            </a:xfrm>
            <a:custGeom>
              <a:avLst/>
              <a:gdLst/>
              <a:ahLst/>
              <a:cxnLst/>
              <a:rect l="l" t="t" r="r" b="b"/>
              <a:pathLst>
                <a:path w="19623" h="27659" extrusionOk="0">
                  <a:moveTo>
                    <a:pt x="13133" y="1"/>
                  </a:moveTo>
                  <a:lnTo>
                    <a:pt x="1" y="16455"/>
                  </a:lnTo>
                  <a:cubicBezTo>
                    <a:pt x="1" y="16455"/>
                    <a:pt x="1918" y="26171"/>
                    <a:pt x="7097" y="27659"/>
                  </a:cubicBezTo>
                  <a:lnTo>
                    <a:pt x="18075" y="18539"/>
                  </a:lnTo>
                  <a:cubicBezTo>
                    <a:pt x="18075" y="18539"/>
                    <a:pt x="19622" y="4227"/>
                    <a:pt x="13133" y="1"/>
                  </a:cubicBezTo>
                  <a:close/>
                </a:path>
              </a:pathLst>
            </a:custGeom>
            <a:solidFill>
              <a:schemeClr val="tx1">
                <a:lumMod val="75000"/>
              </a:schemeClr>
            </a:solidFill>
            <a:ln>
              <a:noFill/>
            </a:ln>
          </p:spPr>
          <p:txBody>
            <a:bodyPr spcFirstLastPara="1" wrap="square" lIns="121900" tIns="121900" rIns="121900" bIns="121900" anchor="ctr" anchorCtr="0">
              <a:noAutofit/>
            </a:bodyPr>
            <a:lstStyle/>
            <a:p>
              <a:endParaRPr sz="2400"/>
            </a:p>
          </p:txBody>
        </p:sp>
        <p:sp>
          <p:nvSpPr>
            <p:cNvPr id="267" name="Google Shape;5676;p48"/>
            <p:cNvSpPr/>
            <p:nvPr/>
          </p:nvSpPr>
          <p:spPr>
            <a:xfrm>
              <a:off x="2615800" y="-59100"/>
              <a:ext cx="785525" cy="898350"/>
            </a:xfrm>
            <a:custGeom>
              <a:avLst/>
              <a:gdLst/>
              <a:ahLst/>
              <a:cxnLst/>
              <a:rect l="l" t="t" r="r" b="b"/>
              <a:pathLst>
                <a:path w="31421" h="35934" extrusionOk="0">
                  <a:moveTo>
                    <a:pt x="15490" y="0"/>
                  </a:moveTo>
                  <a:cubicBezTo>
                    <a:pt x="15312" y="0"/>
                    <a:pt x="15133" y="0"/>
                    <a:pt x="14942" y="12"/>
                  </a:cubicBezTo>
                  <a:cubicBezTo>
                    <a:pt x="11990" y="84"/>
                    <a:pt x="9597" y="774"/>
                    <a:pt x="7656" y="1893"/>
                  </a:cubicBezTo>
                  <a:cubicBezTo>
                    <a:pt x="2774" y="4715"/>
                    <a:pt x="822" y="10299"/>
                    <a:pt x="179" y="15895"/>
                  </a:cubicBezTo>
                  <a:cubicBezTo>
                    <a:pt x="119" y="16443"/>
                    <a:pt x="72" y="17002"/>
                    <a:pt x="36" y="17562"/>
                  </a:cubicBezTo>
                  <a:cubicBezTo>
                    <a:pt x="0" y="17931"/>
                    <a:pt x="0" y="18300"/>
                    <a:pt x="0" y="18669"/>
                  </a:cubicBezTo>
                  <a:lnTo>
                    <a:pt x="12" y="20491"/>
                  </a:lnTo>
                  <a:cubicBezTo>
                    <a:pt x="60" y="29028"/>
                    <a:pt x="6989" y="35933"/>
                    <a:pt x="15538" y="35933"/>
                  </a:cubicBezTo>
                  <a:cubicBezTo>
                    <a:pt x="24360" y="35933"/>
                    <a:pt x="31421" y="28575"/>
                    <a:pt x="31040" y="19753"/>
                  </a:cubicBezTo>
                  <a:lnTo>
                    <a:pt x="30980" y="18134"/>
                  </a:lnTo>
                  <a:cubicBezTo>
                    <a:pt x="30968" y="17943"/>
                    <a:pt x="30956" y="17753"/>
                    <a:pt x="30944" y="17562"/>
                  </a:cubicBezTo>
                  <a:cubicBezTo>
                    <a:pt x="30873" y="16645"/>
                    <a:pt x="30778" y="15740"/>
                    <a:pt x="30647" y="14824"/>
                  </a:cubicBezTo>
                  <a:cubicBezTo>
                    <a:pt x="29825" y="9156"/>
                    <a:pt x="27539" y="3679"/>
                    <a:pt x="22098" y="1274"/>
                  </a:cubicBezTo>
                  <a:cubicBezTo>
                    <a:pt x="20407" y="524"/>
                    <a:pt x="18395" y="72"/>
                    <a:pt x="16026" y="12"/>
                  </a:cubicBezTo>
                  <a:cubicBezTo>
                    <a:pt x="15847" y="0"/>
                    <a:pt x="15657" y="0"/>
                    <a:pt x="15490"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268" name="Google Shape;5677;p48"/>
            <p:cNvSpPr/>
            <p:nvPr/>
          </p:nvSpPr>
          <p:spPr>
            <a:xfrm>
              <a:off x="2529683" y="948176"/>
              <a:ext cx="1038341" cy="1666376"/>
            </a:xfrm>
            <a:custGeom>
              <a:avLst/>
              <a:gdLst/>
              <a:ahLst/>
              <a:cxnLst/>
              <a:rect l="l" t="t" r="r" b="b"/>
              <a:pathLst>
                <a:path w="42578" h="69794" extrusionOk="0">
                  <a:moveTo>
                    <a:pt x="27218" y="0"/>
                  </a:moveTo>
                  <a:cubicBezTo>
                    <a:pt x="23573" y="763"/>
                    <a:pt x="20937" y="974"/>
                    <a:pt x="19138" y="974"/>
                  </a:cubicBezTo>
                  <a:cubicBezTo>
                    <a:pt x="16925" y="974"/>
                    <a:pt x="15979" y="655"/>
                    <a:pt x="15979" y="655"/>
                  </a:cubicBezTo>
                  <a:lnTo>
                    <a:pt x="15252" y="905"/>
                  </a:lnTo>
                  <a:lnTo>
                    <a:pt x="7704" y="3560"/>
                  </a:lnTo>
                  <a:lnTo>
                    <a:pt x="5334" y="4393"/>
                  </a:lnTo>
                  <a:lnTo>
                    <a:pt x="0" y="6263"/>
                  </a:lnTo>
                  <a:lnTo>
                    <a:pt x="5120" y="29908"/>
                  </a:lnTo>
                  <a:lnTo>
                    <a:pt x="6454" y="36088"/>
                  </a:lnTo>
                  <a:lnTo>
                    <a:pt x="7275" y="39874"/>
                  </a:lnTo>
                  <a:lnTo>
                    <a:pt x="8406" y="45089"/>
                  </a:lnTo>
                  <a:lnTo>
                    <a:pt x="4239" y="64806"/>
                  </a:lnTo>
                  <a:cubicBezTo>
                    <a:pt x="9603" y="68145"/>
                    <a:pt x="15460" y="69793"/>
                    <a:pt x="21794" y="69793"/>
                  </a:cubicBezTo>
                  <a:cubicBezTo>
                    <a:pt x="27270" y="69793"/>
                    <a:pt x="33102" y="68562"/>
                    <a:pt x="39279" y="66127"/>
                  </a:cubicBezTo>
                  <a:cubicBezTo>
                    <a:pt x="37148" y="56376"/>
                    <a:pt x="35684" y="50363"/>
                    <a:pt x="35243" y="43803"/>
                  </a:cubicBezTo>
                  <a:cubicBezTo>
                    <a:pt x="35624" y="42362"/>
                    <a:pt x="36005" y="40934"/>
                    <a:pt x="36350" y="39553"/>
                  </a:cubicBezTo>
                  <a:cubicBezTo>
                    <a:pt x="37017" y="36921"/>
                    <a:pt x="37612" y="34397"/>
                    <a:pt x="38148" y="31980"/>
                  </a:cubicBezTo>
                  <a:cubicBezTo>
                    <a:pt x="38470" y="30504"/>
                    <a:pt x="38779" y="29075"/>
                    <a:pt x="39065" y="27682"/>
                  </a:cubicBezTo>
                  <a:cubicBezTo>
                    <a:pt x="39136" y="27301"/>
                    <a:pt x="39208" y="26932"/>
                    <a:pt x="39291" y="26563"/>
                  </a:cubicBezTo>
                  <a:cubicBezTo>
                    <a:pt x="41899" y="13514"/>
                    <a:pt x="42577" y="4893"/>
                    <a:pt x="42577" y="4893"/>
                  </a:cubicBezTo>
                  <a:cubicBezTo>
                    <a:pt x="41422" y="3977"/>
                    <a:pt x="39315" y="3131"/>
                    <a:pt x="37029" y="2405"/>
                  </a:cubicBezTo>
                  <a:cubicBezTo>
                    <a:pt x="36219" y="2143"/>
                    <a:pt x="35386" y="1905"/>
                    <a:pt x="34552" y="1679"/>
                  </a:cubicBezTo>
                  <a:cubicBezTo>
                    <a:pt x="32874" y="1214"/>
                    <a:pt x="31231" y="833"/>
                    <a:pt x="29933" y="548"/>
                  </a:cubicBezTo>
                  <a:cubicBezTo>
                    <a:pt x="28314" y="191"/>
                    <a:pt x="27218" y="0"/>
                    <a:pt x="27218" y="0"/>
                  </a:cubicBezTo>
                  <a:close/>
                </a:path>
              </a:pathLst>
            </a:custGeom>
            <a:solidFill>
              <a:schemeClr val="tx1">
                <a:lumMod val="75000"/>
              </a:schemeClr>
            </a:solidFill>
            <a:ln>
              <a:noFill/>
            </a:ln>
          </p:spPr>
          <p:txBody>
            <a:bodyPr spcFirstLastPara="1" wrap="square" lIns="121900" tIns="121900" rIns="121900" bIns="121900" anchor="ctr" anchorCtr="0">
              <a:noAutofit/>
            </a:bodyPr>
            <a:lstStyle/>
            <a:p>
              <a:endParaRPr sz="2400"/>
            </a:p>
          </p:txBody>
        </p:sp>
        <p:sp>
          <p:nvSpPr>
            <p:cNvPr id="269" name="Google Shape;5678;p48"/>
            <p:cNvSpPr/>
            <p:nvPr/>
          </p:nvSpPr>
          <p:spPr>
            <a:xfrm>
              <a:off x="2884875" y="947825"/>
              <a:ext cx="367025" cy="190825"/>
            </a:xfrm>
            <a:custGeom>
              <a:avLst/>
              <a:gdLst/>
              <a:ahLst/>
              <a:cxnLst/>
              <a:rect l="l" t="t" r="r" b="b"/>
              <a:pathLst>
                <a:path w="14681" h="7633" extrusionOk="0">
                  <a:moveTo>
                    <a:pt x="8381" y="0"/>
                  </a:moveTo>
                  <a:cubicBezTo>
                    <a:pt x="5187" y="0"/>
                    <a:pt x="1743" y="84"/>
                    <a:pt x="727" y="669"/>
                  </a:cubicBezTo>
                  <a:lnTo>
                    <a:pt x="0" y="919"/>
                  </a:lnTo>
                  <a:cubicBezTo>
                    <a:pt x="512" y="3062"/>
                    <a:pt x="2024" y="7229"/>
                    <a:pt x="6180" y="7610"/>
                  </a:cubicBezTo>
                  <a:cubicBezTo>
                    <a:pt x="6347" y="7625"/>
                    <a:pt x="6511" y="7632"/>
                    <a:pt x="6674" y="7632"/>
                  </a:cubicBezTo>
                  <a:cubicBezTo>
                    <a:pt x="11102" y="7632"/>
                    <a:pt x="13888" y="2319"/>
                    <a:pt x="14681" y="562"/>
                  </a:cubicBezTo>
                  <a:cubicBezTo>
                    <a:pt x="13062" y="216"/>
                    <a:pt x="11966" y="14"/>
                    <a:pt x="11966" y="14"/>
                  </a:cubicBezTo>
                  <a:cubicBezTo>
                    <a:pt x="10932" y="14"/>
                    <a:pt x="9677" y="0"/>
                    <a:pt x="8381" y="0"/>
                  </a:cubicBezTo>
                  <a:close/>
                </a:path>
              </a:pathLst>
            </a:custGeom>
            <a:solidFill>
              <a:schemeClr val="lt2"/>
            </a:solidFill>
            <a:ln>
              <a:noFill/>
            </a:ln>
          </p:spPr>
          <p:txBody>
            <a:bodyPr spcFirstLastPara="1" wrap="square" lIns="121900" tIns="121900" rIns="121900" bIns="121900" anchor="ctr" anchorCtr="0">
              <a:noAutofit/>
            </a:bodyPr>
            <a:lstStyle/>
            <a:p>
              <a:endParaRPr sz="2400"/>
            </a:p>
          </p:txBody>
        </p:sp>
        <p:sp>
          <p:nvSpPr>
            <p:cNvPr id="270" name="Google Shape;5679;p48"/>
            <p:cNvSpPr/>
            <p:nvPr/>
          </p:nvSpPr>
          <p:spPr>
            <a:xfrm>
              <a:off x="2892325" y="625550"/>
              <a:ext cx="328625" cy="387775"/>
            </a:xfrm>
            <a:custGeom>
              <a:avLst/>
              <a:gdLst/>
              <a:ahLst/>
              <a:cxnLst/>
              <a:rect l="l" t="t" r="r" b="b"/>
              <a:pathLst>
                <a:path w="13145" h="15511" extrusionOk="0">
                  <a:moveTo>
                    <a:pt x="8981" y="1"/>
                  </a:moveTo>
                  <a:cubicBezTo>
                    <a:pt x="8624" y="1"/>
                    <a:pt x="8269" y="33"/>
                    <a:pt x="7918" y="94"/>
                  </a:cubicBezTo>
                  <a:cubicBezTo>
                    <a:pt x="6894" y="427"/>
                    <a:pt x="5870" y="820"/>
                    <a:pt x="4905" y="1213"/>
                  </a:cubicBezTo>
                  <a:cubicBezTo>
                    <a:pt x="2691" y="2463"/>
                    <a:pt x="881" y="4380"/>
                    <a:pt x="0" y="5392"/>
                  </a:cubicBezTo>
                  <a:cubicBezTo>
                    <a:pt x="786" y="7821"/>
                    <a:pt x="1250" y="10548"/>
                    <a:pt x="845" y="14084"/>
                  </a:cubicBezTo>
                  <a:cubicBezTo>
                    <a:pt x="2777" y="15035"/>
                    <a:pt x="4709" y="15511"/>
                    <a:pt x="6639" y="15511"/>
                  </a:cubicBezTo>
                  <a:cubicBezTo>
                    <a:pt x="8575" y="15511"/>
                    <a:pt x="10510" y="15032"/>
                    <a:pt x="12442" y="14072"/>
                  </a:cubicBezTo>
                  <a:cubicBezTo>
                    <a:pt x="12061" y="10881"/>
                    <a:pt x="12049" y="8488"/>
                    <a:pt x="12275" y="6357"/>
                  </a:cubicBezTo>
                  <a:cubicBezTo>
                    <a:pt x="12442" y="4737"/>
                    <a:pt x="12752" y="3285"/>
                    <a:pt x="13145" y="1749"/>
                  </a:cubicBezTo>
                  <a:cubicBezTo>
                    <a:pt x="11798" y="497"/>
                    <a:pt x="10376" y="1"/>
                    <a:pt x="8981" y="1"/>
                  </a:cubicBezTo>
                  <a:close/>
                </a:path>
              </a:pathLst>
            </a:custGeom>
            <a:solidFill>
              <a:srgbClr val="9F7B69"/>
            </a:solidFill>
            <a:ln>
              <a:noFill/>
            </a:ln>
          </p:spPr>
          <p:txBody>
            <a:bodyPr spcFirstLastPara="1" wrap="square" lIns="121900" tIns="121900" rIns="121900" bIns="121900" anchor="ctr" anchorCtr="0">
              <a:noAutofit/>
            </a:bodyPr>
            <a:lstStyle/>
            <a:p>
              <a:endParaRPr sz="2400"/>
            </a:p>
          </p:txBody>
        </p:sp>
        <p:sp>
          <p:nvSpPr>
            <p:cNvPr id="271" name="Google Shape;5680;p48"/>
            <p:cNvSpPr/>
            <p:nvPr/>
          </p:nvSpPr>
          <p:spPr>
            <a:xfrm>
              <a:off x="2892325" y="625550"/>
              <a:ext cx="328625" cy="352100"/>
            </a:xfrm>
            <a:custGeom>
              <a:avLst/>
              <a:gdLst/>
              <a:ahLst/>
              <a:cxnLst/>
              <a:rect l="l" t="t" r="r" b="b"/>
              <a:pathLst>
                <a:path w="13145" h="14084" extrusionOk="0">
                  <a:moveTo>
                    <a:pt x="8981" y="1"/>
                  </a:moveTo>
                  <a:cubicBezTo>
                    <a:pt x="8624" y="1"/>
                    <a:pt x="8269" y="33"/>
                    <a:pt x="7918" y="94"/>
                  </a:cubicBezTo>
                  <a:cubicBezTo>
                    <a:pt x="6894" y="427"/>
                    <a:pt x="5870" y="820"/>
                    <a:pt x="4905" y="1213"/>
                  </a:cubicBezTo>
                  <a:cubicBezTo>
                    <a:pt x="2691" y="2463"/>
                    <a:pt x="881" y="4380"/>
                    <a:pt x="0" y="5392"/>
                  </a:cubicBezTo>
                  <a:cubicBezTo>
                    <a:pt x="786" y="7821"/>
                    <a:pt x="1250" y="10548"/>
                    <a:pt x="845" y="14084"/>
                  </a:cubicBezTo>
                  <a:cubicBezTo>
                    <a:pt x="6977" y="13191"/>
                    <a:pt x="10454" y="9345"/>
                    <a:pt x="12275" y="6357"/>
                  </a:cubicBezTo>
                  <a:cubicBezTo>
                    <a:pt x="12442" y="4737"/>
                    <a:pt x="12752" y="3285"/>
                    <a:pt x="13145" y="1749"/>
                  </a:cubicBezTo>
                  <a:cubicBezTo>
                    <a:pt x="11798" y="497"/>
                    <a:pt x="10376" y="1"/>
                    <a:pt x="8981" y="1"/>
                  </a:cubicBezTo>
                  <a:close/>
                </a:path>
              </a:pathLst>
            </a:custGeom>
            <a:solidFill>
              <a:srgbClr val="735749"/>
            </a:solidFill>
            <a:ln>
              <a:noFill/>
            </a:ln>
          </p:spPr>
          <p:txBody>
            <a:bodyPr spcFirstLastPara="1" wrap="square" lIns="121900" tIns="121900" rIns="121900" bIns="121900" anchor="ctr" anchorCtr="0">
              <a:noAutofit/>
            </a:bodyPr>
            <a:lstStyle/>
            <a:p>
              <a:endParaRPr sz="2400"/>
            </a:p>
          </p:txBody>
        </p:sp>
        <p:sp>
          <p:nvSpPr>
            <p:cNvPr id="272" name="Google Shape;5681;p48"/>
            <p:cNvSpPr/>
            <p:nvPr/>
          </p:nvSpPr>
          <p:spPr>
            <a:xfrm>
              <a:off x="2915825" y="-235750"/>
              <a:ext cx="933475" cy="1256775"/>
            </a:xfrm>
            <a:custGeom>
              <a:avLst/>
              <a:gdLst/>
              <a:ahLst/>
              <a:cxnLst/>
              <a:rect l="l" t="t" r="r" b="b"/>
              <a:pathLst>
                <a:path w="37339" h="50271" extrusionOk="0">
                  <a:moveTo>
                    <a:pt x="11840" y="0"/>
                  </a:moveTo>
                  <a:cubicBezTo>
                    <a:pt x="3208" y="0"/>
                    <a:pt x="1" y="7757"/>
                    <a:pt x="1" y="7757"/>
                  </a:cubicBezTo>
                  <a:lnTo>
                    <a:pt x="10311" y="28938"/>
                  </a:lnTo>
                  <a:cubicBezTo>
                    <a:pt x="10311" y="28938"/>
                    <a:pt x="10728" y="47357"/>
                    <a:pt x="23218" y="49869"/>
                  </a:cubicBezTo>
                  <a:cubicBezTo>
                    <a:pt x="24591" y="50147"/>
                    <a:pt x="25833" y="50271"/>
                    <a:pt x="26957" y="50271"/>
                  </a:cubicBezTo>
                  <a:cubicBezTo>
                    <a:pt x="36037" y="50271"/>
                    <a:pt x="37339" y="42190"/>
                    <a:pt x="37339" y="42190"/>
                  </a:cubicBezTo>
                  <a:lnTo>
                    <a:pt x="37339" y="42190"/>
                  </a:lnTo>
                  <a:cubicBezTo>
                    <a:pt x="35838" y="43330"/>
                    <a:pt x="33673" y="44102"/>
                    <a:pt x="31481" y="44102"/>
                  </a:cubicBezTo>
                  <a:cubicBezTo>
                    <a:pt x="27791" y="44102"/>
                    <a:pt x="24024" y="41917"/>
                    <a:pt x="23218" y="35629"/>
                  </a:cubicBezTo>
                  <a:cubicBezTo>
                    <a:pt x="21932" y="25616"/>
                    <a:pt x="30064" y="5018"/>
                    <a:pt x="17289" y="923"/>
                  </a:cubicBezTo>
                  <a:cubicBezTo>
                    <a:pt x="15271" y="274"/>
                    <a:pt x="13460" y="0"/>
                    <a:pt x="11840" y="0"/>
                  </a:cubicBezTo>
                  <a:close/>
                </a:path>
              </a:pathLst>
            </a:custGeom>
            <a:solidFill>
              <a:srgbClr val="362922"/>
            </a:solidFill>
            <a:ln>
              <a:noFill/>
            </a:ln>
          </p:spPr>
          <p:txBody>
            <a:bodyPr spcFirstLastPara="1" wrap="square" lIns="121900" tIns="121900" rIns="121900" bIns="121900" anchor="ctr" anchorCtr="0">
              <a:noAutofit/>
            </a:bodyPr>
            <a:lstStyle/>
            <a:p>
              <a:endParaRPr sz="2400"/>
            </a:p>
          </p:txBody>
        </p:sp>
        <p:sp>
          <p:nvSpPr>
            <p:cNvPr id="273" name="Google Shape;5682;p48"/>
            <p:cNvSpPr/>
            <p:nvPr/>
          </p:nvSpPr>
          <p:spPr>
            <a:xfrm>
              <a:off x="2574100" y="355725"/>
              <a:ext cx="181325" cy="263650"/>
            </a:xfrm>
            <a:custGeom>
              <a:avLst/>
              <a:gdLst/>
              <a:ahLst/>
              <a:cxnLst/>
              <a:rect l="l" t="t" r="r" b="b"/>
              <a:pathLst>
                <a:path w="7253" h="10546" extrusionOk="0">
                  <a:moveTo>
                    <a:pt x="3149" y="1"/>
                  </a:moveTo>
                  <a:cubicBezTo>
                    <a:pt x="2562" y="1"/>
                    <a:pt x="1971" y="237"/>
                    <a:pt x="1490" y="921"/>
                  </a:cubicBezTo>
                  <a:cubicBezTo>
                    <a:pt x="0" y="3047"/>
                    <a:pt x="1594" y="10546"/>
                    <a:pt x="5959" y="10546"/>
                  </a:cubicBezTo>
                  <a:cubicBezTo>
                    <a:pt x="6165" y="10546"/>
                    <a:pt x="6378" y="10529"/>
                    <a:pt x="6597" y="10494"/>
                  </a:cubicBezTo>
                  <a:cubicBezTo>
                    <a:pt x="6597" y="10494"/>
                    <a:pt x="7252" y="5732"/>
                    <a:pt x="5752" y="1183"/>
                  </a:cubicBezTo>
                  <a:cubicBezTo>
                    <a:pt x="5752" y="1183"/>
                    <a:pt x="4461" y="1"/>
                    <a:pt x="3149" y="1"/>
                  </a:cubicBezTo>
                  <a:close/>
                </a:path>
              </a:pathLst>
            </a:custGeom>
            <a:solidFill>
              <a:srgbClr val="9F7B69"/>
            </a:solidFill>
            <a:ln>
              <a:noFill/>
            </a:ln>
          </p:spPr>
          <p:txBody>
            <a:bodyPr spcFirstLastPara="1" wrap="square" lIns="121900" tIns="121900" rIns="121900" bIns="121900" anchor="ctr" anchorCtr="0">
              <a:noAutofit/>
            </a:bodyPr>
            <a:lstStyle/>
            <a:p>
              <a:endParaRPr sz="2400"/>
            </a:p>
          </p:txBody>
        </p:sp>
        <p:sp>
          <p:nvSpPr>
            <p:cNvPr id="274" name="Google Shape;5683;p48"/>
            <p:cNvSpPr/>
            <p:nvPr/>
          </p:nvSpPr>
          <p:spPr>
            <a:xfrm>
              <a:off x="2635425" y="19000"/>
              <a:ext cx="667375" cy="841800"/>
            </a:xfrm>
            <a:custGeom>
              <a:avLst/>
              <a:gdLst/>
              <a:ahLst/>
              <a:cxnLst/>
              <a:rect l="l" t="t" r="r" b="b"/>
              <a:pathLst>
                <a:path w="26695" h="33672" extrusionOk="0">
                  <a:moveTo>
                    <a:pt x="14134" y="0"/>
                  </a:moveTo>
                  <a:cubicBezTo>
                    <a:pt x="13564" y="0"/>
                    <a:pt x="12969" y="18"/>
                    <a:pt x="12348" y="55"/>
                  </a:cubicBezTo>
                  <a:cubicBezTo>
                    <a:pt x="7073" y="365"/>
                    <a:pt x="3978" y="2913"/>
                    <a:pt x="2216" y="5318"/>
                  </a:cubicBezTo>
                  <a:cubicBezTo>
                    <a:pt x="2168" y="5377"/>
                    <a:pt x="2132" y="5425"/>
                    <a:pt x="2085" y="5485"/>
                  </a:cubicBezTo>
                  <a:cubicBezTo>
                    <a:pt x="1930" y="5699"/>
                    <a:pt x="1799" y="5913"/>
                    <a:pt x="1656" y="6127"/>
                  </a:cubicBezTo>
                  <a:cubicBezTo>
                    <a:pt x="1299" y="6699"/>
                    <a:pt x="1001" y="7259"/>
                    <a:pt x="787" y="7747"/>
                  </a:cubicBezTo>
                  <a:cubicBezTo>
                    <a:pt x="322" y="8747"/>
                    <a:pt x="72" y="9830"/>
                    <a:pt x="13" y="10938"/>
                  </a:cubicBezTo>
                  <a:cubicBezTo>
                    <a:pt x="1" y="11116"/>
                    <a:pt x="1" y="11247"/>
                    <a:pt x="25" y="11259"/>
                  </a:cubicBezTo>
                  <a:cubicBezTo>
                    <a:pt x="25" y="11783"/>
                    <a:pt x="49" y="14950"/>
                    <a:pt x="692" y="18736"/>
                  </a:cubicBezTo>
                  <a:cubicBezTo>
                    <a:pt x="1644" y="24535"/>
                    <a:pt x="4001" y="31774"/>
                    <a:pt x="9776" y="33262"/>
                  </a:cubicBezTo>
                  <a:cubicBezTo>
                    <a:pt x="10844" y="33540"/>
                    <a:pt x="11867" y="33672"/>
                    <a:pt x="12843" y="33672"/>
                  </a:cubicBezTo>
                  <a:cubicBezTo>
                    <a:pt x="18550" y="33672"/>
                    <a:pt x="22665" y="29163"/>
                    <a:pt x="24861" y="23022"/>
                  </a:cubicBezTo>
                  <a:cubicBezTo>
                    <a:pt x="24992" y="22665"/>
                    <a:pt x="25111" y="22308"/>
                    <a:pt x="25230" y="21939"/>
                  </a:cubicBezTo>
                  <a:cubicBezTo>
                    <a:pt x="25254" y="21844"/>
                    <a:pt x="25290" y="21737"/>
                    <a:pt x="25314" y="21641"/>
                  </a:cubicBezTo>
                  <a:cubicBezTo>
                    <a:pt x="25433" y="21272"/>
                    <a:pt x="25528" y="20903"/>
                    <a:pt x="25623" y="20522"/>
                  </a:cubicBezTo>
                  <a:cubicBezTo>
                    <a:pt x="26195" y="18308"/>
                    <a:pt x="26552" y="15938"/>
                    <a:pt x="26647" y="13545"/>
                  </a:cubicBezTo>
                  <a:cubicBezTo>
                    <a:pt x="26671" y="13212"/>
                    <a:pt x="26671" y="12890"/>
                    <a:pt x="26683" y="12569"/>
                  </a:cubicBezTo>
                  <a:cubicBezTo>
                    <a:pt x="26683" y="12235"/>
                    <a:pt x="26695" y="11902"/>
                    <a:pt x="26683" y="11569"/>
                  </a:cubicBezTo>
                  <a:cubicBezTo>
                    <a:pt x="26671" y="10616"/>
                    <a:pt x="26623" y="9664"/>
                    <a:pt x="26540" y="8711"/>
                  </a:cubicBezTo>
                  <a:cubicBezTo>
                    <a:pt x="26540" y="8711"/>
                    <a:pt x="26373" y="6961"/>
                    <a:pt x="26373" y="6937"/>
                  </a:cubicBezTo>
                  <a:cubicBezTo>
                    <a:pt x="25592" y="4002"/>
                    <a:pt x="22656" y="0"/>
                    <a:pt x="14134" y="0"/>
                  </a:cubicBezTo>
                  <a:close/>
                </a:path>
              </a:pathLst>
            </a:custGeom>
            <a:solidFill>
              <a:srgbClr val="9F7B69"/>
            </a:solidFill>
            <a:ln>
              <a:noFill/>
            </a:ln>
          </p:spPr>
          <p:txBody>
            <a:bodyPr spcFirstLastPara="1" wrap="square" lIns="121900" tIns="121900" rIns="121900" bIns="121900" anchor="ctr" anchorCtr="0">
              <a:noAutofit/>
            </a:bodyPr>
            <a:lstStyle/>
            <a:p>
              <a:endParaRPr sz="2400"/>
            </a:p>
          </p:txBody>
        </p:sp>
        <p:sp>
          <p:nvSpPr>
            <p:cNvPr id="275" name="Google Shape;5684;p48"/>
            <p:cNvSpPr/>
            <p:nvPr/>
          </p:nvSpPr>
          <p:spPr>
            <a:xfrm>
              <a:off x="2655075" y="-31150"/>
              <a:ext cx="726900" cy="440825"/>
            </a:xfrm>
            <a:custGeom>
              <a:avLst/>
              <a:gdLst/>
              <a:ahLst/>
              <a:cxnLst/>
              <a:rect l="l" t="t" r="r" b="b"/>
              <a:pathLst>
                <a:path w="29076" h="17633" extrusionOk="0">
                  <a:moveTo>
                    <a:pt x="17678" y="0"/>
                  </a:moveTo>
                  <a:cubicBezTo>
                    <a:pt x="17127" y="0"/>
                    <a:pt x="16553" y="16"/>
                    <a:pt x="15955" y="49"/>
                  </a:cubicBezTo>
                  <a:cubicBezTo>
                    <a:pt x="10681" y="371"/>
                    <a:pt x="9978" y="335"/>
                    <a:pt x="6180" y="2252"/>
                  </a:cubicBezTo>
                  <a:cubicBezTo>
                    <a:pt x="4644" y="3109"/>
                    <a:pt x="3775" y="3740"/>
                    <a:pt x="2632" y="4835"/>
                  </a:cubicBezTo>
                  <a:cubicBezTo>
                    <a:pt x="1013" y="6395"/>
                    <a:pt x="132" y="9550"/>
                    <a:pt x="1" y="9753"/>
                  </a:cubicBezTo>
                  <a:cubicBezTo>
                    <a:pt x="3882" y="13932"/>
                    <a:pt x="17789" y="14087"/>
                    <a:pt x="17789" y="14087"/>
                  </a:cubicBezTo>
                  <a:cubicBezTo>
                    <a:pt x="20265" y="15111"/>
                    <a:pt x="22301" y="15706"/>
                    <a:pt x="23623" y="15992"/>
                  </a:cubicBezTo>
                  <a:cubicBezTo>
                    <a:pt x="23623" y="15992"/>
                    <a:pt x="24242" y="16432"/>
                    <a:pt x="25016" y="17063"/>
                  </a:cubicBezTo>
                  <a:cubicBezTo>
                    <a:pt x="25254" y="17448"/>
                    <a:pt x="25645" y="17633"/>
                    <a:pt x="26035" y="17633"/>
                  </a:cubicBezTo>
                  <a:cubicBezTo>
                    <a:pt x="26503" y="17633"/>
                    <a:pt x="26970" y="17367"/>
                    <a:pt x="27171" y="16861"/>
                  </a:cubicBezTo>
                  <a:cubicBezTo>
                    <a:pt x="27647" y="15623"/>
                    <a:pt x="28183" y="14468"/>
                    <a:pt x="28290" y="14360"/>
                  </a:cubicBezTo>
                  <a:cubicBezTo>
                    <a:pt x="28504" y="14110"/>
                    <a:pt x="28778" y="13884"/>
                    <a:pt x="29076" y="13706"/>
                  </a:cubicBezTo>
                  <a:cubicBezTo>
                    <a:pt x="28254" y="8038"/>
                    <a:pt x="25968" y="2561"/>
                    <a:pt x="20527" y="156"/>
                  </a:cubicBezTo>
                  <a:cubicBezTo>
                    <a:pt x="19658" y="55"/>
                    <a:pt x="18709" y="0"/>
                    <a:pt x="17678" y="0"/>
                  </a:cubicBezTo>
                  <a:close/>
                </a:path>
              </a:pathLst>
            </a:custGeom>
            <a:solidFill>
              <a:srgbClr val="362922"/>
            </a:solidFill>
            <a:ln>
              <a:noFill/>
            </a:ln>
          </p:spPr>
          <p:txBody>
            <a:bodyPr spcFirstLastPara="1" wrap="square" lIns="121900" tIns="121900" rIns="121900" bIns="121900" anchor="ctr" anchorCtr="0">
              <a:noAutofit/>
            </a:bodyPr>
            <a:lstStyle/>
            <a:p>
              <a:endParaRPr sz="2400"/>
            </a:p>
          </p:txBody>
        </p:sp>
        <p:sp>
          <p:nvSpPr>
            <p:cNvPr id="276" name="Google Shape;5685;p48"/>
            <p:cNvSpPr/>
            <p:nvPr/>
          </p:nvSpPr>
          <p:spPr>
            <a:xfrm>
              <a:off x="2635425" y="156100"/>
              <a:ext cx="60450" cy="331625"/>
            </a:xfrm>
            <a:custGeom>
              <a:avLst/>
              <a:gdLst/>
              <a:ahLst/>
              <a:cxnLst/>
              <a:rect l="l" t="t" r="r" b="b"/>
              <a:pathLst>
                <a:path w="2418" h="13265" extrusionOk="0">
                  <a:moveTo>
                    <a:pt x="2085" y="1"/>
                  </a:moveTo>
                  <a:lnTo>
                    <a:pt x="2085" y="1"/>
                  </a:lnTo>
                  <a:cubicBezTo>
                    <a:pt x="1513" y="810"/>
                    <a:pt x="1084" y="1596"/>
                    <a:pt x="787" y="2263"/>
                  </a:cubicBezTo>
                  <a:cubicBezTo>
                    <a:pt x="322" y="3263"/>
                    <a:pt x="60" y="4346"/>
                    <a:pt x="13" y="5442"/>
                  </a:cubicBezTo>
                  <a:cubicBezTo>
                    <a:pt x="1" y="5632"/>
                    <a:pt x="1" y="5763"/>
                    <a:pt x="25" y="5775"/>
                  </a:cubicBezTo>
                  <a:cubicBezTo>
                    <a:pt x="25" y="6311"/>
                    <a:pt x="49" y="9478"/>
                    <a:pt x="692" y="13264"/>
                  </a:cubicBezTo>
                  <a:cubicBezTo>
                    <a:pt x="1525" y="11597"/>
                    <a:pt x="525" y="8597"/>
                    <a:pt x="1632" y="5525"/>
                  </a:cubicBezTo>
                  <a:cubicBezTo>
                    <a:pt x="2418" y="3299"/>
                    <a:pt x="2216" y="929"/>
                    <a:pt x="2085" y="1"/>
                  </a:cubicBezTo>
                  <a:close/>
                </a:path>
              </a:pathLst>
            </a:custGeom>
            <a:solidFill>
              <a:srgbClr val="362922"/>
            </a:solidFill>
            <a:ln>
              <a:noFill/>
            </a:ln>
          </p:spPr>
          <p:txBody>
            <a:bodyPr spcFirstLastPara="1" wrap="square" lIns="121900" tIns="121900" rIns="121900" bIns="121900" anchor="ctr" anchorCtr="0">
              <a:noAutofit/>
            </a:bodyPr>
            <a:lstStyle/>
            <a:p>
              <a:endParaRPr sz="2400"/>
            </a:p>
          </p:txBody>
        </p:sp>
        <p:sp>
          <p:nvSpPr>
            <p:cNvPr id="277" name="Google Shape;5686;p48"/>
            <p:cNvSpPr/>
            <p:nvPr/>
          </p:nvSpPr>
          <p:spPr>
            <a:xfrm>
              <a:off x="3217950" y="352700"/>
              <a:ext cx="145500" cy="214825"/>
            </a:xfrm>
            <a:custGeom>
              <a:avLst/>
              <a:gdLst/>
              <a:ahLst/>
              <a:cxnLst/>
              <a:rect l="l" t="t" r="r" b="b"/>
              <a:pathLst>
                <a:path w="5820" h="8593" extrusionOk="0">
                  <a:moveTo>
                    <a:pt x="3247" y="0"/>
                  </a:moveTo>
                  <a:cubicBezTo>
                    <a:pt x="1513" y="0"/>
                    <a:pt x="215" y="2757"/>
                    <a:pt x="215" y="2757"/>
                  </a:cubicBezTo>
                  <a:cubicBezTo>
                    <a:pt x="0" y="5662"/>
                    <a:pt x="239" y="8484"/>
                    <a:pt x="239" y="8484"/>
                  </a:cubicBezTo>
                  <a:cubicBezTo>
                    <a:pt x="558" y="8558"/>
                    <a:pt x="860" y="8592"/>
                    <a:pt x="1145" y="8592"/>
                  </a:cubicBezTo>
                  <a:cubicBezTo>
                    <a:pt x="5132" y="8592"/>
                    <a:pt x="5819" y="1812"/>
                    <a:pt x="4775" y="757"/>
                  </a:cubicBezTo>
                  <a:cubicBezTo>
                    <a:pt x="4244" y="213"/>
                    <a:pt x="3729" y="0"/>
                    <a:pt x="3247" y="0"/>
                  </a:cubicBezTo>
                  <a:close/>
                </a:path>
              </a:pathLst>
            </a:custGeom>
            <a:solidFill>
              <a:srgbClr val="9F7B69"/>
            </a:solidFill>
            <a:ln>
              <a:noFill/>
            </a:ln>
          </p:spPr>
          <p:txBody>
            <a:bodyPr spcFirstLastPara="1" wrap="square" lIns="121900" tIns="121900" rIns="121900" bIns="121900" anchor="ctr" anchorCtr="0">
              <a:noAutofit/>
            </a:bodyPr>
            <a:lstStyle/>
            <a:p>
              <a:endParaRPr sz="2400"/>
            </a:p>
          </p:txBody>
        </p:sp>
        <p:sp>
          <p:nvSpPr>
            <p:cNvPr id="278" name="Google Shape;5687;p48"/>
            <p:cNvSpPr/>
            <p:nvPr/>
          </p:nvSpPr>
          <p:spPr>
            <a:xfrm>
              <a:off x="2898850" y="358575"/>
              <a:ext cx="236075" cy="189850"/>
            </a:xfrm>
            <a:custGeom>
              <a:avLst/>
              <a:gdLst/>
              <a:ahLst/>
              <a:cxnLst/>
              <a:rect l="l" t="t" r="r" b="b"/>
              <a:pathLst>
                <a:path w="9443" h="7594" extrusionOk="0">
                  <a:moveTo>
                    <a:pt x="4231" y="782"/>
                  </a:moveTo>
                  <a:cubicBezTo>
                    <a:pt x="5385" y="782"/>
                    <a:pt x="6725" y="1109"/>
                    <a:pt x="7919" y="2236"/>
                  </a:cubicBezTo>
                  <a:cubicBezTo>
                    <a:pt x="8002" y="2927"/>
                    <a:pt x="8204" y="6153"/>
                    <a:pt x="5002" y="6737"/>
                  </a:cubicBezTo>
                  <a:cubicBezTo>
                    <a:pt x="4793" y="6776"/>
                    <a:pt x="4587" y="6795"/>
                    <a:pt x="4385" y="6795"/>
                  </a:cubicBezTo>
                  <a:cubicBezTo>
                    <a:pt x="3356" y="6795"/>
                    <a:pt x="2436" y="6295"/>
                    <a:pt x="1799" y="5379"/>
                  </a:cubicBezTo>
                  <a:cubicBezTo>
                    <a:pt x="953" y="4177"/>
                    <a:pt x="846" y="2570"/>
                    <a:pt x="1513" y="1355"/>
                  </a:cubicBezTo>
                  <a:cubicBezTo>
                    <a:pt x="1855" y="1203"/>
                    <a:pt x="2923" y="782"/>
                    <a:pt x="4231" y="782"/>
                  </a:cubicBezTo>
                  <a:close/>
                  <a:moveTo>
                    <a:pt x="4251" y="1"/>
                  </a:moveTo>
                  <a:cubicBezTo>
                    <a:pt x="2466" y="1"/>
                    <a:pt x="1076" y="675"/>
                    <a:pt x="1049" y="688"/>
                  </a:cubicBezTo>
                  <a:lnTo>
                    <a:pt x="942" y="736"/>
                  </a:lnTo>
                  <a:lnTo>
                    <a:pt x="882" y="843"/>
                  </a:lnTo>
                  <a:cubicBezTo>
                    <a:pt x="1" y="2331"/>
                    <a:pt x="96" y="4344"/>
                    <a:pt x="1132" y="5832"/>
                  </a:cubicBezTo>
                  <a:cubicBezTo>
                    <a:pt x="1930" y="6963"/>
                    <a:pt x="3109" y="7594"/>
                    <a:pt x="4406" y="7594"/>
                  </a:cubicBezTo>
                  <a:cubicBezTo>
                    <a:pt x="4644" y="7594"/>
                    <a:pt x="4894" y="7570"/>
                    <a:pt x="5144" y="7523"/>
                  </a:cubicBezTo>
                  <a:cubicBezTo>
                    <a:pt x="9443" y="6737"/>
                    <a:pt x="8704" y="2022"/>
                    <a:pt x="8693" y="1974"/>
                  </a:cubicBezTo>
                  <a:lnTo>
                    <a:pt x="8669" y="1843"/>
                  </a:lnTo>
                  <a:lnTo>
                    <a:pt x="8585" y="1760"/>
                  </a:lnTo>
                  <a:cubicBezTo>
                    <a:pt x="7196" y="391"/>
                    <a:pt x="5609" y="1"/>
                    <a:pt x="4251"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279" name="Google Shape;5688;p48"/>
            <p:cNvSpPr/>
            <p:nvPr/>
          </p:nvSpPr>
          <p:spPr>
            <a:xfrm>
              <a:off x="2642875" y="356650"/>
              <a:ext cx="221175" cy="191775"/>
            </a:xfrm>
            <a:custGeom>
              <a:avLst/>
              <a:gdLst/>
              <a:ahLst/>
              <a:cxnLst/>
              <a:rect l="l" t="t" r="r" b="b"/>
              <a:pathLst>
                <a:path w="8847" h="7671" extrusionOk="0">
                  <a:moveTo>
                    <a:pt x="4272" y="804"/>
                  </a:moveTo>
                  <a:cubicBezTo>
                    <a:pt x="5348" y="804"/>
                    <a:pt x="6596" y="1072"/>
                    <a:pt x="7811" y="1944"/>
                  </a:cubicBezTo>
                  <a:cubicBezTo>
                    <a:pt x="7894" y="2754"/>
                    <a:pt x="8049" y="6230"/>
                    <a:pt x="4870" y="6814"/>
                  </a:cubicBezTo>
                  <a:cubicBezTo>
                    <a:pt x="4650" y="6856"/>
                    <a:pt x="4443" y="6875"/>
                    <a:pt x="4247" y="6875"/>
                  </a:cubicBezTo>
                  <a:cubicBezTo>
                    <a:pt x="3163" y="6875"/>
                    <a:pt x="2448" y="6289"/>
                    <a:pt x="2025" y="5754"/>
                  </a:cubicBezTo>
                  <a:cubicBezTo>
                    <a:pt x="1120" y="4611"/>
                    <a:pt x="870" y="2813"/>
                    <a:pt x="1417" y="1420"/>
                  </a:cubicBezTo>
                  <a:cubicBezTo>
                    <a:pt x="1780" y="1252"/>
                    <a:pt x="2881" y="804"/>
                    <a:pt x="4272" y="804"/>
                  </a:cubicBezTo>
                  <a:close/>
                  <a:moveTo>
                    <a:pt x="4265" y="1"/>
                  </a:moveTo>
                  <a:cubicBezTo>
                    <a:pt x="2403" y="1"/>
                    <a:pt x="1010" y="716"/>
                    <a:pt x="917" y="765"/>
                  </a:cubicBezTo>
                  <a:lnTo>
                    <a:pt x="786" y="837"/>
                  </a:lnTo>
                  <a:lnTo>
                    <a:pt x="727" y="968"/>
                  </a:lnTo>
                  <a:cubicBezTo>
                    <a:pt x="1" y="2658"/>
                    <a:pt x="274" y="4837"/>
                    <a:pt x="1394" y="6254"/>
                  </a:cubicBezTo>
                  <a:cubicBezTo>
                    <a:pt x="2132" y="7183"/>
                    <a:pt x="3132" y="7671"/>
                    <a:pt x="4263" y="7671"/>
                  </a:cubicBezTo>
                  <a:cubicBezTo>
                    <a:pt x="4513" y="7671"/>
                    <a:pt x="4763" y="7647"/>
                    <a:pt x="5025" y="7600"/>
                  </a:cubicBezTo>
                  <a:cubicBezTo>
                    <a:pt x="8442" y="6980"/>
                    <a:pt x="8847" y="3444"/>
                    <a:pt x="8585" y="1670"/>
                  </a:cubicBezTo>
                  <a:lnTo>
                    <a:pt x="8561" y="1504"/>
                  </a:lnTo>
                  <a:lnTo>
                    <a:pt x="8430" y="1408"/>
                  </a:lnTo>
                  <a:cubicBezTo>
                    <a:pt x="6999" y="328"/>
                    <a:pt x="5525" y="1"/>
                    <a:pt x="4265"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280" name="Google Shape;5689;p48"/>
            <p:cNvSpPr/>
            <p:nvPr/>
          </p:nvSpPr>
          <p:spPr>
            <a:xfrm>
              <a:off x="3104550" y="373700"/>
              <a:ext cx="152125" cy="45850"/>
            </a:xfrm>
            <a:custGeom>
              <a:avLst/>
              <a:gdLst/>
              <a:ahLst/>
              <a:cxnLst/>
              <a:rect l="l" t="t" r="r" b="b"/>
              <a:pathLst>
                <a:path w="6085" h="1834" extrusionOk="0">
                  <a:moveTo>
                    <a:pt x="6084" y="0"/>
                  </a:moveTo>
                  <a:lnTo>
                    <a:pt x="6084" y="0"/>
                  </a:lnTo>
                  <a:cubicBezTo>
                    <a:pt x="3751" y="310"/>
                    <a:pt x="2548" y="572"/>
                    <a:pt x="0" y="1048"/>
                  </a:cubicBezTo>
                  <a:lnTo>
                    <a:pt x="143" y="1834"/>
                  </a:lnTo>
                  <a:cubicBezTo>
                    <a:pt x="2012" y="1488"/>
                    <a:pt x="2953" y="1369"/>
                    <a:pt x="5513" y="869"/>
                  </a:cubicBezTo>
                  <a:lnTo>
                    <a:pt x="6084"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281" name="Google Shape;5690;p48"/>
            <p:cNvSpPr/>
            <p:nvPr/>
          </p:nvSpPr>
          <p:spPr>
            <a:xfrm>
              <a:off x="2843500" y="395100"/>
              <a:ext cx="79800" cy="27125"/>
            </a:xfrm>
            <a:custGeom>
              <a:avLst/>
              <a:gdLst/>
              <a:ahLst/>
              <a:cxnLst/>
              <a:rect l="l" t="t" r="r" b="b"/>
              <a:pathLst>
                <a:path w="3192" h="1085" extrusionOk="0">
                  <a:moveTo>
                    <a:pt x="1576" y="0"/>
                  </a:moveTo>
                  <a:cubicBezTo>
                    <a:pt x="1109" y="0"/>
                    <a:pt x="571" y="87"/>
                    <a:pt x="0" y="347"/>
                  </a:cubicBezTo>
                  <a:lnTo>
                    <a:pt x="334" y="1085"/>
                  </a:lnTo>
                  <a:cubicBezTo>
                    <a:pt x="788" y="874"/>
                    <a:pt x="1220" y="804"/>
                    <a:pt x="1590" y="804"/>
                  </a:cubicBezTo>
                  <a:cubicBezTo>
                    <a:pt x="2307" y="804"/>
                    <a:pt x="2798" y="1065"/>
                    <a:pt x="2798" y="1073"/>
                  </a:cubicBezTo>
                  <a:lnTo>
                    <a:pt x="3191" y="358"/>
                  </a:lnTo>
                  <a:cubicBezTo>
                    <a:pt x="3144" y="343"/>
                    <a:pt x="2501" y="0"/>
                    <a:pt x="1576"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282" name="Google Shape;5691;p48"/>
            <p:cNvSpPr/>
            <p:nvPr/>
          </p:nvSpPr>
          <p:spPr>
            <a:xfrm>
              <a:off x="3128950" y="316550"/>
              <a:ext cx="155700" cy="598900"/>
            </a:xfrm>
            <a:custGeom>
              <a:avLst/>
              <a:gdLst/>
              <a:ahLst/>
              <a:cxnLst/>
              <a:rect l="l" t="t" r="r" b="b"/>
              <a:pathLst>
                <a:path w="6228" h="23956" extrusionOk="0">
                  <a:moveTo>
                    <a:pt x="6227" y="0"/>
                  </a:moveTo>
                  <a:cubicBezTo>
                    <a:pt x="6227" y="0"/>
                    <a:pt x="4882" y="107"/>
                    <a:pt x="370" y="786"/>
                  </a:cubicBezTo>
                  <a:cubicBezTo>
                    <a:pt x="2775" y="4167"/>
                    <a:pt x="2167" y="15681"/>
                    <a:pt x="1" y="23955"/>
                  </a:cubicBezTo>
                  <a:cubicBezTo>
                    <a:pt x="1" y="23955"/>
                    <a:pt x="4156" y="20907"/>
                    <a:pt x="4918" y="14990"/>
                  </a:cubicBezTo>
                  <a:lnTo>
                    <a:pt x="6227" y="0"/>
                  </a:lnTo>
                  <a:close/>
                </a:path>
              </a:pathLst>
            </a:custGeom>
            <a:solidFill>
              <a:srgbClr val="362922"/>
            </a:solidFill>
            <a:ln>
              <a:noFill/>
            </a:ln>
          </p:spPr>
          <p:txBody>
            <a:bodyPr spcFirstLastPara="1" wrap="square" lIns="121900" tIns="121900" rIns="121900" bIns="121900" anchor="ctr" anchorCtr="0">
              <a:noAutofit/>
            </a:bodyPr>
            <a:lstStyle/>
            <a:p>
              <a:endParaRPr sz="2400"/>
            </a:p>
          </p:txBody>
        </p:sp>
        <p:sp>
          <p:nvSpPr>
            <p:cNvPr id="283" name="Google Shape;5692;p48"/>
            <p:cNvSpPr/>
            <p:nvPr/>
          </p:nvSpPr>
          <p:spPr>
            <a:xfrm>
              <a:off x="3403975" y="1114850"/>
              <a:ext cx="544150" cy="1636525"/>
            </a:xfrm>
            <a:custGeom>
              <a:avLst/>
              <a:gdLst/>
              <a:ahLst/>
              <a:cxnLst/>
              <a:rect l="l" t="t" r="r" b="b"/>
              <a:pathLst>
                <a:path w="21766" h="65461" extrusionOk="0">
                  <a:moveTo>
                    <a:pt x="6561" y="1"/>
                  </a:moveTo>
                  <a:cubicBezTo>
                    <a:pt x="1" y="5977"/>
                    <a:pt x="1513" y="15729"/>
                    <a:pt x="1513" y="15729"/>
                  </a:cubicBezTo>
                  <a:cubicBezTo>
                    <a:pt x="1680" y="20872"/>
                    <a:pt x="2716" y="26373"/>
                    <a:pt x="5668" y="39101"/>
                  </a:cubicBezTo>
                  <a:cubicBezTo>
                    <a:pt x="6895" y="47887"/>
                    <a:pt x="16181" y="65461"/>
                    <a:pt x="16181" y="65461"/>
                  </a:cubicBezTo>
                  <a:lnTo>
                    <a:pt x="21766" y="61996"/>
                  </a:lnTo>
                  <a:cubicBezTo>
                    <a:pt x="17753" y="53245"/>
                    <a:pt x="14122" y="38767"/>
                    <a:pt x="14122" y="38767"/>
                  </a:cubicBezTo>
                  <a:cubicBezTo>
                    <a:pt x="12836" y="29897"/>
                    <a:pt x="6561" y="1"/>
                    <a:pt x="6561" y="1"/>
                  </a:cubicBezTo>
                  <a:close/>
                </a:path>
              </a:pathLst>
            </a:custGeom>
            <a:solidFill>
              <a:srgbClr val="9F7B69"/>
            </a:solidFill>
            <a:ln>
              <a:noFill/>
            </a:ln>
          </p:spPr>
          <p:txBody>
            <a:bodyPr spcFirstLastPara="1" wrap="square" lIns="121900" tIns="121900" rIns="121900" bIns="121900" anchor="ctr" anchorCtr="0">
              <a:noAutofit/>
            </a:bodyPr>
            <a:lstStyle/>
            <a:p>
              <a:endParaRPr sz="2400"/>
            </a:p>
          </p:txBody>
        </p:sp>
        <p:sp>
          <p:nvSpPr>
            <p:cNvPr id="284" name="Google Shape;5693;p48"/>
            <p:cNvSpPr/>
            <p:nvPr/>
          </p:nvSpPr>
          <p:spPr>
            <a:xfrm>
              <a:off x="3375400" y="1070500"/>
              <a:ext cx="358400" cy="847550"/>
            </a:xfrm>
            <a:custGeom>
              <a:avLst/>
              <a:gdLst/>
              <a:ahLst/>
              <a:cxnLst/>
              <a:rect l="l" t="t" r="r" b="b"/>
              <a:pathLst>
                <a:path w="14336" h="33902" extrusionOk="0">
                  <a:moveTo>
                    <a:pt x="7704" y="0"/>
                  </a:moveTo>
                  <a:cubicBezTo>
                    <a:pt x="1" y="810"/>
                    <a:pt x="680" y="20622"/>
                    <a:pt x="680" y="20622"/>
                  </a:cubicBezTo>
                  <a:lnTo>
                    <a:pt x="4037" y="33790"/>
                  </a:lnTo>
                  <a:cubicBezTo>
                    <a:pt x="4428" y="33866"/>
                    <a:pt x="4818" y="33901"/>
                    <a:pt x="5204" y="33901"/>
                  </a:cubicBezTo>
                  <a:cubicBezTo>
                    <a:pt x="10038" y="33901"/>
                    <a:pt x="14336" y="28409"/>
                    <a:pt x="14336" y="28409"/>
                  </a:cubicBezTo>
                  <a:lnTo>
                    <a:pt x="7704" y="0"/>
                  </a:lnTo>
                  <a:close/>
                </a:path>
              </a:pathLst>
            </a:custGeom>
            <a:solidFill>
              <a:schemeClr val="tx1">
                <a:lumMod val="75000"/>
              </a:schemeClr>
            </a:solidFill>
            <a:ln>
              <a:noFill/>
            </a:ln>
          </p:spPr>
          <p:txBody>
            <a:bodyPr spcFirstLastPara="1" wrap="square" lIns="121900" tIns="121900" rIns="121900" bIns="121900" anchor="ctr" anchorCtr="0">
              <a:noAutofit/>
            </a:bodyPr>
            <a:lstStyle/>
            <a:p>
              <a:endParaRPr sz="2400"/>
            </a:p>
          </p:txBody>
        </p:sp>
        <p:sp>
          <p:nvSpPr>
            <p:cNvPr id="285" name="Google Shape;5694;p48"/>
            <p:cNvSpPr/>
            <p:nvPr/>
          </p:nvSpPr>
          <p:spPr>
            <a:xfrm>
              <a:off x="3545975" y="1258025"/>
              <a:ext cx="270875" cy="328050"/>
            </a:xfrm>
            <a:custGeom>
              <a:avLst/>
              <a:gdLst/>
              <a:ahLst/>
              <a:cxnLst/>
              <a:rect l="l" t="t" r="r" b="b"/>
              <a:pathLst>
                <a:path w="10835" h="13122" extrusionOk="0">
                  <a:moveTo>
                    <a:pt x="2631" y="0"/>
                  </a:moveTo>
                  <a:lnTo>
                    <a:pt x="2631" y="0"/>
                  </a:lnTo>
                  <a:cubicBezTo>
                    <a:pt x="3012" y="1858"/>
                    <a:pt x="3060" y="2215"/>
                    <a:pt x="3489" y="3668"/>
                  </a:cubicBezTo>
                  <a:cubicBezTo>
                    <a:pt x="3489" y="3668"/>
                    <a:pt x="0" y="5108"/>
                    <a:pt x="1512" y="9704"/>
                  </a:cubicBezTo>
                  <a:cubicBezTo>
                    <a:pt x="2240" y="11953"/>
                    <a:pt x="3957" y="13122"/>
                    <a:pt x="6111" y="13122"/>
                  </a:cubicBezTo>
                  <a:cubicBezTo>
                    <a:pt x="6671" y="13122"/>
                    <a:pt x="7261" y="13043"/>
                    <a:pt x="7870" y="12883"/>
                  </a:cubicBezTo>
                  <a:cubicBezTo>
                    <a:pt x="10835" y="12121"/>
                    <a:pt x="8013" y="6346"/>
                    <a:pt x="7501" y="4489"/>
                  </a:cubicBezTo>
                  <a:cubicBezTo>
                    <a:pt x="6989" y="2620"/>
                    <a:pt x="2632" y="1"/>
                    <a:pt x="2631" y="0"/>
                  </a:cubicBezTo>
                  <a:close/>
                </a:path>
              </a:pathLst>
            </a:custGeom>
            <a:solidFill>
              <a:srgbClr val="876757"/>
            </a:solidFill>
            <a:ln>
              <a:noFill/>
            </a:ln>
          </p:spPr>
          <p:txBody>
            <a:bodyPr spcFirstLastPara="1" wrap="square" lIns="121900" tIns="121900" rIns="121900" bIns="121900" anchor="ctr" anchorCtr="0">
              <a:noAutofit/>
            </a:bodyPr>
            <a:lstStyle/>
            <a:p>
              <a:endParaRPr sz="2400"/>
            </a:p>
          </p:txBody>
        </p:sp>
        <p:sp>
          <p:nvSpPr>
            <p:cNvPr id="286" name="Google Shape;5695;p48"/>
            <p:cNvSpPr/>
            <p:nvPr/>
          </p:nvSpPr>
          <p:spPr>
            <a:xfrm>
              <a:off x="3802050" y="2644700"/>
              <a:ext cx="374775" cy="330075"/>
            </a:xfrm>
            <a:custGeom>
              <a:avLst/>
              <a:gdLst/>
              <a:ahLst/>
              <a:cxnLst/>
              <a:rect l="l" t="t" r="r" b="b"/>
              <a:pathLst>
                <a:path w="14991" h="13203" extrusionOk="0">
                  <a:moveTo>
                    <a:pt x="5585" y="0"/>
                  </a:moveTo>
                  <a:lnTo>
                    <a:pt x="0" y="3465"/>
                  </a:lnTo>
                  <a:cubicBezTo>
                    <a:pt x="0" y="3465"/>
                    <a:pt x="155" y="8835"/>
                    <a:pt x="1322" y="10180"/>
                  </a:cubicBezTo>
                  <a:cubicBezTo>
                    <a:pt x="1733" y="10650"/>
                    <a:pt x="2272" y="10802"/>
                    <a:pt x="2799" y="10802"/>
                  </a:cubicBezTo>
                  <a:cubicBezTo>
                    <a:pt x="3767" y="10802"/>
                    <a:pt x="4692" y="10287"/>
                    <a:pt x="4692" y="10287"/>
                  </a:cubicBezTo>
                  <a:cubicBezTo>
                    <a:pt x="4692" y="10287"/>
                    <a:pt x="6927" y="13203"/>
                    <a:pt x="9537" y="13203"/>
                  </a:cubicBezTo>
                  <a:cubicBezTo>
                    <a:pt x="10275" y="13203"/>
                    <a:pt x="11043" y="12969"/>
                    <a:pt x="11800" y="12371"/>
                  </a:cubicBezTo>
                  <a:cubicBezTo>
                    <a:pt x="14990" y="9847"/>
                    <a:pt x="5585" y="0"/>
                    <a:pt x="5585" y="0"/>
                  </a:cubicBezTo>
                  <a:close/>
                </a:path>
              </a:pathLst>
            </a:custGeom>
            <a:solidFill>
              <a:srgbClr val="9F7B69"/>
            </a:solidFill>
            <a:ln>
              <a:noFill/>
            </a:ln>
          </p:spPr>
          <p:txBody>
            <a:bodyPr spcFirstLastPara="1" wrap="square" lIns="121900" tIns="121900" rIns="121900" bIns="121900" anchor="ctr" anchorCtr="0">
              <a:noAutofit/>
            </a:bodyPr>
            <a:lstStyle/>
            <a:p>
              <a:endParaRPr sz="2400"/>
            </a:p>
          </p:txBody>
        </p:sp>
        <p:sp>
          <p:nvSpPr>
            <p:cNvPr id="287" name="Google Shape;5696;p48"/>
            <p:cNvSpPr/>
            <p:nvPr/>
          </p:nvSpPr>
          <p:spPr>
            <a:xfrm>
              <a:off x="3602225" y="5479800"/>
              <a:ext cx="162850" cy="194625"/>
            </a:xfrm>
            <a:custGeom>
              <a:avLst/>
              <a:gdLst/>
              <a:ahLst/>
              <a:cxnLst/>
              <a:rect l="l" t="t" r="r" b="b"/>
              <a:pathLst>
                <a:path w="6514" h="7785" extrusionOk="0">
                  <a:moveTo>
                    <a:pt x="4092" y="0"/>
                  </a:moveTo>
                  <a:cubicBezTo>
                    <a:pt x="2037" y="0"/>
                    <a:pt x="0" y="1388"/>
                    <a:pt x="0" y="1388"/>
                  </a:cubicBezTo>
                  <a:lnTo>
                    <a:pt x="1513" y="7615"/>
                  </a:lnTo>
                  <a:cubicBezTo>
                    <a:pt x="2148" y="7728"/>
                    <a:pt x="2765" y="7785"/>
                    <a:pt x="3363" y="7785"/>
                  </a:cubicBezTo>
                  <a:cubicBezTo>
                    <a:pt x="4478" y="7785"/>
                    <a:pt x="5529" y="7586"/>
                    <a:pt x="6513" y="7175"/>
                  </a:cubicBezTo>
                  <a:lnTo>
                    <a:pt x="5930" y="472"/>
                  </a:lnTo>
                  <a:cubicBezTo>
                    <a:pt x="5354" y="131"/>
                    <a:pt x="4723" y="0"/>
                    <a:pt x="4092" y="0"/>
                  </a:cubicBezTo>
                  <a:close/>
                </a:path>
              </a:pathLst>
            </a:custGeom>
            <a:solidFill>
              <a:srgbClr val="9F7B69"/>
            </a:solidFill>
            <a:ln>
              <a:noFill/>
            </a:ln>
          </p:spPr>
          <p:txBody>
            <a:bodyPr spcFirstLastPara="1" wrap="square" lIns="121900" tIns="121900" rIns="121900" bIns="121900" anchor="ctr" anchorCtr="0">
              <a:noAutofit/>
            </a:bodyPr>
            <a:lstStyle/>
            <a:p>
              <a:endParaRPr sz="2400"/>
            </a:p>
          </p:txBody>
        </p:sp>
        <p:sp>
          <p:nvSpPr>
            <p:cNvPr id="288" name="Google Shape;5697;p48"/>
            <p:cNvSpPr/>
            <p:nvPr/>
          </p:nvSpPr>
          <p:spPr>
            <a:xfrm>
              <a:off x="2616975" y="5456475"/>
              <a:ext cx="157200" cy="216700"/>
            </a:xfrm>
            <a:custGeom>
              <a:avLst/>
              <a:gdLst/>
              <a:ahLst/>
              <a:cxnLst/>
              <a:rect l="l" t="t" r="r" b="b"/>
              <a:pathLst>
                <a:path w="6288" h="8668" extrusionOk="0">
                  <a:moveTo>
                    <a:pt x="2652" y="0"/>
                  </a:moveTo>
                  <a:cubicBezTo>
                    <a:pt x="1743" y="0"/>
                    <a:pt x="800" y="159"/>
                    <a:pt x="1" y="631"/>
                  </a:cubicBezTo>
                  <a:lnTo>
                    <a:pt x="501" y="8239"/>
                  </a:lnTo>
                  <a:lnTo>
                    <a:pt x="5335" y="8667"/>
                  </a:lnTo>
                  <a:lnTo>
                    <a:pt x="6287" y="690"/>
                  </a:lnTo>
                  <a:cubicBezTo>
                    <a:pt x="6287" y="690"/>
                    <a:pt x="4543" y="0"/>
                    <a:pt x="2652" y="0"/>
                  </a:cubicBezTo>
                  <a:close/>
                </a:path>
              </a:pathLst>
            </a:custGeom>
            <a:solidFill>
              <a:srgbClr val="9F7B69"/>
            </a:solidFill>
            <a:ln>
              <a:noFill/>
            </a:ln>
          </p:spPr>
          <p:txBody>
            <a:bodyPr spcFirstLastPara="1" wrap="square" lIns="121900" tIns="121900" rIns="121900" bIns="121900" anchor="ctr" anchorCtr="0">
              <a:noAutofit/>
            </a:bodyPr>
            <a:lstStyle/>
            <a:p>
              <a:endParaRPr sz="2400"/>
            </a:p>
          </p:txBody>
        </p:sp>
        <p:sp>
          <p:nvSpPr>
            <p:cNvPr id="289" name="Google Shape;5698;p48"/>
            <p:cNvSpPr/>
            <p:nvPr/>
          </p:nvSpPr>
          <p:spPr>
            <a:xfrm>
              <a:off x="3602525" y="5646050"/>
              <a:ext cx="478050" cy="297400"/>
            </a:xfrm>
            <a:custGeom>
              <a:avLst/>
              <a:gdLst/>
              <a:ahLst/>
              <a:cxnLst/>
              <a:rect l="l" t="t" r="r" b="b"/>
              <a:pathLst>
                <a:path w="19122" h="11896" extrusionOk="0">
                  <a:moveTo>
                    <a:pt x="6763" y="1"/>
                  </a:moveTo>
                  <a:cubicBezTo>
                    <a:pt x="6121" y="483"/>
                    <a:pt x="4841" y="612"/>
                    <a:pt x="3657" y="612"/>
                  </a:cubicBezTo>
                  <a:cubicBezTo>
                    <a:pt x="2296" y="612"/>
                    <a:pt x="1060" y="442"/>
                    <a:pt x="1060" y="442"/>
                  </a:cubicBezTo>
                  <a:cubicBezTo>
                    <a:pt x="0" y="4692"/>
                    <a:pt x="441" y="8371"/>
                    <a:pt x="858" y="10347"/>
                  </a:cubicBezTo>
                  <a:cubicBezTo>
                    <a:pt x="1060" y="11336"/>
                    <a:pt x="1262" y="11895"/>
                    <a:pt x="1262" y="11895"/>
                  </a:cubicBezTo>
                  <a:lnTo>
                    <a:pt x="19074" y="11895"/>
                  </a:lnTo>
                  <a:cubicBezTo>
                    <a:pt x="19122" y="11348"/>
                    <a:pt x="19110" y="10824"/>
                    <a:pt x="19038" y="10347"/>
                  </a:cubicBezTo>
                  <a:cubicBezTo>
                    <a:pt x="18372" y="5073"/>
                    <a:pt x="12133" y="3680"/>
                    <a:pt x="12133" y="3680"/>
                  </a:cubicBezTo>
                  <a:cubicBezTo>
                    <a:pt x="8442" y="501"/>
                    <a:pt x="6763" y="1"/>
                    <a:pt x="6763" y="1"/>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290" name="Google Shape;5699;p48"/>
            <p:cNvSpPr/>
            <p:nvPr/>
          </p:nvSpPr>
          <p:spPr>
            <a:xfrm>
              <a:off x="3623950" y="5904725"/>
              <a:ext cx="456625" cy="38725"/>
            </a:xfrm>
            <a:custGeom>
              <a:avLst/>
              <a:gdLst/>
              <a:ahLst/>
              <a:cxnLst/>
              <a:rect l="l" t="t" r="r" b="b"/>
              <a:pathLst>
                <a:path w="18265" h="1549" extrusionOk="0">
                  <a:moveTo>
                    <a:pt x="1" y="0"/>
                  </a:moveTo>
                  <a:cubicBezTo>
                    <a:pt x="203" y="989"/>
                    <a:pt x="405" y="1548"/>
                    <a:pt x="405" y="1548"/>
                  </a:cubicBezTo>
                  <a:lnTo>
                    <a:pt x="18217" y="1548"/>
                  </a:lnTo>
                  <a:cubicBezTo>
                    <a:pt x="18265" y="1001"/>
                    <a:pt x="18253" y="477"/>
                    <a:pt x="18181" y="0"/>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292" name="Google Shape;5701;p48"/>
            <p:cNvSpPr/>
            <p:nvPr/>
          </p:nvSpPr>
          <p:spPr>
            <a:xfrm>
              <a:off x="2146975" y="5635050"/>
              <a:ext cx="638500" cy="308100"/>
            </a:xfrm>
            <a:custGeom>
              <a:avLst/>
              <a:gdLst/>
              <a:ahLst/>
              <a:cxnLst/>
              <a:rect l="l" t="t" r="r" b="b"/>
              <a:pathLst>
                <a:path w="25540" h="12324" extrusionOk="0">
                  <a:moveTo>
                    <a:pt x="18444" y="0"/>
                  </a:moveTo>
                  <a:cubicBezTo>
                    <a:pt x="18444" y="0"/>
                    <a:pt x="13741" y="2489"/>
                    <a:pt x="12157" y="3965"/>
                  </a:cubicBezTo>
                  <a:cubicBezTo>
                    <a:pt x="12157" y="3965"/>
                    <a:pt x="6668" y="4977"/>
                    <a:pt x="2954" y="7168"/>
                  </a:cubicBezTo>
                  <a:cubicBezTo>
                    <a:pt x="1584" y="7966"/>
                    <a:pt x="608" y="9275"/>
                    <a:pt x="203" y="10764"/>
                  </a:cubicBezTo>
                  <a:cubicBezTo>
                    <a:pt x="72" y="11264"/>
                    <a:pt x="1" y="11788"/>
                    <a:pt x="1" y="12323"/>
                  </a:cubicBezTo>
                  <a:lnTo>
                    <a:pt x="24325" y="12323"/>
                  </a:lnTo>
                  <a:cubicBezTo>
                    <a:pt x="24385" y="11800"/>
                    <a:pt x="24444" y="11288"/>
                    <a:pt x="24528" y="10764"/>
                  </a:cubicBezTo>
                  <a:cubicBezTo>
                    <a:pt x="24956" y="7609"/>
                    <a:pt x="25540" y="4310"/>
                    <a:pt x="24528" y="858"/>
                  </a:cubicBezTo>
                  <a:cubicBezTo>
                    <a:pt x="24528" y="858"/>
                    <a:pt x="24031" y="1020"/>
                    <a:pt x="23090" y="1020"/>
                  </a:cubicBezTo>
                  <a:cubicBezTo>
                    <a:pt x="22055" y="1020"/>
                    <a:pt x="20483" y="824"/>
                    <a:pt x="18444" y="0"/>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293" name="Google Shape;5702;p48"/>
            <p:cNvSpPr/>
            <p:nvPr/>
          </p:nvSpPr>
          <p:spPr>
            <a:xfrm>
              <a:off x="2146975" y="5904125"/>
              <a:ext cx="613200" cy="39025"/>
            </a:xfrm>
            <a:custGeom>
              <a:avLst/>
              <a:gdLst/>
              <a:ahLst/>
              <a:cxnLst/>
              <a:rect l="l" t="t" r="r" b="b"/>
              <a:pathLst>
                <a:path w="24528" h="1561" extrusionOk="0">
                  <a:moveTo>
                    <a:pt x="203" y="1"/>
                  </a:moveTo>
                  <a:cubicBezTo>
                    <a:pt x="72" y="501"/>
                    <a:pt x="1" y="1025"/>
                    <a:pt x="1" y="1560"/>
                  </a:cubicBezTo>
                  <a:lnTo>
                    <a:pt x="24325" y="1560"/>
                  </a:lnTo>
                  <a:cubicBezTo>
                    <a:pt x="24385" y="1037"/>
                    <a:pt x="24444" y="525"/>
                    <a:pt x="24528" y="1"/>
                  </a:cubicBezTo>
                  <a:close/>
                </a:path>
              </a:pathLst>
            </a:custGeom>
            <a:solidFill>
              <a:srgbClr val="DC2C0F"/>
            </a:solidFill>
            <a:ln>
              <a:noFill/>
            </a:ln>
          </p:spPr>
          <p:txBody>
            <a:bodyPr spcFirstLastPara="1" wrap="square" lIns="121900" tIns="121900" rIns="121900" bIns="121900" anchor="ctr" anchorCtr="0">
              <a:noAutofit/>
            </a:bodyPr>
            <a:lstStyle/>
            <a:p>
              <a:endParaRPr sz="2400"/>
            </a:p>
          </p:txBody>
        </p:sp>
        <p:sp>
          <p:nvSpPr>
            <p:cNvPr id="295" name="Google Shape;5704;p48"/>
            <p:cNvSpPr/>
            <p:nvPr/>
          </p:nvSpPr>
          <p:spPr>
            <a:xfrm>
              <a:off x="1100425" y="4683750"/>
              <a:ext cx="305425" cy="993300"/>
            </a:xfrm>
            <a:custGeom>
              <a:avLst/>
              <a:gdLst/>
              <a:ahLst/>
              <a:cxnLst/>
              <a:rect l="l" t="t" r="r" b="b"/>
              <a:pathLst>
                <a:path w="12217" h="39732" extrusionOk="0">
                  <a:moveTo>
                    <a:pt x="0" y="0"/>
                  </a:moveTo>
                  <a:cubicBezTo>
                    <a:pt x="48" y="893"/>
                    <a:pt x="108" y="1774"/>
                    <a:pt x="155" y="2655"/>
                  </a:cubicBezTo>
                  <a:cubicBezTo>
                    <a:pt x="179" y="2989"/>
                    <a:pt x="203" y="3322"/>
                    <a:pt x="227" y="3655"/>
                  </a:cubicBezTo>
                  <a:lnTo>
                    <a:pt x="227" y="3667"/>
                  </a:lnTo>
                  <a:cubicBezTo>
                    <a:pt x="227" y="3727"/>
                    <a:pt x="227" y="3786"/>
                    <a:pt x="239" y="3858"/>
                  </a:cubicBezTo>
                  <a:cubicBezTo>
                    <a:pt x="298" y="4775"/>
                    <a:pt x="358" y="5691"/>
                    <a:pt x="417" y="6596"/>
                  </a:cubicBezTo>
                  <a:cubicBezTo>
                    <a:pt x="429" y="6691"/>
                    <a:pt x="429" y="6775"/>
                    <a:pt x="441" y="6870"/>
                  </a:cubicBezTo>
                  <a:lnTo>
                    <a:pt x="441" y="6882"/>
                  </a:lnTo>
                  <a:cubicBezTo>
                    <a:pt x="489" y="7596"/>
                    <a:pt x="536" y="8299"/>
                    <a:pt x="596" y="8989"/>
                  </a:cubicBezTo>
                  <a:lnTo>
                    <a:pt x="596" y="9001"/>
                  </a:lnTo>
                  <a:cubicBezTo>
                    <a:pt x="620" y="9478"/>
                    <a:pt x="655" y="9954"/>
                    <a:pt x="691" y="10418"/>
                  </a:cubicBezTo>
                  <a:lnTo>
                    <a:pt x="691" y="10430"/>
                  </a:lnTo>
                  <a:cubicBezTo>
                    <a:pt x="715" y="10871"/>
                    <a:pt x="751" y="11299"/>
                    <a:pt x="774" y="11740"/>
                  </a:cubicBezTo>
                  <a:cubicBezTo>
                    <a:pt x="834" y="12418"/>
                    <a:pt x="881" y="13097"/>
                    <a:pt x="929" y="13764"/>
                  </a:cubicBezTo>
                  <a:cubicBezTo>
                    <a:pt x="965" y="14288"/>
                    <a:pt x="1001" y="14811"/>
                    <a:pt x="1048" y="15335"/>
                  </a:cubicBezTo>
                  <a:cubicBezTo>
                    <a:pt x="1096" y="15954"/>
                    <a:pt x="1143" y="16574"/>
                    <a:pt x="1179" y="17181"/>
                  </a:cubicBezTo>
                  <a:cubicBezTo>
                    <a:pt x="1274" y="18371"/>
                    <a:pt x="1370" y="19514"/>
                    <a:pt x="1453" y="20634"/>
                  </a:cubicBezTo>
                  <a:cubicBezTo>
                    <a:pt x="1477" y="20991"/>
                    <a:pt x="1501" y="21336"/>
                    <a:pt x="1536" y="21669"/>
                  </a:cubicBezTo>
                  <a:cubicBezTo>
                    <a:pt x="1596" y="22443"/>
                    <a:pt x="1655" y="23193"/>
                    <a:pt x="1715" y="23932"/>
                  </a:cubicBezTo>
                  <a:cubicBezTo>
                    <a:pt x="1822" y="25182"/>
                    <a:pt x="1917" y="26372"/>
                    <a:pt x="2013" y="27504"/>
                  </a:cubicBezTo>
                  <a:cubicBezTo>
                    <a:pt x="2024" y="27670"/>
                    <a:pt x="2036" y="27849"/>
                    <a:pt x="2048" y="28015"/>
                  </a:cubicBezTo>
                  <a:cubicBezTo>
                    <a:pt x="2132" y="28956"/>
                    <a:pt x="2203" y="29837"/>
                    <a:pt x="2275" y="30671"/>
                  </a:cubicBezTo>
                  <a:lnTo>
                    <a:pt x="2275" y="30682"/>
                  </a:lnTo>
                  <a:cubicBezTo>
                    <a:pt x="2394" y="32052"/>
                    <a:pt x="2513" y="33290"/>
                    <a:pt x="2608" y="34362"/>
                  </a:cubicBezTo>
                  <a:lnTo>
                    <a:pt x="2608" y="34373"/>
                  </a:lnTo>
                  <a:cubicBezTo>
                    <a:pt x="2715" y="35612"/>
                    <a:pt x="2810" y="36636"/>
                    <a:pt x="2882" y="37410"/>
                  </a:cubicBezTo>
                  <a:cubicBezTo>
                    <a:pt x="3001" y="38588"/>
                    <a:pt x="3060" y="39219"/>
                    <a:pt x="3060" y="39219"/>
                  </a:cubicBezTo>
                  <a:lnTo>
                    <a:pt x="8359" y="39731"/>
                  </a:lnTo>
                  <a:lnTo>
                    <a:pt x="8656" y="36719"/>
                  </a:lnTo>
                  <a:lnTo>
                    <a:pt x="8859" y="34695"/>
                  </a:lnTo>
                  <a:lnTo>
                    <a:pt x="8859" y="34683"/>
                  </a:lnTo>
                  <a:lnTo>
                    <a:pt x="8871" y="34588"/>
                  </a:lnTo>
                  <a:lnTo>
                    <a:pt x="8871" y="34576"/>
                  </a:lnTo>
                  <a:lnTo>
                    <a:pt x="9323" y="29909"/>
                  </a:lnTo>
                  <a:lnTo>
                    <a:pt x="9323" y="29897"/>
                  </a:lnTo>
                  <a:lnTo>
                    <a:pt x="9383" y="29373"/>
                  </a:lnTo>
                  <a:lnTo>
                    <a:pt x="9478" y="28396"/>
                  </a:lnTo>
                  <a:lnTo>
                    <a:pt x="9478" y="28385"/>
                  </a:lnTo>
                  <a:lnTo>
                    <a:pt x="9537" y="27777"/>
                  </a:lnTo>
                  <a:lnTo>
                    <a:pt x="9835" y="24777"/>
                  </a:lnTo>
                  <a:lnTo>
                    <a:pt x="9990" y="23122"/>
                  </a:lnTo>
                  <a:lnTo>
                    <a:pt x="9990" y="23110"/>
                  </a:lnTo>
                  <a:lnTo>
                    <a:pt x="10097" y="22110"/>
                  </a:lnTo>
                  <a:lnTo>
                    <a:pt x="10204" y="20979"/>
                  </a:lnTo>
                  <a:lnTo>
                    <a:pt x="10204" y="20967"/>
                  </a:lnTo>
                  <a:lnTo>
                    <a:pt x="10466" y="18383"/>
                  </a:lnTo>
                  <a:lnTo>
                    <a:pt x="10657" y="16371"/>
                  </a:lnTo>
                  <a:lnTo>
                    <a:pt x="10657" y="16359"/>
                  </a:lnTo>
                  <a:lnTo>
                    <a:pt x="10716" y="15824"/>
                  </a:lnTo>
                  <a:lnTo>
                    <a:pt x="10883" y="14169"/>
                  </a:lnTo>
                  <a:lnTo>
                    <a:pt x="11073" y="12204"/>
                  </a:lnTo>
                  <a:lnTo>
                    <a:pt x="11085" y="12002"/>
                  </a:lnTo>
                  <a:lnTo>
                    <a:pt x="11323" y="9644"/>
                  </a:lnTo>
                  <a:lnTo>
                    <a:pt x="11335" y="9537"/>
                  </a:lnTo>
                  <a:lnTo>
                    <a:pt x="11335" y="9489"/>
                  </a:lnTo>
                  <a:lnTo>
                    <a:pt x="11549" y="7358"/>
                  </a:lnTo>
                  <a:lnTo>
                    <a:pt x="11573" y="7096"/>
                  </a:lnTo>
                  <a:lnTo>
                    <a:pt x="11716" y="5608"/>
                  </a:lnTo>
                  <a:lnTo>
                    <a:pt x="11835" y="4382"/>
                  </a:lnTo>
                  <a:lnTo>
                    <a:pt x="11954" y="3251"/>
                  </a:lnTo>
                  <a:lnTo>
                    <a:pt x="11978" y="2965"/>
                  </a:lnTo>
                  <a:lnTo>
                    <a:pt x="11978" y="2953"/>
                  </a:lnTo>
                  <a:lnTo>
                    <a:pt x="12216" y="548"/>
                  </a:lnTo>
                  <a:lnTo>
                    <a:pt x="12216" y="548"/>
                  </a:lnTo>
                  <a:cubicBezTo>
                    <a:pt x="11380" y="575"/>
                    <a:pt x="10542" y="588"/>
                    <a:pt x="9702" y="588"/>
                  </a:cubicBezTo>
                  <a:cubicBezTo>
                    <a:pt x="6449" y="588"/>
                    <a:pt x="3180" y="388"/>
                    <a:pt x="0" y="0"/>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sp>
          <p:nvSpPr>
            <p:cNvPr id="296" name="Google Shape;5705;p48"/>
            <p:cNvSpPr/>
            <p:nvPr/>
          </p:nvSpPr>
          <p:spPr>
            <a:xfrm>
              <a:off x="1106375" y="4780175"/>
              <a:ext cx="289950" cy="81000"/>
            </a:xfrm>
            <a:custGeom>
              <a:avLst/>
              <a:gdLst/>
              <a:ahLst/>
              <a:cxnLst/>
              <a:rect l="l" t="t" r="r" b="b"/>
              <a:pathLst>
                <a:path w="11598" h="3240" extrusionOk="0">
                  <a:moveTo>
                    <a:pt x="1" y="1"/>
                  </a:moveTo>
                  <a:lnTo>
                    <a:pt x="1" y="1"/>
                  </a:lnTo>
                  <a:cubicBezTo>
                    <a:pt x="60" y="918"/>
                    <a:pt x="120" y="1834"/>
                    <a:pt x="179" y="2739"/>
                  </a:cubicBezTo>
                  <a:cubicBezTo>
                    <a:pt x="3096" y="3001"/>
                    <a:pt x="6751" y="3239"/>
                    <a:pt x="10478" y="3239"/>
                  </a:cubicBezTo>
                  <a:lnTo>
                    <a:pt x="11335" y="3239"/>
                  </a:lnTo>
                  <a:lnTo>
                    <a:pt x="11478" y="1751"/>
                  </a:lnTo>
                  <a:lnTo>
                    <a:pt x="11597" y="525"/>
                  </a:lnTo>
                  <a:lnTo>
                    <a:pt x="11597" y="525"/>
                  </a:lnTo>
                  <a:cubicBezTo>
                    <a:pt x="11276" y="528"/>
                    <a:pt x="10955" y="530"/>
                    <a:pt x="10634" y="530"/>
                  </a:cubicBezTo>
                  <a:cubicBezTo>
                    <a:pt x="6778" y="530"/>
                    <a:pt x="2968" y="276"/>
                    <a:pt x="1" y="1"/>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297" name="Google Shape;5706;p48"/>
            <p:cNvSpPr/>
            <p:nvPr/>
          </p:nvSpPr>
          <p:spPr>
            <a:xfrm>
              <a:off x="1115300" y="4908775"/>
              <a:ext cx="268525" cy="80100"/>
            </a:xfrm>
            <a:custGeom>
              <a:avLst/>
              <a:gdLst/>
              <a:ahLst/>
              <a:cxnLst/>
              <a:rect l="l" t="t" r="r" b="b"/>
              <a:pathLst>
                <a:path w="10741" h="3204" extrusionOk="0">
                  <a:moveTo>
                    <a:pt x="1" y="0"/>
                  </a:moveTo>
                  <a:lnTo>
                    <a:pt x="1" y="0"/>
                  </a:lnTo>
                  <a:cubicBezTo>
                    <a:pt x="25" y="477"/>
                    <a:pt x="60" y="953"/>
                    <a:pt x="96" y="1417"/>
                  </a:cubicBezTo>
                  <a:lnTo>
                    <a:pt x="96" y="1429"/>
                  </a:lnTo>
                  <a:cubicBezTo>
                    <a:pt x="120" y="1870"/>
                    <a:pt x="156" y="2298"/>
                    <a:pt x="179" y="2739"/>
                  </a:cubicBezTo>
                  <a:cubicBezTo>
                    <a:pt x="3037" y="2989"/>
                    <a:pt x="6549" y="3203"/>
                    <a:pt x="10121" y="3203"/>
                  </a:cubicBezTo>
                  <a:lnTo>
                    <a:pt x="10478" y="3203"/>
                  </a:lnTo>
                  <a:lnTo>
                    <a:pt x="10490" y="3001"/>
                  </a:lnTo>
                  <a:lnTo>
                    <a:pt x="10728" y="643"/>
                  </a:lnTo>
                  <a:lnTo>
                    <a:pt x="10740" y="536"/>
                  </a:lnTo>
                  <a:lnTo>
                    <a:pt x="10740" y="488"/>
                  </a:lnTo>
                  <a:cubicBezTo>
                    <a:pt x="10492" y="491"/>
                    <a:pt x="10243" y="492"/>
                    <a:pt x="9995" y="492"/>
                  </a:cubicBezTo>
                  <a:cubicBezTo>
                    <a:pt x="6389" y="492"/>
                    <a:pt x="2830" y="256"/>
                    <a:pt x="1" y="0"/>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298" name="Google Shape;5707;p48"/>
            <p:cNvSpPr/>
            <p:nvPr/>
          </p:nvSpPr>
          <p:spPr>
            <a:xfrm>
              <a:off x="1934150" y="4720350"/>
              <a:ext cx="342325" cy="940000"/>
            </a:xfrm>
            <a:custGeom>
              <a:avLst/>
              <a:gdLst/>
              <a:ahLst/>
              <a:cxnLst/>
              <a:rect l="l" t="t" r="r" b="b"/>
              <a:pathLst>
                <a:path w="13693" h="37600" extrusionOk="0">
                  <a:moveTo>
                    <a:pt x="1" y="1"/>
                  </a:moveTo>
                  <a:lnTo>
                    <a:pt x="441" y="2168"/>
                  </a:lnTo>
                  <a:lnTo>
                    <a:pt x="656" y="3227"/>
                  </a:lnTo>
                  <a:lnTo>
                    <a:pt x="1215" y="5989"/>
                  </a:lnTo>
                  <a:lnTo>
                    <a:pt x="1394" y="6894"/>
                  </a:lnTo>
                  <a:lnTo>
                    <a:pt x="1406" y="6906"/>
                  </a:lnTo>
                  <a:lnTo>
                    <a:pt x="1703" y="8383"/>
                  </a:lnTo>
                  <a:lnTo>
                    <a:pt x="1703" y="8395"/>
                  </a:lnTo>
                  <a:lnTo>
                    <a:pt x="2263" y="11157"/>
                  </a:lnTo>
                  <a:lnTo>
                    <a:pt x="2787" y="13788"/>
                  </a:lnTo>
                  <a:lnTo>
                    <a:pt x="2954" y="14598"/>
                  </a:lnTo>
                  <a:lnTo>
                    <a:pt x="4180" y="20646"/>
                  </a:lnTo>
                  <a:lnTo>
                    <a:pt x="4180" y="20658"/>
                  </a:lnTo>
                  <a:lnTo>
                    <a:pt x="4216" y="20825"/>
                  </a:lnTo>
                  <a:lnTo>
                    <a:pt x="5466" y="27040"/>
                  </a:lnTo>
                  <a:lnTo>
                    <a:pt x="5466" y="27052"/>
                  </a:lnTo>
                  <a:lnTo>
                    <a:pt x="5561" y="27504"/>
                  </a:lnTo>
                  <a:lnTo>
                    <a:pt x="6728" y="33267"/>
                  </a:lnTo>
                  <a:lnTo>
                    <a:pt x="6728" y="33279"/>
                  </a:lnTo>
                  <a:lnTo>
                    <a:pt x="6942" y="34338"/>
                  </a:lnTo>
                  <a:lnTo>
                    <a:pt x="6942" y="34350"/>
                  </a:lnTo>
                  <a:lnTo>
                    <a:pt x="7549" y="37362"/>
                  </a:lnTo>
                  <a:cubicBezTo>
                    <a:pt x="8086" y="37527"/>
                    <a:pt x="8657" y="37599"/>
                    <a:pt x="9244" y="37599"/>
                  </a:cubicBezTo>
                  <a:cubicBezTo>
                    <a:pt x="10739" y="37599"/>
                    <a:pt x="12333" y="37126"/>
                    <a:pt x="13693" y="36493"/>
                  </a:cubicBezTo>
                  <a:lnTo>
                    <a:pt x="13562" y="34302"/>
                  </a:lnTo>
                  <a:lnTo>
                    <a:pt x="13562" y="34291"/>
                  </a:lnTo>
                  <a:lnTo>
                    <a:pt x="13467" y="32683"/>
                  </a:lnTo>
                  <a:lnTo>
                    <a:pt x="13467" y="32671"/>
                  </a:lnTo>
                  <a:lnTo>
                    <a:pt x="13157" y="27504"/>
                  </a:lnTo>
                  <a:lnTo>
                    <a:pt x="13098" y="26361"/>
                  </a:lnTo>
                  <a:lnTo>
                    <a:pt x="12764" y="20717"/>
                  </a:lnTo>
                  <a:lnTo>
                    <a:pt x="12764" y="20706"/>
                  </a:lnTo>
                  <a:lnTo>
                    <a:pt x="12717" y="20051"/>
                  </a:lnTo>
                  <a:lnTo>
                    <a:pt x="12360" y="13919"/>
                  </a:lnTo>
                  <a:lnTo>
                    <a:pt x="12348" y="13752"/>
                  </a:lnTo>
                  <a:lnTo>
                    <a:pt x="12205" y="11288"/>
                  </a:lnTo>
                  <a:lnTo>
                    <a:pt x="12050" y="8585"/>
                  </a:lnTo>
                  <a:lnTo>
                    <a:pt x="11979" y="7454"/>
                  </a:lnTo>
                  <a:lnTo>
                    <a:pt x="11955" y="7132"/>
                  </a:lnTo>
                  <a:lnTo>
                    <a:pt x="11955" y="7121"/>
                  </a:lnTo>
                  <a:lnTo>
                    <a:pt x="11907" y="6192"/>
                  </a:lnTo>
                  <a:lnTo>
                    <a:pt x="11740" y="3489"/>
                  </a:lnTo>
                  <a:lnTo>
                    <a:pt x="11598" y="1156"/>
                  </a:lnTo>
                  <a:lnTo>
                    <a:pt x="11550" y="334"/>
                  </a:lnTo>
                  <a:cubicBezTo>
                    <a:pt x="10369" y="384"/>
                    <a:pt x="9188" y="410"/>
                    <a:pt x="8012" y="410"/>
                  </a:cubicBezTo>
                  <a:cubicBezTo>
                    <a:pt x="5298" y="410"/>
                    <a:pt x="2609" y="275"/>
                    <a:pt x="1" y="1"/>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sp>
          <p:nvSpPr>
            <p:cNvPr id="299" name="Google Shape;5708;p48"/>
            <p:cNvSpPr/>
            <p:nvPr/>
          </p:nvSpPr>
          <p:spPr>
            <a:xfrm>
              <a:off x="1950525" y="4801025"/>
              <a:ext cx="281325" cy="75325"/>
            </a:xfrm>
            <a:custGeom>
              <a:avLst/>
              <a:gdLst/>
              <a:ahLst/>
              <a:cxnLst/>
              <a:rect l="l" t="t" r="r" b="b"/>
              <a:pathLst>
                <a:path w="11253" h="3013" extrusionOk="0">
                  <a:moveTo>
                    <a:pt x="1" y="0"/>
                  </a:moveTo>
                  <a:lnTo>
                    <a:pt x="560" y="2762"/>
                  </a:lnTo>
                  <a:cubicBezTo>
                    <a:pt x="2811" y="2905"/>
                    <a:pt x="5454" y="3012"/>
                    <a:pt x="8204" y="3012"/>
                  </a:cubicBezTo>
                  <a:cubicBezTo>
                    <a:pt x="9204" y="3012"/>
                    <a:pt x="10228" y="3001"/>
                    <a:pt x="11252" y="2965"/>
                  </a:cubicBezTo>
                  <a:lnTo>
                    <a:pt x="11085" y="262"/>
                  </a:lnTo>
                  <a:cubicBezTo>
                    <a:pt x="10169" y="290"/>
                    <a:pt x="9252" y="302"/>
                    <a:pt x="8345" y="302"/>
                  </a:cubicBezTo>
                  <a:cubicBezTo>
                    <a:pt x="5316" y="302"/>
                    <a:pt x="2401" y="165"/>
                    <a:pt x="1" y="0"/>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300" name="Google Shape;5709;p48"/>
            <p:cNvSpPr/>
            <p:nvPr/>
          </p:nvSpPr>
          <p:spPr>
            <a:xfrm>
              <a:off x="1976725" y="4930200"/>
              <a:ext cx="262550" cy="73850"/>
            </a:xfrm>
            <a:custGeom>
              <a:avLst/>
              <a:gdLst/>
              <a:ahLst/>
              <a:cxnLst/>
              <a:rect l="l" t="t" r="r" b="b"/>
              <a:pathLst>
                <a:path w="10502" h="2954" extrusionOk="0">
                  <a:moveTo>
                    <a:pt x="0" y="1"/>
                  </a:moveTo>
                  <a:lnTo>
                    <a:pt x="560" y="2763"/>
                  </a:lnTo>
                  <a:cubicBezTo>
                    <a:pt x="2596" y="2870"/>
                    <a:pt x="4882" y="2953"/>
                    <a:pt x="7263" y="2953"/>
                  </a:cubicBezTo>
                  <a:cubicBezTo>
                    <a:pt x="8335" y="2953"/>
                    <a:pt x="9418" y="2941"/>
                    <a:pt x="10502" y="2894"/>
                  </a:cubicBezTo>
                  <a:lnTo>
                    <a:pt x="10347" y="191"/>
                  </a:lnTo>
                  <a:cubicBezTo>
                    <a:pt x="9322" y="228"/>
                    <a:pt x="8295" y="244"/>
                    <a:pt x="7282" y="244"/>
                  </a:cubicBezTo>
                  <a:cubicBezTo>
                    <a:pt x="4681" y="244"/>
                    <a:pt x="2168" y="138"/>
                    <a:pt x="0" y="1"/>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301" name="Google Shape;5710;p48"/>
            <p:cNvSpPr/>
            <p:nvPr/>
          </p:nvSpPr>
          <p:spPr>
            <a:xfrm>
              <a:off x="2097275" y="5632675"/>
              <a:ext cx="644150" cy="310775"/>
            </a:xfrm>
            <a:custGeom>
              <a:avLst/>
              <a:gdLst/>
              <a:ahLst/>
              <a:cxnLst/>
              <a:rect l="l" t="t" r="r" b="b"/>
              <a:pathLst>
                <a:path w="25766" h="12431" extrusionOk="0">
                  <a:moveTo>
                    <a:pt x="7168" y="0"/>
                  </a:moveTo>
                  <a:cubicBezTo>
                    <a:pt x="5095" y="842"/>
                    <a:pt x="3500" y="1041"/>
                    <a:pt x="2455" y="1041"/>
                  </a:cubicBezTo>
                  <a:cubicBezTo>
                    <a:pt x="1519" y="1041"/>
                    <a:pt x="1024" y="881"/>
                    <a:pt x="1024" y="881"/>
                  </a:cubicBezTo>
                  <a:lnTo>
                    <a:pt x="1024" y="881"/>
                  </a:lnTo>
                  <a:cubicBezTo>
                    <a:pt x="0" y="4358"/>
                    <a:pt x="596" y="7680"/>
                    <a:pt x="1036" y="10859"/>
                  </a:cubicBezTo>
                  <a:cubicBezTo>
                    <a:pt x="1108" y="11394"/>
                    <a:pt x="1179" y="11918"/>
                    <a:pt x="1239" y="12430"/>
                  </a:cubicBezTo>
                  <a:lnTo>
                    <a:pt x="25766" y="12430"/>
                  </a:lnTo>
                  <a:cubicBezTo>
                    <a:pt x="25766" y="11895"/>
                    <a:pt x="25694" y="11371"/>
                    <a:pt x="25563" y="10859"/>
                  </a:cubicBezTo>
                  <a:cubicBezTo>
                    <a:pt x="25158" y="9358"/>
                    <a:pt x="24170" y="8049"/>
                    <a:pt x="22789" y="7239"/>
                  </a:cubicBezTo>
                  <a:cubicBezTo>
                    <a:pt x="19039" y="5037"/>
                    <a:pt x="13502" y="4013"/>
                    <a:pt x="13502" y="4013"/>
                  </a:cubicBezTo>
                  <a:cubicBezTo>
                    <a:pt x="11919" y="2512"/>
                    <a:pt x="7168" y="0"/>
                    <a:pt x="7168" y="0"/>
                  </a:cubicBez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302" name="Google Shape;5711;p48"/>
            <p:cNvSpPr/>
            <p:nvPr/>
          </p:nvSpPr>
          <p:spPr>
            <a:xfrm>
              <a:off x="2123175" y="5904125"/>
              <a:ext cx="618250" cy="39325"/>
            </a:xfrm>
            <a:custGeom>
              <a:avLst/>
              <a:gdLst/>
              <a:ahLst/>
              <a:cxnLst/>
              <a:rect l="l" t="t" r="r" b="b"/>
              <a:pathLst>
                <a:path w="24730" h="1573" extrusionOk="0">
                  <a:moveTo>
                    <a:pt x="0" y="1"/>
                  </a:moveTo>
                  <a:cubicBezTo>
                    <a:pt x="72" y="536"/>
                    <a:pt x="143" y="1060"/>
                    <a:pt x="203" y="1572"/>
                  </a:cubicBezTo>
                  <a:lnTo>
                    <a:pt x="24730" y="1572"/>
                  </a:lnTo>
                  <a:cubicBezTo>
                    <a:pt x="24730" y="1037"/>
                    <a:pt x="24658" y="513"/>
                    <a:pt x="24527" y="1"/>
                  </a:cubicBezTo>
                  <a:close/>
                </a:path>
              </a:pathLst>
            </a:custGeom>
            <a:solidFill>
              <a:schemeClr val="lt2"/>
            </a:solidFill>
            <a:ln>
              <a:noFill/>
            </a:ln>
          </p:spPr>
          <p:txBody>
            <a:bodyPr spcFirstLastPara="1" wrap="square" lIns="121900" tIns="121900" rIns="121900" bIns="121900" anchor="ctr" anchorCtr="0">
              <a:noAutofit/>
            </a:bodyPr>
            <a:lstStyle/>
            <a:p>
              <a:endParaRPr sz="2400"/>
            </a:p>
          </p:txBody>
        </p:sp>
        <p:sp>
          <p:nvSpPr>
            <p:cNvPr id="303" name="Google Shape;5712;p48"/>
            <p:cNvSpPr/>
            <p:nvPr/>
          </p:nvSpPr>
          <p:spPr>
            <a:xfrm>
              <a:off x="863775" y="5643675"/>
              <a:ext cx="482250" cy="299775"/>
            </a:xfrm>
            <a:custGeom>
              <a:avLst/>
              <a:gdLst/>
              <a:ahLst/>
              <a:cxnLst/>
              <a:rect l="l" t="t" r="r" b="b"/>
              <a:pathLst>
                <a:path w="19290" h="11991" extrusionOk="0">
                  <a:moveTo>
                    <a:pt x="12467" y="1"/>
                  </a:moveTo>
                  <a:cubicBezTo>
                    <a:pt x="12467" y="1"/>
                    <a:pt x="10776" y="489"/>
                    <a:pt x="7049" y="3704"/>
                  </a:cubicBezTo>
                  <a:cubicBezTo>
                    <a:pt x="7049" y="3704"/>
                    <a:pt x="751" y="5120"/>
                    <a:pt x="84" y="10419"/>
                  </a:cubicBezTo>
                  <a:cubicBezTo>
                    <a:pt x="13" y="10907"/>
                    <a:pt x="1" y="11431"/>
                    <a:pt x="49" y="11990"/>
                  </a:cubicBezTo>
                  <a:lnTo>
                    <a:pt x="18015" y="11990"/>
                  </a:lnTo>
                  <a:cubicBezTo>
                    <a:pt x="18015" y="11990"/>
                    <a:pt x="18218" y="11431"/>
                    <a:pt x="18432" y="10419"/>
                  </a:cubicBezTo>
                  <a:cubicBezTo>
                    <a:pt x="18849" y="8430"/>
                    <a:pt x="19289" y="4727"/>
                    <a:pt x="18229" y="441"/>
                  </a:cubicBezTo>
                  <a:cubicBezTo>
                    <a:pt x="18229" y="441"/>
                    <a:pt x="16980" y="611"/>
                    <a:pt x="15604" y="611"/>
                  </a:cubicBezTo>
                  <a:cubicBezTo>
                    <a:pt x="14407" y="611"/>
                    <a:pt x="13115" y="483"/>
                    <a:pt x="12467" y="1"/>
                  </a:cubicBez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304" name="Google Shape;5713;p48"/>
            <p:cNvSpPr/>
            <p:nvPr/>
          </p:nvSpPr>
          <p:spPr>
            <a:xfrm>
              <a:off x="863775" y="5904125"/>
              <a:ext cx="460800" cy="39325"/>
            </a:xfrm>
            <a:custGeom>
              <a:avLst/>
              <a:gdLst/>
              <a:ahLst/>
              <a:cxnLst/>
              <a:rect l="l" t="t" r="r" b="b"/>
              <a:pathLst>
                <a:path w="18432" h="1573" extrusionOk="0">
                  <a:moveTo>
                    <a:pt x="84" y="1"/>
                  </a:moveTo>
                  <a:cubicBezTo>
                    <a:pt x="13" y="489"/>
                    <a:pt x="1" y="1013"/>
                    <a:pt x="49" y="1572"/>
                  </a:cubicBezTo>
                  <a:lnTo>
                    <a:pt x="18015" y="1572"/>
                  </a:lnTo>
                  <a:cubicBezTo>
                    <a:pt x="18015" y="1572"/>
                    <a:pt x="18218" y="1013"/>
                    <a:pt x="18432" y="1"/>
                  </a:cubicBezTo>
                  <a:close/>
                </a:path>
              </a:pathLst>
            </a:custGeom>
            <a:solidFill>
              <a:schemeClr val="lt2"/>
            </a:solidFill>
            <a:ln>
              <a:noFill/>
            </a:ln>
          </p:spPr>
          <p:txBody>
            <a:bodyPr spcFirstLastPara="1" wrap="square" lIns="121900" tIns="121900" rIns="121900" bIns="121900" anchor="ctr" anchorCtr="0">
              <a:noAutofit/>
            </a:bodyPr>
            <a:lstStyle/>
            <a:p>
              <a:endParaRPr sz="2400"/>
            </a:p>
          </p:txBody>
        </p:sp>
        <p:sp>
          <p:nvSpPr>
            <p:cNvPr id="305" name="Google Shape;5714;p48"/>
            <p:cNvSpPr/>
            <p:nvPr/>
          </p:nvSpPr>
          <p:spPr>
            <a:xfrm>
              <a:off x="1167100" y="-108225"/>
              <a:ext cx="842975" cy="948475"/>
            </a:xfrm>
            <a:custGeom>
              <a:avLst/>
              <a:gdLst/>
              <a:ahLst/>
              <a:cxnLst/>
              <a:rect l="l" t="t" r="r" b="b"/>
              <a:pathLst>
                <a:path w="33719" h="37939" extrusionOk="0">
                  <a:moveTo>
                    <a:pt x="17737" y="0"/>
                  </a:moveTo>
                  <a:cubicBezTo>
                    <a:pt x="10331" y="0"/>
                    <a:pt x="2716" y="5284"/>
                    <a:pt x="1691" y="11228"/>
                  </a:cubicBezTo>
                  <a:cubicBezTo>
                    <a:pt x="0" y="21111"/>
                    <a:pt x="5168" y="30814"/>
                    <a:pt x="370" y="31529"/>
                  </a:cubicBezTo>
                  <a:cubicBezTo>
                    <a:pt x="370" y="31529"/>
                    <a:pt x="1681" y="31798"/>
                    <a:pt x="3113" y="31798"/>
                  </a:cubicBezTo>
                  <a:cubicBezTo>
                    <a:pt x="4469" y="31798"/>
                    <a:pt x="5933" y="31556"/>
                    <a:pt x="6489" y="30612"/>
                  </a:cubicBezTo>
                  <a:cubicBezTo>
                    <a:pt x="6489" y="30612"/>
                    <a:pt x="7382" y="34005"/>
                    <a:pt x="6489" y="36386"/>
                  </a:cubicBezTo>
                  <a:cubicBezTo>
                    <a:pt x="6489" y="36386"/>
                    <a:pt x="6635" y="36402"/>
                    <a:pt x="6878" y="36402"/>
                  </a:cubicBezTo>
                  <a:cubicBezTo>
                    <a:pt x="7824" y="36402"/>
                    <a:pt x="10246" y="36168"/>
                    <a:pt x="11335" y="33886"/>
                  </a:cubicBezTo>
                  <a:lnTo>
                    <a:pt x="22670" y="34362"/>
                  </a:lnTo>
                  <a:lnTo>
                    <a:pt x="18646" y="37898"/>
                  </a:lnTo>
                  <a:cubicBezTo>
                    <a:pt x="18646" y="37898"/>
                    <a:pt x="18912" y="37939"/>
                    <a:pt x="19374" y="37939"/>
                  </a:cubicBezTo>
                  <a:cubicBezTo>
                    <a:pt x="21120" y="37939"/>
                    <a:pt x="25668" y="37358"/>
                    <a:pt x="29218" y="31802"/>
                  </a:cubicBezTo>
                  <a:cubicBezTo>
                    <a:pt x="33719" y="24778"/>
                    <a:pt x="32409" y="14645"/>
                    <a:pt x="32409" y="14645"/>
                  </a:cubicBezTo>
                  <a:cubicBezTo>
                    <a:pt x="32409" y="14645"/>
                    <a:pt x="33552" y="7407"/>
                    <a:pt x="24873" y="1965"/>
                  </a:cubicBezTo>
                  <a:cubicBezTo>
                    <a:pt x="22690" y="597"/>
                    <a:pt x="20225" y="0"/>
                    <a:pt x="17737" y="0"/>
                  </a:cubicBezTo>
                  <a:close/>
                </a:path>
              </a:pathLst>
            </a:custGeom>
            <a:solidFill>
              <a:srgbClr val="513E35"/>
            </a:solidFill>
            <a:ln>
              <a:noFill/>
            </a:ln>
          </p:spPr>
          <p:txBody>
            <a:bodyPr spcFirstLastPara="1" wrap="square" lIns="121900" tIns="121900" rIns="121900" bIns="121900" anchor="ctr" anchorCtr="0">
              <a:noAutofit/>
            </a:bodyPr>
            <a:lstStyle/>
            <a:p>
              <a:endParaRPr sz="2400"/>
            </a:p>
          </p:txBody>
        </p:sp>
        <p:sp>
          <p:nvSpPr>
            <p:cNvPr id="306" name="Google Shape;5715;p48"/>
            <p:cNvSpPr/>
            <p:nvPr/>
          </p:nvSpPr>
          <p:spPr>
            <a:xfrm>
              <a:off x="1379025" y="592225"/>
              <a:ext cx="331025" cy="383225"/>
            </a:xfrm>
            <a:custGeom>
              <a:avLst/>
              <a:gdLst/>
              <a:ahLst/>
              <a:cxnLst/>
              <a:rect l="l" t="t" r="r" b="b"/>
              <a:pathLst>
                <a:path w="13241" h="15329" extrusionOk="0">
                  <a:moveTo>
                    <a:pt x="4363" y="1"/>
                  </a:moveTo>
                  <a:cubicBezTo>
                    <a:pt x="2877" y="1"/>
                    <a:pt x="1374" y="537"/>
                    <a:pt x="1" y="1951"/>
                  </a:cubicBezTo>
                  <a:cubicBezTo>
                    <a:pt x="465" y="3451"/>
                    <a:pt x="834" y="4880"/>
                    <a:pt x="1084" y="6487"/>
                  </a:cubicBezTo>
                  <a:cubicBezTo>
                    <a:pt x="1406" y="8583"/>
                    <a:pt x="1513" y="10964"/>
                    <a:pt x="1275" y="14155"/>
                  </a:cubicBezTo>
                  <a:cubicBezTo>
                    <a:pt x="3055" y="14937"/>
                    <a:pt x="4818" y="15328"/>
                    <a:pt x="6563" y="15328"/>
                  </a:cubicBezTo>
                  <a:cubicBezTo>
                    <a:pt x="8669" y="15328"/>
                    <a:pt x="10749" y="14758"/>
                    <a:pt x="12800" y="13619"/>
                  </a:cubicBezTo>
                  <a:cubicBezTo>
                    <a:pt x="12240" y="10130"/>
                    <a:pt x="12574" y="7392"/>
                    <a:pt x="13240" y="4951"/>
                  </a:cubicBezTo>
                  <a:cubicBezTo>
                    <a:pt x="12312" y="3975"/>
                    <a:pt x="10419" y="2165"/>
                    <a:pt x="8168" y="1022"/>
                  </a:cubicBezTo>
                  <a:cubicBezTo>
                    <a:pt x="7192" y="677"/>
                    <a:pt x="6144" y="332"/>
                    <a:pt x="5120" y="46"/>
                  </a:cubicBezTo>
                  <a:cubicBezTo>
                    <a:pt x="4869" y="16"/>
                    <a:pt x="4616" y="1"/>
                    <a:pt x="4363" y="1"/>
                  </a:cubicBezTo>
                  <a:close/>
                </a:path>
              </a:pathLst>
            </a:custGeom>
            <a:solidFill>
              <a:srgbClr val="705548"/>
            </a:solidFill>
            <a:ln>
              <a:noFill/>
            </a:ln>
          </p:spPr>
          <p:txBody>
            <a:bodyPr spcFirstLastPara="1" wrap="square" lIns="121900" tIns="121900" rIns="121900" bIns="121900" anchor="ctr" anchorCtr="0">
              <a:noAutofit/>
            </a:bodyPr>
            <a:lstStyle/>
            <a:p>
              <a:endParaRPr sz="2400"/>
            </a:p>
          </p:txBody>
        </p:sp>
        <p:sp>
          <p:nvSpPr>
            <p:cNvPr id="307" name="Google Shape;5716;p48"/>
            <p:cNvSpPr/>
            <p:nvPr/>
          </p:nvSpPr>
          <p:spPr>
            <a:xfrm>
              <a:off x="1379025" y="592225"/>
              <a:ext cx="331025" cy="340475"/>
            </a:xfrm>
            <a:custGeom>
              <a:avLst/>
              <a:gdLst/>
              <a:ahLst/>
              <a:cxnLst/>
              <a:rect l="l" t="t" r="r" b="b"/>
              <a:pathLst>
                <a:path w="13241" h="13619" extrusionOk="0">
                  <a:moveTo>
                    <a:pt x="4363" y="1"/>
                  </a:moveTo>
                  <a:cubicBezTo>
                    <a:pt x="2877" y="1"/>
                    <a:pt x="1374" y="537"/>
                    <a:pt x="1" y="1951"/>
                  </a:cubicBezTo>
                  <a:cubicBezTo>
                    <a:pt x="465" y="3451"/>
                    <a:pt x="834" y="4880"/>
                    <a:pt x="1084" y="6487"/>
                  </a:cubicBezTo>
                  <a:cubicBezTo>
                    <a:pt x="3037" y="9368"/>
                    <a:pt x="6668" y="13024"/>
                    <a:pt x="12800" y="13619"/>
                  </a:cubicBezTo>
                  <a:cubicBezTo>
                    <a:pt x="12240" y="10130"/>
                    <a:pt x="12574" y="7404"/>
                    <a:pt x="13240" y="4951"/>
                  </a:cubicBezTo>
                  <a:cubicBezTo>
                    <a:pt x="12312" y="3975"/>
                    <a:pt x="10419" y="2165"/>
                    <a:pt x="8168" y="1022"/>
                  </a:cubicBezTo>
                  <a:cubicBezTo>
                    <a:pt x="7192" y="677"/>
                    <a:pt x="6144" y="332"/>
                    <a:pt x="5120" y="46"/>
                  </a:cubicBezTo>
                  <a:cubicBezTo>
                    <a:pt x="4869" y="16"/>
                    <a:pt x="4616" y="1"/>
                    <a:pt x="4363" y="1"/>
                  </a:cubicBezTo>
                  <a:close/>
                </a:path>
              </a:pathLst>
            </a:custGeom>
            <a:solidFill>
              <a:srgbClr val="705548"/>
            </a:solidFill>
            <a:ln>
              <a:noFill/>
            </a:ln>
          </p:spPr>
          <p:txBody>
            <a:bodyPr spcFirstLastPara="1" wrap="square" lIns="121900" tIns="121900" rIns="121900" bIns="121900" anchor="ctr" anchorCtr="0">
              <a:noAutofit/>
            </a:bodyPr>
            <a:lstStyle/>
            <a:p>
              <a:endParaRPr sz="2400"/>
            </a:p>
          </p:txBody>
        </p:sp>
        <p:sp>
          <p:nvSpPr>
            <p:cNvPr id="308" name="Google Shape;5717;p48"/>
            <p:cNvSpPr/>
            <p:nvPr/>
          </p:nvSpPr>
          <p:spPr>
            <a:xfrm>
              <a:off x="1819850" y="302625"/>
              <a:ext cx="177625" cy="265500"/>
            </a:xfrm>
            <a:custGeom>
              <a:avLst/>
              <a:gdLst/>
              <a:ahLst/>
              <a:cxnLst/>
              <a:rect l="l" t="t" r="r" b="b"/>
              <a:pathLst>
                <a:path w="7105" h="10620" extrusionOk="0">
                  <a:moveTo>
                    <a:pt x="3907" y="0"/>
                  </a:moveTo>
                  <a:cubicBezTo>
                    <a:pt x="2570" y="0"/>
                    <a:pt x="1287" y="1295"/>
                    <a:pt x="1287" y="1295"/>
                  </a:cubicBezTo>
                  <a:cubicBezTo>
                    <a:pt x="1" y="5879"/>
                    <a:pt x="870" y="10594"/>
                    <a:pt x="870" y="10594"/>
                  </a:cubicBezTo>
                  <a:cubicBezTo>
                    <a:pt x="1024" y="10611"/>
                    <a:pt x="1175" y="10619"/>
                    <a:pt x="1322" y="10619"/>
                  </a:cubicBezTo>
                  <a:cubicBezTo>
                    <a:pt x="5826" y="10619"/>
                    <a:pt x="7104" y="2906"/>
                    <a:pt x="5502" y="843"/>
                  </a:cubicBezTo>
                  <a:cubicBezTo>
                    <a:pt x="5018" y="220"/>
                    <a:pt x="4458" y="0"/>
                    <a:pt x="3907" y="0"/>
                  </a:cubicBezTo>
                  <a:close/>
                </a:path>
              </a:pathLst>
            </a:custGeom>
            <a:solidFill>
              <a:srgbClr val="705548"/>
            </a:solidFill>
            <a:ln>
              <a:noFill/>
            </a:ln>
          </p:spPr>
          <p:txBody>
            <a:bodyPr spcFirstLastPara="1" wrap="square" lIns="121900" tIns="121900" rIns="121900" bIns="121900" anchor="ctr" anchorCtr="0">
              <a:noAutofit/>
            </a:bodyPr>
            <a:lstStyle/>
            <a:p>
              <a:endParaRPr sz="2400"/>
            </a:p>
          </p:txBody>
        </p:sp>
        <p:sp>
          <p:nvSpPr>
            <p:cNvPr id="309" name="Google Shape;5718;p48"/>
            <p:cNvSpPr/>
            <p:nvPr/>
          </p:nvSpPr>
          <p:spPr>
            <a:xfrm>
              <a:off x="1281100" y="213550"/>
              <a:ext cx="625" cy="925"/>
            </a:xfrm>
            <a:custGeom>
              <a:avLst/>
              <a:gdLst/>
              <a:ahLst/>
              <a:cxnLst/>
              <a:rect l="l" t="t" r="r" b="b"/>
              <a:pathLst>
                <a:path w="25" h="37" extrusionOk="0">
                  <a:moveTo>
                    <a:pt x="12" y="0"/>
                  </a:moveTo>
                  <a:lnTo>
                    <a:pt x="1" y="36"/>
                  </a:lnTo>
                  <a:cubicBezTo>
                    <a:pt x="1" y="36"/>
                    <a:pt x="12" y="24"/>
                    <a:pt x="24" y="0"/>
                  </a:cubicBezTo>
                  <a:close/>
                </a:path>
              </a:pathLst>
            </a:custGeom>
            <a:solidFill>
              <a:srgbClr val="F9AD8C"/>
            </a:solidFill>
            <a:ln>
              <a:noFill/>
            </a:ln>
          </p:spPr>
          <p:txBody>
            <a:bodyPr spcFirstLastPara="1" wrap="square" lIns="121900" tIns="121900" rIns="121900" bIns="121900" anchor="ctr" anchorCtr="0">
              <a:noAutofit/>
            </a:bodyPr>
            <a:lstStyle/>
            <a:p>
              <a:endParaRPr sz="2400"/>
            </a:p>
          </p:txBody>
        </p:sp>
        <p:sp>
          <p:nvSpPr>
            <p:cNvPr id="310" name="Google Shape;5719;p48"/>
            <p:cNvSpPr/>
            <p:nvPr/>
          </p:nvSpPr>
          <p:spPr>
            <a:xfrm>
              <a:off x="1279900" y="-17500"/>
              <a:ext cx="664700" cy="836625"/>
            </a:xfrm>
            <a:custGeom>
              <a:avLst/>
              <a:gdLst/>
              <a:ahLst/>
              <a:cxnLst/>
              <a:rect l="l" t="t" r="r" b="b"/>
              <a:pathLst>
                <a:path w="26588" h="33465" extrusionOk="0">
                  <a:moveTo>
                    <a:pt x="13380" y="1"/>
                  </a:moveTo>
                  <a:cubicBezTo>
                    <a:pt x="3791" y="1"/>
                    <a:pt x="802" y="4402"/>
                    <a:pt x="132" y="7504"/>
                  </a:cubicBezTo>
                  <a:cubicBezTo>
                    <a:pt x="132" y="7540"/>
                    <a:pt x="49" y="9278"/>
                    <a:pt x="49" y="9278"/>
                  </a:cubicBezTo>
                  <a:cubicBezTo>
                    <a:pt x="13" y="10254"/>
                    <a:pt x="1" y="11243"/>
                    <a:pt x="49" y="12219"/>
                  </a:cubicBezTo>
                  <a:cubicBezTo>
                    <a:pt x="156" y="15231"/>
                    <a:pt x="668" y="18232"/>
                    <a:pt x="1513" y="20982"/>
                  </a:cubicBezTo>
                  <a:cubicBezTo>
                    <a:pt x="1632" y="21351"/>
                    <a:pt x="1751" y="21720"/>
                    <a:pt x="1870" y="22077"/>
                  </a:cubicBezTo>
                  <a:cubicBezTo>
                    <a:pt x="1906" y="22173"/>
                    <a:pt x="1942" y="22268"/>
                    <a:pt x="1977" y="22363"/>
                  </a:cubicBezTo>
                  <a:cubicBezTo>
                    <a:pt x="2108" y="22720"/>
                    <a:pt x="2251" y="23077"/>
                    <a:pt x="2394" y="23423"/>
                  </a:cubicBezTo>
                  <a:cubicBezTo>
                    <a:pt x="4791" y="29253"/>
                    <a:pt x="8913" y="33464"/>
                    <a:pt x="14339" y="33464"/>
                  </a:cubicBezTo>
                  <a:cubicBezTo>
                    <a:pt x="15462" y="33464"/>
                    <a:pt x="16641" y="33284"/>
                    <a:pt x="17872" y="32900"/>
                  </a:cubicBezTo>
                  <a:cubicBezTo>
                    <a:pt x="25135" y="30638"/>
                    <a:pt x="26385" y="19291"/>
                    <a:pt x="26540" y="13660"/>
                  </a:cubicBezTo>
                  <a:cubicBezTo>
                    <a:pt x="26588" y="12017"/>
                    <a:pt x="26540" y="10862"/>
                    <a:pt x="26528" y="10564"/>
                  </a:cubicBezTo>
                  <a:cubicBezTo>
                    <a:pt x="26552" y="10552"/>
                    <a:pt x="26540" y="10421"/>
                    <a:pt x="26528" y="10243"/>
                  </a:cubicBezTo>
                  <a:cubicBezTo>
                    <a:pt x="26421" y="9147"/>
                    <a:pt x="26111" y="8088"/>
                    <a:pt x="25611" y="7111"/>
                  </a:cubicBezTo>
                  <a:cubicBezTo>
                    <a:pt x="25599" y="7076"/>
                    <a:pt x="25576" y="7040"/>
                    <a:pt x="25552" y="7004"/>
                  </a:cubicBezTo>
                  <a:cubicBezTo>
                    <a:pt x="24147" y="4349"/>
                    <a:pt x="20801" y="87"/>
                    <a:pt x="13765" y="3"/>
                  </a:cubicBezTo>
                  <a:cubicBezTo>
                    <a:pt x="13635" y="2"/>
                    <a:pt x="13507" y="1"/>
                    <a:pt x="13380" y="1"/>
                  </a:cubicBezTo>
                  <a:close/>
                </a:path>
              </a:pathLst>
            </a:custGeom>
            <a:solidFill>
              <a:srgbClr val="876757"/>
            </a:solidFill>
            <a:ln>
              <a:noFill/>
            </a:ln>
          </p:spPr>
          <p:txBody>
            <a:bodyPr spcFirstLastPara="1" wrap="square" lIns="121900" tIns="121900" rIns="121900" bIns="121900" anchor="ctr" anchorCtr="0">
              <a:noAutofit/>
            </a:bodyPr>
            <a:lstStyle/>
            <a:p>
              <a:endParaRPr sz="2400"/>
            </a:p>
          </p:txBody>
        </p:sp>
        <p:sp>
          <p:nvSpPr>
            <p:cNvPr id="311" name="Google Shape;5720;p48"/>
            <p:cNvSpPr/>
            <p:nvPr/>
          </p:nvSpPr>
          <p:spPr>
            <a:xfrm>
              <a:off x="1216825" y="281750"/>
              <a:ext cx="176225" cy="260800"/>
            </a:xfrm>
            <a:custGeom>
              <a:avLst/>
              <a:gdLst/>
              <a:ahLst/>
              <a:cxnLst/>
              <a:rect l="l" t="t" r="r" b="b"/>
              <a:pathLst>
                <a:path w="7049" h="10432" extrusionOk="0">
                  <a:moveTo>
                    <a:pt x="2759" y="0"/>
                  </a:moveTo>
                  <a:cubicBezTo>
                    <a:pt x="2189" y="0"/>
                    <a:pt x="1619" y="265"/>
                    <a:pt x="1190" y="1059"/>
                  </a:cubicBezTo>
                  <a:cubicBezTo>
                    <a:pt x="0" y="3252"/>
                    <a:pt x="1268" y="10432"/>
                    <a:pt x="5192" y="10432"/>
                  </a:cubicBezTo>
                  <a:cubicBezTo>
                    <a:pt x="5508" y="10432"/>
                    <a:pt x="5841" y="10385"/>
                    <a:pt x="6191" y="10286"/>
                  </a:cubicBezTo>
                  <a:cubicBezTo>
                    <a:pt x="6191" y="10286"/>
                    <a:pt x="7048" y="5369"/>
                    <a:pt x="5036" y="1059"/>
                  </a:cubicBezTo>
                  <a:cubicBezTo>
                    <a:pt x="5036" y="1059"/>
                    <a:pt x="3898" y="0"/>
                    <a:pt x="2759" y="0"/>
                  </a:cubicBezTo>
                  <a:close/>
                </a:path>
              </a:pathLst>
            </a:custGeom>
            <a:solidFill>
              <a:srgbClr val="876757"/>
            </a:solidFill>
            <a:ln>
              <a:noFill/>
            </a:ln>
          </p:spPr>
          <p:txBody>
            <a:bodyPr spcFirstLastPara="1" wrap="square" lIns="121900" tIns="121900" rIns="121900" bIns="121900" anchor="ctr" anchorCtr="0">
              <a:noAutofit/>
            </a:bodyPr>
            <a:lstStyle/>
            <a:p>
              <a:endParaRPr sz="2400"/>
            </a:p>
          </p:txBody>
        </p:sp>
        <p:sp>
          <p:nvSpPr>
            <p:cNvPr id="312" name="Google Shape;5721;p48"/>
            <p:cNvSpPr/>
            <p:nvPr/>
          </p:nvSpPr>
          <p:spPr>
            <a:xfrm>
              <a:off x="1229900" y="-53825"/>
              <a:ext cx="620650" cy="545100"/>
            </a:xfrm>
            <a:custGeom>
              <a:avLst/>
              <a:gdLst/>
              <a:ahLst/>
              <a:cxnLst/>
              <a:rect l="l" t="t" r="r" b="b"/>
              <a:pathLst>
                <a:path w="24826" h="21804" extrusionOk="0">
                  <a:moveTo>
                    <a:pt x="15460" y="1"/>
                  </a:moveTo>
                  <a:cubicBezTo>
                    <a:pt x="10864" y="1"/>
                    <a:pt x="6238" y="1964"/>
                    <a:pt x="3977" y="3980"/>
                  </a:cubicBezTo>
                  <a:cubicBezTo>
                    <a:pt x="1" y="7528"/>
                    <a:pt x="2013" y="13422"/>
                    <a:pt x="2013" y="13422"/>
                  </a:cubicBezTo>
                  <a:cubicBezTo>
                    <a:pt x="2023" y="13422"/>
                    <a:pt x="2033" y="13422"/>
                    <a:pt x="2044" y="13422"/>
                  </a:cubicBezTo>
                  <a:cubicBezTo>
                    <a:pt x="4838" y="13422"/>
                    <a:pt x="5287" y="16637"/>
                    <a:pt x="5287" y="16637"/>
                  </a:cubicBezTo>
                  <a:cubicBezTo>
                    <a:pt x="5311" y="21340"/>
                    <a:pt x="8859" y="21804"/>
                    <a:pt x="8859" y="21804"/>
                  </a:cubicBezTo>
                  <a:cubicBezTo>
                    <a:pt x="7490" y="19280"/>
                    <a:pt x="8287" y="17077"/>
                    <a:pt x="9097" y="15768"/>
                  </a:cubicBezTo>
                  <a:cubicBezTo>
                    <a:pt x="17158" y="12898"/>
                    <a:pt x="24825" y="4230"/>
                    <a:pt x="24825" y="4230"/>
                  </a:cubicBezTo>
                  <a:cubicBezTo>
                    <a:pt x="22420" y="1132"/>
                    <a:pt x="18949" y="1"/>
                    <a:pt x="15460" y="1"/>
                  </a:cubicBezTo>
                  <a:close/>
                </a:path>
              </a:pathLst>
            </a:custGeom>
            <a:solidFill>
              <a:srgbClr val="513E35"/>
            </a:solidFill>
            <a:ln>
              <a:noFill/>
            </a:ln>
          </p:spPr>
          <p:txBody>
            <a:bodyPr spcFirstLastPara="1" wrap="square" lIns="121900" tIns="121900" rIns="121900" bIns="121900" anchor="ctr" anchorCtr="0">
              <a:noAutofit/>
            </a:bodyPr>
            <a:lstStyle/>
            <a:p>
              <a:endParaRPr sz="2400"/>
            </a:p>
          </p:txBody>
        </p:sp>
        <p:sp>
          <p:nvSpPr>
            <p:cNvPr id="313" name="Google Shape;5722;p48"/>
            <p:cNvSpPr/>
            <p:nvPr/>
          </p:nvSpPr>
          <p:spPr>
            <a:xfrm>
              <a:off x="1728775" y="31975"/>
              <a:ext cx="266725" cy="261975"/>
            </a:xfrm>
            <a:custGeom>
              <a:avLst/>
              <a:gdLst/>
              <a:ahLst/>
              <a:cxnLst/>
              <a:rect l="l" t="t" r="r" b="b"/>
              <a:pathLst>
                <a:path w="10669" h="10479" extrusionOk="0">
                  <a:moveTo>
                    <a:pt x="3001" y="1"/>
                  </a:moveTo>
                  <a:lnTo>
                    <a:pt x="1" y="3894"/>
                  </a:lnTo>
                  <a:cubicBezTo>
                    <a:pt x="1" y="3894"/>
                    <a:pt x="3632" y="9002"/>
                    <a:pt x="8609" y="10478"/>
                  </a:cubicBezTo>
                  <a:cubicBezTo>
                    <a:pt x="8609" y="10478"/>
                    <a:pt x="10669" y="2501"/>
                    <a:pt x="3001" y="1"/>
                  </a:cubicBezTo>
                  <a:close/>
                </a:path>
              </a:pathLst>
            </a:custGeom>
            <a:solidFill>
              <a:srgbClr val="513E35"/>
            </a:solidFill>
            <a:ln>
              <a:noFill/>
            </a:ln>
          </p:spPr>
          <p:txBody>
            <a:bodyPr spcFirstLastPara="1" wrap="square" lIns="121900" tIns="121900" rIns="121900" bIns="121900" anchor="ctr" anchorCtr="0">
              <a:noAutofit/>
            </a:bodyPr>
            <a:lstStyle/>
            <a:p>
              <a:endParaRPr sz="2400"/>
            </a:p>
          </p:txBody>
        </p:sp>
        <p:sp>
          <p:nvSpPr>
            <p:cNvPr id="314" name="Google Shape;5723;p48"/>
            <p:cNvSpPr/>
            <p:nvPr/>
          </p:nvSpPr>
          <p:spPr>
            <a:xfrm>
              <a:off x="1074552" y="931501"/>
              <a:ext cx="1036726" cy="2026927"/>
            </a:xfrm>
            <a:custGeom>
              <a:avLst/>
              <a:gdLst>
                <a:gd name="connsiteX0" fmla="*/ 27789 w 41469"/>
                <a:gd name="connsiteY0" fmla="*/ 0 h 81077"/>
                <a:gd name="connsiteX1" fmla="*/ 25669 w 41469"/>
                <a:gd name="connsiteY1" fmla="*/ 2096 h 81077"/>
                <a:gd name="connsiteX2" fmla="*/ 14359 w 41469"/>
                <a:gd name="connsiteY2" fmla="*/ 2727 h 81077"/>
                <a:gd name="connsiteX3" fmla="*/ 11668 w 41469"/>
                <a:gd name="connsiteY3" fmla="*/ 691 h 81077"/>
                <a:gd name="connsiteX4" fmla="*/ 0 w 41469"/>
                <a:gd name="connsiteY4" fmla="*/ 4787 h 81077"/>
                <a:gd name="connsiteX5" fmla="*/ 7143 w 41469"/>
                <a:gd name="connsiteY5" fmla="*/ 51161 h 81077"/>
                <a:gd name="connsiteX6" fmla="*/ 1476 w 41469"/>
                <a:gd name="connsiteY6" fmla="*/ 72780 h 81077"/>
                <a:gd name="connsiteX7" fmla="*/ 20157 w 41469"/>
                <a:gd name="connsiteY7" fmla="*/ 80905 h 81077"/>
                <a:gd name="connsiteX8" fmla="*/ 41469 w 41469"/>
                <a:gd name="connsiteY8" fmla="*/ 78522 h 81077"/>
                <a:gd name="connsiteX9" fmla="*/ 36290 w 41469"/>
                <a:gd name="connsiteY9" fmla="*/ 46292 h 81077"/>
                <a:gd name="connsiteX10" fmla="*/ 37981 w 41469"/>
                <a:gd name="connsiteY10" fmla="*/ 2893 h 81077"/>
                <a:gd name="connsiteX11" fmla="*/ 29265 w 41469"/>
                <a:gd name="connsiteY11" fmla="*/ 417 h 81077"/>
                <a:gd name="connsiteX12" fmla="*/ 27789 w 41469"/>
                <a:gd name="connsiteY12" fmla="*/ 0 h 81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469" h="81077" extrusionOk="0">
                  <a:moveTo>
                    <a:pt x="27789" y="0"/>
                  </a:moveTo>
                  <a:lnTo>
                    <a:pt x="25669" y="2096"/>
                  </a:lnTo>
                  <a:lnTo>
                    <a:pt x="14359" y="2727"/>
                  </a:lnTo>
                  <a:lnTo>
                    <a:pt x="11668" y="691"/>
                  </a:lnTo>
                  <a:lnTo>
                    <a:pt x="0" y="4787"/>
                  </a:lnTo>
                  <a:lnTo>
                    <a:pt x="7143" y="51161"/>
                  </a:lnTo>
                  <a:cubicBezTo>
                    <a:pt x="4873" y="59662"/>
                    <a:pt x="3746" y="64279"/>
                    <a:pt x="1476" y="72780"/>
                  </a:cubicBezTo>
                  <a:cubicBezTo>
                    <a:pt x="6728" y="76032"/>
                    <a:pt x="13492" y="79948"/>
                    <a:pt x="20157" y="80905"/>
                  </a:cubicBezTo>
                  <a:cubicBezTo>
                    <a:pt x="26823" y="81862"/>
                    <a:pt x="41469" y="78522"/>
                    <a:pt x="41469" y="78522"/>
                  </a:cubicBezTo>
                  <a:lnTo>
                    <a:pt x="36290" y="46292"/>
                  </a:lnTo>
                  <a:cubicBezTo>
                    <a:pt x="36854" y="31826"/>
                    <a:pt x="37417" y="17359"/>
                    <a:pt x="37981" y="2893"/>
                  </a:cubicBezTo>
                  <a:lnTo>
                    <a:pt x="29265" y="417"/>
                  </a:lnTo>
                  <a:lnTo>
                    <a:pt x="27789" y="0"/>
                  </a:lnTo>
                  <a:close/>
                </a:path>
              </a:pathLst>
            </a:custGeom>
            <a:solidFill>
              <a:schemeClr val="accent5"/>
            </a:solidFill>
            <a:ln>
              <a:noFill/>
            </a:ln>
          </p:spPr>
          <p:txBody>
            <a:bodyPr spcFirstLastPara="1" wrap="square" lIns="121900" tIns="121900" rIns="121900" bIns="121900" anchor="ctr" anchorCtr="0">
              <a:noAutofit/>
            </a:bodyPr>
            <a:lstStyle/>
            <a:p>
              <a:endParaRPr sz="2400">
                <a:solidFill>
                  <a:schemeClr val="accent3"/>
                </a:solidFill>
              </a:endParaRPr>
            </a:p>
          </p:txBody>
        </p:sp>
        <p:sp>
          <p:nvSpPr>
            <p:cNvPr id="315" name="Google Shape;5724;p48"/>
            <p:cNvSpPr/>
            <p:nvPr/>
          </p:nvSpPr>
          <p:spPr>
            <a:xfrm>
              <a:off x="1118050" y="2030725"/>
              <a:ext cx="217550" cy="341150"/>
            </a:xfrm>
            <a:custGeom>
              <a:avLst/>
              <a:gdLst/>
              <a:ahLst/>
              <a:cxnLst/>
              <a:rect l="l" t="t" r="r" b="b"/>
              <a:pathLst>
                <a:path w="8702" h="13646" extrusionOk="0">
                  <a:moveTo>
                    <a:pt x="4296" y="1"/>
                  </a:moveTo>
                  <a:cubicBezTo>
                    <a:pt x="4296" y="1"/>
                    <a:pt x="1308" y="3489"/>
                    <a:pt x="1284" y="5418"/>
                  </a:cubicBezTo>
                  <a:cubicBezTo>
                    <a:pt x="1260" y="7357"/>
                    <a:pt x="0" y="13646"/>
                    <a:pt x="3037" y="13646"/>
                  </a:cubicBezTo>
                  <a:cubicBezTo>
                    <a:pt x="3040" y="13646"/>
                    <a:pt x="3043" y="13646"/>
                    <a:pt x="3046" y="13645"/>
                  </a:cubicBezTo>
                  <a:cubicBezTo>
                    <a:pt x="6106" y="13634"/>
                    <a:pt x="8225" y="11931"/>
                    <a:pt x="8404" y="8966"/>
                  </a:cubicBezTo>
                  <a:cubicBezTo>
                    <a:pt x="8701" y="4132"/>
                    <a:pt x="4844" y="3597"/>
                    <a:pt x="4844" y="3597"/>
                  </a:cubicBezTo>
                  <a:cubicBezTo>
                    <a:pt x="4629" y="2311"/>
                    <a:pt x="4606" y="1846"/>
                    <a:pt x="4296" y="1"/>
                  </a:cubicBezTo>
                  <a:close/>
                </a:path>
              </a:pathLst>
            </a:custGeom>
            <a:solidFill>
              <a:srgbClr val="9F7B69"/>
            </a:solidFill>
            <a:ln>
              <a:noFill/>
            </a:ln>
          </p:spPr>
          <p:txBody>
            <a:bodyPr spcFirstLastPara="1" wrap="square" lIns="121900" tIns="121900" rIns="121900" bIns="121900" anchor="ctr" anchorCtr="0">
              <a:noAutofit/>
            </a:bodyPr>
            <a:lstStyle/>
            <a:p>
              <a:endParaRPr sz="2400"/>
            </a:p>
          </p:txBody>
        </p:sp>
        <p:sp>
          <p:nvSpPr>
            <p:cNvPr id="316" name="Google Shape;5725;p48"/>
            <p:cNvSpPr/>
            <p:nvPr/>
          </p:nvSpPr>
          <p:spPr>
            <a:xfrm>
              <a:off x="1366225" y="915425"/>
              <a:ext cx="407100" cy="242125"/>
            </a:xfrm>
            <a:custGeom>
              <a:avLst/>
              <a:gdLst/>
              <a:ahLst/>
              <a:cxnLst/>
              <a:rect l="l" t="t" r="r" b="b"/>
              <a:pathLst>
                <a:path w="16284" h="9685" extrusionOk="0">
                  <a:moveTo>
                    <a:pt x="13217" y="0"/>
                  </a:moveTo>
                  <a:lnTo>
                    <a:pt x="1846" y="238"/>
                  </a:lnTo>
                  <a:lnTo>
                    <a:pt x="1" y="1334"/>
                  </a:lnTo>
                  <a:cubicBezTo>
                    <a:pt x="406" y="5072"/>
                    <a:pt x="3465" y="9335"/>
                    <a:pt x="8799" y="9668"/>
                  </a:cubicBezTo>
                  <a:cubicBezTo>
                    <a:pt x="8985" y="9679"/>
                    <a:pt x="9167" y="9685"/>
                    <a:pt x="9344" y="9685"/>
                  </a:cubicBezTo>
                  <a:cubicBezTo>
                    <a:pt x="14847" y="9685"/>
                    <a:pt x="16283" y="4427"/>
                    <a:pt x="16122" y="643"/>
                  </a:cubicBezTo>
                  <a:lnTo>
                    <a:pt x="13217" y="0"/>
                  </a:lnTo>
                  <a:close/>
                </a:path>
              </a:pathLst>
            </a:custGeom>
            <a:solidFill>
              <a:srgbClr val="876757"/>
            </a:solidFill>
            <a:ln>
              <a:noFill/>
            </a:ln>
          </p:spPr>
          <p:txBody>
            <a:bodyPr spcFirstLastPara="1" wrap="square" lIns="121900" tIns="121900" rIns="121900" bIns="121900" anchor="ctr" anchorCtr="0">
              <a:noAutofit/>
            </a:bodyPr>
            <a:lstStyle/>
            <a:p>
              <a:endParaRPr sz="2400"/>
            </a:p>
          </p:txBody>
        </p:sp>
        <p:sp>
          <p:nvSpPr>
            <p:cNvPr id="317" name="Google Shape;5726;p48"/>
            <p:cNvSpPr/>
            <p:nvPr/>
          </p:nvSpPr>
          <p:spPr>
            <a:xfrm>
              <a:off x="998118" y="2719144"/>
              <a:ext cx="1270378" cy="2871428"/>
            </a:xfrm>
            <a:custGeom>
              <a:avLst/>
              <a:gdLst>
                <a:gd name="connsiteX0" fmla="*/ 929 w 43506"/>
                <a:gd name="connsiteY0" fmla="*/ 0 h 27111"/>
                <a:gd name="connsiteX1" fmla="*/ 0 w 43506"/>
                <a:gd name="connsiteY1" fmla="*/ 24730 h 27111"/>
                <a:gd name="connsiteX2" fmla="*/ 18241 w 43506"/>
                <a:gd name="connsiteY2" fmla="*/ 27099 h 27111"/>
                <a:gd name="connsiteX3" fmla="*/ 19253 w 43506"/>
                <a:gd name="connsiteY3" fmla="*/ 14931 h 27111"/>
                <a:gd name="connsiteX4" fmla="*/ 21271 w 43506"/>
                <a:gd name="connsiteY4" fmla="*/ 10623 h 27111"/>
                <a:gd name="connsiteX5" fmla="*/ 23301 w 43506"/>
                <a:gd name="connsiteY5" fmla="*/ 14931 h 27111"/>
                <a:gd name="connsiteX6" fmla="*/ 25575 w 43506"/>
                <a:gd name="connsiteY6" fmla="*/ 27111 h 27111"/>
                <a:gd name="connsiteX7" fmla="*/ 43506 w 43506"/>
                <a:gd name="connsiteY7" fmla="*/ 25146 h 27111"/>
                <a:gd name="connsiteX8" fmla="*/ 42017 w 43506"/>
                <a:gd name="connsiteY8" fmla="*/ 1167 h 27111"/>
                <a:gd name="connsiteX9" fmla="*/ 929 w 43506"/>
                <a:gd name="connsiteY9" fmla="*/ 0 h 27111"/>
                <a:gd name="connsiteX0" fmla="*/ 1337 w 43914"/>
                <a:gd name="connsiteY0" fmla="*/ 0 h 27328"/>
                <a:gd name="connsiteX1" fmla="*/ 0 w 43914"/>
                <a:gd name="connsiteY1" fmla="*/ 26558 h 27328"/>
                <a:gd name="connsiteX2" fmla="*/ 18649 w 43914"/>
                <a:gd name="connsiteY2" fmla="*/ 27099 h 27328"/>
                <a:gd name="connsiteX3" fmla="*/ 19661 w 43914"/>
                <a:gd name="connsiteY3" fmla="*/ 14931 h 27328"/>
                <a:gd name="connsiteX4" fmla="*/ 21679 w 43914"/>
                <a:gd name="connsiteY4" fmla="*/ 10623 h 27328"/>
                <a:gd name="connsiteX5" fmla="*/ 23709 w 43914"/>
                <a:gd name="connsiteY5" fmla="*/ 14931 h 27328"/>
                <a:gd name="connsiteX6" fmla="*/ 25983 w 43914"/>
                <a:gd name="connsiteY6" fmla="*/ 27111 h 27328"/>
                <a:gd name="connsiteX7" fmla="*/ 43914 w 43914"/>
                <a:gd name="connsiteY7" fmla="*/ 25146 h 27328"/>
                <a:gd name="connsiteX8" fmla="*/ 42425 w 43914"/>
                <a:gd name="connsiteY8" fmla="*/ 1167 h 27328"/>
                <a:gd name="connsiteX9" fmla="*/ 1337 w 43914"/>
                <a:gd name="connsiteY9" fmla="*/ 0 h 27328"/>
                <a:gd name="connsiteX0" fmla="*/ 1337 w 44118"/>
                <a:gd name="connsiteY0" fmla="*/ 0 h 27328"/>
                <a:gd name="connsiteX1" fmla="*/ 0 w 44118"/>
                <a:gd name="connsiteY1" fmla="*/ 26558 h 27328"/>
                <a:gd name="connsiteX2" fmla="*/ 18649 w 44118"/>
                <a:gd name="connsiteY2" fmla="*/ 27099 h 27328"/>
                <a:gd name="connsiteX3" fmla="*/ 19661 w 44118"/>
                <a:gd name="connsiteY3" fmla="*/ 14931 h 27328"/>
                <a:gd name="connsiteX4" fmla="*/ 21679 w 44118"/>
                <a:gd name="connsiteY4" fmla="*/ 10623 h 27328"/>
                <a:gd name="connsiteX5" fmla="*/ 23709 w 44118"/>
                <a:gd name="connsiteY5" fmla="*/ 14931 h 27328"/>
                <a:gd name="connsiteX6" fmla="*/ 25983 w 44118"/>
                <a:gd name="connsiteY6" fmla="*/ 27111 h 27328"/>
                <a:gd name="connsiteX7" fmla="*/ 44118 w 44118"/>
                <a:gd name="connsiteY7" fmla="*/ 26974 h 27328"/>
                <a:gd name="connsiteX8" fmla="*/ 42425 w 44118"/>
                <a:gd name="connsiteY8" fmla="*/ 1167 h 27328"/>
                <a:gd name="connsiteX9" fmla="*/ 1337 w 44118"/>
                <a:gd name="connsiteY9" fmla="*/ 0 h 27328"/>
                <a:gd name="connsiteX0" fmla="*/ 1337 w 44118"/>
                <a:gd name="connsiteY0" fmla="*/ 0 h 27328"/>
                <a:gd name="connsiteX1" fmla="*/ 0 w 44118"/>
                <a:gd name="connsiteY1" fmla="*/ 26558 h 27328"/>
                <a:gd name="connsiteX2" fmla="*/ 18649 w 44118"/>
                <a:gd name="connsiteY2" fmla="*/ 27099 h 27328"/>
                <a:gd name="connsiteX3" fmla="*/ 19661 w 44118"/>
                <a:gd name="connsiteY3" fmla="*/ 14931 h 27328"/>
                <a:gd name="connsiteX4" fmla="*/ 21679 w 44118"/>
                <a:gd name="connsiteY4" fmla="*/ 10623 h 27328"/>
                <a:gd name="connsiteX5" fmla="*/ 23709 w 44118"/>
                <a:gd name="connsiteY5" fmla="*/ 14931 h 27328"/>
                <a:gd name="connsiteX6" fmla="*/ 25983 w 44118"/>
                <a:gd name="connsiteY6" fmla="*/ 27111 h 27328"/>
                <a:gd name="connsiteX7" fmla="*/ 44118 w 44118"/>
                <a:gd name="connsiteY7" fmla="*/ 26974 h 27328"/>
                <a:gd name="connsiteX8" fmla="*/ 42425 w 44118"/>
                <a:gd name="connsiteY8" fmla="*/ 1167 h 27328"/>
                <a:gd name="connsiteX9" fmla="*/ 1337 w 44118"/>
                <a:gd name="connsiteY9" fmla="*/ 0 h 27328"/>
                <a:gd name="connsiteX0" fmla="*/ 1337 w 45552"/>
                <a:gd name="connsiteY0" fmla="*/ 0 h 27328"/>
                <a:gd name="connsiteX1" fmla="*/ 0 w 45552"/>
                <a:gd name="connsiteY1" fmla="*/ 26558 h 27328"/>
                <a:gd name="connsiteX2" fmla="*/ 18649 w 45552"/>
                <a:gd name="connsiteY2" fmla="*/ 27099 h 27328"/>
                <a:gd name="connsiteX3" fmla="*/ 19661 w 45552"/>
                <a:gd name="connsiteY3" fmla="*/ 14931 h 27328"/>
                <a:gd name="connsiteX4" fmla="*/ 21679 w 45552"/>
                <a:gd name="connsiteY4" fmla="*/ 10623 h 27328"/>
                <a:gd name="connsiteX5" fmla="*/ 23709 w 45552"/>
                <a:gd name="connsiteY5" fmla="*/ 14931 h 27328"/>
                <a:gd name="connsiteX6" fmla="*/ 25983 w 45552"/>
                <a:gd name="connsiteY6" fmla="*/ 27111 h 27328"/>
                <a:gd name="connsiteX7" fmla="*/ 45552 w 45552"/>
                <a:gd name="connsiteY7" fmla="*/ 26974 h 27328"/>
                <a:gd name="connsiteX8" fmla="*/ 42425 w 45552"/>
                <a:gd name="connsiteY8" fmla="*/ 1167 h 27328"/>
                <a:gd name="connsiteX9" fmla="*/ 1337 w 45552"/>
                <a:gd name="connsiteY9" fmla="*/ 0 h 27328"/>
                <a:gd name="connsiteX0" fmla="*/ 1337 w 45552"/>
                <a:gd name="connsiteY0" fmla="*/ 0 h 27328"/>
                <a:gd name="connsiteX1" fmla="*/ 0 w 45552"/>
                <a:gd name="connsiteY1" fmla="*/ 26558 h 27328"/>
                <a:gd name="connsiteX2" fmla="*/ 18649 w 45552"/>
                <a:gd name="connsiteY2" fmla="*/ 27099 h 27328"/>
                <a:gd name="connsiteX3" fmla="*/ 19661 w 45552"/>
                <a:gd name="connsiteY3" fmla="*/ 14931 h 27328"/>
                <a:gd name="connsiteX4" fmla="*/ 21679 w 45552"/>
                <a:gd name="connsiteY4" fmla="*/ 10623 h 27328"/>
                <a:gd name="connsiteX5" fmla="*/ 23709 w 45552"/>
                <a:gd name="connsiteY5" fmla="*/ 14931 h 27328"/>
                <a:gd name="connsiteX6" fmla="*/ 25983 w 45552"/>
                <a:gd name="connsiteY6" fmla="*/ 27111 h 27328"/>
                <a:gd name="connsiteX7" fmla="*/ 45552 w 45552"/>
                <a:gd name="connsiteY7" fmla="*/ 26974 h 27328"/>
                <a:gd name="connsiteX8" fmla="*/ 39967 w 45552"/>
                <a:gd name="connsiteY8" fmla="*/ 950 h 27328"/>
                <a:gd name="connsiteX9" fmla="*/ 1337 w 45552"/>
                <a:gd name="connsiteY9" fmla="*/ 0 h 27328"/>
                <a:gd name="connsiteX0" fmla="*/ 3590 w 45552"/>
                <a:gd name="connsiteY0" fmla="*/ 0 h 27328"/>
                <a:gd name="connsiteX1" fmla="*/ 0 w 45552"/>
                <a:gd name="connsiteY1" fmla="*/ 26558 h 27328"/>
                <a:gd name="connsiteX2" fmla="*/ 18649 w 45552"/>
                <a:gd name="connsiteY2" fmla="*/ 27099 h 27328"/>
                <a:gd name="connsiteX3" fmla="*/ 19661 w 45552"/>
                <a:gd name="connsiteY3" fmla="*/ 14931 h 27328"/>
                <a:gd name="connsiteX4" fmla="*/ 21679 w 45552"/>
                <a:gd name="connsiteY4" fmla="*/ 10623 h 27328"/>
                <a:gd name="connsiteX5" fmla="*/ 23709 w 45552"/>
                <a:gd name="connsiteY5" fmla="*/ 14931 h 27328"/>
                <a:gd name="connsiteX6" fmla="*/ 25983 w 45552"/>
                <a:gd name="connsiteY6" fmla="*/ 27111 h 27328"/>
                <a:gd name="connsiteX7" fmla="*/ 45552 w 45552"/>
                <a:gd name="connsiteY7" fmla="*/ 26974 h 27328"/>
                <a:gd name="connsiteX8" fmla="*/ 39967 w 45552"/>
                <a:gd name="connsiteY8" fmla="*/ 950 h 27328"/>
                <a:gd name="connsiteX9" fmla="*/ 3590 w 45552"/>
                <a:gd name="connsiteY9" fmla="*/ 0 h 27328"/>
                <a:gd name="connsiteX0" fmla="*/ 4000 w 45552"/>
                <a:gd name="connsiteY0" fmla="*/ 0 h 27328"/>
                <a:gd name="connsiteX1" fmla="*/ 0 w 45552"/>
                <a:gd name="connsiteY1" fmla="*/ 26558 h 27328"/>
                <a:gd name="connsiteX2" fmla="*/ 18649 w 45552"/>
                <a:gd name="connsiteY2" fmla="*/ 27099 h 27328"/>
                <a:gd name="connsiteX3" fmla="*/ 19661 w 45552"/>
                <a:gd name="connsiteY3" fmla="*/ 14931 h 27328"/>
                <a:gd name="connsiteX4" fmla="*/ 21679 w 45552"/>
                <a:gd name="connsiteY4" fmla="*/ 10623 h 27328"/>
                <a:gd name="connsiteX5" fmla="*/ 23709 w 45552"/>
                <a:gd name="connsiteY5" fmla="*/ 14931 h 27328"/>
                <a:gd name="connsiteX6" fmla="*/ 25983 w 45552"/>
                <a:gd name="connsiteY6" fmla="*/ 27111 h 27328"/>
                <a:gd name="connsiteX7" fmla="*/ 45552 w 45552"/>
                <a:gd name="connsiteY7" fmla="*/ 26974 h 27328"/>
                <a:gd name="connsiteX8" fmla="*/ 39967 w 45552"/>
                <a:gd name="connsiteY8" fmla="*/ 950 h 27328"/>
                <a:gd name="connsiteX9" fmla="*/ 4000 w 45552"/>
                <a:gd name="connsiteY9" fmla="*/ 0 h 27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552" h="27328" extrusionOk="0">
                  <a:moveTo>
                    <a:pt x="4000" y="0"/>
                  </a:moveTo>
                  <a:cubicBezTo>
                    <a:pt x="3369" y="7168"/>
                    <a:pt x="24" y="17509"/>
                    <a:pt x="0" y="26558"/>
                  </a:cubicBezTo>
                  <a:cubicBezTo>
                    <a:pt x="6299" y="28034"/>
                    <a:pt x="12910" y="26897"/>
                    <a:pt x="18649" y="27099"/>
                  </a:cubicBezTo>
                  <a:cubicBezTo>
                    <a:pt x="18986" y="23043"/>
                    <a:pt x="19324" y="18987"/>
                    <a:pt x="19661" y="14931"/>
                  </a:cubicBezTo>
                  <a:cubicBezTo>
                    <a:pt x="20081" y="14859"/>
                    <a:pt x="21079" y="10623"/>
                    <a:pt x="21679" y="10623"/>
                  </a:cubicBezTo>
                  <a:cubicBezTo>
                    <a:pt x="22879" y="10623"/>
                    <a:pt x="23709" y="14931"/>
                    <a:pt x="23709" y="14931"/>
                  </a:cubicBezTo>
                  <a:lnTo>
                    <a:pt x="25983" y="27111"/>
                  </a:lnTo>
                  <a:cubicBezTo>
                    <a:pt x="33722" y="26873"/>
                    <a:pt x="40507" y="27725"/>
                    <a:pt x="45552" y="26974"/>
                  </a:cubicBezTo>
                  <a:cubicBezTo>
                    <a:pt x="45056" y="18981"/>
                    <a:pt x="40463" y="8943"/>
                    <a:pt x="39967" y="950"/>
                  </a:cubicBezTo>
                  <a:lnTo>
                    <a:pt x="4000" y="0"/>
                  </a:lnTo>
                  <a:close/>
                </a:path>
              </a:pathLst>
            </a:custGeom>
            <a:solidFill>
              <a:schemeClr val="accent6">
                <a:lumMod val="60000"/>
                <a:lumOff val="40000"/>
              </a:schemeClr>
            </a:solidFill>
            <a:ln>
              <a:noFill/>
            </a:ln>
          </p:spPr>
          <p:txBody>
            <a:bodyPr spcFirstLastPara="1" wrap="square" lIns="121900" tIns="121900" rIns="121900" bIns="121900" anchor="ctr" anchorCtr="0">
              <a:noAutofit/>
            </a:bodyPr>
            <a:lstStyle/>
            <a:p>
              <a:endParaRPr sz="2400"/>
            </a:p>
          </p:txBody>
        </p:sp>
        <p:sp>
          <p:nvSpPr>
            <p:cNvPr id="320" name="Google Shape;5729;p48"/>
            <p:cNvSpPr/>
            <p:nvPr/>
          </p:nvSpPr>
          <p:spPr>
            <a:xfrm>
              <a:off x="752175" y="1181525"/>
              <a:ext cx="405725" cy="1005500"/>
            </a:xfrm>
            <a:custGeom>
              <a:avLst/>
              <a:gdLst/>
              <a:ahLst/>
              <a:cxnLst/>
              <a:rect l="l" t="t" r="r" b="b"/>
              <a:pathLst>
                <a:path w="16229" h="40220" extrusionOk="0">
                  <a:moveTo>
                    <a:pt x="9549" y="1"/>
                  </a:moveTo>
                  <a:cubicBezTo>
                    <a:pt x="7965" y="4799"/>
                    <a:pt x="4870" y="14467"/>
                    <a:pt x="2631" y="23265"/>
                  </a:cubicBezTo>
                  <a:cubicBezTo>
                    <a:pt x="1203" y="28897"/>
                    <a:pt x="107" y="34171"/>
                    <a:pt x="0" y="37588"/>
                  </a:cubicBezTo>
                  <a:lnTo>
                    <a:pt x="7322" y="40220"/>
                  </a:lnTo>
                  <a:cubicBezTo>
                    <a:pt x="7322" y="40220"/>
                    <a:pt x="9763" y="36338"/>
                    <a:pt x="12156" y="29885"/>
                  </a:cubicBezTo>
                  <a:cubicBezTo>
                    <a:pt x="13323" y="26718"/>
                    <a:pt x="14490" y="22920"/>
                    <a:pt x="15347" y="18658"/>
                  </a:cubicBezTo>
                  <a:cubicBezTo>
                    <a:pt x="15347" y="18658"/>
                    <a:pt x="16228" y="10145"/>
                    <a:pt x="14109" y="3239"/>
                  </a:cubicBezTo>
                  <a:cubicBezTo>
                    <a:pt x="12442" y="1417"/>
                    <a:pt x="10644" y="465"/>
                    <a:pt x="9549" y="1"/>
                  </a:cubicBezTo>
                  <a:close/>
                </a:path>
              </a:pathLst>
            </a:custGeom>
            <a:solidFill>
              <a:srgbClr val="876757"/>
            </a:solidFill>
            <a:ln>
              <a:noFill/>
            </a:ln>
          </p:spPr>
          <p:txBody>
            <a:bodyPr spcFirstLastPara="1" wrap="square" lIns="121900" tIns="121900" rIns="121900" bIns="121900" anchor="ctr" anchorCtr="0">
              <a:noAutofit/>
            </a:bodyPr>
            <a:lstStyle/>
            <a:p>
              <a:endParaRPr sz="2400"/>
            </a:p>
          </p:txBody>
        </p:sp>
        <p:sp>
          <p:nvSpPr>
            <p:cNvPr id="321" name="Google Shape;5730;p48"/>
            <p:cNvSpPr/>
            <p:nvPr/>
          </p:nvSpPr>
          <p:spPr>
            <a:xfrm>
              <a:off x="663750" y="2088775"/>
              <a:ext cx="417050" cy="901325"/>
            </a:xfrm>
            <a:custGeom>
              <a:avLst/>
              <a:gdLst/>
              <a:ahLst/>
              <a:cxnLst/>
              <a:rect l="l" t="t" r="r" b="b"/>
              <a:pathLst>
                <a:path w="16682" h="36053" extrusionOk="0">
                  <a:moveTo>
                    <a:pt x="3740" y="1"/>
                  </a:moveTo>
                  <a:cubicBezTo>
                    <a:pt x="1" y="15717"/>
                    <a:pt x="6514" y="27480"/>
                    <a:pt x="13967" y="36053"/>
                  </a:cubicBezTo>
                  <a:cubicBezTo>
                    <a:pt x="15634" y="34172"/>
                    <a:pt x="16682" y="32278"/>
                    <a:pt x="16384" y="27992"/>
                  </a:cubicBezTo>
                  <a:cubicBezTo>
                    <a:pt x="9562" y="19563"/>
                    <a:pt x="11145" y="2477"/>
                    <a:pt x="11145" y="2477"/>
                  </a:cubicBezTo>
                  <a:lnTo>
                    <a:pt x="3740" y="1"/>
                  </a:lnTo>
                  <a:close/>
                </a:path>
              </a:pathLst>
            </a:custGeom>
            <a:solidFill>
              <a:srgbClr val="876757"/>
            </a:solidFill>
            <a:ln>
              <a:noFill/>
            </a:ln>
          </p:spPr>
          <p:txBody>
            <a:bodyPr spcFirstLastPara="1" wrap="square" lIns="121900" tIns="121900" rIns="121900" bIns="121900" anchor="ctr" anchorCtr="0">
              <a:noAutofit/>
            </a:bodyPr>
            <a:lstStyle/>
            <a:p>
              <a:endParaRPr sz="2400"/>
            </a:p>
          </p:txBody>
        </p:sp>
        <p:sp>
          <p:nvSpPr>
            <p:cNvPr id="322" name="Google Shape;5731;p48"/>
            <p:cNvSpPr/>
            <p:nvPr/>
          </p:nvSpPr>
          <p:spPr>
            <a:xfrm>
              <a:off x="1012900" y="2788575"/>
              <a:ext cx="193225" cy="276550"/>
            </a:xfrm>
            <a:custGeom>
              <a:avLst/>
              <a:gdLst/>
              <a:ahLst/>
              <a:cxnLst/>
              <a:rect l="l" t="t" r="r" b="b"/>
              <a:pathLst>
                <a:path w="7729" h="11062" extrusionOk="0">
                  <a:moveTo>
                    <a:pt x="2418" y="0"/>
                  </a:moveTo>
                  <a:cubicBezTo>
                    <a:pt x="1763" y="4787"/>
                    <a:pt x="1" y="8061"/>
                    <a:pt x="1" y="8061"/>
                  </a:cubicBezTo>
                  <a:cubicBezTo>
                    <a:pt x="561" y="9216"/>
                    <a:pt x="1406" y="10216"/>
                    <a:pt x="2323" y="11061"/>
                  </a:cubicBezTo>
                  <a:cubicBezTo>
                    <a:pt x="3239" y="10847"/>
                    <a:pt x="4394" y="9990"/>
                    <a:pt x="5323" y="9263"/>
                  </a:cubicBezTo>
                  <a:cubicBezTo>
                    <a:pt x="6216" y="8573"/>
                    <a:pt x="6907" y="7775"/>
                    <a:pt x="7454" y="6644"/>
                  </a:cubicBezTo>
                  <a:cubicBezTo>
                    <a:pt x="7359" y="6453"/>
                    <a:pt x="6990" y="6084"/>
                    <a:pt x="6990" y="6084"/>
                  </a:cubicBezTo>
                  <a:cubicBezTo>
                    <a:pt x="7716" y="5394"/>
                    <a:pt x="7728" y="4953"/>
                    <a:pt x="7609" y="4132"/>
                  </a:cubicBezTo>
                  <a:cubicBezTo>
                    <a:pt x="6311" y="3441"/>
                    <a:pt x="2418" y="0"/>
                    <a:pt x="2418" y="0"/>
                  </a:cubicBezTo>
                  <a:close/>
                </a:path>
              </a:pathLst>
            </a:custGeom>
            <a:solidFill>
              <a:srgbClr val="876757"/>
            </a:solidFill>
            <a:ln>
              <a:noFill/>
            </a:ln>
          </p:spPr>
          <p:txBody>
            <a:bodyPr spcFirstLastPara="1" wrap="square" lIns="121900" tIns="121900" rIns="121900" bIns="121900" anchor="ctr" anchorCtr="0">
              <a:noAutofit/>
            </a:bodyPr>
            <a:lstStyle/>
            <a:p>
              <a:endParaRPr sz="2400"/>
            </a:p>
          </p:txBody>
        </p:sp>
        <p:sp>
          <p:nvSpPr>
            <p:cNvPr id="323" name="Google Shape;5732;p48"/>
            <p:cNvSpPr/>
            <p:nvPr/>
          </p:nvSpPr>
          <p:spPr>
            <a:xfrm>
              <a:off x="783725" y="1051150"/>
              <a:ext cx="403050" cy="886450"/>
            </a:xfrm>
            <a:custGeom>
              <a:avLst/>
              <a:gdLst/>
              <a:ahLst/>
              <a:cxnLst/>
              <a:rect l="l" t="t" r="r" b="b"/>
              <a:pathLst>
                <a:path w="16122" h="35458" extrusionOk="0">
                  <a:moveTo>
                    <a:pt x="11633" y="1"/>
                  </a:moveTo>
                  <a:cubicBezTo>
                    <a:pt x="9942" y="727"/>
                    <a:pt x="8561" y="2025"/>
                    <a:pt x="7763" y="3680"/>
                  </a:cubicBezTo>
                  <a:cubicBezTo>
                    <a:pt x="7644" y="3942"/>
                    <a:pt x="7513" y="4215"/>
                    <a:pt x="7382" y="4513"/>
                  </a:cubicBezTo>
                  <a:cubicBezTo>
                    <a:pt x="6787" y="5918"/>
                    <a:pt x="5775" y="8299"/>
                    <a:pt x="5298" y="9978"/>
                  </a:cubicBezTo>
                  <a:lnTo>
                    <a:pt x="0" y="26778"/>
                  </a:lnTo>
                  <a:cubicBezTo>
                    <a:pt x="405" y="27373"/>
                    <a:pt x="869" y="27944"/>
                    <a:pt x="1369" y="28480"/>
                  </a:cubicBezTo>
                  <a:cubicBezTo>
                    <a:pt x="4489" y="31862"/>
                    <a:pt x="9073" y="34243"/>
                    <a:pt x="10894" y="35100"/>
                  </a:cubicBezTo>
                  <a:cubicBezTo>
                    <a:pt x="11383" y="35338"/>
                    <a:pt x="11668" y="35457"/>
                    <a:pt x="11668" y="35457"/>
                  </a:cubicBezTo>
                  <a:lnTo>
                    <a:pt x="15276" y="20551"/>
                  </a:lnTo>
                  <a:cubicBezTo>
                    <a:pt x="15276" y="20551"/>
                    <a:pt x="16121" y="2989"/>
                    <a:pt x="11633" y="1"/>
                  </a:cubicBezTo>
                  <a:close/>
                </a:path>
              </a:pathLst>
            </a:custGeom>
            <a:solidFill>
              <a:schemeClr val="accent5"/>
            </a:solidFill>
            <a:ln>
              <a:noFill/>
            </a:ln>
          </p:spPr>
          <p:txBody>
            <a:bodyPr spcFirstLastPara="1" wrap="square" lIns="121900" tIns="121900" rIns="121900" bIns="121900" anchor="ctr" anchorCtr="0">
              <a:noAutofit/>
            </a:bodyPr>
            <a:lstStyle/>
            <a:p>
              <a:endParaRPr sz="2400"/>
            </a:p>
          </p:txBody>
        </p:sp>
      </p:grpSp>
      <p:pic>
        <p:nvPicPr>
          <p:cNvPr id="324" name="Grafik 323"/>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908517" y="4087371"/>
            <a:ext cx="212552" cy="212552"/>
          </a:xfrm>
          <a:prstGeom prst="rect">
            <a:avLst/>
          </a:prstGeom>
        </p:spPr>
      </p:pic>
      <p:grpSp>
        <p:nvGrpSpPr>
          <p:cNvPr id="325" name="Google Shape;2523;p49"/>
          <p:cNvGrpSpPr/>
          <p:nvPr/>
        </p:nvGrpSpPr>
        <p:grpSpPr>
          <a:xfrm>
            <a:off x="10421900" y="4070973"/>
            <a:ext cx="236235" cy="818083"/>
            <a:chOff x="1182006" y="2669279"/>
            <a:chExt cx="741775" cy="1999420"/>
          </a:xfrm>
          <a:solidFill>
            <a:srgbClr val="000000"/>
          </a:solidFill>
        </p:grpSpPr>
        <p:sp>
          <p:nvSpPr>
            <p:cNvPr id="326" name="Google Shape;2534;p49"/>
            <p:cNvSpPr/>
            <p:nvPr/>
          </p:nvSpPr>
          <p:spPr>
            <a:xfrm>
              <a:off x="1182006" y="2669279"/>
              <a:ext cx="724652" cy="726839"/>
            </a:xfrm>
            <a:custGeom>
              <a:avLst/>
              <a:gdLst>
                <a:gd name="connsiteX0" fmla="*/ 7185 w 20585"/>
                <a:gd name="connsiteY0" fmla="*/ 0 h 22657"/>
                <a:gd name="connsiteX1" fmla="*/ 3860 w 20585"/>
                <a:gd name="connsiteY1" fmla="*/ 1220 h 22657"/>
                <a:gd name="connsiteX2" fmla="*/ 0 w 20585"/>
                <a:gd name="connsiteY2" fmla="*/ 7101 h 22657"/>
                <a:gd name="connsiteX3" fmla="*/ 4495 w 20585"/>
                <a:gd name="connsiteY3" fmla="*/ 10343 h 22657"/>
                <a:gd name="connsiteX4" fmla="*/ 5230 w 20585"/>
                <a:gd name="connsiteY4" fmla="*/ 9040 h 22657"/>
                <a:gd name="connsiteX5" fmla="*/ 5230 w 20585"/>
                <a:gd name="connsiteY5" fmla="*/ 9123 h 22657"/>
                <a:gd name="connsiteX6" fmla="*/ 5547 w 20585"/>
                <a:gd name="connsiteY6" fmla="*/ 10777 h 22657"/>
                <a:gd name="connsiteX7" fmla="*/ 4952 w 20585"/>
                <a:gd name="connsiteY7" fmla="*/ 15517 h 22657"/>
                <a:gd name="connsiteX8" fmla="*/ 3525 w 20585"/>
                <a:gd name="connsiteY8" fmla="*/ 22239 h 22657"/>
                <a:gd name="connsiteX9" fmla="*/ 17861 w 20585"/>
                <a:gd name="connsiteY9" fmla="*/ 22657 h 22657"/>
                <a:gd name="connsiteX10" fmla="*/ 16926 w 20585"/>
                <a:gd name="connsiteY10" fmla="*/ 16826 h 22657"/>
                <a:gd name="connsiteX11" fmla="*/ 14971 w 20585"/>
                <a:gd name="connsiteY11" fmla="*/ 11897 h 22657"/>
                <a:gd name="connsiteX12" fmla="*/ 14871 w 20585"/>
                <a:gd name="connsiteY12" fmla="*/ 10059 h 22657"/>
                <a:gd name="connsiteX13" fmla="*/ 15355 w 20585"/>
                <a:gd name="connsiteY13" fmla="*/ 7686 h 22657"/>
                <a:gd name="connsiteX14" fmla="*/ 16859 w 20585"/>
                <a:gd name="connsiteY14" fmla="*/ 9290 h 22657"/>
                <a:gd name="connsiteX15" fmla="*/ 20585 w 20585"/>
                <a:gd name="connsiteY15" fmla="*/ 5514 h 22657"/>
                <a:gd name="connsiteX16" fmla="*/ 16876 w 20585"/>
                <a:gd name="connsiteY16" fmla="*/ 2139 h 22657"/>
                <a:gd name="connsiteX17" fmla="*/ 13634 w 20585"/>
                <a:gd name="connsiteY17" fmla="*/ 234 h 22657"/>
                <a:gd name="connsiteX18" fmla="*/ 12765 w 20585"/>
                <a:gd name="connsiteY18" fmla="*/ 50 h 22657"/>
                <a:gd name="connsiteX19" fmla="*/ 7185 w 20585"/>
                <a:gd name="connsiteY19" fmla="*/ 0 h 22657"/>
                <a:gd name="connsiteX0" fmla="*/ 7185 w 20585"/>
                <a:gd name="connsiteY0" fmla="*/ 0 h 22657"/>
                <a:gd name="connsiteX1" fmla="*/ 3860 w 20585"/>
                <a:gd name="connsiteY1" fmla="*/ 1220 h 22657"/>
                <a:gd name="connsiteX2" fmla="*/ 0 w 20585"/>
                <a:gd name="connsiteY2" fmla="*/ 7101 h 22657"/>
                <a:gd name="connsiteX3" fmla="*/ 4495 w 20585"/>
                <a:gd name="connsiteY3" fmla="*/ 10343 h 22657"/>
                <a:gd name="connsiteX4" fmla="*/ 5230 w 20585"/>
                <a:gd name="connsiteY4" fmla="*/ 9040 h 22657"/>
                <a:gd name="connsiteX5" fmla="*/ 5230 w 20585"/>
                <a:gd name="connsiteY5" fmla="*/ 9123 h 22657"/>
                <a:gd name="connsiteX6" fmla="*/ 5218 w 20585"/>
                <a:gd name="connsiteY6" fmla="*/ 10836 h 22657"/>
                <a:gd name="connsiteX7" fmla="*/ 4952 w 20585"/>
                <a:gd name="connsiteY7" fmla="*/ 15517 h 22657"/>
                <a:gd name="connsiteX8" fmla="*/ 3525 w 20585"/>
                <a:gd name="connsiteY8" fmla="*/ 22239 h 22657"/>
                <a:gd name="connsiteX9" fmla="*/ 17861 w 20585"/>
                <a:gd name="connsiteY9" fmla="*/ 22657 h 22657"/>
                <a:gd name="connsiteX10" fmla="*/ 16926 w 20585"/>
                <a:gd name="connsiteY10" fmla="*/ 16826 h 22657"/>
                <a:gd name="connsiteX11" fmla="*/ 14971 w 20585"/>
                <a:gd name="connsiteY11" fmla="*/ 11897 h 22657"/>
                <a:gd name="connsiteX12" fmla="*/ 14871 w 20585"/>
                <a:gd name="connsiteY12" fmla="*/ 10059 h 22657"/>
                <a:gd name="connsiteX13" fmla="*/ 15355 w 20585"/>
                <a:gd name="connsiteY13" fmla="*/ 7686 h 22657"/>
                <a:gd name="connsiteX14" fmla="*/ 16859 w 20585"/>
                <a:gd name="connsiteY14" fmla="*/ 9290 h 22657"/>
                <a:gd name="connsiteX15" fmla="*/ 20585 w 20585"/>
                <a:gd name="connsiteY15" fmla="*/ 5514 h 22657"/>
                <a:gd name="connsiteX16" fmla="*/ 16876 w 20585"/>
                <a:gd name="connsiteY16" fmla="*/ 2139 h 22657"/>
                <a:gd name="connsiteX17" fmla="*/ 13634 w 20585"/>
                <a:gd name="connsiteY17" fmla="*/ 234 h 22657"/>
                <a:gd name="connsiteX18" fmla="*/ 12765 w 20585"/>
                <a:gd name="connsiteY18" fmla="*/ 50 h 22657"/>
                <a:gd name="connsiteX19" fmla="*/ 7185 w 20585"/>
                <a:gd name="connsiteY19" fmla="*/ 0 h 22657"/>
                <a:gd name="connsiteX0" fmla="*/ 7185 w 20585"/>
                <a:gd name="connsiteY0" fmla="*/ 0 h 22657"/>
                <a:gd name="connsiteX1" fmla="*/ 3860 w 20585"/>
                <a:gd name="connsiteY1" fmla="*/ 1220 h 22657"/>
                <a:gd name="connsiteX2" fmla="*/ 0 w 20585"/>
                <a:gd name="connsiteY2" fmla="*/ 7101 h 22657"/>
                <a:gd name="connsiteX3" fmla="*/ 4495 w 20585"/>
                <a:gd name="connsiteY3" fmla="*/ 10343 h 22657"/>
                <a:gd name="connsiteX4" fmla="*/ 5230 w 20585"/>
                <a:gd name="connsiteY4" fmla="*/ 9040 h 22657"/>
                <a:gd name="connsiteX5" fmla="*/ 5230 w 20585"/>
                <a:gd name="connsiteY5" fmla="*/ 9123 h 22657"/>
                <a:gd name="connsiteX6" fmla="*/ 5218 w 20585"/>
                <a:gd name="connsiteY6" fmla="*/ 10836 h 22657"/>
                <a:gd name="connsiteX7" fmla="*/ 4426 w 20585"/>
                <a:gd name="connsiteY7" fmla="*/ 15517 h 22657"/>
                <a:gd name="connsiteX8" fmla="*/ 3525 w 20585"/>
                <a:gd name="connsiteY8" fmla="*/ 22239 h 22657"/>
                <a:gd name="connsiteX9" fmla="*/ 17861 w 20585"/>
                <a:gd name="connsiteY9" fmla="*/ 22657 h 22657"/>
                <a:gd name="connsiteX10" fmla="*/ 16926 w 20585"/>
                <a:gd name="connsiteY10" fmla="*/ 16826 h 22657"/>
                <a:gd name="connsiteX11" fmla="*/ 14971 w 20585"/>
                <a:gd name="connsiteY11" fmla="*/ 11897 h 22657"/>
                <a:gd name="connsiteX12" fmla="*/ 14871 w 20585"/>
                <a:gd name="connsiteY12" fmla="*/ 10059 h 22657"/>
                <a:gd name="connsiteX13" fmla="*/ 15355 w 20585"/>
                <a:gd name="connsiteY13" fmla="*/ 7686 h 22657"/>
                <a:gd name="connsiteX14" fmla="*/ 16859 w 20585"/>
                <a:gd name="connsiteY14" fmla="*/ 9290 h 22657"/>
                <a:gd name="connsiteX15" fmla="*/ 20585 w 20585"/>
                <a:gd name="connsiteY15" fmla="*/ 5514 h 22657"/>
                <a:gd name="connsiteX16" fmla="*/ 16876 w 20585"/>
                <a:gd name="connsiteY16" fmla="*/ 2139 h 22657"/>
                <a:gd name="connsiteX17" fmla="*/ 13634 w 20585"/>
                <a:gd name="connsiteY17" fmla="*/ 234 h 22657"/>
                <a:gd name="connsiteX18" fmla="*/ 12765 w 20585"/>
                <a:gd name="connsiteY18" fmla="*/ 50 h 22657"/>
                <a:gd name="connsiteX19" fmla="*/ 7185 w 20585"/>
                <a:gd name="connsiteY19" fmla="*/ 0 h 22657"/>
                <a:gd name="connsiteX0" fmla="*/ 7185 w 20585"/>
                <a:gd name="connsiteY0" fmla="*/ 0 h 22657"/>
                <a:gd name="connsiteX1" fmla="*/ 3860 w 20585"/>
                <a:gd name="connsiteY1" fmla="*/ 1220 h 22657"/>
                <a:gd name="connsiteX2" fmla="*/ 0 w 20585"/>
                <a:gd name="connsiteY2" fmla="*/ 7101 h 22657"/>
                <a:gd name="connsiteX3" fmla="*/ 4495 w 20585"/>
                <a:gd name="connsiteY3" fmla="*/ 10343 h 22657"/>
                <a:gd name="connsiteX4" fmla="*/ 5230 w 20585"/>
                <a:gd name="connsiteY4" fmla="*/ 9040 h 22657"/>
                <a:gd name="connsiteX5" fmla="*/ 5230 w 20585"/>
                <a:gd name="connsiteY5" fmla="*/ 9123 h 22657"/>
                <a:gd name="connsiteX6" fmla="*/ 5218 w 20585"/>
                <a:gd name="connsiteY6" fmla="*/ 10836 h 22657"/>
                <a:gd name="connsiteX7" fmla="*/ 4426 w 20585"/>
                <a:gd name="connsiteY7" fmla="*/ 15517 h 22657"/>
                <a:gd name="connsiteX8" fmla="*/ 3525 w 20585"/>
                <a:gd name="connsiteY8" fmla="*/ 22239 h 22657"/>
                <a:gd name="connsiteX9" fmla="*/ 17861 w 20585"/>
                <a:gd name="connsiteY9" fmla="*/ 22657 h 22657"/>
                <a:gd name="connsiteX10" fmla="*/ 16926 w 20585"/>
                <a:gd name="connsiteY10" fmla="*/ 16826 h 22657"/>
                <a:gd name="connsiteX11" fmla="*/ 14971 w 20585"/>
                <a:gd name="connsiteY11" fmla="*/ 11897 h 22657"/>
                <a:gd name="connsiteX12" fmla="*/ 14871 w 20585"/>
                <a:gd name="connsiteY12" fmla="*/ 10059 h 22657"/>
                <a:gd name="connsiteX13" fmla="*/ 15684 w 20585"/>
                <a:gd name="connsiteY13" fmla="*/ 8278 h 22657"/>
                <a:gd name="connsiteX14" fmla="*/ 16859 w 20585"/>
                <a:gd name="connsiteY14" fmla="*/ 9290 h 22657"/>
                <a:gd name="connsiteX15" fmla="*/ 20585 w 20585"/>
                <a:gd name="connsiteY15" fmla="*/ 5514 h 22657"/>
                <a:gd name="connsiteX16" fmla="*/ 16876 w 20585"/>
                <a:gd name="connsiteY16" fmla="*/ 2139 h 22657"/>
                <a:gd name="connsiteX17" fmla="*/ 13634 w 20585"/>
                <a:gd name="connsiteY17" fmla="*/ 234 h 22657"/>
                <a:gd name="connsiteX18" fmla="*/ 12765 w 20585"/>
                <a:gd name="connsiteY18" fmla="*/ 50 h 22657"/>
                <a:gd name="connsiteX19" fmla="*/ 7185 w 20585"/>
                <a:gd name="connsiteY19" fmla="*/ 0 h 2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85" h="22657" extrusionOk="0">
                  <a:moveTo>
                    <a:pt x="7185" y="0"/>
                  </a:moveTo>
                  <a:cubicBezTo>
                    <a:pt x="5965" y="17"/>
                    <a:pt x="4795" y="451"/>
                    <a:pt x="3860" y="1220"/>
                  </a:cubicBezTo>
                  <a:cubicBezTo>
                    <a:pt x="3592" y="1437"/>
                    <a:pt x="1454" y="4278"/>
                    <a:pt x="0" y="7101"/>
                  </a:cubicBezTo>
                  <a:lnTo>
                    <a:pt x="4495" y="10343"/>
                  </a:lnTo>
                  <a:lnTo>
                    <a:pt x="5230" y="9040"/>
                  </a:lnTo>
                  <a:lnTo>
                    <a:pt x="5230" y="9123"/>
                  </a:lnTo>
                  <a:cubicBezTo>
                    <a:pt x="5297" y="9574"/>
                    <a:pt x="5118" y="10385"/>
                    <a:pt x="5218" y="10836"/>
                  </a:cubicBezTo>
                  <a:cubicBezTo>
                    <a:pt x="5569" y="12273"/>
                    <a:pt x="4708" y="13617"/>
                    <a:pt x="4426" y="15517"/>
                  </a:cubicBezTo>
                  <a:cubicBezTo>
                    <a:pt x="4144" y="17417"/>
                    <a:pt x="3525" y="22239"/>
                    <a:pt x="3525" y="22239"/>
                  </a:cubicBezTo>
                  <a:lnTo>
                    <a:pt x="17861" y="22657"/>
                  </a:lnTo>
                  <a:cubicBezTo>
                    <a:pt x="18045" y="20669"/>
                    <a:pt x="17728" y="18664"/>
                    <a:pt x="16926" y="16826"/>
                  </a:cubicBezTo>
                  <a:cubicBezTo>
                    <a:pt x="16926" y="16826"/>
                    <a:pt x="14954" y="11980"/>
                    <a:pt x="14971" y="11897"/>
                  </a:cubicBezTo>
                  <a:cubicBezTo>
                    <a:pt x="14938" y="11284"/>
                    <a:pt x="14904" y="10672"/>
                    <a:pt x="14871" y="10059"/>
                  </a:cubicBezTo>
                  <a:cubicBezTo>
                    <a:pt x="15032" y="9268"/>
                    <a:pt x="15523" y="9069"/>
                    <a:pt x="15684" y="8278"/>
                  </a:cubicBezTo>
                  <a:lnTo>
                    <a:pt x="16859" y="9290"/>
                  </a:lnTo>
                  <a:lnTo>
                    <a:pt x="20585" y="5514"/>
                  </a:lnTo>
                  <a:cubicBezTo>
                    <a:pt x="19265" y="4545"/>
                    <a:pt x="18012" y="3225"/>
                    <a:pt x="16876" y="2139"/>
                  </a:cubicBezTo>
                  <a:cubicBezTo>
                    <a:pt x="15539" y="852"/>
                    <a:pt x="14319" y="284"/>
                    <a:pt x="13634" y="234"/>
                  </a:cubicBezTo>
                  <a:cubicBezTo>
                    <a:pt x="13367" y="134"/>
                    <a:pt x="13066" y="84"/>
                    <a:pt x="12765" y="50"/>
                  </a:cubicBezTo>
                  <a:lnTo>
                    <a:pt x="7185" y="0"/>
                  </a:ln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327" name="Google Shape;2535;p49"/>
            <p:cNvSpPr/>
            <p:nvPr/>
          </p:nvSpPr>
          <p:spPr>
            <a:xfrm>
              <a:off x="1226393" y="2679547"/>
              <a:ext cx="222475" cy="191903"/>
            </a:xfrm>
            <a:custGeom>
              <a:avLst/>
              <a:gdLst/>
              <a:ahLst/>
              <a:cxnLst/>
              <a:rect l="l" t="t" r="r" b="b"/>
              <a:pathLst>
                <a:path w="6935" h="5982" extrusionOk="0">
                  <a:moveTo>
                    <a:pt x="6132" y="0"/>
                  </a:moveTo>
                  <a:cubicBezTo>
                    <a:pt x="6132" y="17"/>
                    <a:pt x="6233" y="134"/>
                    <a:pt x="6400" y="368"/>
                  </a:cubicBezTo>
                  <a:cubicBezTo>
                    <a:pt x="6617" y="719"/>
                    <a:pt x="6750" y="1103"/>
                    <a:pt x="6801" y="1521"/>
                  </a:cubicBezTo>
                  <a:cubicBezTo>
                    <a:pt x="6834" y="1788"/>
                    <a:pt x="6801" y="2072"/>
                    <a:pt x="6717" y="2340"/>
                  </a:cubicBezTo>
                  <a:cubicBezTo>
                    <a:pt x="6634" y="2640"/>
                    <a:pt x="6466" y="2924"/>
                    <a:pt x="6249" y="3142"/>
                  </a:cubicBezTo>
                  <a:cubicBezTo>
                    <a:pt x="5999" y="3409"/>
                    <a:pt x="5698" y="3576"/>
                    <a:pt x="5347" y="3643"/>
                  </a:cubicBezTo>
                  <a:cubicBezTo>
                    <a:pt x="5204" y="3677"/>
                    <a:pt x="5052" y="3683"/>
                    <a:pt x="4895" y="3683"/>
                  </a:cubicBezTo>
                  <a:cubicBezTo>
                    <a:pt x="4805" y="3683"/>
                    <a:pt x="4713" y="3681"/>
                    <a:pt x="4620" y="3681"/>
                  </a:cubicBezTo>
                  <a:cubicBezTo>
                    <a:pt x="4480" y="3681"/>
                    <a:pt x="4337" y="3686"/>
                    <a:pt x="4194" y="3710"/>
                  </a:cubicBezTo>
                  <a:cubicBezTo>
                    <a:pt x="3977" y="3726"/>
                    <a:pt x="3776" y="3827"/>
                    <a:pt x="3626" y="3960"/>
                  </a:cubicBezTo>
                  <a:cubicBezTo>
                    <a:pt x="3476" y="4094"/>
                    <a:pt x="3342" y="4244"/>
                    <a:pt x="3258" y="4428"/>
                  </a:cubicBezTo>
                  <a:cubicBezTo>
                    <a:pt x="3075" y="4779"/>
                    <a:pt x="2974" y="5130"/>
                    <a:pt x="2791" y="5397"/>
                  </a:cubicBezTo>
                  <a:cubicBezTo>
                    <a:pt x="2707" y="5548"/>
                    <a:pt x="2590" y="5664"/>
                    <a:pt x="2473" y="5748"/>
                  </a:cubicBezTo>
                  <a:cubicBezTo>
                    <a:pt x="2339" y="5815"/>
                    <a:pt x="2189" y="5865"/>
                    <a:pt x="2039" y="5865"/>
                  </a:cubicBezTo>
                  <a:cubicBezTo>
                    <a:pt x="1771" y="5848"/>
                    <a:pt x="1487" y="5781"/>
                    <a:pt x="1253" y="5648"/>
                  </a:cubicBezTo>
                  <a:cubicBezTo>
                    <a:pt x="886" y="5464"/>
                    <a:pt x="552" y="5213"/>
                    <a:pt x="284" y="4913"/>
                  </a:cubicBezTo>
                  <a:cubicBezTo>
                    <a:pt x="94" y="4706"/>
                    <a:pt x="9" y="4560"/>
                    <a:pt x="1" y="4560"/>
                  </a:cubicBezTo>
                  <a:cubicBezTo>
                    <a:pt x="0" y="4560"/>
                    <a:pt x="0" y="4561"/>
                    <a:pt x="0" y="4562"/>
                  </a:cubicBezTo>
                  <a:cubicBezTo>
                    <a:pt x="0" y="4595"/>
                    <a:pt x="17" y="4629"/>
                    <a:pt x="50" y="4662"/>
                  </a:cubicBezTo>
                  <a:cubicBezTo>
                    <a:pt x="100" y="4762"/>
                    <a:pt x="167" y="4862"/>
                    <a:pt x="234" y="4946"/>
                  </a:cubicBezTo>
                  <a:cubicBezTo>
                    <a:pt x="501" y="5263"/>
                    <a:pt x="836" y="5531"/>
                    <a:pt x="1203" y="5731"/>
                  </a:cubicBezTo>
                  <a:cubicBezTo>
                    <a:pt x="1454" y="5882"/>
                    <a:pt x="1755" y="5965"/>
                    <a:pt x="2039" y="5982"/>
                  </a:cubicBezTo>
                  <a:cubicBezTo>
                    <a:pt x="2206" y="5982"/>
                    <a:pt x="2373" y="5932"/>
                    <a:pt x="2523" y="5848"/>
                  </a:cubicBezTo>
                  <a:cubicBezTo>
                    <a:pt x="2674" y="5765"/>
                    <a:pt x="2807" y="5631"/>
                    <a:pt x="2908" y="5481"/>
                  </a:cubicBezTo>
                  <a:cubicBezTo>
                    <a:pt x="3108" y="5180"/>
                    <a:pt x="3208" y="4829"/>
                    <a:pt x="3375" y="4495"/>
                  </a:cubicBezTo>
                  <a:cubicBezTo>
                    <a:pt x="3459" y="4328"/>
                    <a:pt x="3576" y="4177"/>
                    <a:pt x="3710" y="4060"/>
                  </a:cubicBezTo>
                  <a:cubicBezTo>
                    <a:pt x="3860" y="3944"/>
                    <a:pt x="4027" y="3877"/>
                    <a:pt x="4211" y="3843"/>
                  </a:cubicBezTo>
                  <a:cubicBezTo>
                    <a:pt x="4355" y="3824"/>
                    <a:pt x="4499" y="3822"/>
                    <a:pt x="4644" y="3822"/>
                  </a:cubicBezTo>
                  <a:cubicBezTo>
                    <a:pt x="4692" y="3822"/>
                    <a:pt x="4741" y="3822"/>
                    <a:pt x="4789" y="3822"/>
                  </a:cubicBezTo>
                  <a:cubicBezTo>
                    <a:pt x="4984" y="3822"/>
                    <a:pt x="5180" y="3818"/>
                    <a:pt x="5380" y="3776"/>
                  </a:cubicBezTo>
                  <a:cubicBezTo>
                    <a:pt x="5748" y="3710"/>
                    <a:pt x="6082" y="3509"/>
                    <a:pt x="6349" y="3242"/>
                  </a:cubicBezTo>
                  <a:cubicBezTo>
                    <a:pt x="6583" y="2991"/>
                    <a:pt x="6750" y="2690"/>
                    <a:pt x="6834" y="2373"/>
                  </a:cubicBezTo>
                  <a:cubicBezTo>
                    <a:pt x="6918" y="2089"/>
                    <a:pt x="6934" y="1788"/>
                    <a:pt x="6901" y="1504"/>
                  </a:cubicBezTo>
                  <a:cubicBezTo>
                    <a:pt x="6834" y="1086"/>
                    <a:pt x="6684" y="685"/>
                    <a:pt x="6433" y="351"/>
                  </a:cubicBezTo>
                  <a:cubicBezTo>
                    <a:pt x="6383" y="251"/>
                    <a:pt x="6299" y="167"/>
                    <a:pt x="6233" y="84"/>
                  </a:cubicBezTo>
                  <a:cubicBezTo>
                    <a:pt x="6166" y="17"/>
                    <a:pt x="6149" y="0"/>
                    <a:pt x="6132" y="0"/>
                  </a:cubicBezTo>
                  <a:close/>
                </a:path>
              </a:pathLst>
            </a:custGeom>
            <a:grpFill/>
            <a:ln>
              <a:noFill/>
            </a:ln>
          </p:spPr>
          <p:txBody>
            <a:bodyPr spcFirstLastPara="1" wrap="square" lIns="121900" tIns="121900" rIns="121900" bIns="121900" anchor="ctr" anchorCtr="0">
              <a:noAutofit/>
            </a:bodyPr>
            <a:lstStyle/>
            <a:p>
              <a:endParaRPr sz="2400"/>
            </a:p>
          </p:txBody>
        </p:sp>
        <p:sp>
          <p:nvSpPr>
            <p:cNvPr id="328" name="Google Shape;2536;p49"/>
            <p:cNvSpPr/>
            <p:nvPr/>
          </p:nvSpPr>
          <p:spPr>
            <a:xfrm>
              <a:off x="1412393" y="2877865"/>
              <a:ext cx="69164" cy="68298"/>
            </a:xfrm>
            <a:custGeom>
              <a:avLst/>
              <a:gdLst/>
              <a:ahLst/>
              <a:cxnLst/>
              <a:rect l="l" t="t" r="r" b="b"/>
              <a:pathLst>
                <a:path w="2156" h="2129" extrusionOk="0">
                  <a:moveTo>
                    <a:pt x="1069" y="0"/>
                  </a:moveTo>
                  <a:cubicBezTo>
                    <a:pt x="986" y="0"/>
                    <a:pt x="902" y="17"/>
                    <a:pt x="819" y="67"/>
                  </a:cubicBezTo>
                  <a:cubicBezTo>
                    <a:pt x="819" y="67"/>
                    <a:pt x="863" y="60"/>
                    <a:pt x="938" y="60"/>
                  </a:cubicBezTo>
                  <a:cubicBezTo>
                    <a:pt x="975" y="60"/>
                    <a:pt x="1019" y="62"/>
                    <a:pt x="1069" y="67"/>
                  </a:cubicBezTo>
                  <a:cubicBezTo>
                    <a:pt x="1287" y="84"/>
                    <a:pt x="1487" y="168"/>
                    <a:pt x="1654" y="301"/>
                  </a:cubicBezTo>
                  <a:cubicBezTo>
                    <a:pt x="1905" y="502"/>
                    <a:pt x="2039" y="819"/>
                    <a:pt x="2005" y="1137"/>
                  </a:cubicBezTo>
                  <a:cubicBezTo>
                    <a:pt x="1954" y="1667"/>
                    <a:pt x="1512" y="1979"/>
                    <a:pt x="1064" y="1979"/>
                  </a:cubicBezTo>
                  <a:cubicBezTo>
                    <a:pt x="778" y="1979"/>
                    <a:pt x="490" y="1851"/>
                    <a:pt x="301" y="1571"/>
                  </a:cubicBezTo>
                  <a:cubicBezTo>
                    <a:pt x="100" y="1320"/>
                    <a:pt x="67" y="970"/>
                    <a:pt x="201" y="685"/>
                  </a:cubicBezTo>
                  <a:cubicBezTo>
                    <a:pt x="267" y="485"/>
                    <a:pt x="418" y="301"/>
                    <a:pt x="602" y="184"/>
                  </a:cubicBezTo>
                  <a:cubicBezTo>
                    <a:pt x="719" y="101"/>
                    <a:pt x="802" y="84"/>
                    <a:pt x="802" y="67"/>
                  </a:cubicBezTo>
                  <a:cubicBezTo>
                    <a:pt x="719" y="67"/>
                    <a:pt x="635" y="101"/>
                    <a:pt x="568" y="134"/>
                  </a:cubicBezTo>
                  <a:cubicBezTo>
                    <a:pt x="368" y="251"/>
                    <a:pt x="201" y="435"/>
                    <a:pt x="100" y="635"/>
                  </a:cubicBezTo>
                  <a:cubicBezTo>
                    <a:pt x="34" y="786"/>
                    <a:pt x="0" y="953"/>
                    <a:pt x="0" y="1120"/>
                  </a:cubicBezTo>
                  <a:cubicBezTo>
                    <a:pt x="17" y="1304"/>
                    <a:pt x="84" y="1487"/>
                    <a:pt x="184" y="1655"/>
                  </a:cubicBezTo>
                  <a:cubicBezTo>
                    <a:pt x="405" y="1980"/>
                    <a:pt x="738" y="2128"/>
                    <a:pt x="1066" y="2128"/>
                  </a:cubicBezTo>
                  <a:cubicBezTo>
                    <a:pt x="1580" y="2128"/>
                    <a:pt x="2081" y="1765"/>
                    <a:pt x="2122" y="1153"/>
                  </a:cubicBezTo>
                  <a:cubicBezTo>
                    <a:pt x="2155" y="953"/>
                    <a:pt x="2122" y="769"/>
                    <a:pt x="2039" y="585"/>
                  </a:cubicBezTo>
                  <a:cubicBezTo>
                    <a:pt x="1955" y="452"/>
                    <a:pt x="1855" y="318"/>
                    <a:pt x="1721" y="218"/>
                  </a:cubicBezTo>
                  <a:cubicBezTo>
                    <a:pt x="1537" y="84"/>
                    <a:pt x="1303" y="0"/>
                    <a:pt x="1069" y="0"/>
                  </a:cubicBezTo>
                  <a:close/>
                </a:path>
              </a:pathLst>
            </a:custGeom>
            <a:grpFill/>
            <a:ln>
              <a:noFill/>
            </a:ln>
          </p:spPr>
          <p:txBody>
            <a:bodyPr spcFirstLastPara="1" wrap="square" lIns="121900" tIns="121900" rIns="121900" bIns="121900" anchor="ctr" anchorCtr="0">
              <a:noAutofit/>
            </a:bodyPr>
            <a:lstStyle/>
            <a:p>
              <a:endParaRPr sz="2400"/>
            </a:p>
          </p:txBody>
        </p:sp>
        <p:sp>
          <p:nvSpPr>
            <p:cNvPr id="329" name="Google Shape;2537;p49"/>
            <p:cNvSpPr/>
            <p:nvPr/>
          </p:nvSpPr>
          <p:spPr>
            <a:xfrm>
              <a:off x="1525475" y="2681696"/>
              <a:ext cx="237488" cy="133036"/>
            </a:xfrm>
            <a:custGeom>
              <a:avLst/>
              <a:gdLst/>
              <a:ahLst/>
              <a:cxnLst/>
              <a:rect l="l" t="t" r="r" b="b"/>
              <a:pathLst>
                <a:path w="7403" h="4147" extrusionOk="0">
                  <a:moveTo>
                    <a:pt x="318" y="0"/>
                  </a:moveTo>
                  <a:cubicBezTo>
                    <a:pt x="318" y="0"/>
                    <a:pt x="301" y="34"/>
                    <a:pt x="251" y="84"/>
                  </a:cubicBezTo>
                  <a:cubicBezTo>
                    <a:pt x="201" y="167"/>
                    <a:pt x="168" y="251"/>
                    <a:pt x="134" y="351"/>
                  </a:cubicBezTo>
                  <a:cubicBezTo>
                    <a:pt x="1" y="702"/>
                    <a:pt x="1" y="1069"/>
                    <a:pt x="134" y="1420"/>
                  </a:cubicBezTo>
                  <a:cubicBezTo>
                    <a:pt x="335" y="1938"/>
                    <a:pt x="803" y="2306"/>
                    <a:pt x="1354" y="2406"/>
                  </a:cubicBezTo>
                  <a:cubicBezTo>
                    <a:pt x="1433" y="2410"/>
                    <a:pt x="1513" y="2412"/>
                    <a:pt x="1592" y="2412"/>
                  </a:cubicBezTo>
                  <a:cubicBezTo>
                    <a:pt x="1829" y="2412"/>
                    <a:pt x="2064" y="2394"/>
                    <a:pt x="2290" y="2356"/>
                  </a:cubicBezTo>
                  <a:cubicBezTo>
                    <a:pt x="2343" y="2344"/>
                    <a:pt x="2398" y="2339"/>
                    <a:pt x="2454" y="2339"/>
                  </a:cubicBezTo>
                  <a:cubicBezTo>
                    <a:pt x="2556" y="2339"/>
                    <a:pt x="2660" y="2357"/>
                    <a:pt x="2758" y="2389"/>
                  </a:cubicBezTo>
                  <a:cubicBezTo>
                    <a:pt x="2891" y="2456"/>
                    <a:pt x="3025" y="2557"/>
                    <a:pt x="3125" y="2674"/>
                  </a:cubicBezTo>
                  <a:cubicBezTo>
                    <a:pt x="3326" y="2924"/>
                    <a:pt x="3459" y="3242"/>
                    <a:pt x="3676" y="3509"/>
                  </a:cubicBezTo>
                  <a:cubicBezTo>
                    <a:pt x="3894" y="3743"/>
                    <a:pt x="4161" y="3927"/>
                    <a:pt x="4478" y="4027"/>
                  </a:cubicBezTo>
                  <a:cubicBezTo>
                    <a:pt x="4731" y="4108"/>
                    <a:pt x="4991" y="4146"/>
                    <a:pt x="5251" y="4146"/>
                  </a:cubicBezTo>
                  <a:cubicBezTo>
                    <a:pt x="5525" y="4146"/>
                    <a:pt x="5800" y="4104"/>
                    <a:pt x="6066" y="4027"/>
                  </a:cubicBezTo>
                  <a:cubicBezTo>
                    <a:pt x="6400" y="3927"/>
                    <a:pt x="6734" y="3793"/>
                    <a:pt x="7052" y="3626"/>
                  </a:cubicBezTo>
                  <a:cubicBezTo>
                    <a:pt x="7169" y="3576"/>
                    <a:pt x="7286" y="3509"/>
                    <a:pt x="7402" y="3425"/>
                  </a:cubicBezTo>
                  <a:lnTo>
                    <a:pt x="7402" y="3425"/>
                  </a:lnTo>
                  <a:cubicBezTo>
                    <a:pt x="7269" y="3476"/>
                    <a:pt x="7152" y="3509"/>
                    <a:pt x="7035" y="3576"/>
                  </a:cubicBezTo>
                  <a:cubicBezTo>
                    <a:pt x="6717" y="3709"/>
                    <a:pt x="6383" y="3826"/>
                    <a:pt x="6032" y="3927"/>
                  </a:cubicBezTo>
                  <a:cubicBezTo>
                    <a:pt x="5804" y="3998"/>
                    <a:pt x="5563" y="4031"/>
                    <a:pt x="5321" y="4031"/>
                  </a:cubicBezTo>
                  <a:cubicBezTo>
                    <a:pt x="5050" y="4031"/>
                    <a:pt x="4776" y="3989"/>
                    <a:pt x="4512" y="3910"/>
                  </a:cubicBezTo>
                  <a:cubicBezTo>
                    <a:pt x="4228" y="3810"/>
                    <a:pt x="3977" y="3643"/>
                    <a:pt x="3793" y="3409"/>
                  </a:cubicBezTo>
                  <a:cubicBezTo>
                    <a:pt x="3593" y="3175"/>
                    <a:pt x="3459" y="2857"/>
                    <a:pt x="3225" y="2590"/>
                  </a:cubicBezTo>
                  <a:cubicBezTo>
                    <a:pt x="3125" y="2440"/>
                    <a:pt x="2975" y="2323"/>
                    <a:pt x="2808" y="2256"/>
                  </a:cubicBezTo>
                  <a:cubicBezTo>
                    <a:pt x="2682" y="2218"/>
                    <a:pt x="2548" y="2199"/>
                    <a:pt x="2418" y="2199"/>
                  </a:cubicBezTo>
                  <a:cubicBezTo>
                    <a:pt x="2374" y="2199"/>
                    <a:pt x="2331" y="2201"/>
                    <a:pt x="2290" y="2206"/>
                  </a:cubicBezTo>
                  <a:cubicBezTo>
                    <a:pt x="2060" y="2257"/>
                    <a:pt x="1820" y="2279"/>
                    <a:pt x="1586" y="2279"/>
                  </a:cubicBezTo>
                  <a:cubicBezTo>
                    <a:pt x="1514" y="2279"/>
                    <a:pt x="1442" y="2276"/>
                    <a:pt x="1371" y="2273"/>
                  </a:cubicBezTo>
                  <a:cubicBezTo>
                    <a:pt x="869" y="2189"/>
                    <a:pt x="435" y="1855"/>
                    <a:pt x="235" y="1387"/>
                  </a:cubicBezTo>
                  <a:cubicBezTo>
                    <a:pt x="101" y="1053"/>
                    <a:pt x="84" y="702"/>
                    <a:pt x="184" y="368"/>
                  </a:cubicBezTo>
                  <a:cubicBezTo>
                    <a:pt x="251" y="134"/>
                    <a:pt x="335" y="17"/>
                    <a:pt x="318" y="0"/>
                  </a:cubicBezTo>
                  <a:close/>
                </a:path>
              </a:pathLst>
            </a:custGeom>
            <a:grpFill/>
            <a:ln>
              <a:noFill/>
            </a:ln>
          </p:spPr>
          <p:txBody>
            <a:bodyPr spcFirstLastPara="1" wrap="square" lIns="121900" tIns="121900" rIns="121900" bIns="121900" anchor="ctr" anchorCtr="0">
              <a:noAutofit/>
            </a:bodyPr>
            <a:lstStyle/>
            <a:p>
              <a:endParaRPr sz="2400"/>
            </a:p>
          </p:txBody>
        </p:sp>
        <p:sp>
          <p:nvSpPr>
            <p:cNvPr id="330" name="Google Shape;2538;p49"/>
            <p:cNvSpPr/>
            <p:nvPr/>
          </p:nvSpPr>
          <p:spPr>
            <a:xfrm>
              <a:off x="1502955" y="2888323"/>
              <a:ext cx="196233" cy="283876"/>
            </a:xfrm>
            <a:custGeom>
              <a:avLst/>
              <a:gdLst/>
              <a:ahLst/>
              <a:cxnLst/>
              <a:rect l="l" t="t" r="r" b="b"/>
              <a:pathLst>
                <a:path w="6117" h="8849" extrusionOk="0">
                  <a:moveTo>
                    <a:pt x="3385" y="0"/>
                  </a:moveTo>
                  <a:cubicBezTo>
                    <a:pt x="3326" y="0"/>
                    <a:pt x="3267" y="3"/>
                    <a:pt x="3209" y="9"/>
                  </a:cubicBezTo>
                  <a:cubicBezTo>
                    <a:pt x="2774" y="59"/>
                    <a:pt x="2373" y="293"/>
                    <a:pt x="2123" y="644"/>
                  </a:cubicBezTo>
                  <a:cubicBezTo>
                    <a:pt x="1989" y="861"/>
                    <a:pt x="1922" y="1095"/>
                    <a:pt x="1922" y="1345"/>
                  </a:cubicBezTo>
                  <a:cubicBezTo>
                    <a:pt x="1939" y="1596"/>
                    <a:pt x="1956" y="1847"/>
                    <a:pt x="1989" y="2097"/>
                  </a:cubicBezTo>
                  <a:cubicBezTo>
                    <a:pt x="2039" y="2331"/>
                    <a:pt x="2023" y="2598"/>
                    <a:pt x="1956" y="2832"/>
                  </a:cubicBezTo>
                  <a:cubicBezTo>
                    <a:pt x="1855" y="3066"/>
                    <a:pt x="1705" y="3283"/>
                    <a:pt x="1488" y="3451"/>
                  </a:cubicBezTo>
                  <a:cubicBezTo>
                    <a:pt x="1287" y="3618"/>
                    <a:pt x="1053" y="3768"/>
                    <a:pt x="820" y="3935"/>
                  </a:cubicBezTo>
                  <a:cubicBezTo>
                    <a:pt x="569" y="4119"/>
                    <a:pt x="368" y="4353"/>
                    <a:pt x="235" y="4620"/>
                  </a:cubicBezTo>
                  <a:cubicBezTo>
                    <a:pt x="1" y="5188"/>
                    <a:pt x="151" y="5840"/>
                    <a:pt x="602" y="6258"/>
                  </a:cubicBezTo>
                  <a:cubicBezTo>
                    <a:pt x="836" y="6441"/>
                    <a:pt x="1087" y="6542"/>
                    <a:pt x="1371" y="6592"/>
                  </a:cubicBezTo>
                  <a:cubicBezTo>
                    <a:pt x="1622" y="6608"/>
                    <a:pt x="1872" y="6692"/>
                    <a:pt x="2089" y="6792"/>
                  </a:cubicBezTo>
                  <a:cubicBezTo>
                    <a:pt x="2524" y="7060"/>
                    <a:pt x="2708" y="7527"/>
                    <a:pt x="2958" y="7895"/>
                  </a:cubicBezTo>
                  <a:cubicBezTo>
                    <a:pt x="3175" y="8279"/>
                    <a:pt x="3510" y="8563"/>
                    <a:pt x="3911" y="8730"/>
                  </a:cubicBezTo>
                  <a:cubicBezTo>
                    <a:pt x="4130" y="8807"/>
                    <a:pt x="4364" y="8848"/>
                    <a:pt x="4593" y="8848"/>
                  </a:cubicBezTo>
                  <a:cubicBezTo>
                    <a:pt x="4713" y="8848"/>
                    <a:pt x="4832" y="8837"/>
                    <a:pt x="4947" y="8814"/>
                  </a:cubicBezTo>
                  <a:cubicBezTo>
                    <a:pt x="5214" y="8747"/>
                    <a:pt x="5465" y="8630"/>
                    <a:pt x="5665" y="8480"/>
                  </a:cubicBezTo>
                  <a:cubicBezTo>
                    <a:pt x="5799" y="8380"/>
                    <a:pt x="5916" y="8263"/>
                    <a:pt x="6016" y="8129"/>
                  </a:cubicBezTo>
                  <a:cubicBezTo>
                    <a:pt x="6049" y="8096"/>
                    <a:pt x="6066" y="8062"/>
                    <a:pt x="6099" y="8012"/>
                  </a:cubicBezTo>
                  <a:cubicBezTo>
                    <a:pt x="6116" y="7995"/>
                    <a:pt x="6116" y="7979"/>
                    <a:pt x="6116" y="7979"/>
                  </a:cubicBezTo>
                  <a:lnTo>
                    <a:pt x="6116" y="7979"/>
                  </a:lnTo>
                  <a:cubicBezTo>
                    <a:pt x="5983" y="8146"/>
                    <a:pt x="5815" y="8296"/>
                    <a:pt x="5632" y="8430"/>
                  </a:cubicBezTo>
                  <a:cubicBezTo>
                    <a:pt x="5431" y="8580"/>
                    <a:pt x="5197" y="8680"/>
                    <a:pt x="4947" y="8730"/>
                  </a:cubicBezTo>
                  <a:cubicBezTo>
                    <a:pt x="4835" y="8753"/>
                    <a:pt x="4722" y="8764"/>
                    <a:pt x="4609" y="8764"/>
                  </a:cubicBezTo>
                  <a:cubicBezTo>
                    <a:pt x="4382" y="8764"/>
                    <a:pt x="4156" y="8719"/>
                    <a:pt x="3944" y="8630"/>
                  </a:cubicBezTo>
                  <a:cubicBezTo>
                    <a:pt x="3576" y="8480"/>
                    <a:pt x="3259" y="8196"/>
                    <a:pt x="3042" y="7845"/>
                  </a:cubicBezTo>
                  <a:cubicBezTo>
                    <a:pt x="2925" y="7644"/>
                    <a:pt x="2825" y="7444"/>
                    <a:pt x="2691" y="7243"/>
                  </a:cubicBezTo>
                  <a:cubicBezTo>
                    <a:pt x="2557" y="7009"/>
                    <a:pt x="2373" y="6826"/>
                    <a:pt x="2156" y="6692"/>
                  </a:cubicBezTo>
                  <a:cubicBezTo>
                    <a:pt x="1688" y="6408"/>
                    <a:pt x="1087" y="6525"/>
                    <a:pt x="703" y="6157"/>
                  </a:cubicBezTo>
                  <a:cubicBezTo>
                    <a:pt x="285" y="5773"/>
                    <a:pt x="151" y="5188"/>
                    <a:pt x="352" y="4670"/>
                  </a:cubicBezTo>
                  <a:cubicBezTo>
                    <a:pt x="485" y="4420"/>
                    <a:pt x="669" y="4219"/>
                    <a:pt x="903" y="4052"/>
                  </a:cubicBezTo>
                  <a:cubicBezTo>
                    <a:pt x="1120" y="3885"/>
                    <a:pt x="1371" y="3735"/>
                    <a:pt x="1588" y="3551"/>
                  </a:cubicBezTo>
                  <a:cubicBezTo>
                    <a:pt x="1805" y="3367"/>
                    <a:pt x="1972" y="3150"/>
                    <a:pt x="2089" y="2882"/>
                  </a:cubicBezTo>
                  <a:cubicBezTo>
                    <a:pt x="2156" y="2615"/>
                    <a:pt x="2173" y="2348"/>
                    <a:pt x="2123" y="2080"/>
                  </a:cubicBezTo>
                  <a:cubicBezTo>
                    <a:pt x="2089" y="1830"/>
                    <a:pt x="2056" y="1596"/>
                    <a:pt x="2056" y="1345"/>
                  </a:cubicBezTo>
                  <a:cubicBezTo>
                    <a:pt x="2056" y="1128"/>
                    <a:pt x="2106" y="911"/>
                    <a:pt x="2223" y="710"/>
                  </a:cubicBezTo>
                  <a:cubicBezTo>
                    <a:pt x="2457" y="376"/>
                    <a:pt x="2825" y="159"/>
                    <a:pt x="3226" y="109"/>
                  </a:cubicBezTo>
                  <a:cubicBezTo>
                    <a:pt x="3291" y="102"/>
                    <a:pt x="3357" y="99"/>
                    <a:pt x="3424" y="99"/>
                  </a:cubicBezTo>
                  <a:cubicBezTo>
                    <a:pt x="3695" y="99"/>
                    <a:pt x="3970" y="155"/>
                    <a:pt x="4211" y="276"/>
                  </a:cubicBezTo>
                  <a:cubicBezTo>
                    <a:pt x="4429" y="393"/>
                    <a:pt x="4646" y="543"/>
                    <a:pt x="4846" y="710"/>
                  </a:cubicBezTo>
                  <a:cubicBezTo>
                    <a:pt x="5164" y="994"/>
                    <a:pt x="5297" y="1195"/>
                    <a:pt x="5297" y="1195"/>
                  </a:cubicBezTo>
                  <a:cubicBezTo>
                    <a:pt x="5281" y="1128"/>
                    <a:pt x="5247" y="1095"/>
                    <a:pt x="5214" y="1045"/>
                  </a:cubicBezTo>
                  <a:cubicBezTo>
                    <a:pt x="5114" y="911"/>
                    <a:pt x="4997" y="794"/>
                    <a:pt x="4880" y="677"/>
                  </a:cubicBezTo>
                  <a:cubicBezTo>
                    <a:pt x="4696" y="493"/>
                    <a:pt x="4479" y="326"/>
                    <a:pt x="4245" y="209"/>
                  </a:cubicBezTo>
                  <a:cubicBezTo>
                    <a:pt x="3980" y="70"/>
                    <a:pt x="3681" y="0"/>
                    <a:pt x="3385" y="0"/>
                  </a:cubicBezTo>
                  <a:close/>
                </a:path>
              </a:pathLst>
            </a:custGeom>
            <a:grpFill/>
            <a:ln>
              <a:noFill/>
            </a:ln>
          </p:spPr>
          <p:txBody>
            <a:bodyPr spcFirstLastPara="1" wrap="square" lIns="121900" tIns="121900" rIns="121900" bIns="121900" anchor="ctr" anchorCtr="0">
              <a:noAutofit/>
            </a:bodyPr>
            <a:lstStyle/>
            <a:p>
              <a:endParaRPr sz="2400"/>
            </a:p>
          </p:txBody>
        </p:sp>
        <p:sp>
          <p:nvSpPr>
            <p:cNvPr id="331" name="Google Shape;2539;p49"/>
            <p:cNvSpPr/>
            <p:nvPr/>
          </p:nvSpPr>
          <p:spPr>
            <a:xfrm>
              <a:off x="1566762" y="3223062"/>
              <a:ext cx="132426" cy="165661"/>
            </a:xfrm>
            <a:custGeom>
              <a:avLst/>
              <a:gdLst/>
              <a:ahLst/>
              <a:cxnLst/>
              <a:rect l="l" t="t" r="r" b="b"/>
              <a:pathLst>
                <a:path w="4128" h="5164" extrusionOk="0">
                  <a:moveTo>
                    <a:pt x="1" y="0"/>
                  </a:moveTo>
                  <a:cubicBezTo>
                    <a:pt x="1" y="0"/>
                    <a:pt x="1" y="34"/>
                    <a:pt x="17" y="84"/>
                  </a:cubicBezTo>
                  <a:cubicBezTo>
                    <a:pt x="51" y="167"/>
                    <a:pt x="101" y="234"/>
                    <a:pt x="168" y="284"/>
                  </a:cubicBezTo>
                  <a:cubicBezTo>
                    <a:pt x="387" y="474"/>
                    <a:pt x="644" y="575"/>
                    <a:pt x="917" y="575"/>
                  </a:cubicBezTo>
                  <a:cubicBezTo>
                    <a:pt x="957" y="575"/>
                    <a:pt x="997" y="572"/>
                    <a:pt x="1037" y="568"/>
                  </a:cubicBezTo>
                  <a:cubicBezTo>
                    <a:pt x="1438" y="568"/>
                    <a:pt x="1872" y="384"/>
                    <a:pt x="2373" y="368"/>
                  </a:cubicBezTo>
                  <a:cubicBezTo>
                    <a:pt x="2416" y="362"/>
                    <a:pt x="2459" y="359"/>
                    <a:pt x="2502" y="359"/>
                  </a:cubicBezTo>
                  <a:cubicBezTo>
                    <a:pt x="2709" y="359"/>
                    <a:pt x="2912" y="424"/>
                    <a:pt x="3092" y="535"/>
                  </a:cubicBezTo>
                  <a:cubicBezTo>
                    <a:pt x="3292" y="702"/>
                    <a:pt x="3426" y="953"/>
                    <a:pt x="3443" y="1237"/>
                  </a:cubicBezTo>
                  <a:cubicBezTo>
                    <a:pt x="3493" y="1788"/>
                    <a:pt x="3259" y="2323"/>
                    <a:pt x="3225" y="2857"/>
                  </a:cubicBezTo>
                  <a:cubicBezTo>
                    <a:pt x="3209" y="3108"/>
                    <a:pt x="3242" y="3359"/>
                    <a:pt x="3359" y="3576"/>
                  </a:cubicBezTo>
                  <a:cubicBezTo>
                    <a:pt x="3459" y="3760"/>
                    <a:pt x="3593" y="3943"/>
                    <a:pt x="3743" y="4094"/>
                  </a:cubicBezTo>
                  <a:cubicBezTo>
                    <a:pt x="3961" y="4294"/>
                    <a:pt x="4077" y="4578"/>
                    <a:pt x="4061" y="4879"/>
                  </a:cubicBezTo>
                  <a:cubicBezTo>
                    <a:pt x="4027" y="4979"/>
                    <a:pt x="3977" y="5080"/>
                    <a:pt x="3910" y="5163"/>
                  </a:cubicBezTo>
                  <a:cubicBezTo>
                    <a:pt x="3910" y="5163"/>
                    <a:pt x="4044" y="5113"/>
                    <a:pt x="4111" y="4896"/>
                  </a:cubicBezTo>
                  <a:cubicBezTo>
                    <a:pt x="4128" y="4762"/>
                    <a:pt x="4128" y="4612"/>
                    <a:pt x="4094" y="4495"/>
                  </a:cubicBezTo>
                  <a:cubicBezTo>
                    <a:pt x="4027" y="4311"/>
                    <a:pt x="3944" y="4161"/>
                    <a:pt x="3810" y="4027"/>
                  </a:cubicBezTo>
                  <a:cubicBezTo>
                    <a:pt x="3676" y="3877"/>
                    <a:pt x="3559" y="3709"/>
                    <a:pt x="3459" y="3526"/>
                  </a:cubicBezTo>
                  <a:cubicBezTo>
                    <a:pt x="3359" y="3325"/>
                    <a:pt x="3326" y="3091"/>
                    <a:pt x="3359" y="2857"/>
                  </a:cubicBezTo>
                  <a:cubicBezTo>
                    <a:pt x="3376" y="2373"/>
                    <a:pt x="3626" y="1838"/>
                    <a:pt x="3576" y="1220"/>
                  </a:cubicBezTo>
                  <a:cubicBezTo>
                    <a:pt x="3559" y="902"/>
                    <a:pt x="3409" y="618"/>
                    <a:pt x="3158" y="435"/>
                  </a:cubicBezTo>
                  <a:cubicBezTo>
                    <a:pt x="2959" y="306"/>
                    <a:pt x="2723" y="227"/>
                    <a:pt x="2482" y="227"/>
                  </a:cubicBezTo>
                  <a:cubicBezTo>
                    <a:pt x="2440" y="227"/>
                    <a:pt x="2398" y="229"/>
                    <a:pt x="2356" y="234"/>
                  </a:cubicBezTo>
                  <a:cubicBezTo>
                    <a:pt x="1839" y="268"/>
                    <a:pt x="1404" y="451"/>
                    <a:pt x="1037" y="468"/>
                  </a:cubicBezTo>
                  <a:cubicBezTo>
                    <a:pt x="987" y="474"/>
                    <a:pt x="938" y="476"/>
                    <a:pt x="890" y="476"/>
                  </a:cubicBezTo>
                  <a:cubicBezTo>
                    <a:pt x="643" y="476"/>
                    <a:pt x="410" y="404"/>
                    <a:pt x="201" y="251"/>
                  </a:cubicBezTo>
                  <a:cubicBezTo>
                    <a:pt x="134" y="167"/>
                    <a:pt x="51" y="84"/>
                    <a:pt x="1" y="0"/>
                  </a:cubicBezTo>
                  <a:close/>
                </a:path>
              </a:pathLst>
            </a:custGeom>
            <a:grpFill/>
            <a:ln>
              <a:noFill/>
            </a:ln>
          </p:spPr>
          <p:txBody>
            <a:bodyPr spcFirstLastPara="1" wrap="square" lIns="121900" tIns="121900" rIns="121900" bIns="121900" anchor="ctr" anchorCtr="0">
              <a:noAutofit/>
            </a:bodyPr>
            <a:lstStyle/>
            <a:p>
              <a:endParaRPr sz="2400"/>
            </a:p>
          </p:txBody>
        </p:sp>
        <p:sp>
          <p:nvSpPr>
            <p:cNvPr id="332" name="Google Shape;2543;p49"/>
            <p:cNvSpPr/>
            <p:nvPr/>
          </p:nvSpPr>
          <p:spPr>
            <a:xfrm>
              <a:off x="1774737" y="4630203"/>
              <a:ext cx="54696" cy="38496"/>
            </a:xfrm>
            <a:custGeom>
              <a:avLst/>
              <a:gdLst/>
              <a:ahLst/>
              <a:cxnLst/>
              <a:rect l="l" t="t" r="r" b="b"/>
              <a:pathLst>
                <a:path w="1705" h="1200" extrusionOk="0">
                  <a:moveTo>
                    <a:pt x="194" y="0"/>
                  </a:moveTo>
                  <a:cubicBezTo>
                    <a:pt x="129" y="0"/>
                    <a:pt x="65" y="5"/>
                    <a:pt x="0" y="13"/>
                  </a:cubicBezTo>
                  <a:lnTo>
                    <a:pt x="34" y="1199"/>
                  </a:lnTo>
                  <a:lnTo>
                    <a:pt x="1704" y="1183"/>
                  </a:lnTo>
                  <a:cubicBezTo>
                    <a:pt x="1621" y="815"/>
                    <a:pt x="1387" y="498"/>
                    <a:pt x="1086" y="297"/>
                  </a:cubicBezTo>
                  <a:cubicBezTo>
                    <a:pt x="822" y="103"/>
                    <a:pt x="512" y="0"/>
                    <a:pt x="194" y="0"/>
                  </a:cubicBezTo>
                  <a:close/>
                </a:path>
              </a:pathLst>
            </a:custGeom>
            <a:grpFill/>
            <a:ln>
              <a:noFill/>
            </a:ln>
          </p:spPr>
          <p:txBody>
            <a:bodyPr spcFirstLastPara="1" wrap="square" lIns="121900" tIns="121900" rIns="121900" bIns="121900" anchor="ctr" anchorCtr="0">
              <a:noAutofit/>
            </a:bodyPr>
            <a:lstStyle/>
            <a:p>
              <a:endParaRPr sz="2400"/>
            </a:p>
          </p:txBody>
        </p:sp>
        <p:sp>
          <p:nvSpPr>
            <p:cNvPr id="333" name="Google Shape;2549;p49"/>
            <p:cNvSpPr/>
            <p:nvPr/>
          </p:nvSpPr>
          <p:spPr>
            <a:xfrm>
              <a:off x="1908190" y="4627669"/>
              <a:ext cx="15591" cy="1572"/>
            </a:xfrm>
            <a:custGeom>
              <a:avLst/>
              <a:gdLst/>
              <a:ahLst/>
              <a:cxnLst/>
              <a:rect l="l" t="t" r="r" b="b"/>
              <a:pathLst>
                <a:path w="486" h="49" extrusionOk="0">
                  <a:moveTo>
                    <a:pt x="237" y="0"/>
                  </a:moveTo>
                  <a:cubicBezTo>
                    <a:pt x="155" y="0"/>
                    <a:pt x="76" y="9"/>
                    <a:pt x="1" y="25"/>
                  </a:cubicBezTo>
                  <a:cubicBezTo>
                    <a:pt x="60" y="37"/>
                    <a:pt x="119" y="49"/>
                    <a:pt x="172" y="49"/>
                  </a:cubicBezTo>
                  <a:cubicBezTo>
                    <a:pt x="194" y="49"/>
                    <a:pt x="215" y="47"/>
                    <a:pt x="234" y="42"/>
                  </a:cubicBezTo>
                  <a:cubicBezTo>
                    <a:pt x="259" y="47"/>
                    <a:pt x="283" y="49"/>
                    <a:pt x="308" y="49"/>
                  </a:cubicBezTo>
                  <a:cubicBezTo>
                    <a:pt x="367" y="49"/>
                    <a:pt x="426" y="37"/>
                    <a:pt x="485" y="25"/>
                  </a:cubicBezTo>
                  <a:cubicBezTo>
                    <a:pt x="402" y="9"/>
                    <a:pt x="318" y="0"/>
                    <a:pt x="237" y="0"/>
                  </a:cubicBezTo>
                  <a:close/>
                </a:path>
              </a:pathLst>
            </a:custGeom>
            <a:grpFill/>
            <a:ln>
              <a:noFill/>
            </a:ln>
          </p:spPr>
          <p:txBody>
            <a:bodyPr spcFirstLastPara="1" wrap="square" lIns="121900" tIns="121900" rIns="121900" bIns="121900" anchor="ctr" anchorCtr="0">
              <a:noAutofit/>
            </a:bodyPr>
            <a:lstStyle/>
            <a:p>
              <a:endParaRPr sz="2400"/>
            </a:p>
          </p:txBody>
        </p:sp>
        <p:sp>
          <p:nvSpPr>
            <p:cNvPr id="334" name="Google Shape;2550;p49"/>
            <p:cNvSpPr/>
            <p:nvPr/>
          </p:nvSpPr>
          <p:spPr>
            <a:xfrm>
              <a:off x="1905495" y="4619360"/>
              <a:ext cx="17195" cy="2374"/>
            </a:xfrm>
            <a:custGeom>
              <a:avLst/>
              <a:gdLst/>
              <a:ahLst/>
              <a:cxnLst/>
              <a:rect l="l" t="t" r="r" b="b"/>
              <a:pathLst>
                <a:path w="536" h="74" extrusionOk="0">
                  <a:moveTo>
                    <a:pt x="1" y="0"/>
                  </a:moveTo>
                  <a:cubicBezTo>
                    <a:pt x="85" y="50"/>
                    <a:pt x="168" y="67"/>
                    <a:pt x="268" y="67"/>
                  </a:cubicBezTo>
                  <a:cubicBezTo>
                    <a:pt x="289" y="71"/>
                    <a:pt x="311" y="73"/>
                    <a:pt x="334" y="73"/>
                  </a:cubicBezTo>
                  <a:cubicBezTo>
                    <a:pt x="401" y="73"/>
                    <a:pt x="473" y="55"/>
                    <a:pt x="536" y="17"/>
                  </a:cubicBezTo>
                  <a:lnTo>
                    <a:pt x="268" y="17"/>
                  </a:lnTo>
                  <a:cubicBezTo>
                    <a:pt x="185" y="0"/>
                    <a:pt x="85" y="0"/>
                    <a:pt x="1" y="0"/>
                  </a:cubicBezTo>
                  <a:close/>
                </a:path>
              </a:pathLst>
            </a:custGeom>
            <a:grpFill/>
            <a:ln>
              <a:noFill/>
            </a:ln>
          </p:spPr>
          <p:txBody>
            <a:bodyPr spcFirstLastPara="1" wrap="square" lIns="121900" tIns="121900" rIns="121900" bIns="121900" anchor="ctr" anchorCtr="0">
              <a:noAutofit/>
            </a:bodyPr>
            <a:lstStyle/>
            <a:p>
              <a:endParaRPr sz="2400"/>
            </a:p>
          </p:txBody>
        </p:sp>
        <p:sp>
          <p:nvSpPr>
            <p:cNvPr id="335" name="Google Shape;2557;p49"/>
            <p:cNvSpPr/>
            <p:nvPr/>
          </p:nvSpPr>
          <p:spPr>
            <a:xfrm>
              <a:off x="1791354" y="4636587"/>
              <a:ext cx="8597" cy="3304"/>
            </a:xfrm>
            <a:custGeom>
              <a:avLst/>
              <a:gdLst/>
              <a:ahLst/>
              <a:cxnLst/>
              <a:rect l="l" t="t" r="r" b="b"/>
              <a:pathLst>
                <a:path w="268" h="103" extrusionOk="0">
                  <a:moveTo>
                    <a:pt x="79" y="0"/>
                  </a:moveTo>
                  <a:cubicBezTo>
                    <a:pt x="32" y="0"/>
                    <a:pt x="0" y="20"/>
                    <a:pt x="0" y="31"/>
                  </a:cubicBezTo>
                  <a:cubicBezTo>
                    <a:pt x="0" y="31"/>
                    <a:pt x="67" y="31"/>
                    <a:pt x="134" y="65"/>
                  </a:cubicBezTo>
                  <a:cubicBezTo>
                    <a:pt x="188" y="78"/>
                    <a:pt x="231" y="103"/>
                    <a:pt x="254" y="103"/>
                  </a:cubicBezTo>
                  <a:cubicBezTo>
                    <a:pt x="260" y="103"/>
                    <a:pt x="264" y="101"/>
                    <a:pt x="267" y="98"/>
                  </a:cubicBezTo>
                  <a:cubicBezTo>
                    <a:pt x="267" y="81"/>
                    <a:pt x="234" y="31"/>
                    <a:pt x="150" y="15"/>
                  </a:cubicBezTo>
                  <a:cubicBezTo>
                    <a:pt x="125" y="4"/>
                    <a:pt x="100" y="0"/>
                    <a:pt x="79" y="0"/>
                  </a:cubicBezTo>
                  <a:close/>
                </a:path>
              </a:pathLst>
            </a:custGeom>
            <a:grpFill/>
            <a:ln>
              <a:noFill/>
            </a:ln>
          </p:spPr>
          <p:txBody>
            <a:bodyPr spcFirstLastPara="1" wrap="square" lIns="121900" tIns="121900" rIns="121900" bIns="121900" anchor="ctr" anchorCtr="0">
              <a:noAutofit/>
            </a:bodyPr>
            <a:lstStyle/>
            <a:p>
              <a:endParaRPr sz="2400"/>
            </a:p>
          </p:txBody>
        </p:sp>
        <p:sp>
          <p:nvSpPr>
            <p:cNvPr id="336" name="Google Shape;2558;p49"/>
            <p:cNvSpPr/>
            <p:nvPr/>
          </p:nvSpPr>
          <p:spPr>
            <a:xfrm>
              <a:off x="1780094" y="4634502"/>
              <a:ext cx="4844" cy="2438"/>
            </a:xfrm>
            <a:custGeom>
              <a:avLst/>
              <a:gdLst/>
              <a:ahLst/>
              <a:cxnLst/>
              <a:rect l="l" t="t" r="r" b="b"/>
              <a:pathLst>
                <a:path w="151" h="76" extrusionOk="0">
                  <a:moveTo>
                    <a:pt x="29" y="0"/>
                  </a:moveTo>
                  <a:cubicBezTo>
                    <a:pt x="13" y="0"/>
                    <a:pt x="0" y="4"/>
                    <a:pt x="0" y="13"/>
                  </a:cubicBezTo>
                  <a:cubicBezTo>
                    <a:pt x="0" y="29"/>
                    <a:pt x="34" y="46"/>
                    <a:pt x="67" y="63"/>
                  </a:cubicBezTo>
                  <a:cubicBezTo>
                    <a:pt x="84" y="71"/>
                    <a:pt x="100" y="75"/>
                    <a:pt x="115" y="75"/>
                  </a:cubicBezTo>
                  <a:cubicBezTo>
                    <a:pt x="130" y="75"/>
                    <a:pt x="142" y="71"/>
                    <a:pt x="151" y="63"/>
                  </a:cubicBezTo>
                  <a:cubicBezTo>
                    <a:pt x="151" y="46"/>
                    <a:pt x="117" y="29"/>
                    <a:pt x="84" y="13"/>
                  </a:cubicBezTo>
                  <a:cubicBezTo>
                    <a:pt x="67" y="4"/>
                    <a:pt x="46" y="0"/>
                    <a:pt x="29" y="0"/>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337" name="Google Shape;978;p35"/>
          <p:cNvSpPr/>
          <p:nvPr/>
        </p:nvSpPr>
        <p:spPr>
          <a:xfrm flipH="1">
            <a:off x="10371191" y="4494781"/>
            <a:ext cx="444107" cy="1183095"/>
          </a:xfrm>
          <a:custGeom>
            <a:avLst/>
            <a:gdLst/>
            <a:ahLst/>
            <a:cxnLst/>
            <a:rect l="l" t="t" r="r" b="b"/>
            <a:pathLst>
              <a:path w="18504" h="42481" extrusionOk="0">
                <a:moveTo>
                  <a:pt x="17408" y="1"/>
                </a:moveTo>
                <a:lnTo>
                  <a:pt x="4347" y="2025"/>
                </a:lnTo>
                <a:lnTo>
                  <a:pt x="1" y="41696"/>
                </a:lnTo>
                <a:cubicBezTo>
                  <a:pt x="1" y="41696"/>
                  <a:pt x="3730" y="42481"/>
                  <a:pt x="8472" y="42481"/>
                </a:cubicBezTo>
                <a:cubicBezTo>
                  <a:pt x="11634" y="42481"/>
                  <a:pt x="15246" y="42132"/>
                  <a:pt x="18503" y="40970"/>
                </a:cubicBezTo>
                <a:cubicBezTo>
                  <a:pt x="18503" y="40970"/>
                  <a:pt x="18301" y="10621"/>
                  <a:pt x="17408" y="1"/>
                </a:cubicBezTo>
                <a:close/>
              </a:path>
            </a:pathLst>
          </a:custGeom>
          <a:solidFill>
            <a:schemeClr val="accent4">
              <a:lumMod val="60000"/>
              <a:lumOff val="40000"/>
            </a:schemeClr>
          </a:solidFill>
          <a:ln>
            <a:noFill/>
          </a:ln>
        </p:spPr>
        <p:txBody>
          <a:bodyPr spcFirstLastPara="1" wrap="square" lIns="121900" tIns="121900" rIns="121900" bIns="121900" anchor="ctr" anchorCtr="0">
            <a:noAutofit/>
          </a:bodyPr>
          <a:lstStyle/>
          <a:p>
            <a:endParaRPr sz="2400"/>
          </a:p>
        </p:txBody>
      </p:sp>
      <p:cxnSp>
        <p:nvCxnSpPr>
          <p:cNvPr id="6" name="Gerader Verbinder 5"/>
          <p:cNvCxnSpPr/>
          <p:nvPr/>
        </p:nvCxnSpPr>
        <p:spPr>
          <a:xfrm>
            <a:off x="10313851" y="2449689"/>
            <a:ext cx="0" cy="904195"/>
          </a:xfrm>
          <a:prstGeom prst="line">
            <a:avLst/>
          </a:prstGeom>
          <a:ln w="28575">
            <a:prstDash val="dash"/>
          </a:ln>
        </p:spPr>
        <p:style>
          <a:lnRef idx="1">
            <a:schemeClr val="dk1"/>
          </a:lnRef>
          <a:fillRef idx="0">
            <a:schemeClr val="dk1"/>
          </a:fillRef>
          <a:effectRef idx="0">
            <a:schemeClr val="dk1"/>
          </a:effectRef>
          <a:fontRef idx="minor">
            <a:schemeClr val="tx1"/>
          </a:fontRef>
        </p:style>
      </p:cxnSp>
      <p:sp>
        <p:nvSpPr>
          <p:cNvPr id="9" name="Rechteck 8"/>
          <p:cNvSpPr/>
          <p:nvPr/>
        </p:nvSpPr>
        <p:spPr>
          <a:xfrm>
            <a:off x="10980940" y="4221447"/>
            <a:ext cx="223329" cy="201231"/>
          </a:xfrm>
          <a:prstGeom prst="rect">
            <a:avLst/>
          </a:prstGeom>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pic>
        <p:nvPicPr>
          <p:cNvPr id="564" name="Grafik 563"/>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09605" y="4276611"/>
            <a:ext cx="88876" cy="88876"/>
          </a:xfrm>
          <a:prstGeom prst="rect">
            <a:avLst/>
          </a:prstGeom>
        </p:spPr>
      </p:pic>
      <p:grpSp>
        <p:nvGrpSpPr>
          <p:cNvPr id="565" name="Google Shape;2523;p49"/>
          <p:cNvGrpSpPr/>
          <p:nvPr/>
        </p:nvGrpSpPr>
        <p:grpSpPr>
          <a:xfrm>
            <a:off x="10988887" y="4235761"/>
            <a:ext cx="107029" cy="470675"/>
            <a:chOff x="1182006" y="2669277"/>
            <a:chExt cx="741775" cy="1999422"/>
          </a:xfrm>
          <a:solidFill>
            <a:srgbClr val="000000"/>
          </a:solidFill>
        </p:grpSpPr>
        <p:sp>
          <p:nvSpPr>
            <p:cNvPr id="566" name="Google Shape;2534;p49"/>
            <p:cNvSpPr/>
            <p:nvPr/>
          </p:nvSpPr>
          <p:spPr>
            <a:xfrm>
              <a:off x="1182006" y="2669277"/>
              <a:ext cx="724653" cy="726837"/>
            </a:xfrm>
            <a:custGeom>
              <a:avLst/>
              <a:gdLst>
                <a:gd name="connsiteX0" fmla="*/ 7185 w 20585"/>
                <a:gd name="connsiteY0" fmla="*/ 0 h 22657"/>
                <a:gd name="connsiteX1" fmla="*/ 3860 w 20585"/>
                <a:gd name="connsiteY1" fmla="*/ 1220 h 22657"/>
                <a:gd name="connsiteX2" fmla="*/ 0 w 20585"/>
                <a:gd name="connsiteY2" fmla="*/ 7101 h 22657"/>
                <a:gd name="connsiteX3" fmla="*/ 4495 w 20585"/>
                <a:gd name="connsiteY3" fmla="*/ 10343 h 22657"/>
                <a:gd name="connsiteX4" fmla="*/ 5230 w 20585"/>
                <a:gd name="connsiteY4" fmla="*/ 9040 h 22657"/>
                <a:gd name="connsiteX5" fmla="*/ 5230 w 20585"/>
                <a:gd name="connsiteY5" fmla="*/ 9123 h 22657"/>
                <a:gd name="connsiteX6" fmla="*/ 5547 w 20585"/>
                <a:gd name="connsiteY6" fmla="*/ 10777 h 22657"/>
                <a:gd name="connsiteX7" fmla="*/ 4952 w 20585"/>
                <a:gd name="connsiteY7" fmla="*/ 15517 h 22657"/>
                <a:gd name="connsiteX8" fmla="*/ 3525 w 20585"/>
                <a:gd name="connsiteY8" fmla="*/ 22239 h 22657"/>
                <a:gd name="connsiteX9" fmla="*/ 17861 w 20585"/>
                <a:gd name="connsiteY9" fmla="*/ 22657 h 22657"/>
                <a:gd name="connsiteX10" fmla="*/ 16926 w 20585"/>
                <a:gd name="connsiteY10" fmla="*/ 16826 h 22657"/>
                <a:gd name="connsiteX11" fmla="*/ 14971 w 20585"/>
                <a:gd name="connsiteY11" fmla="*/ 11897 h 22657"/>
                <a:gd name="connsiteX12" fmla="*/ 14871 w 20585"/>
                <a:gd name="connsiteY12" fmla="*/ 10059 h 22657"/>
                <a:gd name="connsiteX13" fmla="*/ 15355 w 20585"/>
                <a:gd name="connsiteY13" fmla="*/ 7686 h 22657"/>
                <a:gd name="connsiteX14" fmla="*/ 16859 w 20585"/>
                <a:gd name="connsiteY14" fmla="*/ 9290 h 22657"/>
                <a:gd name="connsiteX15" fmla="*/ 20585 w 20585"/>
                <a:gd name="connsiteY15" fmla="*/ 5514 h 22657"/>
                <a:gd name="connsiteX16" fmla="*/ 16876 w 20585"/>
                <a:gd name="connsiteY16" fmla="*/ 2139 h 22657"/>
                <a:gd name="connsiteX17" fmla="*/ 13634 w 20585"/>
                <a:gd name="connsiteY17" fmla="*/ 234 h 22657"/>
                <a:gd name="connsiteX18" fmla="*/ 12765 w 20585"/>
                <a:gd name="connsiteY18" fmla="*/ 50 h 22657"/>
                <a:gd name="connsiteX19" fmla="*/ 7185 w 20585"/>
                <a:gd name="connsiteY19" fmla="*/ 0 h 22657"/>
                <a:gd name="connsiteX0" fmla="*/ 7185 w 20585"/>
                <a:gd name="connsiteY0" fmla="*/ 0 h 22657"/>
                <a:gd name="connsiteX1" fmla="*/ 3860 w 20585"/>
                <a:gd name="connsiteY1" fmla="*/ 1220 h 22657"/>
                <a:gd name="connsiteX2" fmla="*/ 0 w 20585"/>
                <a:gd name="connsiteY2" fmla="*/ 7101 h 22657"/>
                <a:gd name="connsiteX3" fmla="*/ 4495 w 20585"/>
                <a:gd name="connsiteY3" fmla="*/ 10343 h 22657"/>
                <a:gd name="connsiteX4" fmla="*/ 5230 w 20585"/>
                <a:gd name="connsiteY4" fmla="*/ 9040 h 22657"/>
                <a:gd name="connsiteX5" fmla="*/ 5230 w 20585"/>
                <a:gd name="connsiteY5" fmla="*/ 9123 h 22657"/>
                <a:gd name="connsiteX6" fmla="*/ 5218 w 20585"/>
                <a:gd name="connsiteY6" fmla="*/ 10836 h 22657"/>
                <a:gd name="connsiteX7" fmla="*/ 4952 w 20585"/>
                <a:gd name="connsiteY7" fmla="*/ 15517 h 22657"/>
                <a:gd name="connsiteX8" fmla="*/ 3525 w 20585"/>
                <a:gd name="connsiteY8" fmla="*/ 22239 h 22657"/>
                <a:gd name="connsiteX9" fmla="*/ 17861 w 20585"/>
                <a:gd name="connsiteY9" fmla="*/ 22657 h 22657"/>
                <a:gd name="connsiteX10" fmla="*/ 16926 w 20585"/>
                <a:gd name="connsiteY10" fmla="*/ 16826 h 22657"/>
                <a:gd name="connsiteX11" fmla="*/ 14971 w 20585"/>
                <a:gd name="connsiteY11" fmla="*/ 11897 h 22657"/>
                <a:gd name="connsiteX12" fmla="*/ 14871 w 20585"/>
                <a:gd name="connsiteY12" fmla="*/ 10059 h 22657"/>
                <a:gd name="connsiteX13" fmla="*/ 15355 w 20585"/>
                <a:gd name="connsiteY13" fmla="*/ 7686 h 22657"/>
                <a:gd name="connsiteX14" fmla="*/ 16859 w 20585"/>
                <a:gd name="connsiteY14" fmla="*/ 9290 h 22657"/>
                <a:gd name="connsiteX15" fmla="*/ 20585 w 20585"/>
                <a:gd name="connsiteY15" fmla="*/ 5514 h 22657"/>
                <a:gd name="connsiteX16" fmla="*/ 16876 w 20585"/>
                <a:gd name="connsiteY16" fmla="*/ 2139 h 22657"/>
                <a:gd name="connsiteX17" fmla="*/ 13634 w 20585"/>
                <a:gd name="connsiteY17" fmla="*/ 234 h 22657"/>
                <a:gd name="connsiteX18" fmla="*/ 12765 w 20585"/>
                <a:gd name="connsiteY18" fmla="*/ 50 h 22657"/>
                <a:gd name="connsiteX19" fmla="*/ 7185 w 20585"/>
                <a:gd name="connsiteY19" fmla="*/ 0 h 22657"/>
                <a:gd name="connsiteX0" fmla="*/ 7185 w 20585"/>
                <a:gd name="connsiteY0" fmla="*/ 0 h 22657"/>
                <a:gd name="connsiteX1" fmla="*/ 3860 w 20585"/>
                <a:gd name="connsiteY1" fmla="*/ 1220 h 22657"/>
                <a:gd name="connsiteX2" fmla="*/ 0 w 20585"/>
                <a:gd name="connsiteY2" fmla="*/ 7101 h 22657"/>
                <a:gd name="connsiteX3" fmla="*/ 4495 w 20585"/>
                <a:gd name="connsiteY3" fmla="*/ 10343 h 22657"/>
                <a:gd name="connsiteX4" fmla="*/ 5230 w 20585"/>
                <a:gd name="connsiteY4" fmla="*/ 9040 h 22657"/>
                <a:gd name="connsiteX5" fmla="*/ 5230 w 20585"/>
                <a:gd name="connsiteY5" fmla="*/ 9123 h 22657"/>
                <a:gd name="connsiteX6" fmla="*/ 5218 w 20585"/>
                <a:gd name="connsiteY6" fmla="*/ 10836 h 22657"/>
                <a:gd name="connsiteX7" fmla="*/ 4426 w 20585"/>
                <a:gd name="connsiteY7" fmla="*/ 15517 h 22657"/>
                <a:gd name="connsiteX8" fmla="*/ 3525 w 20585"/>
                <a:gd name="connsiteY8" fmla="*/ 22239 h 22657"/>
                <a:gd name="connsiteX9" fmla="*/ 17861 w 20585"/>
                <a:gd name="connsiteY9" fmla="*/ 22657 h 22657"/>
                <a:gd name="connsiteX10" fmla="*/ 16926 w 20585"/>
                <a:gd name="connsiteY10" fmla="*/ 16826 h 22657"/>
                <a:gd name="connsiteX11" fmla="*/ 14971 w 20585"/>
                <a:gd name="connsiteY11" fmla="*/ 11897 h 22657"/>
                <a:gd name="connsiteX12" fmla="*/ 14871 w 20585"/>
                <a:gd name="connsiteY12" fmla="*/ 10059 h 22657"/>
                <a:gd name="connsiteX13" fmla="*/ 15355 w 20585"/>
                <a:gd name="connsiteY13" fmla="*/ 7686 h 22657"/>
                <a:gd name="connsiteX14" fmla="*/ 16859 w 20585"/>
                <a:gd name="connsiteY14" fmla="*/ 9290 h 22657"/>
                <a:gd name="connsiteX15" fmla="*/ 20585 w 20585"/>
                <a:gd name="connsiteY15" fmla="*/ 5514 h 22657"/>
                <a:gd name="connsiteX16" fmla="*/ 16876 w 20585"/>
                <a:gd name="connsiteY16" fmla="*/ 2139 h 22657"/>
                <a:gd name="connsiteX17" fmla="*/ 13634 w 20585"/>
                <a:gd name="connsiteY17" fmla="*/ 234 h 22657"/>
                <a:gd name="connsiteX18" fmla="*/ 12765 w 20585"/>
                <a:gd name="connsiteY18" fmla="*/ 50 h 22657"/>
                <a:gd name="connsiteX19" fmla="*/ 7185 w 20585"/>
                <a:gd name="connsiteY19" fmla="*/ 0 h 22657"/>
                <a:gd name="connsiteX0" fmla="*/ 7185 w 20585"/>
                <a:gd name="connsiteY0" fmla="*/ 0 h 22657"/>
                <a:gd name="connsiteX1" fmla="*/ 3860 w 20585"/>
                <a:gd name="connsiteY1" fmla="*/ 1220 h 22657"/>
                <a:gd name="connsiteX2" fmla="*/ 0 w 20585"/>
                <a:gd name="connsiteY2" fmla="*/ 7101 h 22657"/>
                <a:gd name="connsiteX3" fmla="*/ 4495 w 20585"/>
                <a:gd name="connsiteY3" fmla="*/ 10343 h 22657"/>
                <a:gd name="connsiteX4" fmla="*/ 5230 w 20585"/>
                <a:gd name="connsiteY4" fmla="*/ 9040 h 22657"/>
                <a:gd name="connsiteX5" fmla="*/ 5230 w 20585"/>
                <a:gd name="connsiteY5" fmla="*/ 9123 h 22657"/>
                <a:gd name="connsiteX6" fmla="*/ 5218 w 20585"/>
                <a:gd name="connsiteY6" fmla="*/ 10836 h 22657"/>
                <a:gd name="connsiteX7" fmla="*/ 4426 w 20585"/>
                <a:gd name="connsiteY7" fmla="*/ 15517 h 22657"/>
                <a:gd name="connsiteX8" fmla="*/ 3525 w 20585"/>
                <a:gd name="connsiteY8" fmla="*/ 22239 h 22657"/>
                <a:gd name="connsiteX9" fmla="*/ 17861 w 20585"/>
                <a:gd name="connsiteY9" fmla="*/ 22657 h 22657"/>
                <a:gd name="connsiteX10" fmla="*/ 16926 w 20585"/>
                <a:gd name="connsiteY10" fmla="*/ 16826 h 22657"/>
                <a:gd name="connsiteX11" fmla="*/ 14971 w 20585"/>
                <a:gd name="connsiteY11" fmla="*/ 11897 h 22657"/>
                <a:gd name="connsiteX12" fmla="*/ 14871 w 20585"/>
                <a:gd name="connsiteY12" fmla="*/ 10059 h 22657"/>
                <a:gd name="connsiteX13" fmla="*/ 15684 w 20585"/>
                <a:gd name="connsiteY13" fmla="*/ 8278 h 22657"/>
                <a:gd name="connsiteX14" fmla="*/ 16859 w 20585"/>
                <a:gd name="connsiteY14" fmla="*/ 9290 h 22657"/>
                <a:gd name="connsiteX15" fmla="*/ 20585 w 20585"/>
                <a:gd name="connsiteY15" fmla="*/ 5514 h 22657"/>
                <a:gd name="connsiteX16" fmla="*/ 16876 w 20585"/>
                <a:gd name="connsiteY16" fmla="*/ 2139 h 22657"/>
                <a:gd name="connsiteX17" fmla="*/ 13634 w 20585"/>
                <a:gd name="connsiteY17" fmla="*/ 234 h 22657"/>
                <a:gd name="connsiteX18" fmla="*/ 12765 w 20585"/>
                <a:gd name="connsiteY18" fmla="*/ 50 h 22657"/>
                <a:gd name="connsiteX19" fmla="*/ 7185 w 20585"/>
                <a:gd name="connsiteY19" fmla="*/ 0 h 2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85" h="22657" extrusionOk="0">
                  <a:moveTo>
                    <a:pt x="7185" y="0"/>
                  </a:moveTo>
                  <a:cubicBezTo>
                    <a:pt x="5965" y="17"/>
                    <a:pt x="4795" y="451"/>
                    <a:pt x="3860" y="1220"/>
                  </a:cubicBezTo>
                  <a:cubicBezTo>
                    <a:pt x="3592" y="1437"/>
                    <a:pt x="1454" y="4278"/>
                    <a:pt x="0" y="7101"/>
                  </a:cubicBezTo>
                  <a:lnTo>
                    <a:pt x="4495" y="10343"/>
                  </a:lnTo>
                  <a:lnTo>
                    <a:pt x="5230" y="9040"/>
                  </a:lnTo>
                  <a:lnTo>
                    <a:pt x="5230" y="9123"/>
                  </a:lnTo>
                  <a:cubicBezTo>
                    <a:pt x="5297" y="9574"/>
                    <a:pt x="5118" y="10385"/>
                    <a:pt x="5218" y="10836"/>
                  </a:cubicBezTo>
                  <a:cubicBezTo>
                    <a:pt x="5569" y="12273"/>
                    <a:pt x="4708" y="13617"/>
                    <a:pt x="4426" y="15517"/>
                  </a:cubicBezTo>
                  <a:cubicBezTo>
                    <a:pt x="4144" y="17417"/>
                    <a:pt x="3525" y="22239"/>
                    <a:pt x="3525" y="22239"/>
                  </a:cubicBezTo>
                  <a:lnTo>
                    <a:pt x="17861" y="22657"/>
                  </a:lnTo>
                  <a:cubicBezTo>
                    <a:pt x="18045" y="20669"/>
                    <a:pt x="17728" y="18664"/>
                    <a:pt x="16926" y="16826"/>
                  </a:cubicBezTo>
                  <a:cubicBezTo>
                    <a:pt x="16926" y="16826"/>
                    <a:pt x="14954" y="11980"/>
                    <a:pt x="14971" y="11897"/>
                  </a:cubicBezTo>
                  <a:cubicBezTo>
                    <a:pt x="14938" y="11284"/>
                    <a:pt x="14904" y="10672"/>
                    <a:pt x="14871" y="10059"/>
                  </a:cubicBezTo>
                  <a:cubicBezTo>
                    <a:pt x="15032" y="9268"/>
                    <a:pt x="15523" y="9069"/>
                    <a:pt x="15684" y="8278"/>
                  </a:cubicBezTo>
                  <a:lnTo>
                    <a:pt x="16859" y="9290"/>
                  </a:lnTo>
                  <a:lnTo>
                    <a:pt x="20585" y="5514"/>
                  </a:lnTo>
                  <a:cubicBezTo>
                    <a:pt x="19265" y="4545"/>
                    <a:pt x="18012" y="3225"/>
                    <a:pt x="16876" y="2139"/>
                  </a:cubicBezTo>
                  <a:cubicBezTo>
                    <a:pt x="15539" y="852"/>
                    <a:pt x="14319" y="284"/>
                    <a:pt x="13634" y="234"/>
                  </a:cubicBezTo>
                  <a:cubicBezTo>
                    <a:pt x="13367" y="134"/>
                    <a:pt x="13066" y="84"/>
                    <a:pt x="12765" y="50"/>
                  </a:cubicBezTo>
                  <a:lnTo>
                    <a:pt x="7185" y="0"/>
                  </a:ln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567" name="Google Shape;2535;p49"/>
            <p:cNvSpPr/>
            <p:nvPr/>
          </p:nvSpPr>
          <p:spPr>
            <a:xfrm>
              <a:off x="1226393" y="2679547"/>
              <a:ext cx="222475" cy="191903"/>
            </a:xfrm>
            <a:custGeom>
              <a:avLst/>
              <a:gdLst/>
              <a:ahLst/>
              <a:cxnLst/>
              <a:rect l="l" t="t" r="r" b="b"/>
              <a:pathLst>
                <a:path w="6935" h="5982" extrusionOk="0">
                  <a:moveTo>
                    <a:pt x="6132" y="0"/>
                  </a:moveTo>
                  <a:cubicBezTo>
                    <a:pt x="6132" y="17"/>
                    <a:pt x="6233" y="134"/>
                    <a:pt x="6400" y="368"/>
                  </a:cubicBezTo>
                  <a:cubicBezTo>
                    <a:pt x="6617" y="719"/>
                    <a:pt x="6750" y="1103"/>
                    <a:pt x="6801" y="1521"/>
                  </a:cubicBezTo>
                  <a:cubicBezTo>
                    <a:pt x="6834" y="1788"/>
                    <a:pt x="6801" y="2072"/>
                    <a:pt x="6717" y="2340"/>
                  </a:cubicBezTo>
                  <a:cubicBezTo>
                    <a:pt x="6634" y="2640"/>
                    <a:pt x="6466" y="2924"/>
                    <a:pt x="6249" y="3142"/>
                  </a:cubicBezTo>
                  <a:cubicBezTo>
                    <a:pt x="5999" y="3409"/>
                    <a:pt x="5698" y="3576"/>
                    <a:pt x="5347" y="3643"/>
                  </a:cubicBezTo>
                  <a:cubicBezTo>
                    <a:pt x="5204" y="3677"/>
                    <a:pt x="5052" y="3683"/>
                    <a:pt x="4895" y="3683"/>
                  </a:cubicBezTo>
                  <a:cubicBezTo>
                    <a:pt x="4805" y="3683"/>
                    <a:pt x="4713" y="3681"/>
                    <a:pt x="4620" y="3681"/>
                  </a:cubicBezTo>
                  <a:cubicBezTo>
                    <a:pt x="4480" y="3681"/>
                    <a:pt x="4337" y="3686"/>
                    <a:pt x="4194" y="3710"/>
                  </a:cubicBezTo>
                  <a:cubicBezTo>
                    <a:pt x="3977" y="3726"/>
                    <a:pt x="3776" y="3827"/>
                    <a:pt x="3626" y="3960"/>
                  </a:cubicBezTo>
                  <a:cubicBezTo>
                    <a:pt x="3476" y="4094"/>
                    <a:pt x="3342" y="4244"/>
                    <a:pt x="3258" y="4428"/>
                  </a:cubicBezTo>
                  <a:cubicBezTo>
                    <a:pt x="3075" y="4779"/>
                    <a:pt x="2974" y="5130"/>
                    <a:pt x="2791" y="5397"/>
                  </a:cubicBezTo>
                  <a:cubicBezTo>
                    <a:pt x="2707" y="5548"/>
                    <a:pt x="2590" y="5664"/>
                    <a:pt x="2473" y="5748"/>
                  </a:cubicBezTo>
                  <a:cubicBezTo>
                    <a:pt x="2339" y="5815"/>
                    <a:pt x="2189" y="5865"/>
                    <a:pt x="2039" y="5865"/>
                  </a:cubicBezTo>
                  <a:cubicBezTo>
                    <a:pt x="1771" y="5848"/>
                    <a:pt x="1487" y="5781"/>
                    <a:pt x="1253" y="5648"/>
                  </a:cubicBezTo>
                  <a:cubicBezTo>
                    <a:pt x="886" y="5464"/>
                    <a:pt x="552" y="5213"/>
                    <a:pt x="284" y="4913"/>
                  </a:cubicBezTo>
                  <a:cubicBezTo>
                    <a:pt x="94" y="4706"/>
                    <a:pt x="9" y="4560"/>
                    <a:pt x="1" y="4560"/>
                  </a:cubicBezTo>
                  <a:cubicBezTo>
                    <a:pt x="0" y="4560"/>
                    <a:pt x="0" y="4561"/>
                    <a:pt x="0" y="4562"/>
                  </a:cubicBezTo>
                  <a:cubicBezTo>
                    <a:pt x="0" y="4595"/>
                    <a:pt x="17" y="4629"/>
                    <a:pt x="50" y="4662"/>
                  </a:cubicBezTo>
                  <a:cubicBezTo>
                    <a:pt x="100" y="4762"/>
                    <a:pt x="167" y="4862"/>
                    <a:pt x="234" y="4946"/>
                  </a:cubicBezTo>
                  <a:cubicBezTo>
                    <a:pt x="501" y="5263"/>
                    <a:pt x="836" y="5531"/>
                    <a:pt x="1203" y="5731"/>
                  </a:cubicBezTo>
                  <a:cubicBezTo>
                    <a:pt x="1454" y="5882"/>
                    <a:pt x="1755" y="5965"/>
                    <a:pt x="2039" y="5982"/>
                  </a:cubicBezTo>
                  <a:cubicBezTo>
                    <a:pt x="2206" y="5982"/>
                    <a:pt x="2373" y="5932"/>
                    <a:pt x="2523" y="5848"/>
                  </a:cubicBezTo>
                  <a:cubicBezTo>
                    <a:pt x="2674" y="5765"/>
                    <a:pt x="2807" y="5631"/>
                    <a:pt x="2908" y="5481"/>
                  </a:cubicBezTo>
                  <a:cubicBezTo>
                    <a:pt x="3108" y="5180"/>
                    <a:pt x="3208" y="4829"/>
                    <a:pt x="3375" y="4495"/>
                  </a:cubicBezTo>
                  <a:cubicBezTo>
                    <a:pt x="3459" y="4328"/>
                    <a:pt x="3576" y="4177"/>
                    <a:pt x="3710" y="4060"/>
                  </a:cubicBezTo>
                  <a:cubicBezTo>
                    <a:pt x="3860" y="3944"/>
                    <a:pt x="4027" y="3877"/>
                    <a:pt x="4211" y="3843"/>
                  </a:cubicBezTo>
                  <a:cubicBezTo>
                    <a:pt x="4355" y="3824"/>
                    <a:pt x="4499" y="3822"/>
                    <a:pt x="4644" y="3822"/>
                  </a:cubicBezTo>
                  <a:cubicBezTo>
                    <a:pt x="4692" y="3822"/>
                    <a:pt x="4741" y="3822"/>
                    <a:pt x="4789" y="3822"/>
                  </a:cubicBezTo>
                  <a:cubicBezTo>
                    <a:pt x="4984" y="3822"/>
                    <a:pt x="5180" y="3818"/>
                    <a:pt x="5380" y="3776"/>
                  </a:cubicBezTo>
                  <a:cubicBezTo>
                    <a:pt x="5748" y="3710"/>
                    <a:pt x="6082" y="3509"/>
                    <a:pt x="6349" y="3242"/>
                  </a:cubicBezTo>
                  <a:cubicBezTo>
                    <a:pt x="6583" y="2991"/>
                    <a:pt x="6750" y="2690"/>
                    <a:pt x="6834" y="2373"/>
                  </a:cubicBezTo>
                  <a:cubicBezTo>
                    <a:pt x="6918" y="2089"/>
                    <a:pt x="6934" y="1788"/>
                    <a:pt x="6901" y="1504"/>
                  </a:cubicBezTo>
                  <a:cubicBezTo>
                    <a:pt x="6834" y="1086"/>
                    <a:pt x="6684" y="685"/>
                    <a:pt x="6433" y="351"/>
                  </a:cubicBezTo>
                  <a:cubicBezTo>
                    <a:pt x="6383" y="251"/>
                    <a:pt x="6299" y="167"/>
                    <a:pt x="6233" y="84"/>
                  </a:cubicBezTo>
                  <a:cubicBezTo>
                    <a:pt x="6166" y="17"/>
                    <a:pt x="6149" y="0"/>
                    <a:pt x="6132" y="0"/>
                  </a:cubicBezTo>
                  <a:close/>
                </a:path>
              </a:pathLst>
            </a:custGeom>
            <a:grpFill/>
            <a:ln>
              <a:noFill/>
            </a:ln>
          </p:spPr>
          <p:txBody>
            <a:bodyPr spcFirstLastPara="1" wrap="square" lIns="121900" tIns="121900" rIns="121900" bIns="121900" anchor="ctr" anchorCtr="0">
              <a:noAutofit/>
            </a:bodyPr>
            <a:lstStyle/>
            <a:p>
              <a:endParaRPr sz="2400"/>
            </a:p>
          </p:txBody>
        </p:sp>
        <p:sp>
          <p:nvSpPr>
            <p:cNvPr id="568" name="Google Shape;2536;p49"/>
            <p:cNvSpPr/>
            <p:nvPr/>
          </p:nvSpPr>
          <p:spPr>
            <a:xfrm>
              <a:off x="1412393" y="2877865"/>
              <a:ext cx="69164" cy="68298"/>
            </a:xfrm>
            <a:custGeom>
              <a:avLst/>
              <a:gdLst/>
              <a:ahLst/>
              <a:cxnLst/>
              <a:rect l="l" t="t" r="r" b="b"/>
              <a:pathLst>
                <a:path w="2156" h="2129" extrusionOk="0">
                  <a:moveTo>
                    <a:pt x="1069" y="0"/>
                  </a:moveTo>
                  <a:cubicBezTo>
                    <a:pt x="986" y="0"/>
                    <a:pt x="902" y="17"/>
                    <a:pt x="819" y="67"/>
                  </a:cubicBezTo>
                  <a:cubicBezTo>
                    <a:pt x="819" y="67"/>
                    <a:pt x="863" y="60"/>
                    <a:pt x="938" y="60"/>
                  </a:cubicBezTo>
                  <a:cubicBezTo>
                    <a:pt x="975" y="60"/>
                    <a:pt x="1019" y="62"/>
                    <a:pt x="1069" y="67"/>
                  </a:cubicBezTo>
                  <a:cubicBezTo>
                    <a:pt x="1287" y="84"/>
                    <a:pt x="1487" y="168"/>
                    <a:pt x="1654" y="301"/>
                  </a:cubicBezTo>
                  <a:cubicBezTo>
                    <a:pt x="1905" y="502"/>
                    <a:pt x="2039" y="819"/>
                    <a:pt x="2005" y="1137"/>
                  </a:cubicBezTo>
                  <a:cubicBezTo>
                    <a:pt x="1954" y="1667"/>
                    <a:pt x="1512" y="1979"/>
                    <a:pt x="1064" y="1979"/>
                  </a:cubicBezTo>
                  <a:cubicBezTo>
                    <a:pt x="778" y="1979"/>
                    <a:pt x="490" y="1851"/>
                    <a:pt x="301" y="1571"/>
                  </a:cubicBezTo>
                  <a:cubicBezTo>
                    <a:pt x="100" y="1320"/>
                    <a:pt x="67" y="970"/>
                    <a:pt x="201" y="685"/>
                  </a:cubicBezTo>
                  <a:cubicBezTo>
                    <a:pt x="267" y="485"/>
                    <a:pt x="418" y="301"/>
                    <a:pt x="602" y="184"/>
                  </a:cubicBezTo>
                  <a:cubicBezTo>
                    <a:pt x="719" y="101"/>
                    <a:pt x="802" y="84"/>
                    <a:pt x="802" y="67"/>
                  </a:cubicBezTo>
                  <a:cubicBezTo>
                    <a:pt x="719" y="67"/>
                    <a:pt x="635" y="101"/>
                    <a:pt x="568" y="134"/>
                  </a:cubicBezTo>
                  <a:cubicBezTo>
                    <a:pt x="368" y="251"/>
                    <a:pt x="201" y="435"/>
                    <a:pt x="100" y="635"/>
                  </a:cubicBezTo>
                  <a:cubicBezTo>
                    <a:pt x="34" y="786"/>
                    <a:pt x="0" y="953"/>
                    <a:pt x="0" y="1120"/>
                  </a:cubicBezTo>
                  <a:cubicBezTo>
                    <a:pt x="17" y="1304"/>
                    <a:pt x="84" y="1487"/>
                    <a:pt x="184" y="1655"/>
                  </a:cubicBezTo>
                  <a:cubicBezTo>
                    <a:pt x="405" y="1980"/>
                    <a:pt x="738" y="2128"/>
                    <a:pt x="1066" y="2128"/>
                  </a:cubicBezTo>
                  <a:cubicBezTo>
                    <a:pt x="1580" y="2128"/>
                    <a:pt x="2081" y="1765"/>
                    <a:pt x="2122" y="1153"/>
                  </a:cubicBezTo>
                  <a:cubicBezTo>
                    <a:pt x="2155" y="953"/>
                    <a:pt x="2122" y="769"/>
                    <a:pt x="2039" y="585"/>
                  </a:cubicBezTo>
                  <a:cubicBezTo>
                    <a:pt x="1955" y="452"/>
                    <a:pt x="1855" y="318"/>
                    <a:pt x="1721" y="218"/>
                  </a:cubicBezTo>
                  <a:cubicBezTo>
                    <a:pt x="1537" y="84"/>
                    <a:pt x="1303" y="0"/>
                    <a:pt x="1069" y="0"/>
                  </a:cubicBezTo>
                  <a:close/>
                </a:path>
              </a:pathLst>
            </a:custGeom>
            <a:grpFill/>
            <a:ln>
              <a:noFill/>
            </a:ln>
          </p:spPr>
          <p:txBody>
            <a:bodyPr spcFirstLastPara="1" wrap="square" lIns="121900" tIns="121900" rIns="121900" bIns="121900" anchor="ctr" anchorCtr="0">
              <a:noAutofit/>
            </a:bodyPr>
            <a:lstStyle/>
            <a:p>
              <a:endParaRPr sz="2400"/>
            </a:p>
          </p:txBody>
        </p:sp>
        <p:sp>
          <p:nvSpPr>
            <p:cNvPr id="569" name="Google Shape;2537;p49"/>
            <p:cNvSpPr/>
            <p:nvPr/>
          </p:nvSpPr>
          <p:spPr>
            <a:xfrm>
              <a:off x="1525475" y="2681696"/>
              <a:ext cx="237488" cy="133036"/>
            </a:xfrm>
            <a:custGeom>
              <a:avLst/>
              <a:gdLst/>
              <a:ahLst/>
              <a:cxnLst/>
              <a:rect l="l" t="t" r="r" b="b"/>
              <a:pathLst>
                <a:path w="7403" h="4147" extrusionOk="0">
                  <a:moveTo>
                    <a:pt x="318" y="0"/>
                  </a:moveTo>
                  <a:cubicBezTo>
                    <a:pt x="318" y="0"/>
                    <a:pt x="301" y="34"/>
                    <a:pt x="251" y="84"/>
                  </a:cubicBezTo>
                  <a:cubicBezTo>
                    <a:pt x="201" y="167"/>
                    <a:pt x="168" y="251"/>
                    <a:pt x="134" y="351"/>
                  </a:cubicBezTo>
                  <a:cubicBezTo>
                    <a:pt x="1" y="702"/>
                    <a:pt x="1" y="1069"/>
                    <a:pt x="134" y="1420"/>
                  </a:cubicBezTo>
                  <a:cubicBezTo>
                    <a:pt x="335" y="1938"/>
                    <a:pt x="803" y="2306"/>
                    <a:pt x="1354" y="2406"/>
                  </a:cubicBezTo>
                  <a:cubicBezTo>
                    <a:pt x="1433" y="2410"/>
                    <a:pt x="1513" y="2412"/>
                    <a:pt x="1592" y="2412"/>
                  </a:cubicBezTo>
                  <a:cubicBezTo>
                    <a:pt x="1829" y="2412"/>
                    <a:pt x="2064" y="2394"/>
                    <a:pt x="2290" y="2356"/>
                  </a:cubicBezTo>
                  <a:cubicBezTo>
                    <a:pt x="2343" y="2344"/>
                    <a:pt x="2398" y="2339"/>
                    <a:pt x="2454" y="2339"/>
                  </a:cubicBezTo>
                  <a:cubicBezTo>
                    <a:pt x="2556" y="2339"/>
                    <a:pt x="2660" y="2357"/>
                    <a:pt x="2758" y="2389"/>
                  </a:cubicBezTo>
                  <a:cubicBezTo>
                    <a:pt x="2891" y="2456"/>
                    <a:pt x="3025" y="2557"/>
                    <a:pt x="3125" y="2674"/>
                  </a:cubicBezTo>
                  <a:cubicBezTo>
                    <a:pt x="3326" y="2924"/>
                    <a:pt x="3459" y="3242"/>
                    <a:pt x="3676" y="3509"/>
                  </a:cubicBezTo>
                  <a:cubicBezTo>
                    <a:pt x="3894" y="3743"/>
                    <a:pt x="4161" y="3927"/>
                    <a:pt x="4478" y="4027"/>
                  </a:cubicBezTo>
                  <a:cubicBezTo>
                    <a:pt x="4731" y="4108"/>
                    <a:pt x="4991" y="4146"/>
                    <a:pt x="5251" y="4146"/>
                  </a:cubicBezTo>
                  <a:cubicBezTo>
                    <a:pt x="5525" y="4146"/>
                    <a:pt x="5800" y="4104"/>
                    <a:pt x="6066" y="4027"/>
                  </a:cubicBezTo>
                  <a:cubicBezTo>
                    <a:pt x="6400" y="3927"/>
                    <a:pt x="6734" y="3793"/>
                    <a:pt x="7052" y="3626"/>
                  </a:cubicBezTo>
                  <a:cubicBezTo>
                    <a:pt x="7169" y="3576"/>
                    <a:pt x="7286" y="3509"/>
                    <a:pt x="7402" y="3425"/>
                  </a:cubicBezTo>
                  <a:lnTo>
                    <a:pt x="7402" y="3425"/>
                  </a:lnTo>
                  <a:cubicBezTo>
                    <a:pt x="7269" y="3476"/>
                    <a:pt x="7152" y="3509"/>
                    <a:pt x="7035" y="3576"/>
                  </a:cubicBezTo>
                  <a:cubicBezTo>
                    <a:pt x="6717" y="3709"/>
                    <a:pt x="6383" y="3826"/>
                    <a:pt x="6032" y="3927"/>
                  </a:cubicBezTo>
                  <a:cubicBezTo>
                    <a:pt x="5804" y="3998"/>
                    <a:pt x="5563" y="4031"/>
                    <a:pt x="5321" y="4031"/>
                  </a:cubicBezTo>
                  <a:cubicBezTo>
                    <a:pt x="5050" y="4031"/>
                    <a:pt x="4776" y="3989"/>
                    <a:pt x="4512" y="3910"/>
                  </a:cubicBezTo>
                  <a:cubicBezTo>
                    <a:pt x="4228" y="3810"/>
                    <a:pt x="3977" y="3643"/>
                    <a:pt x="3793" y="3409"/>
                  </a:cubicBezTo>
                  <a:cubicBezTo>
                    <a:pt x="3593" y="3175"/>
                    <a:pt x="3459" y="2857"/>
                    <a:pt x="3225" y="2590"/>
                  </a:cubicBezTo>
                  <a:cubicBezTo>
                    <a:pt x="3125" y="2440"/>
                    <a:pt x="2975" y="2323"/>
                    <a:pt x="2808" y="2256"/>
                  </a:cubicBezTo>
                  <a:cubicBezTo>
                    <a:pt x="2682" y="2218"/>
                    <a:pt x="2548" y="2199"/>
                    <a:pt x="2418" y="2199"/>
                  </a:cubicBezTo>
                  <a:cubicBezTo>
                    <a:pt x="2374" y="2199"/>
                    <a:pt x="2331" y="2201"/>
                    <a:pt x="2290" y="2206"/>
                  </a:cubicBezTo>
                  <a:cubicBezTo>
                    <a:pt x="2060" y="2257"/>
                    <a:pt x="1820" y="2279"/>
                    <a:pt x="1586" y="2279"/>
                  </a:cubicBezTo>
                  <a:cubicBezTo>
                    <a:pt x="1514" y="2279"/>
                    <a:pt x="1442" y="2276"/>
                    <a:pt x="1371" y="2273"/>
                  </a:cubicBezTo>
                  <a:cubicBezTo>
                    <a:pt x="869" y="2189"/>
                    <a:pt x="435" y="1855"/>
                    <a:pt x="235" y="1387"/>
                  </a:cubicBezTo>
                  <a:cubicBezTo>
                    <a:pt x="101" y="1053"/>
                    <a:pt x="84" y="702"/>
                    <a:pt x="184" y="368"/>
                  </a:cubicBezTo>
                  <a:cubicBezTo>
                    <a:pt x="251" y="134"/>
                    <a:pt x="335" y="17"/>
                    <a:pt x="318" y="0"/>
                  </a:cubicBezTo>
                  <a:close/>
                </a:path>
              </a:pathLst>
            </a:custGeom>
            <a:grpFill/>
            <a:ln>
              <a:noFill/>
            </a:ln>
          </p:spPr>
          <p:txBody>
            <a:bodyPr spcFirstLastPara="1" wrap="square" lIns="121900" tIns="121900" rIns="121900" bIns="121900" anchor="ctr" anchorCtr="0">
              <a:noAutofit/>
            </a:bodyPr>
            <a:lstStyle/>
            <a:p>
              <a:endParaRPr sz="2400"/>
            </a:p>
          </p:txBody>
        </p:sp>
        <p:sp>
          <p:nvSpPr>
            <p:cNvPr id="570" name="Google Shape;2538;p49"/>
            <p:cNvSpPr/>
            <p:nvPr/>
          </p:nvSpPr>
          <p:spPr>
            <a:xfrm>
              <a:off x="1502955" y="2888323"/>
              <a:ext cx="196233" cy="283876"/>
            </a:xfrm>
            <a:custGeom>
              <a:avLst/>
              <a:gdLst/>
              <a:ahLst/>
              <a:cxnLst/>
              <a:rect l="l" t="t" r="r" b="b"/>
              <a:pathLst>
                <a:path w="6117" h="8849" extrusionOk="0">
                  <a:moveTo>
                    <a:pt x="3385" y="0"/>
                  </a:moveTo>
                  <a:cubicBezTo>
                    <a:pt x="3326" y="0"/>
                    <a:pt x="3267" y="3"/>
                    <a:pt x="3209" y="9"/>
                  </a:cubicBezTo>
                  <a:cubicBezTo>
                    <a:pt x="2774" y="59"/>
                    <a:pt x="2373" y="293"/>
                    <a:pt x="2123" y="644"/>
                  </a:cubicBezTo>
                  <a:cubicBezTo>
                    <a:pt x="1989" y="861"/>
                    <a:pt x="1922" y="1095"/>
                    <a:pt x="1922" y="1345"/>
                  </a:cubicBezTo>
                  <a:cubicBezTo>
                    <a:pt x="1939" y="1596"/>
                    <a:pt x="1956" y="1847"/>
                    <a:pt x="1989" y="2097"/>
                  </a:cubicBezTo>
                  <a:cubicBezTo>
                    <a:pt x="2039" y="2331"/>
                    <a:pt x="2023" y="2598"/>
                    <a:pt x="1956" y="2832"/>
                  </a:cubicBezTo>
                  <a:cubicBezTo>
                    <a:pt x="1855" y="3066"/>
                    <a:pt x="1705" y="3283"/>
                    <a:pt x="1488" y="3451"/>
                  </a:cubicBezTo>
                  <a:cubicBezTo>
                    <a:pt x="1287" y="3618"/>
                    <a:pt x="1053" y="3768"/>
                    <a:pt x="820" y="3935"/>
                  </a:cubicBezTo>
                  <a:cubicBezTo>
                    <a:pt x="569" y="4119"/>
                    <a:pt x="368" y="4353"/>
                    <a:pt x="235" y="4620"/>
                  </a:cubicBezTo>
                  <a:cubicBezTo>
                    <a:pt x="1" y="5188"/>
                    <a:pt x="151" y="5840"/>
                    <a:pt x="602" y="6258"/>
                  </a:cubicBezTo>
                  <a:cubicBezTo>
                    <a:pt x="836" y="6441"/>
                    <a:pt x="1087" y="6542"/>
                    <a:pt x="1371" y="6592"/>
                  </a:cubicBezTo>
                  <a:cubicBezTo>
                    <a:pt x="1622" y="6608"/>
                    <a:pt x="1872" y="6692"/>
                    <a:pt x="2089" y="6792"/>
                  </a:cubicBezTo>
                  <a:cubicBezTo>
                    <a:pt x="2524" y="7060"/>
                    <a:pt x="2708" y="7527"/>
                    <a:pt x="2958" y="7895"/>
                  </a:cubicBezTo>
                  <a:cubicBezTo>
                    <a:pt x="3175" y="8279"/>
                    <a:pt x="3510" y="8563"/>
                    <a:pt x="3911" y="8730"/>
                  </a:cubicBezTo>
                  <a:cubicBezTo>
                    <a:pt x="4130" y="8807"/>
                    <a:pt x="4364" y="8848"/>
                    <a:pt x="4593" y="8848"/>
                  </a:cubicBezTo>
                  <a:cubicBezTo>
                    <a:pt x="4713" y="8848"/>
                    <a:pt x="4832" y="8837"/>
                    <a:pt x="4947" y="8814"/>
                  </a:cubicBezTo>
                  <a:cubicBezTo>
                    <a:pt x="5214" y="8747"/>
                    <a:pt x="5465" y="8630"/>
                    <a:pt x="5665" y="8480"/>
                  </a:cubicBezTo>
                  <a:cubicBezTo>
                    <a:pt x="5799" y="8380"/>
                    <a:pt x="5916" y="8263"/>
                    <a:pt x="6016" y="8129"/>
                  </a:cubicBezTo>
                  <a:cubicBezTo>
                    <a:pt x="6049" y="8096"/>
                    <a:pt x="6066" y="8062"/>
                    <a:pt x="6099" y="8012"/>
                  </a:cubicBezTo>
                  <a:cubicBezTo>
                    <a:pt x="6116" y="7995"/>
                    <a:pt x="6116" y="7979"/>
                    <a:pt x="6116" y="7979"/>
                  </a:cubicBezTo>
                  <a:lnTo>
                    <a:pt x="6116" y="7979"/>
                  </a:lnTo>
                  <a:cubicBezTo>
                    <a:pt x="5983" y="8146"/>
                    <a:pt x="5815" y="8296"/>
                    <a:pt x="5632" y="8430"/>
                  </a:cubicBezTo>
                  <a:cubicBezTo>
                    <a:pt x="5431" y="8580"/>
                    <a:pt x="5197" y="8680"/>
                    <a:pt x="4947" y="8730"/>
                  </a:cubicBezTo>
                  <a:cubicBezTo>
                    <a:pt x="4835" y="8753"/>
                    <a:pt x="4722" y="8764"/>
                    <a:pt x="4609" y="8764"/>
                  </a:cubicBezTo>
                  <a:cubicBezTo>
                    <a:pt x="4382" y="8764"/>
                    <a:pt x="4156" y="8719"/>
                    <a:pt x="3944" y="8630"/>
                  </a:cubicBezTo>
                  <a:cubicBezTo>
                    <a:pt x="3576" y="8480"/>
                    <a:pt x="3259" y="8196"/>
                    <a:pt x="3042" y="7845"/>
                  </a:cubicBezTo>
                  <a:cubicBezTo>
                    <a:pt x="2925" y="7644"/>
                    <a:pt x="2825" y="7444"/>
                    <a:pt x="2691" y="7243"/>
                  </a:cubicBezTo>
                  <a:cubicBezTo>
                    <a:pt x="2557" y="7009"/>
                    <a:pt x="2373" y="6826"/>
                    <a:pt x="2156" y="6692"/>
                  </a:cubicBezTo>
                  <a:cubicBezTo>
                    <a:pt x="1688" y="6408"/>
                    <a:pt x="1087" y="6525"/>
                    <a:pt x="703" y="6157"/>
                  </a:cubicBezTo>
                  <a:cubicBezTo>
                    <a:pt x="285" y="5773"/>
                    <a:pt x="151" y="5188"/>
                    <a:pt x="352" y="4670"/>
                  </a:cubicBezTo>
                  <a:cubicBezTo>
                    <a:pt x="485" y="4420"/>
                    <a:pt x="669" y="4219"/>
                    <a:pt x="903" y="4052"/>
                  </a:cubicBezTo>
                  <a:cubicBezTo>
                    <a:pt x="1120" y="3885"/>
                    <a:pt x="1371" y="3735"/>
                    <a:pt x="1588" y="3551"/>
                  </a:cubicBezTo>
                  <a:cubicBezTo>
                    <a:pt x="1805" y="3367"/>
                    <a:pt x="1972" y="3150"/>
                    <a:pt x="2089" y="2882"/>
                  </a:cubicBezTo>
                  <a:cubicBezTo>
                    <a:pt x="2156" y="2615"/>
                    <a:pt x="2173" y="2348"/>
                    <a:pt x="2123" y="2080"/>
                  </a:cubicBezTo>
                  <a:cubicBezTo>
                    <a:pt x="2089" y="1830"/>
                    <a:pt x="2056" y="1596"/>
                    <a:pt x="2056" y="1345"/>
                  </a:cubicBezTo>
                  <a:cubicBezTo>
                    <a:pt x="2056" y="1128"/>
                    <a:pt x="2106" y="911"/>
                    <a:pt x="2223" y="710"/>
                  </a:cubicBezTo>
                  <a:cubicBezTo>
                    <a:pt x="2457" y="376"/>
                    <a:pt x="2825" y="159"/>
                    <a:pt x="3226" y="109"/>
                  </a:cubicBezTo>
                  <a:cubicBezTo>
                    <a:pt x="3291" y="102"/>
                    <a:pt x="3357" y="99"/>
                    <a:pt x="3424" y="99"/>
                  </a:cubicBezTo>
                  <a:cubicBezTo>
                    <a:pt x="3695" y="99"/>
                    <a:pt x="3970" y="155"/>
                    <a:pt x="4211" y="276"/>
                  </a:cubicBezTo>
                  <a:cubicBezTo>
                    <a:pt x="4429" y="393"/>
                    <a:pt x="4646" y="543"/>
                    <a:pt x="4846" y="710"/>
                  </a:cubicBezTo>
                  <a:cubicBezTo>
                    <a:pt x="5164" y="994"/>
                    <a:pt x="5297" y="1195"/>
                    <a:pt x="5297" y="1195"/>
                  </a:cubicBezTo>
                  <a:cubicBezTo>
                    <a:pt x="5281" y="1128"/>
                    <a:pt x="5247" y="1095"/>
                    <a:pt x="5214" y="1045"/>
                  </a:cubicBezTo>
                  <a:cubicBezTo>
                    <a:pt x="5114" y="911"/>
                    <a:pt x="4997" y="794"/>
                    <a:pt x="4880" y="677"/>
                  </a:cubicBezTo>
                  <a:cubicBezTo>
                    <a:pt x="4696" y="493"/>
                    <a:pt x="4479" y="326"/>
                    <a:pt x="4245" y="209"/>
                  </a:cubicBezTo>
                  <a:cubicBezTo>
                    <a:pt x="3980" y="70"/>
                    <a:pt x="3681" y="0"/>
                    <a:pt x="3385" y="0"/>
                  </a:cubicBezTo>
                  <a:close/>
                </a:path>
              </a:pathLst>
            </a:custGeom>
            <a:grpFill/>
            <a:ln>
              <a:noFill/>
            </a:ln>
          </p:spPr>
          <p:txBody>
            <a:bodyPr spcFirstLastPara="1" wrap="square" lIns="121900" tIns="121900" rIns="121900" bIns="121900" anchor="ctr" anchorCtr="0">
              <a:noAutofit/>
            </a:bodyPr>
            <a:lstStyle/>
            <a:p>
              <a:endParaRPr sz="2400"/>
            </a:p>
          </p:txBody>
        </p:sp>
        <p:sp>
          <p:nvSpPr>
            <p:cNvPr id="571" name="Google Shape;2539;p49"/>
            <p:cNvSpPr/>
            <p:nvPr/>
          </p:nvSpPr>
          <p:spPr>
            <a:xfrm>
              <a:off x="1566762" y="3223062"/>
              <a:ext cx="132426" cy="165661"/>
            </a:xfrm>
            <a:custGeom>
              <a:avLst/>
              <a:gdLst/>
              <a:ahLst/>
              <a:cxnLst/>
              <a:rect l="l" t="t" r="r" b="b"/>
              <a:pathLst>
                <a:path w="4128" h="5164" extrusionOk="0">
                  <a:moveTo>
                    <a:pt x="1" y="0"/>
                  </a:moveTo>
                  <a:cubicBezTo>
                    <a:pt x="1" y="0"/>
                    <a:pt x="1" y="34"/>
                    <a:pt x="17" y="84"/>
                  </a:cubicBezTo>
                  <a:cubicBezTo>
                    <a:pt x="51" y="167"/>
                    <a:pt x="101" y="234"/>
                    <a:pt x="168" y="284"/>
                  </a:cubicBezTo>
                  <a:cubicBezTo>
                    <a:pt x="387" y="474"/>
                    <a:pt x="644" y="575"/>
                    <a:pt x="917" y="575"/>
                  </a:cubicBezTo>
                  <a:cubicBezTo>
                    <a:pt x="957" y="575"/>
                    <a:pt x="997" y="572"/>
                    <a:pt x="1037" y="568"/>
                  </a:cubicBezTo>
                  <a:cubicBezTo>
                    <a:pt x="1438" y="568"/>
                    <a:pt x="1872" y="384"/>
                    <a:pt x="2373" y="368"/>
                  </a:cubicBezTo>
                  <a:cubicBezTo>
                    <a:pt x="2416" y="362"/>
                    <a:pt x="2459" y="359"/>
                    <a:pt x="2502" y="359"/>
                  </a:cubicBezTo>
                  <a:cubicBezTo>
                    <a:pt x="2709" y="359"/>
                    <a:pt x="2912" y="424"/>
                    <a:pt x="3092" y="535"/>
                  </a:cubicBezTo>
                  <a:cubicBezTo>
                    <a:pt x="3292" y="702"/>
                    <a:pt x="3426" y="953"/>
                    <a:pt x="3443" y="1237"/>
                  </a:cubicBezTo>
                  <a:cubicBezTo>
                    <a:pt x="3493" y="1788"/>
                    <a:pt x="3259" y="2323"/>
                    <a:pt x="3225" y="2857"/>
                  </a:cubicBezTo>
                  <a:cubicBezTo>
                    <a:pt x="3209" y="3108"/>
                    <a:pt x="3242" y="3359"/>
                    <a:pt x="3359" y="3576"/>
                  </a:cubicBezTo>
                  <a:cubicBezTo>
                    <a:pt x="3459" y="3760"/>
                    <a:pt x="3593" y="3943"/>
                    <a:pt x="3743" y="4094"/>
                  </a:cubicBezTo>
                  <a:cubicBezTo>
                    <a:pt x="3961" y="4294"/>
                    <a:pt x="4077" y="4578"/>
                    <a:pt x="4061" y="4879"/>
                  </a:cubicBezTo>
                  <a:cubicBezTo>
                    <a:pt x="4027" y="4979"/>
                    <a:pt x="3977" y="5080"/>
                    <a:pt x="3910" y="5163"/>
                  </a:cubicBezTo>
                  <a:cubicBezTo>
                    <a:pt x="3910" y="5163"/>
                    <a:pt x="4044" y="5113"/>
                    <a:pt x="4111" y="4896"/>
                  </a:cubicBezTo>
                  <a:cubicBezTo>
                    <a:pt x="4128" y="4762"/>
                    <a:pt x="4128" y="4612"/>
                    <a:pt x="4094" y="4495"/>
                  </a:cubicBezTo>
                  <a:cubicBezTo>
                    <a:pt x="4027" y="4311"/>
                    <a:pt x="3944" y="4161"/>
                    <a:pt x="3810" y="4027"/>
                  </a:cubicBezTo>
                  <a:cubicBezTo>
                    <a:pt x="3676" y="3877"/>
                    <a:pt x="3559" y="3709"/>
                    <a:pt x="3459" y="3526"/>
                  </a:cubicBezTo>
                  <a:cubicBezTo>
                    <a:pt x="3359" y="3325"/>
                    <a:pt x="3326" y="3091"/>
                    <a:pt x="3359" y="2857"/>
                  </a:cubicBezTo>
                  <a:cubicBezTo>
                    <a:pt x="3376" y="2373"/>
                    <a:pt x="3626" y="1838"/>
                    <a:pt x="3576" y="1220"/>
                  </a:cubicBezTo>
                  <a:cubicBezTo>
                    <a:pt x="3559" y="902"/>
                    <a:pt x="3409" y="618"/>
                    <a:pt x="3158" y="435"/>
                  </a:cubicBezTo>
                  <a:cubicBezTo>
                    <a:pt x="2959" y="306"/>
                    <a:pt x="2723" y="227"/>
                    <a:pt x="2482" y="227"/>
                  </a:cubicBezTo>
                  <a:cubicBezTo>
                    <a:pt x="2440" y="227"/>
                    <a:pt x="2398" y="229"/>
                    <a:pt x="2356" y="234"/>
                  </a:cubicBezTo>
                  <a:cubicBezTo>
                    <a:pt x="1839" y="268"/>
                    <a:pt x="1404" y="451"/>
                    <a:pt x="1037" y="468"/>
                  </a:cubicBezTo>
                  <a:cubicBezTo>
                    <a:pt x="987" y="474"/>
                    <a:pt x="938" y="476"/>
                    <a:pt x="890" y="476"/>
                  </a:cubicBezTo>
                  <a:cubicBezTo>
                    <a:pt x="643" y="476"/>
                    <a:pt x="410" y="404"/>
                    <a:pt x="201" y="251"/>
                  </a:cubicBezTo>
                  <a:cubicBezTo>
                    <a:pt x="134" y="167"/>
                    <a:pt x="51" y="84"/>
                    <a:pt x="1" y="0"/>
                  </a:cubicBezTo>
                  <a:close/>
                </a:path>
              </a:pathLst>
            </a:custGeom>
            <a:grpFill/>
            <a:ln>
              <a:noFill/>
            </a:ln>
          </p:spPr>
          <p:txBody>
            <a:bodyPr spcFirstLastPara="1" wrap="square" lIns="121900" tIns="121900" rIns="121900" bIns="121900" anchor="ctr" anchorCtr="0">
              <a:noAutofit/>
            </a:bodyPr>
            <a:lstStyle/>
            <a:p>
              <a:endParaRPr sz="2400"/>
            </a:p>
          </p:txBody>
        </p:sp>
        <p:sp>
          <p:nvSpPr>
            <p:cNvPr id="572" name="Google Shape;2543;p49"/>
            <p:cNvSpPr/>
            <p:nvPr/>
          </p:nvSpPr>
          <p:spPr>
            <a:xfrm>
              <a:off x="1774737" y="4630203"/>
              <a:ext cx="54696" cy="38496"/>
            </a:xfrm>
            <a:custGeom>
              <a:avLst/>
              <a:gdLst/>
              <a:ahLst/>
              <a:cxnLst/>
              <a:rect l="l" t="t" r="r" b="b"/>
              <a:pathLst>
                <a:path w="1705" h="1200" extrusionOk="0">
                  <a:moveTo>
                    <a:pt x="194" y="0"/>
                  </a:moveTo>
                  <a:cubicBezTo>
                    <a:pt x="129" y="0"/>
                    <a:pt x="65" y="5"/>
                    <a:pt x="0" y="13"/>
                  </a:cubicBezTo>
                  <a:lnTo>
                    <a:pt x="34" y="1199"/>
                  </a:lnTo>
                  <a:lnTo>
                    <a:pt x="1704" y="1183"/>
                  </a:lnTo>
                  <a:cubicBezTo>
                    <a:pt x="1621" y="815"/>
                    <a:pt x="1387" y="498"/>
                    <a:pt x="1086" y="297"/>
                  </a:cubicBezTo>
                  <a:cubicBezTo>
                    <a:pt x="822" y="103"/>
                    <a:pt x="512" y="0"/>
                    <a:pt x="194" y="0"/>
                  </a:cubicBezTo>
                  <a:close/>
                </a:path>
              </a:pathLst>
            </a:custGeom>
            <a:grpFill/>
            <a:ln>
              <a:noFill/>
            </a:ln>
          </p:spPr>
          <p:txBody>
            <a:bodyPr spcFirstLastPara="1" wrap="square" lIns="121900" tIns="121900" rIns="121900" bIns="121900" anchor="ctr" anchorCtr="0">
              <a:noAutofit/>
            </a:bodyPr>
            <a:lstStyle/>
            <a:p>
              <a:endParaRPr sz="2400"/>
            </a:p>
          </p:txBody>
        </p:sp>
        <p:sp>
          <p:nvSpPr>
            <p:cNvPr id="573" name="Google Shape;2549;p49"/>
            <p:cNvSpPr/>
            <p:nvPr/>
          </p:nvSpPr>
          <p:spPr>
            <a:xfrm>
              <a:off x="1908190" y="4627669"/>
              <a:ext cx="15591" cy="1572"/>
            </a:xfrm>
            <a:custGeom>
              <a:avLst/>
              <a:gdLst/>
              <a:ahLst/>
              <a:cxnLst/>
              <a:rect l="l" t="t" r="r" b="b"/>
              <a:pathLst>
                <a:path w="486" h="49" extrusionOk="0">
                  <a:moveTo>
                    <a:pt x="237" y="0"/>
                  </a:moveTo>
                  <a:cubicBezTo>
                    <a:pt x="155" y="0"/>
                    <a:pt x="76" y="9"/>
                    <a:pt x="1" y="25"/>
                  </a:cubicBezTo>
                  <a:cubicBezTo>
                    <a:pt x="60" y="37"/>
                    <a:pt x="119" y="49"/>
                    <a:pt x="172" y="49"/>
                  </a:cubicBezTo>
                  <a:cubicBezTo>
                    <a:pt x="194" y="49"/>
                    <a:pt x="215" y="47"/>
                    <a:pt x="234" y="42"/>
                  </a:cubicBezTo>
                  <a:cubicBezTo>
                    <a:pt x="259" y="47"/>
                    <a:pt x="283" y="49"/>
                    <a:pt x="308" y="49"/>
                  </a:cubicBezTo>
                  <a:cubicBezTo>
                    <a:pt x="367" y="49"/>
                    <a:pt x="426" y="37"/>
                    <a:pt x="485" y="25"/>
                  </a:cubicBezTo>
                  <a:cubicBezTo>
                    <a:pt x="402" y="9"/>
                    <a:pt x="318" y="0"/>
                    <a:pt x="237" y="0"/>
                  </a:cubicBezTo>
                  <a:close/>
                </a:path>
              </a:pathLst>
            </a:custGeom>
            <a:grpFill/>
            <a:ln>
              <a:noFill/>
            </a:ln>
          </p:spPr>
          <p:txBody>
            <a:bodyPr spcFirstLastPara="1" wrap="square" lIns="121900" tIns="121900" rIns="121900" bIns="121900" anchor="ctr" anchorCtr="0">
              <a:noAutofit/>
            </a:bodyPr>
            <a:lstStyle/>
            <a:p>
              <a:endParaRPr sz="2400"/>
            </a:p>
          </p:txBody>
        </p:sp>
        <p:sp>
          <p:nvSpPr>
            <p:cNvPr id="574" name="Google Shape;2550;p49"/>
            <p:cNvSpPr/>
            <p:nvPr/>
          </p:nvSpPr>
          <p:spPr>
            <a:xfrm>
              <a:off x="1905495" y="4619360"/>
              <a:ext cx="17195" cy="2374"/>
            </a:xfrm>
            <a:custGeom>
              <a:avLst/>
              <a:gdLst/>
              <a:ahLst/>
              <a:cxnLst/>
              <a:rect l="l" t="t" r="r" b="b"/>
              <a:pathLst>
                <a:path w="536" h="74" extrusionOk="0">
                  <a:moveTo>
                    <a:pt x="1" y="0"/>
                  </a:moveTo>
                  <a:cubicBezTo>
                    <a:pt x="85" y="50"/>
                    <a:pt x="168" y="67"/>
                    <a:pt x="268" y="67"/>
                  </a:cubicBezTo>
                  <a:cubicBezTo>
                    <a:pt x="289" y="71"/>
                    <a:pt x="311" y="73"/>
                    <a:pt x="334" y="73"/>
                  </a:cubicBezTo>
                  <a:cubicBezTo>
                    <a:pt x="401" y="73"/>
                    <a:pt x="473" y="55"/>
                    <a:pt x="536" y="17"/>
                  </a:cubicBezTo>
                  <a:lnTo>
                    <a:pt x="268" y="17"/>
                  </a:lnTo>
                  <a:cubicBezTo>
                    <a:pt x="185" y="0"/>
                    <a:pt x="85" y="0"/>
                    <a:pt x="1" y="0"/>
                  </a:cubicBezTo>
                  <a:close/>
                </a:path>
              </a:pathLst>
            </a:custGeom>
            <a:grpFill/>
            <a:ln>
              <a:noFill/>
            </a:ln>
          </p:spPr>
          <p:txBody>
            <a:bodyPr spcFirstLastPara="1" wrap="square" lIns="121900" tIns="121900" rIns="121900" bIns="121900" anchor="ctr" anchorCtr="0">
              <a:noAutofit/>
            </a:bodyPr>
            <a:lstStyle/>
            <a:p>
              <a:endParaRPr sz="2400"/>
            </a:p>
          </p:txBody>
        </p:sp>
        <p:sp>
          <p:nvSpPr>
            <p:cNvPr id="575" name="Google Shape;2557;p49"/>
            <p:cNvSpPr/>
            <p:nvPr/>
          </p:nvSpPr>
          <p:spPr>
            <a:xfrm>
              <a:off x="1791354" y="4636587"/>
              <a:ext cx="8597" cy="3304"/>
            </a:xfrm>
            <a:custGeom>
              <a:avLst/>
              <a:gdLst/>
              <a:ahLst/>
              <a:cxnLst/>
              <a:rect l="l" t="t" r="r" b="b"/>
              <a:pathLst>
                <a:path w="268" h="103" extrusionOk="0">
                  <a:moveTo>
                    <a:pt x="79" y="0"/>
                  </a:moveTo>
                  <a:cubicBezTo>
                    <a:pt x="32" y="0"/>
                    <a:pt x="0" y="20"/>
                    <a:pt x="0" y="31"/>
                  </a:cubicBezTo>
                  <a:cubicBezTo>
                    <a:pt x="0" y="31"/>
                    <a:pt x="67" y="31"/>
                    <a:pt x="134" y="65"/>
                  </a:cubicBezTo>
                  <a:cubicBezTo>
                    <a:pt x="188" y="78"/>
                    <a:pt x="231" y="103"/>
                    <a:pt x="254" y="103"/>
                  </a:cubicBezTo>
                  <a:cubicBezTo>
                    <a:pt x="260" y="103"/>
                    <a:pt x="264" y="101"/>
                    <a:pt x="267" y="98"/>
                  </a:cubicBezTo>
                  <a:cubicBezTo>
                    <a:pt x="267" y="81"/>
                    <a:pt x="234" y="31"/>
                    <a:pt x="150" y="15"/>
                  </a:cubicBezTo>
                  <a:cubicBezTo>
                    <a:pt x="125" y="4"/>
                    <a:pt x="100" y="0"/>
                    <a:pt x="79" y="0"/>
                  </a:cubicBezTo>
                  <a:close/>
                </a:path>
              </a:pathLst>
            </a:custGeom>
            <a:grpFill/>
            <a:ln>
              <a:noFill/>
            </a:ln>
          </p:spPr>
          <p:txBody>
            <a:bodyPr spcFirstLastPara="1" wrap="square" lIns="121900" tIns="121900" rIns="121900" bIns="121900" anchor="ctr" anchorCtr="0">
              <a:noAutofit/>
            </a:bodyPr>
            <a:lstStyle/>
            <a:p>
              <a:endParaRPr sz="2400"/>
            </a:p>
          </p:txBody>
        </p:sp>
        <p:sp>
          <p:nvSpPr>
            <p:cNvPr id="576" name="Google Shape;2558;p49"/>
            <p:cNvSpPr/>
            <p:nvPr/>
          </p:nvSpPr>
          <p:spPr>
            <a:xfrm>
              <a:off x="1780094" y="4634502"/>
              <a:ext cx="4844" cy="2438"/>
            </a:xfrm>
            <a:custGeom>
              <a:avLst/>
              <a:gdLst/>
              <a:ahLst/>
              <a:cxnLst/>
              <a:rect l="l" t="t" r="r" b="b"/>
              <a:pathLst>
                <a:path w="151" h="76" extrusionOk="0">
                  <a:moveTo>
                    <a:pt x="29" y="0"/>
                  </a:moveTo>
                  <a:cubicBezTo>
                    <a:pt x="13" y="0"/>
                    <a:pt x="0" y="4"/>
                    <a:pt x="0" y="13"/>
                  </a:cubicBezTo>
                  <a:cubicBezTo>
                    <a:pt x="0" y="29"/>
                    <a:pt x="34" y="46"/>
                    <a:pt x="67" y="63"/>
                  </a:cubicBezTo>
                  <a:cubicBezTo>
                    <a:pt x="84" y="71"/>
                    <a:pt x="100" y="75"/>
                    <a:pt x="115" y="75"/>
                  </a:cubicBezTo>
                  <a:cubicBezTo>
                    <a:pt x="130" y="75"/>
                    <a:pt x="142" y="71"/>
                    <a:pt x="151" y="63"/>
                  </a:cubicBezTo>
                  <a:cubicBezTo>
                    <a:pt x="151" y="46"/>
                    <a:pt x="117" y="29"/>
                    <a:pt x="84" y="13"/>
                  </a:cubicBezTo>
                  <a:cubicBezTo>
                    <a:pt x="67" y="4"/>
                    <a:pt x="46" y="0"/>
                    <a:pt x="29" y="0"/>
                  </a:cubicBezTo>
                  <a:close/>
                </a:path>
              </a:pathLst>
            </a:custGeom>
            <a:grpFill/>
            <a:ln>
              <a:noFill/>
            </a:ln>
          </p:spPr>
          <p:txBody>
            <a:bodyPr spcFirstLastPara="1" wrap="square" lIns="121900" tIns="121900" rIns="121900" bIns="121900" anchor="ctr" anchorCtr="0">
              <a:noAutofit/>
            </a:bodyPr>
            <a:lstStyle/>
            <a:p>
              <a:endParaRPr sz="2400"/>
            </a:p>
          </p:txBody>
        </p:sp>
      </p:grpSp>
    </p:spTree>
    <p:extLst>
      <p:ext uri="{BB962C8B-B14F-4D97-AF65-F5344CB8AC3E}">
        <p14:creationId xmlns:p14="http://schemas.microsoft.com/office/powerpoint/2010/main" val="27187617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3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el 1"/>
          <p:cNvSpPr>
            <a:spLocks noGrp="1"/>
          </p:cNvSpPr>
          <p:nvPr>
            <p:ph type="title"/>
          </p:nvPr>
        </p:nvSpPr>
        <p:spPr/>
        <p:txBody>
          <a:bodyPr/>
          <a:lstStyle/>
          <a:p>
            <a:r>
              <a:rPr lang="fr-FR" dirty="0">
                <a:latin typeface="Josefin Sans" panose="020B0604020202020204" charset="0"/>
                <a:cs typeface="Arial" pitchFamily="2"/>
              </a:rPr>
              <a:t>DISCUSSION: </a:t>
            </a:r>
            <a:br>
              <a:rPr lang="fr-FR" dirty="0">
                <a:latin typeface="Josefin Sans" panose="020B0604020202020204" charset="0"/>
                <a:cs typeface="Arial" pitchFamily="2"/>
              </a:rPr>
            </a:br>
            <a:r>
              <a:rPr lang="fr-FR" b="0" dirty="0">
                <a:latin typeface="Josefin Sans" panose="020B0604020202020204" charset="0"/>
                <a:cs typeface="Arial" pitchFamily="2"/>
              </a:rPr>
              <a:t>Exploiting Bootstrapping Opportunities</a:t>
            </a:r>
            <a:endParaRPr lang="fr-FR" b="0" noProof="0" dirty="0">
              <a:latin typeface="Josefin Sans" panose="020B0604020202020204" charset="0"/>
            </a:endParaRPr>
          </a:p>
        </p:txBody>
      </p:sp>
      <p:sp>
        <p:nvSpPr>
          <p:cNvPr id="113667" name="Inhaltsplatzhalter 2"/>
          <p:cNvSpPr>
            <a:spLocks noGrp="1"/>
          </p:cNvSpPr>
          <p:nvPr>
            <p:ph idx="1"/>
          </p:nvPr>
        </p:nvSpPr>
        <p:spPr>
          <a:xfrm>
            <a:off x="1301579" y="2042984"/>
            <a:ext cx="10474821" cy="4048849"/>
          </a:xfrm>
        </p:spPr>
        <p:txBody>
          <a:bodyPr>
            <a:normAutofit fontScale="92500" lnSpcReduction="10000"/>
          </a:bodyPr>
          <a:lstStyle/>
          <a:p>
            <a:pPr marL="0" lvl="1" indent="0">
              <a:buNone/>
              <a:tabLst>
                <a:tab pos="742665" algn="l"/>
                <a:tab pos="898183" algn="l"/>
                <a:tab pos="1347444" algn="l"/>
                <a:tab pos="1796714" algn="l"/>
                <a:tab pos="2245984" algn="l"/>
                <a:tab pos="2694898" algn="l"/>
                <a:tab pos="3144168" algn="l"/>
                <a:tab pos="3593429" algn="l"/>
                <a:tab pos="4042698" algn="l"/>
                <a:tab pos="4491969" algn="l"/>
                <a:tab pos="4941239" algn="l"/>
                <a:tab pos="5390508" algn="l"/>
                <a:tab pos="5839779" algn="l"/>
                <a:tab pos="6289049" algn="l"/>
                <a:tab pos="6738310" algn="l"/>
                <a:tab pos="7187579" algn="l"/>
                <a:tab pos="7636850" algn="l"/>
                <a:tab pos="8086121" algn="l"/>
                <a:tab pos="8535389" algn="l"/>
                <a:tab pos="8984659" algn="l"/>
                <a:tab pos="9433931" algn="l"/>
              </a:tabLst>
              <a:defRPr/>
            </a:pPr>
            <a:r>
              <a:rPr lang="fr-FR" sz="2133" dirty="0">
                <a:cs typeface="Arial" pitchFamily="34" charset="0"/>
              </a:rPr>
              <a:t>Let's think about other possibilities to meet the needs of a business without being dependent on external finance over the long term</a:t>
            </a:r>
            <a:endParaRPr lang="fr-FR" sz="2000" dirty="0">
              <a:cs typeface="Arial" pitchFamily="34" charset="0"/>
            </a:endParaRPr>
          </a:p>
          <a:p>
            <a:pPr marL="0" lvl="1" indent="0">
              <a:buNone/>
              <a:tabLst>
                <a:tab pos="742665" algn="l"/>
                <a:tab pos="898183" algn="l"/>
                <a:tab pos="1347444" algn="l"/>
                <a:tab pos="1796714" algn="l"/>
                <a:tab pos="2245984" algn="l"/>
                <a:tab pos="2694898" algn="l"/>
                <a:tab pos="3144168" algn="l"/>
                <a:tab pos="3593429" algn="l"/>
                <a:tab pos="4042698" algn="l"/>
                <a:tab pos="4491969" algn="l"/>
                <a:tab pos="4941239" algn="l"/>
                <a:tab pos="5390508" algn="l"/>
                <a:tab pos="5839779" algn="l"/>
                <a:tab pos="6289049" algn="l"/>
                <a:tab pos="6738310" algn="l"/>
                <a:tab pos="7187579" algn="l"/>
                <a:tab pos="7636850" algn="l"/>
                <a:tab pos="8086121" algn="l"/>
                <a:tab pos="8535389" algn="l"/>
                <a:tab pos="8984659" algn="l"/>
                <a:tab pos="9433931" algn="l"/>
              </a:tabLst>
              <a:defRPr/>
            </a:pPr>
            <a:r>
              <a:rPr lang="fr-FR" sz="2000" dirty="0" err="1">
                <a:cs typeface="Arial" pitchFamily="34" charset="0"/>
              </a:rPr>
              <a:t>Brainstorm</a:t>
            </a:r>
            <a:r>
              <a:rPr lang="fr-FR" sz="2000" dirty="0">
                <a:cs typeface="Arial" pitchFamily="34" charset="0"/>
              </a:rPr>
              <a:t> </a:t>
            </a:r>
            <a:r>
              <a:rPr lang="fr-FR" sz="2000" dirty="0" err="1">
                <a:cs typeface="Arial" pitchFamily="34" charset="0"/>
              </a:rPr>
              <a:t>further</a:t>
            </a:r>
            <a:r>
              <a:rPr lang="fr-FR" sz="2000" dirty="0">
                <a:cs typeface="Arial" pitchFamily="34" charset="0"/>
              </a:rPr>
              <a:t> </a:t>
            </a:r>
            <a:r>
              <a:rPr lang="fr-FR" sz="2000" dirty="0" err="1">
                <a:cs typeface="Arial" pitchFamily="34" charset="0"/>
              </a:rPr>
              <a:t>possibilities</a:t>
            </a:r>
            <a:endParaRPr lang="fr-FR" sz="2000" dirty="0">
              <a:cs typeface="Arial" pitchFamily="34" charset="0"/>
            </a:endParaRPr>
          </a:p>
          <a:p>
            <a:pPr marL="463539" lvl="1" indent="-380990">
              <a:spcBef>
                <a:spcPts val="600"/>
              </a:spcBef>
              <a:buClr>
                <a:schemeClr val="accent3"/>
              </a:buClr>
              <a:buSzPct val="80000"/>
              <a:buFont typeface="Symbol" panose="05050102010706020507" pitchFamily="18" charset="2"/>
              <a:buChar char="-"/>
            </a:pPr>
            <a:r>
              <a:rPr lang="fr-FR" sz="2000" dirty="0">
                <a:cs typeface="Arial" pitchFamily="34" charset="0"/>
              </a:rPr>
              <a:t>...</a:t>
            </a:r>
          </a:p>
          <a:p>
            <a:pPr marL="463539" lvl="1" indent="-380990">
              <a:spcBef>
                <a:spcPts val="600"/>
              </a:spcBef>
              <a:buClr>
                <a:schemeClr val="accent3"/>
              </a:buClr>
              <a:buSzPct val="80000"/>
              <a:buFont typeface="Symbol" panose="05050102010706020507" pitchFamily="18" charset="2"/>
              <a:buChar char="-"/>
            </a:pPr>
            <a:r>
              <a:rPr lang="fr-FR" sz="2000" dirty="0">
                <a:cs typeface="Arial" pitchFamily="34" charset="0"/>
              </a:rPr>
              <a:t>...</a:t>
            </a:r>
          </a:p>
          <a:p>
            <a:pPr marL="463539" lvl="1" indent="-380990">
              <a:spcBef>
                <a:spcPts val="600"/>
              </a:spcBef>
              <a:buClr>
                <a:schemeClr val="accent3"/>
              </a:buClr>
              <a:buSzPct val="80000"/>
              <a:buFont typeface="Symbol" panose="05050102010706020507" pitchFamily="18" charset="2"/>
              <a:buChar char="-"/>
            </a:pPr>
            <a:r>
              <a:rPr lang="fr-FR" sz="2000" dirty="0">
                <a:cs typeface="Arial" pitchFamily="34" charset="0"/>
              </a:rPr>
              <a:t>...</a:t>
            </a:r>
          </a:p>
          <a:p>
            <a:pPr marL="463539" lvl="1" indent="-380990">
              <a:spcBef>
                <a:spcPts val="600"/>
              </a:spcBef>
              <a:buClr>
                <a:schemeClr val="accent3"/>
              </a:buClr>
              <a:buSzPct val="80000"/>
              <a:buFont typeface="Symbol" panose="05050102010706020507" pitchFamily="18" charset="2"/>
              <a:buChar char="-"/>
            </a:pPr>
            <a:r>
              <a:rPr lang="fr-FR" sz="2000" dirty="0">
                <a:cs typeface="Arial" pitchFamily="34" charset="0"/>
              </a:rPr>
              <a:t>...</a:t>
            </a:r>
          </a:p>
          <a:p>
            <a:pPr marL="463539" lvl="1" indent="-380990">
              <a:spcBef>
                <a:spcPts val="600"/>
              </a:spcBef>
              <a:buClr>
                <a:schemeClr val="accent3"/>
              </a:buClr>
              <a:buSzPct val="80000"/>
              <a:buFont typeface="Symbol" panose="05050102010706020507" pitchFamily="18" charset="2"/>
              <a:buChar char="-"/>
            </a:pPr>
            <a:endParaRPr lang="fr-FR" sz="2000" dirty="0">
              <a:cs typeface="Arial" pitchFamily="34" charset="0"/>
            </a:endParaRPr>
          </a:p>
          <a:p>
            <a:pPr marL="463539" lvl="1" indent="-380990">
              <a:spcBef>
                <a:spcPts val="600"/>
              </a:spcBef>
              <a:buClr>
                <a:schemeClr val="accent3"/>
              </a:buClr>
              <a:buSzPct val="80000"/>
              <a:buFont typeface="Symbol" panose="05050102010706020507" pitchFamily="18" charset="2"/>
              <a:buChar char="-"/>
            </a:pPr>
            <a:endParaRPr lang="fr-FR" sz="2000" dirty="0">
              <a:cs typeface="Arial" pitchFamily="34" charset="0"/>
            </a:endParaRPr>
          </a:p>
          <a:p>
            <a:pPr marL="463539" lvl="1" indent="-380990">
              <a:spcBef>
                <a:spcPts val="600"/>
              </a:spcBef>
              <a:buClr>
                <a:schemeClr val="accent3"/>
              </a:buClr>
              <a:buSzPct val="80000"/>
              <a:buFont typeface="Symbol" panose="05050102010706020507" pitchFamily="18" charset="2"/>
              <a:buChar char="-"/>
            </a:pPr>
            <a:endParaRPr lang="fr-FR" sz="2000" dirty="0">
              <a:cs typeface="Arial" pitchFamily="34" charset="0"/>
            </a:endParaRPr>
          </a:p>
          <a:p>
            <a:pPr marL="463539" lvl="1" indent="-380990">
              <a:spcBef>
                <a:spcPts val="600"/>
              </a:spcBef>
              <a:buClr>
                <a:schemeClr val="accent3"/>
              </a:buClr>
              <a:buSzPct val="80000"/>
              <a:buFont typeface="Symbol" panose="05050102010706020507" pitchFamily="18" charset="2"/>
              <a:buChar char="-"/>
            </a:pPr>
            <a:endParaRPr lang="fr-FR" sz="2000" dirty="0">
              <a:cs typeface="Arial" pitchFamily="34" charset="0"/>
            </a:endParaRPr>
          </a:p>
          <a:p>
            <a:pPr marL="463539" lvl="1" indent="-380990">
              <a:spcBef>
                <a:spcPts val="600"/>
              </a:spcBef>
              <a:buClr>
                <a:schemeClr val="accent3"/>
              </a:buClr>
              <a:buSzPct val="80000"/>
              <a:buFont typeface="Symbol" panose="05050102010706020507" pitchFamily="18" charset="2"/>
              <a:buChar char="-"/>
            </a:pPr>
            <a:endParaRPr lang="fr-FR" sz="2000" dirty="0">
              <a:cs typeface="Arial" pitchFamily="34" charset="0"/>
            </a:endParaRPr>
          </a:p>
          <a:p>
            <a:pPr marL="463539" lvl="1" indent="-380990">
              <a:spcBef>
                <a:spcPts val="600"/>
              </a:spcBef>
              <a:buClr>
                <a:schemeClr val="accent3"/>
              </a:buClr>
              <a:buSzPct val="80000"/>
              <a:buFont typeface="Symbol" panose="05050102010706020507" pitchFamily="18" charset="2"/>
              <a:buChar char="-"/>
            </a:pPr>
            <a:r>
              <a:rPr lang="fr-FR" sz="2000" dirty="0">
                <a:cs typeface="Arial" pitchFamily="34" charset="0"/>
              </a:rPr>
              <a:t>Remember Paul was a Tentmaker</a:t>
            </a:r>
          </a:p>
        </p:txBody>
      </p:sp>
      <p:grpSp>
        <p:nvGrpSpPr>
          <p:cNvPr id="14" name="Google Shape;9266;p64"/>
          <p:cNvGrpSpPr/>
          <p:nvPr/>
        </p:nvGrpSpPr>
        <p:grpSpPr>
          <a:xfrm>
            <a:off x="10160475" y="187972"/>
            <a:ext cx="922960" cy="787195"/>
            <a:chOff x="7390435" y="3680868"/>
            <a:chExt cx="372073" cy="355243"/>
          </a:xfrm>
          <a:solidFill>
            <a:schemeClr val="tx1"/>
          </a:solidFill>
        </p:grpSpPr>
        <p:sp>
          <p:nvSpPr>
            <p:cNvPr id="15"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16"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17"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18"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19"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20"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pic>
        <p:nvPicPr>
          <p:cNvPr id="21" name="Grafik 20"/>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0974246" y="67263"/>
            <a:ext cx="1213881" cy="950928"/>
          </a:xfrm>
          <a:prstGeom prst="rect">
            <a:avLst/>
          </a:prstGeom>
        </p:spPr>
      </p:pic>
      <p:pic>
        <p:nvPicPr>
          <p:cNvPr id="2" name="Grafik 1"/>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139011" y="3747436"/>
            <a:ext cx="2835235" cy="2451235"/>
          </a:xfrm>
          <a:prstGeom prst="rect">
            <a:avLst/>
          </a:prstGeom>
        </p:spPr>
      </p:pic>
    </p:spTree>
    <p:extLst>
      <p:ext uri="{BB962C8B-B14F-4D97-AF65-F5344CB8AC3E}">
        <p14:creationId xmlns:p14="http://schemas.microsoft.com/office/powerpoint/2010/main" val="33722587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hteck 13"/>
          <p:cNvSpPr/>
          <p:nvPr/>
        </p:nvSpPr>
        <p:spPr>
          <a:xfrm>
            <a:off x="663832" y="2264227"/>
            <a:ext cx="10764225" cy="2464292"/>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spcAft>
                <a:spcPts val="800"/>
              </a:spcAft>
              <a:buClr>
                <a:schemeClr val="accent3"/>
              </a:buClr>
              <a:buFont typeface="Symbol" panose="05050102010706020507" pitchFamily="18" charset="2"/>
              <a:buChar char="-"/>
            </a:pPr>
            <a:endParaRPr lang="fr-FR" sz="2400" dirty="0"/>
          </a:p>
        </p:txBody>
      </p:sp>
      <p:sp>
        <p:nvSpPr>
          <p:cNvPr id="15" name="Google Shape;480;p42"/>
          <p:cNvSpPr/>
          <p:nvPr/>
        </p:nvSpPr>
        <p:spPr>
          <a:xfrm>
            <a:off x="2331029" y="2550434"/>
            <a:ext cx="232724" cy="158588"/>
          </a:xfrm>
          <a:prstGeom prst="ellipse">
            <a:avLst/>
          </a:prstGeom>
          <a:solidFill>
            <a:schemeClr val="lt2"/>
          </a:solidFill>
          <a:ln>
            <a:noFill/>
          </a:ln>
        </p:spPr>
        <p:txBody>
          <a:bodyPr spcFirstLastPara="1" wrap="square" lIns="121900" tIns="121900" rIns="121900" bIns="121900" anchor="ctr" anchorCtr="0">
            <a:noAutofit/>
          </a:bodyPr>
          <a:lstStyle/>
          <a:p>
            <a:endParaRPr sz="2400"/>
          </a:p>
        </p:txBody>
      </p:sp>
      <p:sp>
        <p:nvSpPr>
          <p:cNvPr id="16" name="Google Shape;496;p42"/>
          <p:cNvSpPr txBox="1">
            <a:spLocks/>
          </p:cNvSpPr>
          <p:nvPr/>
        </p:nvSpPr>
        <p:spPr>
          <a:xfrm>
            <a:off x="864631" y="2504536"/>
            <a:ext cx="10454731" cy="346064"/>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1000"/>
              </a:spcAft>
              <a:buClr>
                <a:schemeClr val="accent3"/>
              </a:buClr>
            </a:pPr>
            <a:r>
              <a:rPr lang="fr-FR" sz="1867" dirty="0"/>
              <a:t>Self-</a:t>
            </a:r>
            <a:r>
              <a:rPr lang="fr-FR" sz="1867" dirty="0" err="1"/>
              <a:t>Starting</a:t>
            </a:r>
            <a:endParaRPr lang="fr-FR" sz="1867" b="0" dirty="0"/>
          </a:p>
        </p:txBody>
      </p:sp>
      <p:sp>
        <p:nvSpPr>
          <p:cNvPr id="17" name="Google Shape;497;p42"/>
          <p:cNvSpPr txBox="1">
            <a:spLocks/>
          </p:cNvSpPr>
          <p:nvPr/>
        </p:nvSpPr>
        <p:spPr>
          <a:xfrm>
            <a:off x="1589664" y="2777161"/>
            <a:ext cx="9832125" cy="655555"/>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600"/>
              </a:spcAft>
              <a:buClr>
                <a:schemeClr val="accent3"/>
              </a:buClr>
            </a:pPr>
            <a:r>
              <a:rPr lang="fr-FR" sz="1867" b="0" dirty="0"/>
              <a:t>Look for unconventional sources of funding, identify more than one source</a:t>
            </a:r>
          </a:p>
        </p:txBody>
      </p:sp>
      <p:cxnSp>
        <p:nvCxnSpPr>
          <p:cNvPr id="20" name="Google Shape;472;p42"/>
          <p:cNvCxnSpPr/>
          <p:nvPr/>
        </p:nvCxnSpPr>
        <p:spPr>
          <a:xfrm>
            <a:off x="887213" y="2745991"/>
            <a:ext cx="9997441" cy="24171"/>
          </a:xfrm>
          <a:prstGeom prst="straightConnector1">
            <a:avLst/>
          </a:prstGeom>
          <a:noFill/>
          <a:ln w="19050" cap="flat" cmpd="sng">
            <a:solidFill>
              <a:srgbClr val="666666"/>
            </a:solidFill>
            <a:prstDash val="solid"/>
            <a:round/>
            <a:headEnd type="none" w="med" len="med"/>
            <a:tailEnd type="none" w="med" len="med"/>
          </a:ln>
        </p:spPr>
      </p:cxnSp>
      <p:pic>
        <p:nvPicPr>
          <p:cNvPr id="21" name="Grafik 20"/>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98131" y="2822856"/>
            <a:ext cx="534875" cy="463848"/>
          </a:xfrm>
          <a:prstGeom prst="rect">
            <a:avLst/>
          </a:prstGeom>
        </p:spPr>
      </p:pic>
      <p:cxnSp>
        <p:nvCxnSpPr>
          <p:cNvPr id="34" name="Google Shape;472;p42"/>
          <p:cNvCxnSpPr/>
          <p:nvPr/>
        </p:nvCxnSpPr>
        <p:spPr>
          <a:xfrm>
            <a:off x="887213" y="3343033"/>
            <a:ext cx="9997441" cy="24171"/>
          </a:xfrm>
          <a:prstGeom prst="straightConnector1">
            <a:avLst/>
          </a:prstGeom>
          <a:noFill/>
          <a:ln w="19050" cap="flat" cmpd="sng">
            <a:solidFill>
              <a:srgbClr val="666666"/>
            </a:solidFill>
            <a:prstDash val="solid"/>
            <a:round/>
            <a:headEnd type="none" w="med" len="med"/>
            <a:tailEnd type="none" w="med" len="med"/>
          </a:ln>
        </p:spPr>
      </p:cxnSp>
      <p:pic>
        <p:nvPicPr>
          <p:cNvPr id="35" name="Grafik 3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98131" y="3394363"/>
            <a:ext cx="534875" cy="463848"/>
          </a:xfrm>
          <a:prstGeom prst="rect">
            <a:avLst/>
          </a:prstGeom>
        </p:spPr>
      </p:pic>
      <p:cxnSp>
        <p:nvCxnSpPr>
          <p:cNvPr id="37" name="Google Shape;472;p42"/>
          <p:cNvCxnSpPr/>
          <p:nvPr/>
        </p:nvCxnSpPr>
        <p:spPr>
          <a:xfrm>
            <a:off x="935509" y="3902212"/>
            <a:ext cx="9997441" cy="24171"/>
          </a:xfrm>
          <a:prstGeom prst="straightConnector1">
            <a:avLst/>
          </a:prstGeom>
          <a:noFill/>
          <a:ln w="19050" cap="flat" cmpd="sng">
            <a:solidFill>
              <a:srgbClr val="666666"/>
            </a:solidFill>
            <a:prstDash val="solid"/>
            <a:round/>
            <a:headEnd type="none" w="med" len="med"/>
            <a:tailEnd type="none" w="med" len="med"/>
          </a:ln>
        </p:spPr>
      </p:cxnSp>
      <p:sp>
        <p:nvSpPr>
          <p:cNvPr id="38" name="Google Shape;497;p42"/>
          <p:cNvSpPr txBox="1">
            <a:spLocks/>
          </p:cNvSpPr>
          <p:nvPr/>
        </p:nvSpPr>
        <p:spPr>
          <a:xfrm>
            <a:off x="1589663" y="3476718"/>
            <a:ext cx="9915444" cy="40507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600"/>
              </a:spcAft>
              <a:buClr>
                <a:schemeClr val="accent3"/>
              </a:buClr>
            </a:pPr>
            <a:r>
              <a:rPr lang="fr-FR" sz="1867" b="0" dirty="0"/>
              <a:t>Identify and eliminate avoidable costs and inefficiencies in your business</a:t>
            </a:r>
          </a:p>
        </p:txBody>
      </p:sp>
      <p:pic>
        <p:nvPicPr>
          <p:cNvPr id="39" name="Grafik 3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00956" y="3972324"/>
            <a:ext cx="534875" cy="463848"/>
          </a:xfrm>
          <a:prstGeom prst="rect">
            <a:avLst/>
          </a:prstGeom>
        </p:spPr>
      </p:pic>
      <p:pic>
        <p:nvPicPr>
          <p:cNvPr id="40" name="Grafik 39"/>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1190868" y="183379"/>
            <a:ext cx="928561" cy="775624"/>
          </a:xfrm>
          <a:prstGeom prst="rect">
            <a:avLst/>
          </a:prstGeom>
        </p:spPr>
      </p:pic>
      <p:sp>
        <p:nvSpPr>
          <p:cNvPr id="42" name="Google Shape;497;p42"/>
          <p:cNvSpPr txBox="1">
            <a:spLocks/>
          </p:cNvSpPr>
          <p:nvPr/>
        </p:nvSpPr>
        <p:spPr>
          <a:xfrm>
            <a:off x="1589663" y="4104191"/>
            <a:ext cx="9915444" cy="40507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2000"/>
              </a:spcAft>
              <a:buClr>
                <a:schemeClr val="accent3"/>
              </a:buClr>
            </a:pPr>
            <a:r>
              <a:rPr lang="fr-FR" sz="1867" b="0" dirty="0"/>
              <a:t>Use bootstrapping methods</a:t>
            </a:r>
          </a:p>
        </p:txBody>
      </p:sp>
      <p:sp>
        <p:nvSpPr>
          <p:cNvPr id="22" name="Titel 1"/>
          <p:cNvSpPr txBox="1">
            <a:spLocks/>
          </p:cNvSpPr>
          <p:nvPr/>
        </p:nvSpPr>
        <p:spPr>
          <a:xfrm>
            <a:off x="415600" y="593367"/>
            <a:ext cx="10517349" cy="130406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r>
              <a:rPr lang="fr-FR" sz="3467" b="0" dirty="0">
                <a:solidFill>
                  <a:schemeClr val="accent3"/>
                </a:solidFill>
              </a:rPr>
              <a:t>WHAT YOU NEED TO DO</a:t>
            </a:r>
            <a:br>
              <a:rPr lang="fr-FR" sz="3467" b="0" dirty="0">
                <a:solidFill>
                  <a:schemeClr val="accent3"/>
                </a:solidFill>
              </a:rPr>
            </a:br>
            <a:r>
              <a:rPr lang="fr-FR" sz="3467" b="0" dirty="0" err="1">
                <a:solidFill>
                  <a:schemeClr val="tx1"/>
                </a:solidFill>
              </a:rPr>
              <a:t>Acquire</a:t>
            </a:r>
            <a:r>
              <a:rPr lang="fr-FR" sz="3467" b="0" dirty="0">
                <a:solidFill>
                  <a:schemeClr val="tx1"/>
                </a:solidFill>
              </a:rPr>
              <a:t> Finances</a:t>
            </a:r>
            <a:endParaRPr lang="en-GB" sz="3467" dirty="0"/>
          </a:p>
        </p:txBody>
      </p:sp>
      <p:grpSp>
        <p:nvGrpSpPr>
          <p:cNvPr id="41" name="Google Shape;9266;p64"/>
          <p:cNvGrpSpPr/>
          <p:nvPr/>
        </p:nvGrpSpPr>
        <p:grpSpPr>
          <a:xfrm>
            <a:off x="10160475" y="187972"/>
            <a:ext cx="922960" cy="787195"/>
            <a:chOff x="7390435" y="3680868"/>
            <a:chExt cx="372073" cy="355243"/>
          </a:xfrm>
          <a:solidFill>
            <a:schemeClr val="tx1"/>
          </a:solidFill>
        </p:grpSpPr>
        <p:sp>
          <p:nvSpPr>
            <p:cNvPr id="43"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44"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45"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46"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47"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48"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spTree>
    <p:extLst>
      <p:ext uri="{BB962C8B-B14F-4D97-AF65-F5344CB8AC3E}">
        <p14:creationId xmlns:p14="http://schemas.microsoft.com/office/powerpoint/2010/main" val="1294022717"/>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eck 20"/>
          <p:cNvSpPr/>
          <p:nvPr/>
        </p:nvSpPr>
        <p:spPr>
          <a:xfrm>
            <a:off x="663832" y="1915887"/>
            <a:ext cx="10764225" cy="3942136"/>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spcAft>
                <a:spcPts val="800"/>
              </a:spcAft>
              <a:buClr>
                <a:schemeClr val="accent3"/>
              </a:buClr>
              <a:buFont typeface="Symbol" panose="05050102010706020507" pitchFamily="18" charset="2"/>
              <a:buChar char="-"/>
            </a:pPr>
            <a:endParaRPr lang="fr-FR" sz="2400" dirty="0"/>
          </a:p>
        </p:txBody>
      </p:sp>
      <p:sp>
        <p:nvSpPr>
          <p:cNvPr id="2" name="Titel 1"/>
          <p:cNvSpPr>
            <a:spLocks noGrp="1"/>
          </p:cNvSpPr>
          <p:nvPr>
            <p:ph type="title"/>
          </p:nvPr>
        </p:nvSpPr>
        <p:spPr>
          <a:xfrm>
            <a:off x="415600" y="593367"/>
            <a:ext cx="11360800" cy="1304069"/>
          </a:xfrm>
        </p:spPr>
        <p:txBody>
          <a:bodyPr/>
          <a:lstStyle/>
          <a:p>
            <a:r>
              <a:rPr lang="fr-FR" b="0" dirty="0">
                <a:solidFill>
                  <a:schemeClr val="accent3"/>
                </a:solidFill>
              </a:rPr>
              <a:t>WHAT YOU NEED TO DO</a:t>
            </a:r>
            <a:br>
              <a:rPr lang="fr-FR" b="0" dirty="0">
                <a:solidFill>
                  <a:schemeClr val="accent3"/>
                </a:solidFill>
              </a:rPr>
            </a:br>
            <a:r>
              <a:rPr lang="fr-FR" b="0" dirty="0" err="1">
                <a:solidFill>
                  <a:schemeClr val="tx1"/>
                </a:solidFill>
              </a:rPr>
              <a:t>Acquire</a:t>
            </a:r>
            <a:r>
              <a:rPr lang="fr-FR" b="0" dirty="0">
                <a:solidFill>
                  <a:schemeClr val="tx1"/>
                </a:solidFill>
              </a:rPr>
              <a:t> Finances</a:t>
            </a:r>
            <a:endParaRPr lang="en-GB" dirty="0"/>
          </a:p>
        </p:txBody>
      </p:sp>
      <p:sp>
        <p:nvSpPr>
          <p:cNvPr id="5" name="Google Shape;500;p42"/>
          <p:cNvSpPr txBox="1">
            <a:spLocks/>
          </p:cNvSpPr>
          <p:nvPr/>
        </p:nvSpPr>
        <p:spPr>
          <a:xfrm>
            <a:off x="1046869" y="2196060"/>
            <a:ext cx="10454731" cy="372373"/>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600"/>
              </a:spcAft>
              <a:buClr>
                <a:srgbClr val="FF0000"/>
              </a:buClr>
            </a:pPr>
            <a:r>
              <a:rPr lang="fr-FR" sz="1867" dirty="0"/>
              <a:t>Future-</a:t>
            </a:r>
            <a:r>
              <a:rPr lang="fr-FR" sz="1867" dirty="0" err="1"/>
              <a:t>Oriented</a:t>
            </a:r>
            <a:endParaRPr lang="fr-FR" sz="1867" dirty="0"/>
          </a:p>
        </p:txBody>
      </p:sp>
      <p:sp>
        <p:nvSpPr>
          <p:cNvPr id="6" name="Google Shape;501;p42"/>
          <p:cNvSpPr txBox="1">
            <a:spLocks/>
          </p:cNvSpPr>
          <p:nvPr/>
        </p:nvSpPr>
        <p:spPr>
          <a:xfrm>
            <a:off x="1725642" y="2687125"/>
            <a:ext cx="9551959" cy="426072"/>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600"/>
              </a:spcAft>
              <a:buClr>
                <a:schemeClr val="accent3"/>
              </a:buClr>
            </a:pPr>
            <a:r>
              <a:rPr lang="fr-FR" sz="1867" b="0" dirty="0"/>
              <a:t>Calculate your financial needs, take into account how much money you will need in the future </a:t>
            </a:r>
          </a:p>
        </p:txBody>
      </p:sp>
      <p:pic>
        <p:nvPicPr>
          <p:cNvPr id="7" name="Grafik 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126468" y="2579497"/>
            <a:ext cx="534875" cy="463848"/>
          </a:xfrm>
          <a:prstGeom prst="rect">
            <a:avLst/>
          </a:prstGeom>
        </p:spPr>
      </p:pic>
      <p:cxnSp>
        <p:nvCxnSpPr>
          <p:cNvPr id="8" name="Google Shape;472;p42"/>
          <p:cNvCxnSpPr/>
          <p:nvPr/>
        </p:nvCxnSpPr>
        <p:spPr>
          <a:xfrm>
            <a:off x="1083009" y="2178659"/>
            <a:ext cx="9997441" cy="24171"/>
          </a:xfrm>
          <a:prstGeom prst="straightConnector1">
            <a:avLst/>
          </a:prstGeom>
          <a:noFill/>
          <a:ln w="19050" cap="flat" cmpd="sng">
            <a:solidFill>
              <a:srgbClr val="666666"/>
            </a:solidFill>
            <a:prstDash val="solid"/>
            <a:round/>
            <a:headEnd type="none" w="med" len="med"/>
            <a:tailEnd type="none" w="med" len="med"/>
          </a:ln>
        </p:spPr>
      </p:cxnSp>
      <p:cxnSp>
        <p:nvCxnSpPr>
          <p:cNvPr id="9" name="Google Shape;472;p42"/>
          <p:cNvCxnSpPr/>
          <p:nvPr/>
        </p:nvCxnSpPr>
        <p:spPr>
          <a:xfrm>
            <a:off x="1083010" y="2499097"/>
            <a:ext cx="9997441" cy="24171"/>
          </a:xfrm>
          <a:prstGeom prst="straightConnector1">
            <a:avLst/>
          </a:prstGeom>
          <a:noFill/>
          <a:ln w="19050" cap="flat" cmpd="sng">
            <a:solidFill>
              <a:srgbClr val="666666"/>
            </a:solidFill>
            <a:prstDash val="solid"/>
            <a:round/>
            <a:headEnd type="none" w="med" len="med"/>
            <a:tailEnd type="none" w="med" len="med"/>
          </a:ln>
        </p:spPr>
      </p:cxnSp>
      <p:cxnSp>
        <p:nvCxnSpPr>
          <p:cNvPr id="10" name="Google Shape;472;p42"/>
          <p:cNvCxnSpPr/>
          <p:nvPr/>
        </p:nvCxnSpPr>
        <p:spPr>
          <a:xfrm>
            <a:off x="1034968" y="3959392"/>
            <a:ext cx="9997441" cy="24171"/>
          </a:xfrm>
          <a:prstGeom prst="straightConnector1">
            <a:avLst/>
          </a:prstGeom>
          <a:noFill/>
          <a:ln w="19050" cap="flat" cmpd="sng">
            <a:solidFill>
              <a:srgbClr val="666666"/>
            </a:solidFill>
            <a:prstDash val="solid"/>
            <a:round/>
            <a:headEnd type="none" w="med" len="med"/>
            <a:tailEnd type="none" w="med" len="med"/>
          </a:ln>
        </p:spPr>
      </p:cxnSp>
      <p:sp>
        <p:nvSpPr>
          <p:cNvPr id="11" name="Google Shape;501;p42"/>
          <p:cNvSpPr txBox="1">
            <a:spLocks/>
          </p:cNvSpPr>
          <p:nvPr/>
        </p:nvSpPr>
        <p:spPr>
          <a:xfrm>
            <a:off x="1023756" y="4035788"/>
            <a:ext cx="9875152" cy="40507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1200"/>
              </a:spcAft>
              <a:buClr>
                <a:schemeClr val="accent3"/>
              </a:buClr>
            </a:pPr>
            <a:r>
              <a:rPr lang="fr-FR" sz="1867" dirty="0" err="1"/>
              <a:t>Overcoming</a:t>
            </a:r>
            <a:r>
              <a:rPr lang="fr-FR" sz="1867" dirty="0"/>
              <a:t> </a:t>
            </a:r>
            <a:r>
              <a:rPr lang="fr-FR" sz="1867" dirty="0" err="1"/>
              <a:t>Barriers</a:t>
            </a:r>
            <a:endParaRPr lang="fr-FR" sz="1867" b="0" dirty="0"/>
          </a:p>
        </p:txBody>
      </p:sp>
      <p:sp>
        <p:nvSpPr>
          <p:cNvPr id="12" name="Google Shape;501;p42"/>
          <p:cNvSpPr txBox="1">
            <a:spLocks/>
          </p:cNvSpPr>
          <p:nvPr/>
        </p:nvSpPr>
        <p:spPr>
          <a:xfrm>
            <a:off x="1661343" y="4491504"/>
            <a:ext cx="9875152" cy="40507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600"/>
              </a:spcAft>
              <a:buClr>
                <a:schemeClr val="accent3"/>
              </a:buClr>
            </a:pPr>
            <a:r>
              <a:rPr lang="fr-FR" sz="1867" b="0" dirty="0"/>
              <a:t>Don't let a lack of money stop you from continuing! Keep thinking of alternative sources of funding</a:t>
            </a:r>
          </a:p>
        </p:txBody>
      </p:sp>
      <p:pic>
        <p:nvPicPr>
          <p:cNvPr id="15" name="Grafik 1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126468" y="4434304"/>
            <a:ext cx="534875" cy="463848"/>
          </a:xfrm>
          <a:prstGeom prst="rect">
            <a:avLst/>
          </a:prstGeom>
        </p:spPr>
      </p:pic>
      <p:cxnSp>
        <p:nvCxnSpPr>
          <p:cNvPr id="16" name="Google Shape;472;p42"/>
          <p:cNvCxnSpPr/>
          <p:nvPr/>
        </p:nvCxnSpPr>
        <p:spPr>
          <a:xfrm>
            <a:off x="1034968" y="4311053"/>
            <a:ext cx="9997441" cy="24171"/>
          </a:xfrm>
          <a:prstGeom prst="straightConnector1">
            <a:avLst/>
          </a:prstGeom>
          <a:noFill/>
          <a:ln w="19050" cap="flat" cmpd="sng">
            <a:solidFill>
              <a:srgbClr val="666666"/>
            </a:solidFill>
            <a:prstDash val="solid"/>
            <a:round/>
            <a:headEnd type="none" w="med" len="med"/>
            <a:tailEnd type="none" w="med" len="med"/>
          </a:ln>
        </p:spPr>
      </p:cxnSp>
      <p:cxnSp>
        <p:nvCxnSpPr>
          <p:cNvPr id="17" name="Google Shape;472;p42"/>
          <p:cNvCxnSpPr/>
          <p:nvPr/>
        </p:nvCxnSpPr>
        <p:spPr>
          <a:xfrm>
            <a:off x="1023757" y="5072663"/>
            <a:ext cx="9997441" cy="24171"/>
          </a:xfrm>
          <a:prstGeom prst="straightConnector1">
            <a:avLst/>
          </a:prstGeom>
          <a:noFill/>
          <a:ln w="19050" cap="flat" cmpd="sng">
            <a:solidFill>
              <a:srgbClr val="666666"/>
            </a:solidFill>
            <a:prstDash val="solid"/>
            <a:round/>
            <a:headEnd type="none" w="med" len="med"/>
            <a:tailEnd type="none" w="med" len="med"/>
          </a:ln>
        </p:spPr>
      </p:cxnSp>
      <p:cxnSp>
        <p:nvCxnSpPr>
          <p:cNvPr id="18" name="Google Shape;472;p42"/>
          <p:cNvCxnSpPr/>
          <p:nvPr/>
        </p:nvCxnSpPr>
        <p:spPr>
          <a:xfrm>
            <a:off x="1047222" y="3210528"/>
            <a:ext cx="9997441" cy="24171"/>
          </a:xfrm>
          <a:prstGeom prst="straightConnector1">
            <a:avLst/>
          </a:prstGeom>
          <a:noFill/>
          <a:ln w="19050" cap="flat" cmpd="sng">
            <a:solidFill>
              <a:srgbClr val="666666"/>
            </a:solidFill>
            <a:prstDash val="solid"/>
            <a:round/>
            <a:headEnd type="none" w="med" len="med"/>
            <a:tailEnd type="none" w="med" len="med"/>
          </a:ln>
        </p:spPr>
      </p:cxnSp>
      <p:pic>
        <p:nvPicPr>
          <p:cNvPr id="19" name="Grafik 1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126468" y="3334205"/>
            <a:ext cx="534875" cy="463848"/>
          </a:xfrm>
          <a:prstGeom prst="rect">
            <a:avLst/>
          </a:prstGeom>
        </p:spPr>
      </p:pic>
      <p:sp>
        <p:nvSpPr>
          <p:cNvPr id="20" name="Google Shape;501;p42"/>
          <p:cNvSpPr txBox="1">
            <a:spLocks/>
          </p:cNvSpPr>
          <p:nvPr/>
        </p:nvSpPr>
        <p:spPr>
          <a:xfrm>
            <a:off x="1725642" y="3443433"/>
            <a:ext cx="9551959" cy="426072"/>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2000"/>
              </a:spcAft>
              <a:buClr>
                <a:schemeClr val="accent3"/>
              </a:buClr>
            </a:pPr>
            <a:r>
              <a:rPr lang="fr-FR" sz="1867" b="0" dirty="0"/>
              <a:t>Make a realistic forecast of your financial situation</a:t>
            </a:r>
          </a:p>
        </p:txBody>
      </p:sp>
      <p:pic>
        <p:nvPicPr>
          <p:cNvPr id="22" name="Grafik 21"/>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1190868" y="183379"/>
            <a:ext cx="928561" cy="775624"/>
          </a:xfrm>
          <a:prstGeom prst="rect">
            <a:avLst/>
          </a:prstGeom>
        </p:spPr>
      </p:pic>
      <p:pic>
        <p:nvPicPr>
          <p:cNvPr id="23" name="Grafik 2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152892" y="5150941"/>
            <a:ext cx="534875" cy="463848"/>
          </a:xfrm>
          <a:prstGeom prst="rect">
            <a:avLst/>
          </a:prstGeom>
        </p:spPr>
      </p:pic>
      <p:sp>
        <p:nvSpPr>
          <p:cNvPr id="25" name="Google Shape;501;p42"/>
          <p:cNvSpPr txBox="1">
            <a:spLocks/>
          </p:cNvSpPr>
          <p:nvPr/>
        </p:nvSpPr>
        <p:spPr>
          <a:xfrm>
            <a:off x="1661343" y="5228163"/>
            <a:ext cx="9875152" cy="40507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600"/>
              </a:spcAft>
              <a:buClr>
                <a:schemeClr val="accent3"/>
              </a:buClr>
            </a:pPr>
            <a:r>
              <a:rPr lang="fr-FR" sz="1867" b="0" dirty="0"/>
              <a:t>Come up with ideas about what you can do if you have financial problems</a:t>
            </a:r>
          </a:p>
        </p:txBody>
      </p:sp>
      <p:grpSp>
        <p:nvGrpSpPr>
          <p:cNvPr id="39" name="Google Shape;9266;p64"/>
          <p:cNvGrpSpPr/>
          <p:nvPr/>
        </p:nvGrpSpPr>
        <p:grpSpPr>
          <a:xfrm>
            <a:off x="10160475" y="187972"/>
            <a:ext cx="922960" cy="787195"/>
            <a:chOff x="7390435" y="3680868"/>
            <a:chExt cx="372073" cy="355243"/>
          </a:xfrm>
          <a:solidFill>
            <a:schemeClr val="tx1"/>
          </a:solidFill>
        </p:grpSpPr>
        <p:sp>
          <p:nvSpPr>
            <p:cNvPr id="40"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41"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42"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43"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44"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45"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spTree>
    <p:extLst>
      <p:ext uri="{BB962C8B-B14F-4D97-AF65-F5344CB8AC3E}">
        <p14:creationId xmlns:p14="http://schemas.microsoft.com/office/powerpoint/2010/main" val="259302391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229521" y="609769"/>
            <a:ext cx="11360800" cy="763600"/>
          </a:xfrm>
        </p:spPr>
        <p:txBody>
          <a:bodyPr/>
          <a:lstStyle/>
          <a:p>
            <a:pPr>
              <a:defRPr/>
            </a:pPr>
            <a:r>
              <a:rPr lang="fr-FR" dirty="0">
                <a:latin typeface="Josefin Sans" panose="020B0604020202020204" charset="0"/>
                <a:cs typeface="Arial" pitchFamily="2"/>
              </a:rPr>
              <a:t>EXERCISE: </a:t>
            </a:r>
            <a:r>
              <a:rPr lang="fr-FR" b="0" dirty="0" err="1">
                <a:latin typeface="Josefin Sans" panose="020B0604020202020204" charset="0"/>
                <a:cs typeface="Arial" pitchFamily="2"/>
              </a:rPr>
              <a:t>Acquiring</a:t>
            </a:r>
            <a:r>
              <a:rPr lang="fr-FR" b="0" dirty="0">
                <a:latin typeface="Josefin Sans" panose="020B0604020202020204" charset="0"/>
                <a:cs typeface="Arial" pitchFamily="2"/>
              </a:rPr>
              <a:t> Finances</a:t>
            </a:r>
            <a:endParaRPr lang="fr-FR" b="0" noProof="0" dirty="0">
              <a:solidFill>
                <a:schemeClr val="tx2">
                  <a:satMod val="130000"/>
                </a:schemeClr>
              </a:solidFill>
              <a:latin typeface="Josefin Sans" panose="020B0604020202020204" charset="0"/>
            </a:endParaRPr>
          </a:p>
        </p:txBody>
      </p:sp>
      <p:sp>
        <p:nvSpPr>
          <p:cNvPr id="109570" name="Rectangle 3"/>
          <p:cNvSpPr>
            <a:spLocks noGrp="1" noChangeArrowheads="1"/>
          </p:cNvSpPr>
          <p:nvPr>
            <p:ph idx="1"/>
          </p:nvPr>
        </p:nvSpPr>
        <p:spPr>
          <a:xfrm>
            <a:off x="1344601" y="1558801"/>
            <a:ext cx="9505951" cy="2032897"/>
          </a:xfrm>
        </p:spPr>
        <p:txBody>
          <a:bodyPr/>
          <a:lstStyle/>
          <a:p>
            <a:pPr marL="0" indent="0">
              <a:buNone/>
            </a:pPr>
            <a:r>
              <a:rPr lang="fr-FR" altLang="de-DE" sz="2000" b="1" dirty="0"/>
              <a:t>Instruction:</a:t>
            </a:r>
          </a:p>
          <a:p>
            <a:pPr marL="457189"/>
            <a:endParaRPr lang="fr-FR" altLang="de-DE" sz="2000" dirty="0"/>
          </a:p>
          <a:p>
            <a:pPr marL="457189"/>
            <a:r>
              <a:rPr lang="fr-FR" altLang="de-DE" sz="2000" dirty="0"/>
              <a:t>Work in </a:t>
            </a:r>
            <a:r>
              <a:rPr lang="fr-FR" altLang="de-DE" sz="2000" b="1" dirty="0">
                <a:solidFill>
                  <a:schemeClr val="accent5"/>
                </a:solidFill>
              </a:rPr>
              <a:t>groups of two (02). </a:t>
            </a:r>
          </a:p>
          <a:p>
            <a:pPr marL="457189"/>
            <a:endParaRPr lang="fr-FR" altLang="de-DE" sz="2000" dirty="0"/>
          </a:p>
          <a:p>
            <a:pPr marL="457189"/>
            <a:r>
              <a:rPr lang="fr-FR" altLang="de-DE" sz="2000" dirty="0"/>
              <a:t>Note (for each of you) ...</a:t>
            </a:r>
          </a:p>
          <a:p>
            <a:pPr marL="0" indent="0">
              <a:buNone/>
            </a:pPr>
            <a:endParaRPr lang="fr-FR" altLang="de-DE" sz="2000" dirty="0"/>
          </a:p>
        </p:txBody>
      </p:sp>
      <p:sp>
        <p:nvSpPr>
          <p:cNvPr id="3" name="Rechteck 2"/>
          <p:cNvSpPr/>
          <p:nvPr/>
        </p:nvSpPr>
        <p:spPr>
          <a:xfrm>
            <a:off x="3028013" y="3591698"/>
            <a:ext cx="8713441" cy="2246769"/>
          </a:xfrm>
          <a:prstGeom prst="rect">
            <a:avLst/>
          </a:prstGeom>
        </p:spPr>
        <p:txBody>
          <a:bodyPr wrap="square">
            <a:spAutoFit/>
          </a:bodyPr>
          <a:lstStyle/>
          <a:p>
            <a:r>
              <a:rPr lang="fr-FR" altLang="de-DE" sz="2000" dirty="0">
                <a:solidFill>
                  <a:schemeClr val="dk1"/>
                </a:solidFill>
                <a:latin typeface="Poppins"/>
                <a:ea typeface="Poppins"/>
                <a:cs typeface="Poppins"/>
                <a:sym typeface="Poppins"/>
              </a:rPr>
              <a:t>...your existing sources of money</a:t>
            </a:r>
          </a:p>
          <a:p>
            <a:endParaRPr lang="fr-FR" altLang="de-DE" sz="2000" dirty="0">
              <a:solidFill>
                <a:schemeClr val="dk1"/>
              </a:solidFill>
              <a:latin typeface="Poppins"/>
              <a:ea typeface="Poppins"/>
              <a:cs typeface="Poppins"/>
              <a:sym typeface="Poppins"/>
            </a:endParaRPr>
          </a:p>
          <a:p>
            <a:pPr>
              <a:buClr>
                <a:schemeClr val="accent4"/>
              </a:buClr>
            </a:pPr>
            <a:r>
              <a:rPr lang="fr-FR" altLang="de-DE" sz="2000" dirty="0">
                <a:solidFill>
                  <a:schemeClr val="dk1"/>
                </a:solidFill>
                <a:latin typeface="Poppins"/>
                <a:ea typeface="Poppins"/>
                <a:cs typeface="Poppins"/>
                <a:sym typeface="Poppins"/>
              </a:rPr>
              <a:t>...opportunities to reduce avoidable costs and inefficiencies so you can focus on the core business</a:t>
            </a:r>
          </a:p>
          <a:p>
            <a:pPr marL="457189">
              <a:buClr>
                <a:schemeClr val="accent4"/>
              </a:buClr>
              <a:buFont typeface="Courier New" panose="02070309020205020404" pitchFamily="49" charset="0"/>
              <a:buChar char="o"/>
            </a:pPr>
            <a:endParaRPr lang="fr-FR" altLang="de-DE" sz="2000" dirty="0">
              <a:solidFill>
                <a:schemeClr val="dk1"/>
              </a:solidFill>
              <a:latin typeface="Poppins"/>
              <a:ea typeface="Poppins"/>
              <a:cs typeface="Poppins"/>
              <a:sym typeface="Poppins"/>
            </a:endParaRPr>
          </a:p>
          <a:p>
            <a:pPr>
              <a:buClr>
                <a:schemeClr val="accent4"/>
              </a:buClr>
            </a:pPr>
            <a:r>
              <a:rPr lang="fr-FR" altLang="de-DE" sz="2000" dirty="0">
                <a:solidFill>
                  <a:schemeClr val="dk1"/>
                </a:solidFill>
                <a:latin typeface="Poppins"/>
                <a:ea typeface="Poppins"/>
                <a:cs typeface="Poppins"/>
                <a:sym typeface="Poppins"/>
              </a:rPr>
              <a:t>...things you could do with a little more money (for example, an extra monthly salary)</a:t>
            </a:r>
          </a:p>
        </p:txBody>
      </p:sp>
      <p:sp>
        <p:nvSpPr>
          <p:cNvPr id="16" name="Google Shape;9647;p65"/>
          <p:cNvSpPr/>
          <p:nvPr/>
        </p:nvSpPr>
        <p:spPr>
          <a:xfrm>
            <a:off x="11267895" y="195241"/>
            <a:ext cx="692965" cy="664023"/>
          </a:xfrm>
          <a:custGeom>
            <a:avLst/>
            <a:gdLst/>
            <a:ahLst/>
            <a:cxnLst/>
            <a:rect l="l" t="t" r="r" b="b"/>
            <a:pathLst>
              <a:path w="11478" h="11413" extrusionOk="0">
                <a:moveTo>
                  <a:pt x="1401" y="515"/>
                </a:moveTo>
                <a:cubicBezTo>
                  <a:pt x="1616" y="515"/>
                  <a:pt x="1834" y="595"/>
                  <a:pt x="2000" y="756"/>
                </a:cubicBezTo>
                <a:lnTo>
                  <a:pt x="2548" y="1304"/>
                </a:lnTo>
                <a:lnTo>
                  <a:pt x="1358" y="2494"/>
                </a:lnTo>
                <a:lnTo>
                  <a:pt x="810" y="1947"/>
                </a:lnTo>
                <a:cubicBezTo>
                  <a:pt x="476" y="1625"/>
                  <a:pt x="476" y="1078"/>
                  <a:pt x="810" y="756"/>
                </a:cubicBezTo>
                <a:cubicBezTo>
                  <a:pt x="971" y="595"/>
                  <a:pt x="1185" y="515"/>
                  <a:pt x="1401" y="515"/>
                </a:cubicBezTo>
                <a:close/>
                <a:moveTo>
                  <a:pt x="2798" y="1566"/>
                </a:moveTo>
                <a:lnTo>
                  <a:pt x="3251" y="2006"/>
                </a:lnTo>
                <a:lnTo>
                  <a:pt x="2655" y="2602"/>
                </a:lnTo>
                <a:lnTo>
                  <a:pt x="2060" y="3197"/>
                </a:lnTo>
                <a:lnTo>
                  <a:pt x="1608" y="2756"/>
                </a:lnTo>
                <a:lnTo>
                  <a:pt x="2798" y="1566"/>
                </a:lnTo>
                <a:close/>
                <a:moveTo>
                  <a:pt x="10132" y="9031"/>
                </a:moveTo>
                <a:lnTo>
                  <a:pt x="10811" y="10757"/>
                </a:lnTo>
                <a:lnTo>
                  <a:pt x="9085" y="10091"/>
                </a:lnTo>
                <a:lnTo>
                  <a:pt x="10132" y="9031"/>
                </a:lnTo>
                <a:close/>
                <a:moveTo>
                  <a:pt x="4036" y="5685"/>
                </a:moveTo>
                <a:lnTo>
                  <a:pt x="5763" y="7412"/>
                </a:lnTo>
                <a:lnTo>
                  <a:pt x="5418" y="7757"/>
                </a:lnTo>
                <a:lnTo>
                  <a:pt x="5001" y="7340"/>
                </a:lnTo>
                <a:cubicBezTo>
                  <a:pt x="4965" y="7299"/>
                  <a:pt x="4920" y="7278"/>
                  <a:pt x="4876" y="7278"/>
                </a:cubicBezTo>
                <a:cubicBezTo>
                  <a:pt x="4831" y="7278"/>
                  <a:pt x="4787" y="7299"/>
                  <a:pt x="4751" y="7340"/>
                </a:cubicBezTo>
                <a:cubicBezTo>
                  <a:pt x="4679" y="7412"/>
                  <a:pt x="4679" y="7519"/>
                  <a:pt x="4751" y="7590"/>
                </a:cubicBezTo>
                <a:lnTo>
                  <a:pt x="5168" y="8007"/>
                </a:lnTo>
                <a:lnTo>
                  <a:pt x="4763" y="8412"/>
                </a:lnTo>
                <a:lnTo>
                  <a:pt x="3822" y="7471"/>
                </a:lnTo>
                <a:cubicBezTo>
                  <a:pt x="3786" y="7436"/>
                  <a:pt x="3742" y="7418"/>
                  <a:pt x="3697" y="7418"/>
                </a:cubicBezTo>
                <a:cubicBezTo>
                  <a:pt x="3652" y="7418"/>
                  <a:pt x="3608" y="7436"/>
                  <a:pt x="3572" y="7471"/>
                </a:cubicBezTo>
                <a:cubicBezTo>
                  <a:pt x="3501" y="7543"/>
                  <a:pt x="3501" y="7650"/>
                  <a:pt x="3572" y="7721"/>
                </a:cubicBezTo>
                <a:lnTo>
                  <a:pt x="4513" y="8662"/>
                </a:lnTo>
                <a:lnTo>
                  <a:pt x="4108" y="9067"/>
                </a:lnTo>
                <a:lnTo>
                  <a:pt x="3691" y="8638"/>
                </a:lnTo>
                <a:cubicBezTo>
                  <a:pt x="3655" y="8602"/>
                  <a:pt x="3611" y="8584"/>
                  <a:pt x="3566" y="8584"/>
                </a:cubicBezTo>
                <a:cubicBezTo>
                  <a:pt x="3521" y="8584"/>
                  <a:pt x="3477" y="8602"/>
                  <a:pt x="3441" y="8638"/>
                </a:cubicBezTo>
                <a:cubicBezTo>
                  <a:pt x="3358" y="8721"/>
                  <a:pt x="3358" y="8817"/>
                  <a:pt x="3441" y="8900"/>
                </a:cubicBezTo>
                <a:lnTo>
                  <a:pt x="3858" y="9317"/>
                </a:lnTo>
                <a:lnTo>
                  <a:pt x="3453" y="9710"/>
                </a:lnTo>
                <a:lnTo>
                  <a:pt x="3036" y="9293"/>
                </a:lnTo>
                <a:cubicBezTo>
                  <a:pt x="3001" y="9257"/>
                  <a:pt x="2956" y="9239"/>
                  <a:pt x="2911" y="9239"/>
                </a:cubicBezTo>
                <a:cubicBezTo>
                  <a:pt x="2867" y="9239"/>
                  <a:pt x="2822" y="9257"/>
                  <a:pt x="2786" y="9293"/>
                </a:cubicBezTo>
                <a:cubicBezTo>
                  <a:pt x="2703" y="9376"/>
                  <a:pt x="2703" y="9471"/>
                  <a:pt x="2786" y="9555"/>
                </a:cubicBezTo>
                <a:lnTo>
                  <a:pt x="3203" y="9972"/>
                </a:lnTo>
                <a:lnTo>
                  <a:pt x="2798" y="10364"/>
                </a:lnTo>
                <a:lnTo>
                  <a:pt x="1858" y="9436"/>
                </a:lnTo>
                <a:cubicBezTo>
                  <a:pt x="1822" y="9394"/>
                  <a:pt x="1777" y="9373"/>
                  <a:pt x="1733" y="9373"/>
                </a:cubicBezTo>
                <a:cubicBezTo>
                  <a:pt x="1688" y="9373"/>
                  <a:pt x="1643" y="9394"/>
                  <a:pt x="1608" y="9436"/>
                </a:cubicBezTo>
                <a:cubicBezTo>
                  <a:pt x="1536" y="9507"/>
                  <a:pt x="1536" y="9614"/>
                  <a:pt x="1608" y="9686"/>
                </a:cubicBezTo>
                <a:lnTo>
                  <a:pt x="2548" y="10626"/>
                </a:lnTo>
                <a:lnTo>
                  <a:pt x="2191" y="10984"/>
                </a:lnTo>
                <a:cubicBezTo>
                  <a:pt x="2155" y="11007"/>
                  <a:pt x="2096" y="11043"/>
                  <a:pt x="2048" y="11043"/>
                </a:cubicBezTo>
                <a:cubicBezTo>
                  <a:pt x="2012" y="11043"/>
                  <a:pt x="1953" y="11019"/>
                  <a:pt x="1917" y="10984"/>
                </a:cubicBezTo>
                <a:lnTo>
                  <a:pt x="465" y="9519"/>
                </a:lnTo>
                <a:cubicBezTo>
                  <a:pt x="381" y="9448"/>
                  <a:pt x="381" y="9329"/>
                  <a:pt x="465" y="9257"/>
                </a:cubicBezTo>
                <a:lnTo>
                  <a:pt x="4036" y="5685"/>
                </a:lnTo>
                <a:close/>
                <a:moveTo>
                  <a:pt x="9428" y="0"/>
                </a:moveTo>
                <a:cubicBezTo>
                  <a:pt x="9290" y="0"/>
                  <a:pt x="9150" y="54"/>
                  <a:pt x="9037" y="161"/>
                </a:cubicBezTo>
                <a:lnTo>
                  <a:pt x="6299" y="2899"/>
                </a:lnTo>
                <a:cubicBezTo>
                  <a:pt x="6227" y="2971"/>
                  <a:pt x="6227" y="3078"/>
                  <a:pt x="6299" y="3149"/>
                </a:cubicBezTo>
                <a:cubicBezTo>
                  <a:pt x="6334" y="3185"/>
                  <a:pt x="6379" y="3203"/>
                  <a:pt x="6424" y="3203"/>
                </a:cubicBezTo>
                <a:cubicBezTo>
                  <a:pt x="6468" y="3203"/>
                  <a:pt x="6513" y="3185"/>
                  <a:pt x="6549" y="3149"/>
                </a:cubicBezTo>
                <a:lnTo>
                  <a:pt x="9287" y="411"/>
                </a:lnTo>
                <a:cubicBezTo>
                  <a:pt x="9323" y="387"/>
                  <a:pt x="9382" y="351"/>
                  <a:pt x="9418" y="351"/>
                </a:cubicBezTo>
                <a:cubicBezTo>
                  <a:pt x="9466" y="351"/>
                  <a:pt x="9525" y="363"/>
                  <a:pt x="9561" y="411"/>
                </a:cubicBezTo>
                <a:lnTo>
                  <a:pt x="11013" y="1875"/>
                </a:lnTo>
                <a:cubicBezTo>
                  <a:pt x="11049" y="1899"/>
                  <a:pt x="11073" y="1959"/>
                  <a:pt x="11073" y="2006"/>
                </a:cubicBezTo>
                <a:cubicBezTo>
                  <a:pt x="11073" y="2054"/>
                  <a:pt x="11061" y="2113"/>
                  <a:pt x="11013" y="2137"/>
                </a:cubicBezTo>
                <a:lnTo>
                  <a:pt x="10656" y="2494"/>
                </a:lnTo>
                <a:lnTo>
                  <a:pt x="9716" y="1554"/>
                </a:lnTo>
                <a:cubicBezTo>
                  <a:pt x="9680" y="1518"/>
                  <a:pt x="9635" y="1500"/>
                  <a:pt x="9591" y="1500"/>
                </a:cubicBezTo>
                <a:cubicBezTo>
                  <a:pt x="9546" y="1500"/>
                  <a:pt x="9501" y="1518"/>
                  <a:pt x="9466" y="1554"/>
                </a:cubicBezTo>
                <a:cubicBezTo>
                  <a:pt x="9394" y="1637"/>
                  <a:pt x="9394" y="1732"/>
                  <a:pt x="9466" y="1816"/>
                </a:cubicBezTo>
                <a:lnTo>
                  <a:pt x="10406" y="2744"/>
                </a:lnTo>
                <a:lnTo>
                  <a:pt x="10001" y="3149"/>
                </a:lnTo>
                <a:lnTo>
                  <a:pt x="9585" y="2733"/>
                </a:lnTo>
                <a:cubicBezTo>
                  <a:pt x="9549" y="2697"/>
                  <a:pt x="9504" y="2679"/>
                  <a:pt x="9460" y="2679"/>
                </a:cubicBezTo>
                <a:cubicBezTo>
                  <a:pt x="9415" y="2679"/>
                  <a:pt x="9370" y="2697"/>
                  <a:pt x="9335" y="2733"/>
                </a:cubicBezTo>
                <a:cubicBezTo>
                  <a:pt x="9263" y="2804"/>
                  <a:pt x="9263" y="2911"/>
                  <a:pt x="9335" y="2983"/>
                </a:cubicBezTo>
                <a:lnTo>
                  <a:pt x="9751" y="3399"/>
                </a:lnTo>
                <a:lnTo>
                  <a:pt x="9347" y="3804"/>
                </a:lnTo>
                <a:lnTo>
                  <a:pt x="8930" y="3387"/>
                </a:lnTo>
                <a:cubicBezTo>
                  <a:pt x="8894" y="3352"/>
                  <a:pt x="8850" y="3334"/>
                  <a:pt x="8805" y="3334"/>
                </a:cubicBezTo>
                <a:cubicBezTo>
                  <a:pt x="8760" y="3334"/>
                  <a:pt x="8716" y="3352"/>
                  <a:pt x="8680" y="3387"/>
                </a:cubicBezTo>
                <a:cubicBezTo>
                  <a:pt x="8597" y="3459"/>
                  <a:pt x="8597" y="3566"/>
                  <a:pt x="8680" y="3637"/>
                </a:cubicBezTo>
                <a:lnTo>
                  <a:pt x="9097" y="4054"/>
                </a:lnTo>
                <a:lnTo>
                  <a:pt x="8692" y="4459"/>
                </a:lnTo>
                <a:lnTo>
                  <a:pt x="7751" y="3518"/>
                </a:lnTo>
                <a:cubicBezTo>
                  <a:pt x="7715" y="3483"/>
                  <a:pt x="7671" y="3465"/>
                  <a:pt x="7626" y="3465"/>
                </a:cubicBezTo>
                <a:cubicBezTo>
                  <a:pt x="7581" y="3465"/>
                  <a:pt x="7537" y="3483"/>
                  <a:pt x="7501" y="3518"/>
                </a:cubicBezTo>
                <a:cubicBezTo>
                  <a:pt x="7430" y="3602"/>
                  <a:pt x="7430" y="3697"/>
                  <a:pt x="7501" y="3780"/>
                </a:cubicBezTo>
                <a:lnTo>
                  <a:pt x="8442" y="4709"/>
                </a:lnTo>
                <a:lnTo>
                  <a:pt x="8037" y="5114"/>
                </a:lnTo>
                <a:lnTo>
                  <a:pt x="7620" y="4697"/>
                </a:lnTo>
                <a:cubicBezTo>
                  <a:pt x="7584" y="4661"/>
                  <a:pt x="7540" y="4644"/>
                  <a:pt x="7495" y="4644"/>
                </a:cubicBezTo>
                <a:cubicBezTo>
                  <a:pt x="7451" y="4644"/>
                  <a:pt x="7406" y="4661"/>
                  <a:pt x="7370" y="4697"/>
                </a:cubicBezTo>
                <a:cubicBezTo>
                  <a:pt x="7287" y="4769"/>
                  <a:pt x="7287" y="4876"/>
                  <a:pt x="7370" y="4947"/>
                </a:cubicBezTo>
                <a:lnTo>
                  <a:pt x="7787" y="5364"/>
                </a:lnTo>
                <a:lnTo>
                  <a:pt x="7442" y="5709"/>
                </a:lnTo>
                <a:lnTo>
                  <a:pt x="5715" y="3983"/>
                </a:lnTo>
                <a:lnTo>
                  <a:pt x="6037" y="3661"/>
                </a:lnTo>
                <a:cubicBezTo>
                  <a:pt x="6120" y="3578"/>
                  <a:pt x="6120" y="3483"/>
                  <a:pt x="6037" y="3399"/>
                </a:cubicBezTo>
                <a:cubicBezTo>
                  <a:pt x="6001" y="3364"/>
                  <a:pt x="5956" y="3346"/>
                  <a:pt x="5912" y="3346"/>
                </a:cubicBezTo>
                <a:cubicBezTo>
                  <a:pt x="5867" y="3346"/>
                  <a:pt x="5822" y="3364"/>
                  <a:pt x="5787" y="3399"/>
                </a:cubicBezTo>
                <a:lnTo>
                  <a:pt x="5465" y="3733"/>
                </a:lnTo>
                <a:lnTo>
                  <a:pt x="2239" y="506"/>
                </a:lnTo>
                <a:cubicBezTo>
                  <a:pt x="2012" y="280"/>
                  <a:pt x="1715" y="161"/>
                  <a:pt x="1381" y="161"/>
                </a:cubicBezTo>
                <a:cubicBezTo>
                  <a:pt x="1072" y="161"/>
                  <a:pt x="762" y="280"/>
                  <a:pt x="536" y="506"/>
                </a:cubicBezTo>
                <a:cubicBezTo>
                  <a:pt x="310" y="732"/>
                  <a:pt x="191" y="1030"/>
                  <a:pt x="191" y="1351"/>
                </a:cubicBezTo>
                <a:cubicBezTo>
                  <a:pt x="191" y="1661"/>
                  <a:pt x="310" y="1971"/>
                  <a:pt x="536" y="2197"/>
                </a:cubicBezTo>
                <a:lnTo>
                  <a:pt x="3774" y="5447"/>
                </a:lnTo>
                <a:lnTo>
                  <a:pt x="203" y="9019"/>
                </a:lnTo>
                <a:cubicBezTo>
                  <a:pt x="0" y="9221"/>
                  <a:pt x="0" y="9567"/>
                  <a:pt x="203" y="9793"/>
                </a:cubicBezTo>
                <a:lnTo>
                  <a:pt x="1667" y="11246"/>
                </a:lnTo>
                <a:cubicBezTo>
                  <a:pt x="1774" y="11353"/>
                  <a:pt x="1905" y="11412"/>
                  <a:pt x="2048" y="11412"/>
                </a:cubicBezTo>
                <a:cubicBezTo>
                  <a:pt x="2203" y="11412"/>
                  <a:pt x="2334" y="11353"/>
                  <a:pt x="2441" y="11246"/>
                </a:cubicBezTo>
                <a:lnTo>
                  <a:pt x="6013" y="7674"/>
                </a:lnTo>
                <a:lnTo>
                  <a:pt x="6263" y="7924"/>
                </a:lnTo>
                <a:cubicBezTo>
                  <a:pt x="6299" y="7965"/>
                  <a:pt x="6343" y="7986"/>
                  <a:pt x="6389" y="7986"/>
                </a:cubicBezTo>
                <a:cubicBezTo>
                  <a:pt x="6436" y="7986"/>
                  <a:pt x="6483" y="7965"/>
                  <a:pt x="6525" y="7924"/>
                </a:cubicBezTo>
                <a:cubicBezTo>
                  <a:pt x="6596" y="7852"/>
                  <a:pt x="6596" y="7745"/>
                  <a:pt x="6525" y="7674"/>
                </a:cubicBezTo>
                <a:lnTo>
                  <a:pt x="6168" y="7316"/>
                </a:lnTo>
                <a:cubicBezTo>
                  <a:pt x="6168" y="7305"/>
                  <a:pt x="6144" y="7305"/>
                  <a:pt x="6132" y="7293"/>
                </a:cubicBezTo>
                <a:lnTo>
                  <a:pt x="6096" y="7257"/>
                </a:lnTo>
                <a:lnTo>
                  <a:pt x="2310" y="3471"/>
                </a:lnTo>
                <a:lnTo>
                  <a:pt x="2786" y="2995"/>
                </a:lnTo>
                <a:lnTo>
                  <a:pt x="3084" y="3292"/>
                </a:lnTo>
                <a:cubicBezTo>
                  <a:pt x="3108" y="3316"/>
                  <a:pt x="3155" y="3328"/>
                  <a:pt x="3203" y="3328"/>
                </a:cubicBezTo>
                <a:cubicBezTo>
                  <a:pt x="3239" y="3328"/>
                  <a:pt x="3286" y="3316"/>
                  <a:pt x="3322" y="3292"/>
                </a:cubicBezTo>
                <a:cubicBezTo>
                  <a:pt x="3393" y="3209"/>
                  <a:pt x="3393" y="3114"/>
                  <a:pt x="3322" y="3030"/>
                </a:cubicBezTo>
                <a:lnTo>
                  <a:pt x="3024" y="2733"/>
                </a:lnTo>
                <a:lnTo>
                  <a:pt x="3501" y="2256"/>
                </a:lnTo>
                <a:lnTo>
                  <a:pt x="5358" y="4126"/>
                </a:lnTo>
                <a:lnTo>
                  <a:pt x="7311" y="6066"/>
                </a:lnTo>
                <a:lnTo>
                  <a:pt x="7323" y="6090"/>
                </a:lnTo>
                <a:lnTo>
                  <a:pt x="7334" y="6102"/>
                </a:lnTo>
                <a:lnTo>
                  <a:pt x="9942" y="8710"/>
                </a:lnTo>
                <a:lnTo>
                  <a:pt x="9466" y="9186"/>
                </a:lnTo>
                <a:lnTo>
                  <a:pt x="6846" y="6554"/>
                </a:lnTo>
                <a:lnTo>
                  <a:pt x="5810" y="5519"/>
                </a:lnTo>
                <a:lnTo>
                  <a:pt x="3965" y="3673"/>
                </a:lnTo>
                <a:cubicBezTo>
                  <a:pt x="3923" y="3637"/>
                  <a:pt x="3879" y="3620"/>
                  <a:pt x="3834" y="3620"/>
                </a:cubicBezTo>
                <a:cubicBezTo>
                  <a:pt x="3789" y="3620"/>
                  <a:pt x="3745" y="3637"/>
                  <a:pt x="3703" y="3673"/>
                </a:cubicBezTo>
                <a:cubicBezTo>
                  <a:pt x="3632" y="3745"/>
                  <a:pt x="3632" y="3852"/>
                  <a:pt x="3703" y="3923"/>
                </a:cubicBezTo>
                <a:lnTo>
                  <a:pt x="9239" y="9460"/>
                </a:lnTo>
                <a:lnTo>
                  <a:pt x="8763" y="9936"/>
                </a:lnTo>
                <a:lnTo>
                  <a:pt x="7096" y="8269"/>
                </a:lnTo>
                <a:cubicBezTo>
                  <a:pt x="7061" y="8233"/>
                  <a:pt x="7016" y="8215"/>
                  <a:pt x="6971" y="8215"/>
                </a:cubicBezTo>
                <a:cubicBezTo>
                  <a:pt x="6927" y="8215"/>
                  <a:pt x="6882" y="8233"/>
                  <a:pt x="6846" y="8269"/>
                </a:cubicBezTo>
                <a:cubicBezTo>
                  <a:pt x="6775" y="8340"/>
                  <a:pt x="6775" y="8448"/>
                  <a:pt x="6846" y="8519"/>
                </a:cubicBezTo>
                <a:lnTo>
                  <a:pt x="8632" y="10305"/>
                </a:lnTo>
                <a:cubicBezTo>
                  <a:pt x="8644" y="10329"/>
                  <a:pt x="8680" y="10341"/>
                  <a:pt x="8692" y="10353"/>
                </a:cubicBezTo>
                <a:lnTo>
                  <a:pt x="10799" y="11174"/>
                </a:lnTo>
                <a:cubicBezTo>
                  <a:pt x="10835" y="11186"/>
                  <a:pt x="10883" y="11186"/>
                  <a:pt x="10906" y="11186"/>
                </a:cubicBezTo>
                <a:cubicBezTo>
                  <a:pt x="10990" y="11186"/>
                  <a:pt x="11061" y="11162"/>
                  <a:pt x="11121" y="11103"/>
                </a:cubicBezTo>
                <a:cubicBezTo>
                  <a:pt x="11192" y="11019"/>
                  <a:pt x="11228" y="10900"/>
                  <a:pt x="11180" y="10805"/>
                </a:cubicBezTo>
                <a:lnTo>
                  <a:pt x="10359" y="8686"/>
                </a:lnTo>
                <a:cubicBezTo>
                  <a:pt x="10347" y="8662"/>
                  <a:pt x="10323" y="8638"/>
                  <a:pt x="10311" y="8626"/>
                </a:cubicBezTo>
                <a:lnTo>
                  <a:pt x="7692" y="6007"/>
                </a:lnTo>
                <a:lnTo>
                  <a:pt x="11264" y="2435"/>
                </a:lnTo>
                <a:cubicBezTo>
                  <a:pt x="11478" y="2185"/>
                  <a:pt x="11478" y="1840"/>
                  <a:pt x="11264" y="1625"/>
                </a:cubicBezTo>
                <a:lnTo>
                  <a:pt x="9811" y="161"/>
                </a:lnTo>
                <a:cubicBezTo>
                  <a:pt x="9704" y="54"/>
                  <a:pt x="9567" y="0"/>
                  <a:pt x="9428" y="0"/>
                </a:cubicBezTo>
                <a:close/>
              </a:path>
            </a:pathLst>
          </a:custGeom>
          <a:solidFill>
            <a:srgbClr val="000000"/>
          </a:solidFill>
          <a:ln w="3175">
            <a:noFill/>
          </a:ln>
        </p:spPr>
        <p:txBody>
          <a:bodyPr spcFirstLastPara="1" wrap="square" lIns="121900" tIns="121900" rIns="121900" bIns="121900" anchor="ctr" anchorCtr="0">
            <a:noAutofit/>
          </a:bodyPr>
          <a:lstStyle/>
          <a:p>
            <a:endParaRPr sz="2400"/>
          </a:p>
        </p:txBody>
      </p:sp>
      <p:grpSp>
        <p:nvGrpSpPr>
          <p:cNvPr id="24" name="Google Shape;9266;p64"/>
          <p:cNvGrpSpPr/>
          <p:nvPr/>
        </p:nvGrpSpPr>
        <p:grpSpPr>
          <a:xfrm>
            <a:off x="10160475" y="187972"/>
            <a:ext cx="922960" cy="787195"/>
            <a:chOff x="7390435" y="3680868"/>
            <a:chExt cx="372073" cy="355243"/>
          </a:xfrm>
          <a:solidFill>
            <a:schemeClr val="tx1"/>
          </a:solidFill>
        </p:grpSpPr>
        <p:sp>
          <p:nvSpPr>
            <p:cNvPr id="25"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26"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27"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28"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29"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30"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1" name="Gruppieren 30"/>
          <p:cNvGrpSpPr/>
          <p:nvPr/>
        </p:nvGrpSpPr>
        <p:grpSpPr>
          <a:xfrm>
            <a:off x="130117" y="162554"/>
            <a:ext cx="972127" cy="802009"/>
            <a:chOff x="97587" y="121915"/>
            <a:chExt cx="729095" cy="601507"/>
          </a:xfrm>
        </p:grpSpPr>
        <p:grpSp>
          <p:nvGrpSpPr>
            <p:cNvPr id="32" name="Gruppieren 31"/>
            <p:cNvGrpSpPr/>
            <p:nvPr/>
          </p:nvGrpSpPr>
          <p:grpSpPr>
            <a:xfrm>
              <a:off x="97587" y="121915"/>
              <a:ext cx="729095" cy="601507"/>
              <a:chOff x="2016744" y="-182666"/>
              <a:chExt cx="5143500" cy="4481945"/>
            </a:xfrm>
          </p:grpSpPr>
          <p:pic>
            <p:nvPicPr>
              <p:cNvPr id="34" name="Grafik 33"/>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2016744" y="-182666"/>
                <a:ext cx="5143500" cy="4481945"/>
              </a:xfrm>
              <a:prstGeom prst="rect">
                <a:avLst/>
              </a:prstGeom>
            </p:spPr>
          </p:pic>
          <p:sp>
            <p:nvSpPr>
              <p:cNvPr id="35" name="Rechteck 34"/>
              <p:cNvSpPr/>
              <p:nvPr userDrawn="1"/>
            </p:nvSpPr>
            <p:spPr>
              <a:xfrm>
                <a:off x="3263729" y="914895"/>
                <a:ext cx="2309427" cy="27811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
          <p:nvSpPr>
            <p:cNvPr id="33" name="Rechteck 32"/>
            <p:cNvSpPr/>
            <p:nvPr/>
          </p:nvSpPr>
          <p:spPr>
            <a:xfrm>
              <a:off x="350038" y="269215"/>
              <a:ext cx="307596"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
        <p:nvSpPr>
          <p:cNvPr id="36" name="Textfeld 35"/>
          <p:cNvSpPr txBox="1"/>
          <p:nvPr/>
        </p:nvSpPr>
        <p:spPr>
          <a:xfrm>
            <a:off x="114769" y="289147"/>
            <a:ext cx="938540" cy="830997"/>
          </a:xfrm>
          <a:prstGeom prst="rect">
            <a:avLst/>
          </a:prstGeom>
          <a:noFill/>
        </p:spPr>
        <p:txBody>
          <a:bodyPr wrap="square" rtlCol="0">
            <a:spAutoFit/>
          </a:bodyPr>
          <a:lstStyle/>
          <a:p>
            <a:pPr algn="ctr"/>
            <a:r>
              <a:rPr lang="de-DE" sz="2400" dirty="0">
                <a:latin typeface="Poppins" panose="020B0604020202020204" charset="0"/>
                <a:cs typeface="Poppins" panose="020B0604020202020204" charset="0"/>
              </a:rPr>
              <a:t>WS 24 </a:t>
            </a:r>
            <a:endParaRPr lang="en-GB" sz="2400" dirty="0">
              <a:latin typeface="Poppins" panose="020B0604020202020204" charset="0"/>
              <a:cs typeface="Poppins" panose="020B0604020202020204" charset="0"/>
            </a:endParaRPr>
          </a:p>
        </p:txBody>
      </p:sp>
      <p:grpSp>
        <p:nvGrpSpPr>
          <p:cNvPr id="39" name="Google Shape;8797;p63"/>
          <p:cNvGrpSpPr/>
          <p:nvPr/>
        </p:nvGrpSpPr>
        <p:grpSpPr>
          <a:xfrm>
            <a:off x="288514" y="1137524"/>
            <a:ext cx="197108" cy="389321"/>
            <a:chOff x="3527539" y="4476677"/>
            <a:chExt cx="159232" cy="314510"/>
          </a:xfrm>
          <a:solidFill>
            <a:srgbClr val="000000"/>
          </a:solidFill>
        </p:grpSpPr>
        <p:sp>
          <p:nvSpPr>
            <p:cNvPr id="40"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41"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42" name="Google Shape;8797;p63"/>
          <p:cNvGrpSpPr/>
          <p:nvPr/>
        </p:nvGrpSpPr>
        <p:grpSpPr>
          <a:xfrm>
            <a:off x="604841" y="1137524"/>
            <a:ext cx="197108" cy="389321"/>
            <a:chOff x="3527539" y="4476677"/>
            <a:chExt cx="159232" cy="314510"/>
          </a:xfrm>
          <a:solidFill>
            <a:srgbClr val="000000"/>
          </a:solidFill>
        </p:grpSpPr>
        <p:sp>
          <p:nvSpPr>
            <p:cNvPr id="43"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44"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7" name="Google Shape;9266;p64"/>
          <p:cNvGrpSpPr/>
          <p:nvPr/>
        </p:nvGrpSpPr>
        <p:grpSpPr>
          <a:xfrm>
            <a:off x="8156848" y="3137543"/>
            <a:ext cx="672625" cy="586728"/>
            <a:chOff x="7390435" y="3680868"/>
            <a:chExt cx="372073" cy="355243"/>
          </a:xfrm>
          <a:solidFill>
            <a:schemeClr val="tx1"/>
          </a:solidFill>
        </p:grpSpPr>
        <p:sp>
          <p:nvSpPr>
            <p:cNvPr id="38"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45"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46"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47"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48"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49"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0" name="Google Shape;9266;p64"/>
          <p:cNvGrpSpPr/>
          <p:nvPr/>
        </p:nvGrpSpPr>
        <p:grpSpPr>
          <a:xfrm>
            <a:off x="1932841" y="4337733"/>
            <a:ext cx="672625" cy="586728"/>
            <a:chOff x="7390435" y="3680868"/>
            <a:chExt cx="372073" cy="355243"/>
          </a:xfrm>
          <a:solidFill>
            <a:schemeClr val="tx1"/>
          </a:solidFill>
        </p:grpSpPr>
        <p:sp>
          <p:nvSpPr>
            <p:cNvPr id="51"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52"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53"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54"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55"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56"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cxnSp>
        <p:nvCxnSpPr>
          <p:cNvPr id="4" name="Gerade Verbindung mit Pfeil 3"/>
          <p:cNvCxnSpPr/>
          <p:nvPr/>
        </p:nvCxnSpPr>
        <p:spPr>
          <a:xfrm>
            <a:off x="2816269" y="4315967"/>
            <a:ext cx="0" cy="65525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nvGrpSpPr>
          <p:cNvPr id="57" name="Google Shape;9266;p64"/>
          <p:cNvGrpSpPr/>
          <p:nvPr/>
        </p:nvGrpSpPr>
        <p:grpSpPr>
          <a:xfrm>
            <a:off x="1383384" y="5688122"/>
            <a:ext cx="464837" cy="424493"/>
            <a:chOff x="7390435" y="3680868"/>
            <a:chExt cx="372073" cy="355243"/>
          </a:xfrm>
          <a:solidFill>
            <a:schemeClr val="tx1"/>
          </a:solidFill>
        </p:grpSpPr>
        <p:sp>
          <p:nvSpPr>
            <p:cNvPr id="58"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59"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60"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61"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62"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63"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71" name="Google Shape;9266;p64"/>
          <p:cNvGrpSpPr/>
          <p:nvPr/>
        </p:nvGrpSpPr>
        <p:grpSpPr>
          <a:xfrm>
            <a:off x="1816290" y="5367448"/>
            <a:ext cx="464837" cy="424493"/>
            <a:chOff x="7390435" y="3680868"/>
            <a:chExt cx="372073" cy="355243"/>
          </a:xfrm>
          <a:solidFill>
            <a:schemeClr val="tx1"/>
          </a:solidFill>
        </p:grpSpPr>
        <p:sp>
          <p:nvSpPr>
            <p:cNvPr id="72"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73"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74"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75"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76"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77"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5" name="Wolkenförmige Legende 4"/>
          <p:cNvSpPr/>
          <p:nvPr/>
        </p:nvSpPr>
        <p:spPr>
          <a:xfrm>
            <a:off x="1102243" y="5219701"/>
            <a:ext cx="1406839" cy="1091664"/>
          </a:xfrm>
          <a:prstGeom prst="cloudCallout">
            <a:avLst>
              <a:gd name="adj1" fmla="val -30585"/>
              <a:gd name="adj2" fmla="val 84909"/>
            </a:avLst>
          </a:prstGeom>
          <a:no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sz="2400"/>
          </a:p>
        </p:txBody>
      </p:sp>
      <p:cxnSp>
        <p:nvCxnSpPr>
          <p:cNvPr id="85" name="Gerade Verbindung mit Pfeil 84"/>
          <p:cNvCxnSpPr/>
          <p:nvPr/>
        </p:nvCxnSpPr>
        <p:spPr>
          <a:xfrm rot="16200000">
            <a:off x="8460675" y="3568789"/>
            <a:ext cx="0" cy="65525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pic>
        <p:nvPicPr>
          <p:cNvPr id="6" name="Grafik 5"/>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flipH="1">
            <a:off x="8691346" y="3275210"/>
            <a:ext cx="1461999" cy="925932"/>
          </a:xfrm>
          <a:prstGeom prst="rect">
            <a:avLst/>
          </a:prstGeom>
        </p:spPr>
      </p:pic>
    </p:spTree>
    <p:extLst>
      <p:ext uri="{BB962C8B-B14F-4D97-AF65-F5344CB8AC3E}">
        <p14:creationId xmlns:p14="http://schemas.microsoft.com/office/powerpoint/2010/main" val="1424064623"/>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el 1"/>
          <p:cNvSpPr>
            <a:spLocks noGrp="1"/>
          </p:cNvSpPr>
          <p:nvPr>
            <p:ph type="title"/>
          </p:nvPr>
        </p:nvSpPr>
        <p:spPr>
          <a:xfrm>
            <a:off x="964879" y="332079"/>
            <a:ext cx="8063791" cy="700088"/>
          </a:xfrm>
        </p:spPr>
        <p:txBody>
          <a:bodyPr>
            <a:normAutofit fontScale="90000"/>
          </a:bodyPr>
          <a:lstStyle/>
          <a:p>
            <a:r>
              <a:rPr lang="fr-FR" dirty="0">
                <a:latin typeface="Josefin Sans" panose="020B0604020202020204" charset="0"/>
                <a:cs typeface="Arial" pitchFamily="2"/>
              </a:rPr>
              <a:t>CASE STUDY: </a:t>
            </a:r>
            <a:br>
              <a:rPr lang="fr-FR" dirty="0">
                <a:latin typeface="Josefin Sans" panose="020B0604020202020204" charset="0"/>
                <a:cs typeface="Arial" pitchFamily="2"/>
              </a:rPr>
            </a:br>
            <a:r>
              <a:rPr lang="fr-FR" b="0" dirty="0">
                <a:latin typeface="Josefin Sans" panose="020B0604020202020204" charset="0"/>
                <a:cs typeface="Arial" pitchFamily="2"/>
              </a:rPr>
              <a:t>Sophie and The Delivery Service</a:t>
            </a:r>
            <a:endParaRPr lang="fr-FR" b="0" dirty="0">
              <a:solidFill>
                <a:srgbClr val="000000"/>
              </a:solidFill>
              <a:latin typeface="Josefin Sans" panose="020B0604020202020204" charset="0"/>
            </a:endParaRPr>
          </a:p>
        </p:txBody>
      </p:sp>
      <p:sp>
        <p:nvSpPr>
          <p:cNvPr id="116739" name="Inhaltsplatzhalter 2"/>
          <p:cNvSpPr>
            <a:spLocks noGrp="1"/>
          </p:cNvSpPr>
          <p:nvPr>
            <p:ph idx="1"/>
          </p:nvPr>
        </p:nvSpPr>
        <p:spPr>
          <a:xfrm>
            <a:off x="3195587" y="1537204"/>
            <a:ext cx="8996413" cy="4958421"/>
          </a:xfrm>
        </p:spPr>
        <p:txBody>
          <a:bodyPr/>
          <a:lstStyle/>
          <a:p>
            <a:pPr marL="0" indent="0">
              <a:buNone/>
            </a:pPr>
            <a:r>
              <a:rPr lang="fr-FR" sz="1600" dirty="0">
                <a:solidFill>
                  <a:srgbClr val="47362D"/>
                </a:solidFill>
              </a:rPr>
              <a:t>Sophie has a small restaurant where she sells snacks and some dishes. The restaurant is located in a very friendly corner near a main street in the city centre.  In the beginning she didn’t make much profit from her restaurant. However, she was successful because she was persistent in developing her business. In addition, she received financial support from her brother and also sought credit from a local bank.</a:t>
            </a:r>
          </a:p>
          <a:p>
            <a:pPr marL="0" indent="0"/>
            <a:endParaRPr lang="fr-FR" sz="1600" dirty="0">
              <a:solidFill>
                <a:srgbClr val="47362D"/>
              </a:solidFill>
            </a:endParaRPr>
          </a:p>
          <a:p>
            <a:pPr marL="0" indent="0">
              <a:spcAft>
                <a:spcPts val="600"/>
              </a:spcAft>
              <a:buNone/>
            </a:pPr>
            <a:r>
              <a:rPr lang="fr-FR" sz="1600" dirty="0">
                <a:solidFill>
                  <a:srgbClr val="47362D"/>
                </a:solidFill>
              </a:rPr>
              <a:t>In recent months, some customers have complained that they have to walk a long way to the restaurant at midday in the sun. Sophie therefore had the idea of investing in a delivery service. She has set herself the following target for the end of the year: </a:t>
            </a:r>
            <a:endParaRPr lang="fr-FR" sz="1600" i="1" dirty="0">
              <a:solidFill>
                <a:srgbClr val="47362D"/>
              </a:solidFill>
            </a:endParaRPr>
          </a:p>
          <a:p>
            <a:pPr marL="0" indent="0" algn="ctr">
              <a:buNone/>
            </a:pPr>
            <a:r>
              <a:rPr lang="fr-FR" sz="1600" b="1" i="1" dirty="0">
                <a:solidFill>
                  <a:srgbClr val="47362D"/>
                </a:solidFill>
              </a:rPr>
              <a:t>"Delivering two different dishes during the lunch hour to customers in the </a:t>
            </a:r>
            <a:r>
              <a:rPr lang="fr-FR" sz="1600" b="1" i="1" dirty="0" err="1">
                <a:solidFill>
                  <a:srgbClr val="47362D"/>
                </a:solidFill>
              </a:rPr>
              <a:t>surrounding</a:t>
            </a:r>
            <a:r>
              <a:rPr lang="fr-FR" sz="1600" b="1" i="1" dirty="0">
                <a:solidFill>
                  <a:srgbClr val="47362D"/>
                </a:solidFill>
              </a:rPr>
              <a:t> areas</a:t>
            </a:r>
            <a:endParaRPr lang="fr-FR" sz="1600" dirty="0">
              <a:solidFill>
                <a:srgbClr val="47362D"/>
              </a:solidFill>
            </a:endParaRPr>
          </a:p>
          <a:p>
            <a:pPr marL="211661" indent="0">
              <a:buNone/>
            </a:pPr>
            <a:endParaRPr lang="fr-FR" sz="1600" dirty="0">
              <a:solidFill>
                <a:schemeClr val="accent4">
                  <a:lumMod val="75000"/>
                </a:schemeClr>
              </a:solidFill>
            </a:endParaRPr>
          </a:p>
          <a:p>
            <a:pPr marL="211661" indent="0">
              <a:buNone/>
            </a:pPr>
            <a:r>
              <a:rPr lang="fr-FR" sz="1600" dirty="0" err="1">
                <a:solidFill>
                  <a:schemeClr val="accent4">
                    <a:lumMod val="75000"/>
                  </a:schemeClr>
                </a:solidFill>
              </a:rPr>
              <a:t>Now</a:t>
            </a:r>
            <a:r>
              <a:rPr lang="fr-FR" sz="1600" dirty="0">
                <a:solidFill>
                  <a:schemeClr val="accent4">
                    <a:lumMod val="75000"/>
                  </a:schemeClr>
                </a:solidFill>
              </a:rPr>
              <a:t> Sophie needs to know</a:t>
            </a:r>
          </a:p>
          <a:p>
            <a:pPr marL="211661" indent="0">
              <a:buNone/>
            </a:pPr>
            <a:r>
              <a:rPr lang="en-GB" sz="1600" dirty="0">
                <a:solidFill>
                  <a:schemeClr val="accent4">
                    <a:lumMod val="75000"/>
                  </a:schemeClr>
                </a:solidFill>
              </a:rPr>
              <a:t>-How she can reach her goal</a:t>
            </a:r>
          </a:p>
          <a:p>
            <a:pPr marL="211661" indent="0">
              <a:buNone/>
            </a:pPr>
            <a:r>
              <a:rPr lang="en-GB" sz="1600" dirty="0">
                <a:solidFill>
                  <a:schemeClr val="accent4">
                    <a:lumMod val="75000"/>
                  </a:schemeClr>
                </a:solidFill>
              </a:rPr>
              <a:t>-What resources are needed to achieve it</a:t>
            </a:r>
          </a:p>
        </p:txBody>
      </p:sp>
      <p:grpSp>
        <p:nvGrpSpPr>
          <p:cNvPr id="14" name="Google Shape;9266;p64"/>
          <p:cNvGrpSpPr/>
          <p:nvPr/>
        </p:nvGrpSpPr>
        <p:grpSpPr>
          <a:xfrm>
            <a:off x="10160475" y="187972"/>
            <a:ext cx="922960" cy="787195"/>
            <a:chOff x="7390435" y="3680868"/>
            <a:chExt cx="372073" cy="355243"/>
          </a:xfrm>
          <a:solidFill>
            <a:schemeClr val="tx1"/>
          </a:solidFill>
        </p:grpSpPr>
        <p:sp>
          <p:nvSpPr>
            <p:cNvPr id="15"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16"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17"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18"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19"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20"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3" name="Gruppieren 12"/>
          <p:cNvGrpSpPr/>
          <p:nvPr/>
        </p:nvGrpSpPr>
        <p:grpSpPr>
          <a:xfrm>
            <a:off x="130117" y="162554"/>
            <a:ext cx="972127" cy="802009"/>
            <a:chOff x="97587" y="121915"/>
            <a:chExt cx="729095" cy="601507"/>
          </a:xfrm>
        </p:grpSpPr>
        <p:grpSp>
          <p:nvGrpSpPr>
            <p:cNvPr id="22" name="Gruppieren 21"/>
            <p:cNvGrpSpPr/>
            <p:nvPr/>
          </p:nvGrpSpPr>
          <p:grpSpPr>
            <a:xfrm>
              <a:off x="97587" y="121915"/>
              <a:ext cx="729095" cy="601507"/>
              <a:chOff x="2016744" y="-182666"/>
              <a:chExt cx="5143500" cy="4481945"/>
            </a:xfrm>
          </p:grpSpPr>
          <p:pic>
            <p:nvPicPr>
              <p:cNvPr id="24" name="Grafik 23"/>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2016744" y="-182666"/>
                <a:ext cx="5143500" cy="4481945"/>
              </a:xfrm>
              <a:prstGeom prst="rect">
                <a:avLst/>
              </a:prstGeom>
            </p:spPr>
          </p:pic>
          <p:sp>
            <p:nvSpPr>
              <p:cNvPr id="25" name="Rechteck 24"/>
              <p:cNvSpPr/>
              <p:nvPr userDrawn="1"/>
            </p:nvSpPr>
            <p:spPr>
              <a:xfrm>
                <a:off x="3263729" y="914895"/>
                <a:ext cx="2309427" cy="27811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
          <p:nvSpPr>
            <p:cNvPr id="23" name="Rechteck 22"/>
            <p:cNvSpPr/>
            <p:nvPr/>
          </p:nvSpPr>
          <p:spPr>
            <a:xfrm>
              <a:off x="350038" y="269215"/>
              <a:ext cx="307596"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
        <p:nvSpPr>
          <p:cNvPr id="26" name="Textfeld 25"/>
          <p:cNvSpPr txBox="1"/>
          <p:nvPr/>
        </p:nvSpPr>
        <p:spPr>
          <a:xfrm>
            <a:off x="135570" y="257307"/>
            <a:ext cx="938540" cy="830997"/>
          </a:xfrm>
          <a:prstGeom prst="rect">
            <a:avLst/>
          </a:prstGeom>
          <a:noFill/>
        </p:spPr>
        <p:txBody>
          <a:bodyPr wrap="square" rtlCol="0">
            <a:spAutoFit/>
          </a:bodyPr>
          <a:lstStyle/>
          <a:p>
            <a:pPr algn="ctr"/>
            <a:r>
              <a:rPr lang="de-DE" sz="2400" dirty="0">
                <a:latin typeface="Poppins" panose="020B0604020202020204" charset="0"/>
                <a:cs typeface="Poppins" panose="020B0604020202020204" charset="0"/>
              </a:rPr>
              <a:t>WS 25 </a:t>
            </a:r>
            <a:endParaRPr lang="en-GB" sz="2400" dirty="0">
              <a:latin typeface="Poppins" panose="020B0604020202020204" charset="0"/>
              <a:cs typeface="Poppins" panose="020B0604020202020204" charset="0"/>
            </a:endParaRPr>
          </a:p>
        </p:txBody>
      </p:sp>
      <p:sp>
        <p:nvSpPr>
          <p:cNvPr id="3" name="Rechteck 2"/>
          <p:cNvSpPr/>
          <p:nvPr/>
        </p:nvSpPr>
        <p:spPr>
          <a:xfrm>
            <a:off x="1914105" y="3860404"/>
            <a:ext cx="1093620" cy="90057"/>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27" name="Google Shape;9647;p65"/>
          <p:cNvSpPr/>
          <p:nvPr/>
        </p:nvSpPr>
        <p:spPr>
          <a:xfrm>
            <a:off x="11267895" y="195241"/>
            <a:ext cx="692965" cy="664023"/>
          </a:xfrm>
          <a:custGeom>
            <a:avLst/>
            <a:gdLst/>
            <a:ahLst/>
            <a:cxnLst/>
            <a:rect l="l" t="t" r="r" b="b"/>
            <a:pathLst>
              <a:path w="11478" h="11413" extrusionOk="0">
                <a:moveTo>
                  <a:pt x="1401" y="515"/>
                </a:moveTo>
                <a:cubicBezTo>
                  <a:pt x="1616" y="515"/>
                  <a:pt x="1834" y="595"/>
                  <a:pt x="2000" y="756"/>
                </a:cubicBezTo>
                <a:lnTo>
                  <a:pt x="2548" y="1304"/>
                </a:lnTo>
                <a:lnTo>
                  <a:pt x="1358" y="2494"/>
                </a:lnTo>
                <a:lnTo>
                  <a:pt x="810" y="1947"/>
                </a:lnTo>
                <a:cubicBezTo>
                  <a:pt x="476" y="1625"/>
                  <a:pt x="476" y="1078"/>
                  <a:pt x="810" y="756"/>
                </a:cubicBezTo>
                <a:cubicBezTo>
                  <a:pt x="971" y="595"/>
                  <a:pt x="1185" y="515"/>
                  <a:pt x="1401" y="515"/>
                </a:cubicBezTo>
                <a:close/>
                <a:moveTo>
                  <a:pt x="2798" y="1566"/>
                </a:moveTo>
                <a:lnTo>
                  <a:pt x="3251" y="2006"/>
                </a:lnTo>
                <a:lnTo>
                  <a:pt x="2655" y="2602"/>
                </a:lnTo>
                <a:lnTo>
                  <a:pt x="2060" y="3197"/>
                </a:lnTo>
                <a:lnTo>
                  <a:pt x="1608" y="2756"/>
                </a:lnTo>
                <a:lnTo>
                  <a:pt x="2798" y="1566"/>
                </a:lnTo>
                <a:close/>
                <a:moveTo>
                  <a:pt x="10132" y="9031"/>
                </a:moveTo>
                <a:lnTo>
                  <a:pt x="10811" y="10757"/>
                </a:lnTo>
                <a:lnTo>
                  <a:pt x="9085" y="10091"/>
                </a:lnTo>
                <a:lnTo>
                  <a:pt x="10132" y="9031"/>
                </a:lnTo>
                <a:close/>
                <a:moveTo>
                  <a:pt x="4036" y="5685"/>
                </a:moveTo>
                <a:lnTo>
                  <a:pt x="5763" y="7412"/>
                </a:lnTo>
                <a:lnTo>
                  <a:pt x="5418" y="7757"/>
                </a:lnTo>
                <a:lnTo>
                  <a:pt x="5001" y="7340"/>
                </a:lnTo>
                <a:cubicBezTo>
                  <a:pt x="4965" y="7299"/>
                  <a:pt x="4920" y="7278"/>
                  <a:pt x="4876" y="7278"/>
                </a:cubicBezTo>
                <a:cubicBezTo>
                  <a:pt x="4831" y="7278"/>
                  <a:pt x="4787" y="7299"/>
                  <a:pt x="4751" y="7340"/>
                </a:cubicBezTo>
                <a:cubicBezTo>
                  <a:pt x="4679" y="7412"/>
                  <a:pt x="4679" y="7519"/>
                  <a:pt x="4751" y="7590"/>
                </a:cubicBezTo>
                <a:lnTo>
                  <a:pt x="5168" y="8007"/>
                </a:lnTo>
                <a:lnTo>
                  <a:pt x="4763" y="8412"/>
                </a:lnTo>
                <a:lnTo>
                  <a:pt x="3822" y="7471"/>
                </a:lnTo>
                <a:cubicBezTo>
                  <a:pt x="3786" y="7436"/>
                  <a:pt x="3742" y="7418"/>
                  <a:pt x="3697" y="7418"/>
                </a:cubicBezTo>
                <a:cubicBezTo>
                  <a:pt x="3652" y="7418"/>
                  <a:pt x="3608" y="7436"/>
                  <a:pt x="3572" y="7471"/>
                </a:cubicBezTo>
                <a:cubicBezTo>
                  <a:pt x="3501" y="7543"/>
                  <a:pt x="3501" y="7650"/>
                  <a:pt x="3572" y="7721"/>
                </a:cubicBezTo>
                <a:lnTo>
                  <a:pt x="4513" y="8662"/>
                </a:lnTo>
                <a:lnTo>
                  <a:pt x="4108" y="9067"/>
                </a:lnTo>
                <a:lnTo>
                  <a:pt x="3691" y="8638"/>
                </a:lnTo>
                <a:cubicBezTo>
                  <a:pt x="3655" y="8602"/>
                  <a:pt x="3611" y="8584"/>
                  <a:pt x="3566" y="8584"/>
                </a:cubicBezTo>
                <a:cubicBezTo>
                  <a:pt x="3521" y="8584"/>
                  <a:pt x="3477" y="8602"/>
                  <a:pt x="3441" y="8638"/>
                </a:cubicBezTo>
                <a:cubicBezTo>
                  <a:pt x="3358" y="8721"/>
                  <a:pt x="3358" y="8817"/>
                  <a:pt x="3441" y="8900"/>
                </a:cubicBezTo>
                <a:lnTo>
                  <a:pt x="3858" y="9317"/>
                </a:lnTo>
                <a:lnTo>
                  <a:pt x="3453" y="9710"/>
                </a:lnTo>
                <a:lnTo>
                  <a:pt x="3036" y="9293"/>
                </a:lnTo>
                <a:cubicBezTo>
                  <a:pt x="3001" y="9257"/>
                  <a:pt x="2956" y="9239"/>
                  <a:pt x="2911" y="9239"/>
                </a:cubicBezTo>
                <a:cubicBezTo>
                  <a:pt x="2867" y="9239"/>
                  <a:pt x="2822" y="9257"/>
                  <a:pt x="2786" y="9293"/>
                </a:cubicBezTo>
                <a:cubicBezTo>
                  <a:pt x="2703" y="9376"/>
                  <a:pt x="2703" y="9471"/>
                  <a:pt x="2786" y="9555"/>
                </a:cubicBezTo>
                <a:lnTo>
                  <a:pt x="3203" y="9972"/>
                </a:lnTo>
                <a:lnTo>
                  <a:pt x="2798" y="10364"/>
                </a:lnTo>
                <a:lnTo>
                  <a:pt x="1858" y="9436"/>
                </a:lnTo>
                <a:cubicBezTo>
                  <a:pt x="1822" y="9394"/>
                  <a:pt x="1777" y="9373"/>
                  <a:pt x="1733" y="9373"/>
                </a:cubicBezTo>
                <a:cubicBezTo>
                  <a:pt x="1688" y="9373"/>
                  <a:pt x="1643" y="9394"/>
                  <a:pt x="1608" y="9436"/>
                </a:cubicBezTo>
                <a:cubicBezTo>
                  <a:pt x="1536" y="9507"/>
                  <a:pt x="1536" y="9614"/>
                  <a:pt x="1608" y="9686"/>
                </a:cubicBezTo>
                <a:lnTo>
                  <a:pt x="2548" y="10626"/>
                </a:lnTo>
                <a:lnTo>
                  <a:pt x="2191" y="10984"/>
                </a:lnTo>
                <a:cubicBezTo>
                  <a:pt x="2155" y="11007"/>
                  <a:pt x="2096" y="11043"/>
                  <a:pt x="2048" y="11043"/>
                </a:cubicBezTo>
                <a:cubicBezTo>
                  <a:pt x="2012" y="11043"/>
                  <a:pt x="1953" y="11019"/>
                  <a:pt x="1917" y="10984"/>
                </a:cubicBezTo>
                <a:lnTo>
                  <a:pt x="465" y="9519"/>
                </a:lnTo>
                <a:cubicBezTo>
                  <a:pt x="381" y="9448"/>
                  <a:pt x="381" y="9329"/>
                  <a:pt x="465" y="9257"/>
                </a:cubicBezTo>
                <a:lnTo>
                  <a:pt x="4036" y="5685"/>
                </a:lnTo>
                <a:close/>
                <a:moveTo>
                  <a:pt x="9428" y="0"/>
                </a:moveTo>
                <a:cubicBezTo>
                  <a:pt x="9290" y="0"/>
                  <a:pt x="9150" y="54"/>
                  <a:pt x="9037" y="161"/>
                </a:cubicBezTo>
                <a:lnTo>
                  <a:pt x="6299" y="2899"/>
                </a:lnTo>
                <a:cubicBezTo>
                  <a:pt x="6227" y="2971"/>
                  <a:pt x="6227" y="3078"/>
                  <a:pt x="6299" y="3149"/>
                </a:cubicBezTo>
                <a:cubicBezTo>
                  <a:pt x="6334" y="3185"/>
                  <a:pt x="6379" y="3203"/>
                  <a:pt x="6424" y="3203"/>
                </a:cubicBezTo>
                <a:cubicBezTo>
                  <a:pt x="6468" y="3203"/>
                  <a:pt x="6513" y="3185"/>
                  <a:pt x="6549" y="3149"/>
                </a:cubicBezTo>
                <a:lnTo>
                  <a:pt x="9287" y="411"/>
                </a:lnTo>
                <a:cubicBezTo>
                  <a:pt x="9323" y="387"/>
                  <a:pt x="9382" y="351"/>
                  <a:pt x="9418" y="351"/>
                </a:cubicBezTo>
                <a:cubicBezTo>
                  <a:pt x="9466" y="351"/>
                  <a:pt x="9525" y="363"/>
                  <a:pt x="9561" y="411"/>
                </a:cubicBezTo>
                <a:lnTo>
                  <a:pt x="11013" y="1875"/>
                </a:lnTo>
                <a:cubicBezTo>
                  <a:pt x="11049" y="1899"/>
                  <a:pt x="11073" y="1959"/>
                  <a:pt x="11073" y="2006"/>
                </a:cubicBezTo>
                <a:cubicBezTo>
                  <a:pt x="11073" y="2054"/>
                  <a:pt x="11061" y="2113"/>
                  <a:pt x="11013" y="2137"/>
                </a:cubicBezTo>
                <a:lnTo>
                  <a:pt x="10656" y="2494"/>
                </a:lnTo>
                <a:lnTo>
                  <a:pt x="9716" y="1554"/>
                </a:lnTo>
                <a:cubicBezTo>
                  <a:pt x="9680" y="1518"/>
                  <a:pt x="9635" y="1500"/>
                  <a:pt x="9591" y="1500"/>
                </a:cubicBezTo>
                <a:cubicBezTo>
                  <a:pt x="9546" y="1500"/>
                  <a:pt x="9501" y="1518"/>
                  <a:pt x="9466" y="1554"/>
                </a:cubicBezTo>
                <a:cubicBezTo>
                  <a:pt x="9394" y="1637"/>
                  <a:pt x="9394" y="1732"/>
                  <a:pt x="9466" y="1816"/>
                </a:cubicBezTo>
                <a:lnTo>
                  <a:pt x="10406" y="2744"/>
                </a:lnTo>
                <a:lnTo>
                  <a:pt x="10001" y="3149"/>
                </a:lnTo>
                <a:lnTo>
                  <a:pt x="9585" y="2733"/>
                </a:lnTo>
                <a:cubicBezTo>
                  <a:pt x="9549" y="2697"/>
                  <a:pt x="9504" y="2679"/>
                  <a:pt x="9460" y="2679"/>
                </a:cubicBezTo>
                <a:cubicBezTo>
                  <a:pt x="9415" y="2679"/>
                  <a:pt x="9370" y="2697"/>
                  <a:pt x="9335" y="2733"/>
                </a:cubicBezTo>
                <a:cubicBezTo>
                  <a:pt x="9263" y="2804"/>
                  <a:pt x="9263" y="2911"/>
                  <a:pt x="9335" y="2983"/>
                </a:cubicBezTo>
                <a:lnTo>
                  <a:pt x="9751" y="3399"/>
                </a:lnTo>
                <a:lnTo>
                  <a:pt x="9347" y="3804"/>
                </a:lnTo>
                <a:lnTo>
                  <a:pt x="8930" y="3387"/>
                </a:lnTo>
                <a:cubicBezTo>
                  <a:pt x="8894" y="3352"/>
                  <a:pt x="8850" y="3334"/>
                  <a:pt x="8805" y="3334"/>
                </a:cubicBezTo>
                <a:cubicBezTo>
                  <a:pt x="8760" y="3334"/>
                  <a:pt x="8716" y="3352"/>
                  <a:pt x="8680" y="3387"/>
                </a:cubicBezTo>
                <a:cubicBezTo>
                  <a:pt x="8597" y="3459"/>
                  <a:pt x="8597" y="3566"/>
                  <a:pt x="8680" y="3637"/>
                </a:cubicBezTo>
                <a:lnTo>
                  <a:pt x="9097" y="4054"/>
                </a:lnTo>
                <a:lnTo>
                  <a:pt x="8692" y="4459"/>
                </a:lnTo>
                <a:lnTo>
                  <a:pt x="7751" y="3518"/>
                </a:lnTo>
                <a:cubicBezTo>
                  <a:pt x="7715" y="3483"/>
                  <a:pt x="7671" y="3465"/>
                  <a:pt x="7626" y="3465"/>
                </a:cubicBezTo>
                <a:cubicBezTo>
                  <a:pt x="7581" y="3465"/>
                  <a:pt x="7537" y="3483"/>
                  <a:pt x="7501" y="3518"/>
                </a:cubicBezTo>
                <a:cubicBezTo>
                  <a:pt x="7430" y="3602"/>
                  <a:pt x="7430" y="3697"/>
                  <a:pt x="7501" y="3780"/>
                </a:cubicBezTo>
                <a:lnTo>
                  <a:pt x="8442" y="4709"/>
                </a:lnTo>
                <a:lnTo>
                  <a:pt x="8037" y="5114"/>
                </a:lnTo>
                <a:lnTo>
                  <a:pt x="7620" y="4697"/>
                </a:lnTo>
                <a:cubicBezTo>
                  <a:pt x="7584" y="4661"/>
                  <a:pt x="7540" y="4644"/>
                  <a:pt x="7495" y="4644"/>
                </a:cubicBezTo>
                <a:cubicBezTo>
                  <a:pt x="7451" y="4644"/>
                  <a:pt x="7406" y="4661"/>
                  <a:pt x="7370" y="4697"/>
                </a:cubicBezTo>
                <a:cubicBezTo>
                  <a:pt x="7287" y="4769"/>
                  <a:pt x="7287" y="4876"/>
                  <a:pt x="7370" y="4947"/>
                </a:cubicBezTo>
                <a:lnTo>
                  <a:pt x="7787" y="5364"/>
                </a:lnTo>
                <a:lnTo>
                  <a:pt x="7442" y="5709"/>
                </a:lnTo>
                <a:lnTo>
                  <a:pt x="5715" y="3983"/>
                </a:lnTo>
                <a:lnTo>
                  <a:pt x="6037" y="3661"/>
                </a:lnTo>
                <a:cubicBezTo>
                  <a:pt x="6120" y="3578"/>
                  <a:pt x="6120" y="3483"/>
                  <a:pt x="6037" y="3399"/>
                </a:cubicBezTo>
                <a:cubicBezTo>
                  <a:pt x="6001" y="3364"/>
                  <a:pt x="5956" y="3346"/>
                  <a:pt x="5912" y="3346"/>
                </a:cubicBezTo>
                <a:cubicBezTo>
                  <a:pt x="5867" y="3346"/>
                  <a:pt x="5822" y="3364"/>
                  <a:pt x="5787" y="3399"/>
                </a:cubicBezTo>
                <a:lnTo>
                  <a:pt x="5465" y="3733"/>
                </a:lnTo>
                <a:lnTo>
                  <a:pt x="2239" y="506"/>
                </a:lnTo>
                <a:cubicBezTo>
                  <a:pt x="2012" y="280"/>
                  <a:pt x="1715" y="161"/>
                  <a:pt x="1381" y="161"/>
                </a:cubicBezTo>
                <a:cubicBezTo>
                  <a:pt x="1072" y="161"/>
                  <a:pt x="762" y="280"/>
                  <a:pt x="536" y="506"/>
                </a:cubicBezTo>
                <a:cubicBezTo>
                  <a:pt x="310" y="732"/>
                  <a:pt x="191" y="1030"/>
                  <a:pt x="191" y="1351"/>
                </a:cubicBezTo>
                <a:cubicBezTo>
                  <a:pt x="191" y="1661"/>
                  <a:pt x="310" y="1971"/>
                  <a:pt x="536" y="2197"/>
                </a:cubicBezTo>
                <a:lnTo>
                  <a:pt x="3774" y="5447"/>
                </a:lnTo>
                <a:lnTo>
                  <a:pt x="203" y="9019"/>
                </a:lnTo>
                <a:cubicBezTo>
                  <a:pt x="0" y="9221"/>
                  <a:pt x="0" y="9567"/>
                  <a:pt x="203" y="9793"/>
                </a:cubicBezTo>
                <a:lnTo>
                  <a:pt x="1667" y="11246"/>
                </a:lnTo>
                <a:cubicBezTo>
                  <a:pt x="1774" y="11353"/>
                  <a:pt x="1905" y="11412"/>
                  <a:pt x="2048" y="11412"/>
                </a:cubicBezTo>
                <a:cubicBezTo>
                  <a:pt x="2203" y="11412"/>
                  <a:pt x="2334" y="11353"/>
                  <a:pt x="2441" y="11246"/>
                </a:cubicBezTo>
                <a:lnTo>
                  <a:pt x="6013" y="7674"/>
                </a:lnTo>
                <a:lnTo>
                  <a:pt x="6263" y="7924"/>
                </a:lnTo>
                <a:cubicBezTo>
                  <a:pt x="6299" y="7965"/>
                  <a:pt x="6343" y="7986"/>
                  <a:pt x="6389" y="7986"/>
                </a:cubicBezTo>
                <a:cubicBezTo>
                  <a:pt x="6436" y="7986"/>
                  <a:pt x="6483" y="7965"/>
                  <a:pt x="6525" y="7924"/>
                </a:cubicBezTo>
                <a:cubicBezTo>
                  <a:pt x="6596" y="7852"/>
                  <a:pt x="6596" y="7745"/>
                  <a:pt x="6525" y="7674"/>
                </a:cubicBezTo>
                <a:lnTo>
                  <a:pt x="6168" y="7316"/>
                </a:lnTo>
                <a:cubicBezTo>
                  <a:pt x="6168" y="7305"/>
                  <a:pt x="6144" y="7305"/>
                  <a:pt x="6132" y="7293"/>
                </a:cubicBezTo>
                <a:lnTo>
                  <a:pt x="6096" y="7257"/>
                </a:lnTo>
                <a:lnTo>
                  <a:pt x="2310" y="3471"/>
                </a:lnTo>
                <a:lnTo>
                  <a:pt x="2786" y="2995"/>
                </a:lnTo>
                <a:lnTo>
                  <a:pt x="3084" y="3292"/>
                </a:lnTo>
                <a:cubicBezTo>
                  <a:pt x="3108" y="3316"/>
                  <a:pt x="3155" y="3328"/>
                  <a:pt x="3203" y="3328"/>
                </a:cubicBezTo>
                <a:cubicBezTo>
                  <a:pt x="3239" y="3328"/>
                  <a:pt x="3286" y="3316"/>
                  <a:pt x="3322" y="3292"/>
                </a:cubicBezTo>
                <a:cubicBezTo>
                  <a:pt x="3393" y="3209"/>
                  <a:pt x="3393" y="3114"/>
                  <a:pt x="3322" y="3030"/>
                </a:cubicBezTo>
                <a:lnTo>
                  <a:pt x="3024" y="2733"/>
                </a:lnTo>
                <a:lnTo>
                  <a:pt x="3501" y="2256"/>
                </a:lnTo>
                <a:lnTo>
                  <a:pt x="5358" y="4126"/>
                </a:lnTo>
                <a:lnTo>
                  <a:pt x="7311" y="6066"/>
                </a:lnTo>
                <a:lnTo>
                  <a:pt x="7323" y="6090"/>
                </a:lnTo>
                <a:lnTo>
                  <a:pt x="7334" y="6102"/>
                </a:lnTo>
                <a:lnTo>
                  <a:pt x="9942" y="8710"/>
                </a:lnTo>
                <a:lnTo>
                  <a:pt x="9466" y="9186"/>
                </a:lnTo>
                <a:lnTo>
                  <a:pt x="6846" y="6554"/>
                </a:lnTo>
                <a:lnTo>
                  <a:pt x="5810" y="5519"/>
                </a:lnTo>
                <a:lnTo>
                  <a:pt x="3965" y="3673"/>
                </a:lnTo>
                <a:cubicBezTo>
                  <a:pt x="3923" y="3637"/>
                  <a:pt x="3879" y="3620"/>
                  <a:pt x="3834" y="3620"/>
                </a:cubicBezTo>
                <a:cubicBezTo>
                  <a:pt x="3789" y="3620"/>
                  <a:pt x="3745" y="3637"/>
                  <a:pt x="3703" y="3673"/>
                </a:cubicBezTo>
                <a:cubicBezTo>
                  <a:pt x="3632" y="3745"/>
                  <a:pt x="3632" y="3852"/>
                  <a:pt x="3703" y="3923"/>
                </a:cubicBezTo>
                <a:lnTo>
                  <a:pt x="9239" y="9460"/>
                </a:lnTo>
                <a:lnTo>
                  <a:pt x="8763" y="9936"/>
                </a:lnTo>
                <a:lnTo>
                  <a:pt x="7096" y="8269"/>
                </a:lnTo>
                <a:cubicBezTo>
                  <a:pt x="7061" y="8233"/>
                  <a:pt x="7016" y="8215"/>
                  <a:pt x="6971" y="8215"/>
                </a:cubicBezTo>
                <a:cubicBezTo>
                  <a:pt x="6927" y="8215"/>
                  <a:pt x="6882" y="8233"/>
                  <a:pt x="6846" y="8269"/>
                </a:cubicBezTo>
                <a:cubicBezTo>
                  <a:pt x="6775" y="8340"/>
                  <a:pt x="6775" y="8448"/>
                  <a:pt x="6846" y="8519"/>
                </a:cubicBezTo>
                <a:lnTo>
                  <a:pt x="8632" y="10305"/>
                </a:lnTo>
                <a:cubicBezTo>
                  <a:pt x="8644" y="10329"/>
                  <a:pt x="8680" y="10341"/>
                  <a:pt x="8692" y="10353"/>
                </a:cubicBezTo>
                <a:lnTo>
                  <a:pt x="10799" y="11174"/>
                </a:lnTo>
                <a:cubicBezTo>
                  <a:pt x="10835" y="11186"/>
                  <a:pt x="10883" y="11186"/>
                  <a:pt x="10906" y="11186"/>
                </a:cubicBezTo>
                <a:cubicBezTo>
                  <a:pt x="10990" y="11186"/>
                  <a:pt x="11061" y="11162"/>
                  <a:pt x="11121" y="11103"/>
                </a:cubicBezTo>
                <a:cubicBezTo>
                  <a:pt x="11192" y="11019"/>
                  <a:pt x="11228" y="10900"/>
                  <a:pt x="11180" y="10805"/>
                </a:cubicBezTo>
                <a:lnTo>
                  <a:pt x="10359" y="8686"/>
                </a:lnTo>
                <a:cubicBezTo>
                  <a:pt x="10347" y="8662"/>
                  <a:pt x="10323" y="8638"/>
                  <a:pt x="10311" y="8626"/>
                </a:cubicBezTo>
                <a:lnTo>
                  <a:pt x="7692" y="6007"/>
                </a:lnTo>
                <a:lnTo>
                  <a:pt x="11264" y="2435"/>
                </a:lnTo>
                <a:cubicBezTo>
                  <a:pt x="11478" y="2185"/>
                  <a:pt x="11478" y="1840"/>
                  <a:pt x="11264" y="1625"/>
                </a:cubicBezTo>
                <a:lnTo>
                  <a:pt x="9811" y="161"/>
                </a:lnTo>
                <a:cubicBezTo>
                  <a:pt x="9704" y="54"/>
                  <a:pt x="9567" y="0"/>
                  <a:pt x="9428" y="0"/>
                </a:cubicBezTo>
                <a:close/>
              </a:path>
            </a:pathLst>
          </a:custGeom>
          <a:solidFill>
            <a:srgbClr val="000000"/>
          </a:solidFill>
          <a:ln w="3175">
            <a:noFill/>
          </a:ln>
        </p:spPr>
        <p:txBody>
          <a:bodyPr spcFirstLastPara="1" wrap="square" lIns="121900" tIns="121900" rIns="121900" bIns="121900" anchor="ctr" anchorCtr="0">
            <a:noAutofit/>
          </a:bodyPr>
          <a:lstStyle/>
          <a:p>
            <a:endParaRPr sz="2400"/>
          </a:p>
        </p:txBody>
      </p:sp>
      <p:grpSp>
        <p:nvGrpSpPr>
          <p:cNvPr id="21" name="Google Shape;8797;p63"/>
          <p:cNvGrpSpPr/>
          <p:nvPr/>
        </p:nvGrpSpPr>
        <p:grpSpPr>
          <a:xfrm>
            <a:off x="288966" y="1592294"/>
            <a:ext cx="197108" cy="389321"/>
            <a:chOff x="3527539" y="4476677"/>
            <a:chExt cx="159232" cy="314510"/>
          </a:xfrm>
          <a:solidFill>
            <a:srgbClr val="000000"/>
          </a:solidFill>
        </p:grpSpPr>
        <p:sp>
          <p:nvSpPr>
            <p:cNvPr id="28"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29"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0" name="Google Shape;8797;p63"/>
          <p:cNvGrpSpPr/>
          <p:nvPr/>
        </p:nvGrpSpPr>
        <p:grpSpPr>
          <a:xfrm>
            <a:off x="604841" y="1592294"/>
            <a:ext cx="197108" cy="389321"/>
            <a:chOff x="3527539" y="4476677"/>
            <a:chExt cx="159232" cy="314510"/>
          </a:xfrm>
          <a:solidFill>
            <a:srgbClr val="000000"/>
          </a:solidFill>
        </p:grpSpPr>
        <p:sp>
          <p:nvSpPr>
            <p:cNvPr id="31"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32"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3" name="Google Shape;8797;p63"/>
          <p:cNvGrpSpPr/>
          <p:nvPr/>
        </p:nvGrpSpPr>
        <p:grpSpPr>
          <a:xfrm>
            <a:off x="288514" y="1137524"/>
            <a:ext cx="197108" cy="389321"/>
            <a:chOff x="3527539" y="4476677"/>
            <a:chExt cx="159232" cy="314510"/>
          </a:xfrm>
          <a:solidFill>
            <a:srgbClr val="000000"/>
          </a:solidFill>
        </p:grpSpPr>
        <p:sp>
          <p:nvSpPr>
            <p:cNvPr id="34"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35"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6" name="Google Shape;8797;p63"/>
          <p:cNvGrpSpPr/>
          <p:nvPr/>
        </p:nvGrpSpPr>
        <p:grpSpPr>
          <a:xfrm>
            <a:off x="604841" y="1137524"/>
            <a:ext cx="197108" cy="389321"/>
            <a:chOff x="3527539" y="4476677"/>
            <a:chExt cx="159232" cy="314510"/>
          </a:xfrm>
          <a:solidFill>
            <a:srgbClr val="000000"/>
          </a:solidFill>
        </p:grpSpPr>
        <p:sp>
          <p:nvSpPr>
            <p:cNvPr id="37"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38"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9" name="Google Shape;1965;p42"/>
          <p:cNvGrpSpPr/>
          <p:nvPr/>
        </p:nvGrpSpPr>
        <p:grpSpPr>
          <a:xfrm>
            <a:off x="616179" y="2720741"/>
            <a:ext cx="1514213" cy="3876700"/>
            <a:chOff x="6542433" y="1193579"/>
            <a:chExt cx="1363984" cy="3482874"/>
          </a:xfrm>
        </p:grpSpPr>
        <p:sp>
          <p:nvSpPr>
            <p:cNvPr id="40" name="Google Shape;1966;p42"/>
            <p:cNvSpPr/>
            <p:nvPr/>
          </p:nvSpPr>
          <p:spPr>
            <a:xfrm>
              <a:off x="6588489" y="3924143"/>
              <a:ext cx="469148" cy="528024"/>
            </a:xfrm>
            <a:custGeom>
              <a:avLst/>
              <a:gdLst/>
              <a:ahLst/>
              <a:cxnLst/>
              <a:rect l="l" t="t" r="r" b="b"/>
              <a:pathLst>
                <a:path w="14638" h="16475" extrusionOk="0">
                  <a:moveTo>
                    <a:pt x="10059" y="0"/>
                  </a:moveTo>
                  <a:lnTo>
                    <a:pt x="1" y="12465"/>
                  </a:lnTo>
                  <a:lnTo>
                    <a:pt x="3158" y="16475"/>
                  </a:lnTo>
                  <a:lnTo>
                    <a:pt x="14637" y="6115"/>
                  </a:lnTo>
                  <a:lnTo>
                    <a:pt x="10059" y="0"/>
                  </a:lnTo>
                  <a:close/>
                </a:path>
              </a:pathLst>
            </a:custGeom>
            <a:solidFill>
              <a:srgbClr val="9B7663"/>
            </a:solidFill>
            <a:ln>
              <a:noFill/>
            </a:ln>
          </p:spPr>
          <p:txBody>
            <a:bodyPr spcFirstLastPara="1" wrap="square" lIns="121900" tIns="121900" rIns="121900" bIns="121900" anchor="ctr" anchorCtr="0">
              <a:noAutofit/>
            </a:bodyPr>
            <a:lstStyle/>
            <a:p>
              <a:endParaRPr sz="2400"/>
            </a:p>
          </p:txBody>
        </p:sp>
        <p:sp>
          <p:nvSpPr>
            <p:cNvPr id="78" name="Google Shape;2004;p42"/>
            <p:cNvSpPr/>
            <p:nvPr/>
          </p:nvSpPr>
          <p:spPr>
            <a:xfrm>
              <a:off x="7482780" y="4116923"/>
              <a:ext cx="273162" cy="501262"/>
            </a:xfrm>
            <a:custGeom>
              <a:avLst/>
              <a:gdLst/>
              <a:ahLst/>
              <a:cxnLst/>
              <a:rect l="l" t="t" r="r" b="b"/>
              <a:pathLst>
                <a:path w="8523" h="15640" extrusionOk="0">
                  <a:moveTo>
                    <a:pt x="1" y="0"/>
                  </a:moveTo>
                  <a:lnTo>
                    <a:pt x="2607" y="15639"/>
                  </a:lnTo>
                  <a:lnTo>
                    <a:pt x="8522" y="15639"/>
                  </a:lnTo>
                  <a:lnTo>
                    <a:pt x="7135" y="0"/>
                  </a:lnTo>
                  <a:close/>
                </a:path>
              </a:pathLst>
            </a:custGeom>
            <a:solidFill>
              <a:srgbClr val="9B7663"/>
            </a:solidFill>
            <a:ln>
              <a:noFill/>
            </a:ln>
          </p:spPr>
          <p:txBody>
            <a:bodyPr spcFirstLastPara="1" wrap="square" lIns="121900" tIns="121900" rIns="121900" bIns="121900" anchor="ctr" anchorCtr="0">
              <a:noAutofit/>
            </a:bodyPr>
            <a:lstStyle/>
            <a:p>
              <a:endParaRPr sz="2400"/>
            </a:p>
          </p:txBody>
        </p:sp>
        <p:sp>
          <p:nvSpPr>
            <p:cNvPr id="41" name="Google Shape;1967;p42"/>
            <p:cNvSpPr/>
            <p:nvPr/>
          </p:nvSpPr>
          <p:spPr>
            <a:xfrm>
              <a:off x="6823031" y="2566088"/>
              <a:ext cx="703690" cy="1651537"/>
            </a:xfrm>
            <a:custGeom>
              <a:avLst/>
              <a:gdLst/>
              <a:ahLst/>
              <a:cxnLst/>
              <a:rect l="l" t="t" r="r" b="b"/>
              <a:pathLst>
                <a:path w="21956" h="51530" extrusionOk="0">
                  <a:moveTo>
                    <a:pt x="2624" y="0"/>
                  </a:moveTo>
                  <a:lnTo>
                    <a:pt x="2624" y="0"/>
                  </a:lnTo>
                  <a:cubicBezTo>
                    <a:pt x="2624" y="1"/>
                    <a:pt x="9642" y="29758"/>
                    <a:pt x="9775" y="30326"/>
                  </a:cubicBezTo>
                  <a:cubicBezTo>
                    <a:pt x="9926" y="30894"/>
                    <a:pt x="1" y="41888"/>
                    <a:pt x="1" y="41888"/>
                  </a:cubicBezTo>
                  <a:lnTo>
                    <a:pt x="5632" y="51529"/>
                  </a:lnTo>
                  <a:cubicBezTo>
                    <a:pt x="5632" y="51529"/>
                    <a:pt x="20619" y="36174"/>
                    <a:pt x="21288" y="34687"/>
                  </a:cubicBezTo>
                  <a:cubicBezTo>
                    <a:pt x="21956" y="33200"/>
                    <a:pt x="17328" y="2473"/>
                    <a:pt x="17328" y="2473"/>
                  </a:cubicBezTo>
                  <a:lnTo>
                    <a:pt x="2624" y="0"/>
                  </a:lnTo>
                  <a:close/>
                </a:path>
              </a:pathLst>
            </a:custGeom>
            <a:solidFill>
              <a:schemeClr val="tx1"/>
            </a:solidFill>
            <a:ln>
              <a:noFill/>
            </a:ln>
          </p:spPr>
          <p:txBody>
            <a:bodyPr spcFirstLastPara="1" wrap="square" lIns="121900" tIns="121900" rIns="121900" bIns="121900" anchor="ctr" anchorCtr="0">
              <a:noAutofit/>
            </a:bodyPr>
            <a:lstStyle/>
            <a:p>
              <a:endParaRPr sz="2400"/>
            </a:p>
          </p:txBody>
        </p:sp>
        <p:sp>
          <p:nvSpPr>
            <p:cNvPr id="42" name="Google Shape;1968;p42"/>
            <p:cNvSpPr/>
            <p:nvPr/>
          </p:nvSpPr>
          <p:spPr>
            <a:xfrm>
              <a:off x="7310351" y="2645348"/>
              <a:ext cx="121053" cy="363639"/>
            </a:xfrm>
            <a:custGeom>
              <a:avLst/>
              <a:gdLst/>
              <a:ahLst/>
              <a:cxnLst/>
              <a:rect l="l" t="t" r="r" b="b"/>
              <a:pathLst>
                <a:path w="3777" h="11346" extrusionOk="0">
                  <a:moveTo>
                    <a:pt x="2123" y="0"/>
                  </a:moveTo>
                  <a:lnTo>
                    <a:pt x="1805" y="67"/>
                  </a:lnTo>
                  <a:lnTo>
                    <a:pt x="1" y="2623"/>
                  </a:lnTo>
                  <a:cubicBezTo>
                    <a:pt x="1" y="2623"/>
                    <a:pt x="3727" y="11011"/>
                    <a:pt x="3777" y="11345"/>
                  </a:cubicBezTo>
                  <a:lnTo>
                    <a:pt x="2123" y="0"/>
                  </a:ln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43" name="Google Shape;1969;p42"/>
            <p:cNvSpPr/>
            <p:nvPr/>
          </p:nvSpPr>
          <p:spPr>
            <a:xfrm>
              <a:off x="6787712" y="2552146"/>
              <a:ext cx="964993" cy="1660639"/>
            </a:xfrm>
            <a:custGeom>
              <a:avLst/>
              <a:gdLst/>
              <a:ahLst/>
              <a:cxnLst/>
              <a:rect l="l" t="t" r="r" b="b"/>
              <a:pathLst>
                <a:path w="30109" h="51814" extrusionOk="0">
                  <a:moveTo>
                    <a:pt x="1103" y="1"/>
                  </a:moveTo>
                  <a:lnTo>
                    <a:pt x="819" y="1154"/>
                  </a:lnTo>
                  <a:cubicBezTo>
                    <a:pt x="0" y="4512"/>
                    <a:pt x="501" y="8054"/>
                    <a:pt x="2239" y="11062"/>
                  </a:cubicBezTo>
                  <a:lnTo>
                    <a:pt x="14787" y="32800"/>
                  </a:lnTo>
                  <a:cubicBezTo>
                    <a:pt x="15673" y="34337"/>
                    <a:pt x="16308" y="36008"/>
                    <a:pt x="16709" y="37745"/>
                  </a:cubicBezTo>
                  <a:lnTo>
                    <a:pt x="19833" y="51814"/>
                  </a:lnTo>
                  <a:lnTo>
                    <a:pt x="30109" y="51814"/>
                  </a:lnTo>
                  <a:cubicBezTo>
                    <a:pt x="30109" y="51814"/>
                    <a:pt x="28839" y="42173"/>
                    <a:pt x="27703" y="35122"/>
                  </a:cubicBezTo>
                  <a:cubicBezTo>
                    <a:pt x="26851" y="29809"/>
                    <a:pt x="19750" y="13318"/>
                    <a:pt x="16308" y="5531"/>
                  </a:cubicBezTo>
                  <a:lnTo>
                    <a:pt x="18430" y="2908"/>
                  </a:lnTo>
                  <a:lnTo>
                    <a:pt x="14720" y="2290"/>
                  </a:lnTo>
                  <a:lnTo>
                    <a:pt x="1103" y="1"/>
                  </a:ln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44" name="Google Shape;1970;p42"/>
            <p:cNvSpPr/>
            <p:nvPr/>
          </p:nvSpPr>
          <p:spPr>
            <a:xfrm>
              <a:off x="6867484" y="2821462"/>
              <a:ext cx="405945" cy="534241"/>
            </a:xfrm>
            <a:custGeom>
              <a:avLst/>
              <a:gdLst/>
              <a:ahLst/>
              <a:cxnLst/>
              <a:rect l="l" t="t" r="r" b="b"/>
              <a:pathLst>
                <a:path w="12666" h="16669" extrusionOk="0">
                  <a:moveTo>
                    <a:pt x="2370" y="0"/>
                  </a:moveTo>
                  <a:cubicBezTo>
                    <a:pt x="2089" y="0"/>
                    <a:pt x="1811" y="34"/>
                    <a:pt x="1538" y="103"/>
                  </a:cubicBezTo>
                  <a:cubicBezTo>
                    <a:pt x="903" y="219"/>
                    <a:pt x="352" y="604"/>
                    <a:pt x="1" y="1138"/>
                  </a:cubicBezTo>
                  <a:lnTo>
                    <a:pt x="1" y="1155"/>
                  </a:lnTo>
                  <a:lnTo>
                    <a:pt x="1" y="1172"/>
                  </a:lnTo>
                  <a:cubicBezTo>
                    <a:pt x="101" y="1322"/>
                    <a:pt x="168" y="1439"/>
                    <a:pt x="218" y="1523"/>
                  </a:cubicBezTo>
                  <a:cubicBezTo>
                    <a:pt x="235" y="1556"/>
                    <a:pt x="268" y="1590"/>
                    <a:pt x="301" y="1623"/>
                  </a:cubicBezTo>
                  <a:cubicBezTo>
                    <a:pt x="285" y="1590"/>
                    <a:pt x="268" y="1539"/>
                    <a:pt x="235" y="1506"/>
                  </a:cubicBezTo>
                  <a:cubicBezTo>
                    <a:pt x="186" y="1426"/>
                    <a:pt x="138" y="1315"/>
                    <a:pt x="60" y="1158"/>
                  </a:cubicBezTo>
                  <a:lnTo>
                    <a:pt x="60" y="1158"/>
                  </a:lnTo>
                  <a:cubicBezTo>
                    <a:pt x="412" y="648"/>
                    <a:pt x="959" y="302"/>
                    <a:pt x="1571" y="203"/>
                  </a:cubicBezTo>
                  <a:cubicBezTo>
                    <a:pt x="1820" y="148"/>
                    <a:pt x="2073" y="123"/>
                    <a:pt x="2329" y="123"/>
                  </a:cubicBezTo>
                  <a:cubicBezTo>
                    <a:pt x="2538" y="123"/>
                    <a:pt x="2748" y="139"/>
                    <a:pt x="2958" y="169"/>
                  </a:cubicBezTo>
                  <a:cubicBezTo>
                    <a:pt x="3493" y="286"/>
                    <a:pt x="4028" y="437"/>
                    <a:pt x="4562" y="637"/>
                  </a:cubicBezTo>
                  <a:cubicBezTo>
                    <a:pt x="5164" y="821"/>
                    <a:pt x="5748" y="1072"/>
                    <a:pt x="6317" y="1356"/>
                  </a:cubicBezTo>
                  <a:cubicBezTo>
                    <a:pt x="6935" y="1673"/>
                    <a:pt x="7419" y="2191"/>
                    <a:pt x="7687" y="2843"/>
                  </a:cubicBezTo>
                  <a:cubicBezTo>
                    <a:pt x="7804" y="3177"/>
                    <a:pt x="7837" y="3544"/>
                    <a:pt x="7737" y="3895"/>
                  </a:cubicBezTo>
                  <a:cubicBezTo>
                    <a:pt x="7620" y="4246"/>
                    <a:pt x="7469" y="4597"/>
                    <a:pt x="7286" y="4931"/>
                  </a:cubicBezTo>
                  <a:cubicBezTo>
                    <a:pt x="7085" y="5299"/>
                    <a:pt x="6968" y="5700"/>
                    <a:pt x="6968" y="6118"/>
                  </a:cubicBezTo>
                  <a:cubicBezTo>
                    <a:pt x="7002" y="6552"/>
                    <a:pt x="7202" y="6953"/>
                    <a:pt x="7520" y="7254"/>
                  </a:cubicBezTo>
                  <a:cubicBezTo>
                    <a:pt x="7887" y="7588"/>
                    <a:pt x="8322" y="7855"/>
                    <a:pt x="8789" y="8006"/>
                  </a:cubicBezTo>
                  <a:cubicBezTo>
                    <a:pt x="9241" y="8173"/>
                    <a:pt x="9692" y="8306"/>
                    <a:pt x="10109" y="8524"/>
                  </a:cubicBezTo>
                  <a:cubicBezTo>
                    <a:pt x="10895" y="8908"/>
                    <a:pt x="11530" y="9543"/>
                    <a:pt x="11947" y="10328"/>
                  </a:cubicBezTo>
                  <a:cubicBezTo>
                    <a:pt x="12332" y="11030"/>
                    <a:pt x="12515" y="11815"/>
                    <a:pt x="12482" y="12617"/>
                  </a:cubicBezTo>
                  <a:cubicBezTo>
                    <a:pt x="12449" y="13302"/>
                    <a:pt x="12231" y="13987"/>
                    <a:pt x="11847" y="14572"/>
                  </a:cubicBezTo>
                  <a:cubicBezTo>
                    <a:pt x="11296" y="15424"/>
                    <a:pt x="10494" y="16076"/>
                    <a:pt x="9525" y="16410"/>
                  </a:cubicBezTo>
                  <a:cubicBezTo>
                    <a:pt x="9174" y="16527"/>
                    <a:pt x="8806" y="16610"/>
                    <a:pt x="8439" y="16661"/>
                  </a:cubicBezTo>
                  <a:cubicBezTo>
                    <a:pt x="8472" y="16666"/>
                    <a:pt x="8505" y="16668"/>
                    <a:pt x="8539" y="16668"/>
                  </a:cubicBezTo>
                  <a:cubicBezTo>
                    <a:pt x="8606" y="16668"/>
                    <a:pt x="8672" y="16661"/>
                    <a:pt x="8739" y="16661"/>
                  </a:cubicBezTo>
                  <a:cubicBezTo>
                    <a:pt x="9007" y="16627"/>
                    <a:pt x="9291" y="16577"/>
                    <a:pt x="9558" y="16494"/>
                  </a:cubicBezTo>
                  <a:cubicBezTo>
                    <a:pt x="10544" y="16159"/>
                    <a:pt x="11396" y="15508"/>
                    <a:pt x="11947" y="14639"/>
                  </a:cubicBezTo>
                  <a:cubicBezTo>
                    <a:pt x="12348" y="14037"/>
                    <a:pt x="12582" y="13336"/>
                    <a:pt x="12632" y="12617"/>
                  </a:cubicBezTo>
                  <a:cubicBezTo>
                    <a:pt x="12666" y="11798"/>
                    <a:pt x="12482" y="10980"/>
                    <a:pt x="12098" y="10245"/>
                  </a:cubicBezTo>
                  <a:cubicBezTo>
                    <a:pt x="11663" y="9426"/>
                    <a:pt x="10995" y="8774"/>
                    <a:pt x="10176" y="8356"/>
                  </a:cubicBezTo>
                  <a:cubicBezTo>
                    <a:pt x="9341" y="7922"/>
                    <a:pt x="8338" y="7805"/>
                    <a:pt x="7637" y="7120"/>
                  </a:cubicBezTo>
                  <a:cubicBezTo>
                    <a:pt x="7353" y="6853"/>
                    <a:pt x="7185" y="6502"/>
                    <a:pt x="7152" y="6118"/>
                  </a:cubicBezTo>
                  <a:cubicBezTo>
                    <a:pt x="7152" y="5733"/>
                    <a:pt x="7252" y="5349"/>
                    <a:pt x="7453" y="5015"/>
                  </a:cubicBezTo>
                  <a:cubicBezTo>
                    <a:pt x="7637" y="4681"/>
                    <a:pt x="7804" y="4313"/>
                    <a:pt x="7921" y="3929"/>
                  </a:cubicBezTo>
                  <a:cubicBezTo>
                    <a:pt x="8004" y="3544"/>
                    <a:pt x="7987" y="3143"/>
                    <a:pt x="7837" y="2776"/>
                  </a:cubicBezTo>
                  <a:cubicBezTo>
                    <a:pt x="7570" y="2108"/>
                    <a:pt x="7052" y="1539"/>
                    <a:pt x="6383" y="1222"/>
                  </a:cubicBezTo>
                  <a:cubicBezTo>
                    <a:pt x="5815" y="921"/>
                    <a:pt x="5214" y="687"/>
                    <a:pt x="4596" y="487"/>
                  </a:cubicBezTo>
                  <a:cubicBezTo>
                    <a:pt x="4078" y="303"/>
                    <a:pt x="3526" y="153"/>
                    <a:pt x="2975" y="52"/>
                  </a:cubicBezTo>
                  <a:cubicBezTo>
                    <a:pt x="2773" y="18"/>
                    <a:pt x="2571" y="0"/>
                    <a:pt x="2370" y="0"/>
                  </a:cubicBezTo>
                  <a:close/>
                </a:path>
              </a:pathLst>
            </a:custGeom>
            <a:solidFill>
              <a:srgbClr val="FAFAFA"/>
            </a:solidFill>
            <a:ln>
              <a:noFill/>
            </a:ln>
          </p:spPr>
          <p:txBody>
            <a:bodyPr spcFirstLastPara="1" wrap="square" lIns="121900" tIns="121900" rIns="121900" bIns="121900" anchor="ctr" anchorCtr="0">
              <a:noAutofit/>
            </a:bodyPr>
            <a:lstStyle/>
            <a:p>
              <a:endParaRPr sz="2400"/>
            </a:p>
          </p:txBody>
        </p:sp>
        <p:sp>
          <p:nvSpPr>
            <p:cNvPr id="45" name="Google Shape;1971;p42"/>
            <p:cNvSpPr/>
            <p:nvPr/>
          </p:nvSpPr>
          <p:spPr>
            <a:xfrm>
              <a:off x="7434609" y="3271348"/>
              <a:ext cx="275277" cy="628180"/>
            </a:xfrm>
            <a:custGeom>
              <a:avLst/>
              <a:gdLst/>
              <a:ahLst/>
              <a:cxnLst/>
              <a:rect l="l" t="t" r="r" b="b"/>
              <a:pathLst>
                <a:path w="8589" h="19600" extrusionOk="0">
                  <a:moveTo>
                    <a:pt x="3275" y="0"/>
                  </a:moveTo>
                  <a:lnTo>
                    <a:pt x="3275" y="0"/>
                  </a:lnTo>
                  <a:cubicBezTo>
                    <a:pt x="2958" y="134"/>
                    <a:pt x="2657" y="301"/>
                    <a:pt x="2389" y="518"/>
                  </a:cubicBezTo>
                  <a:cubicBezTo>
                    <a:pt x="1671" y="1120"/>
                    <a:pt x="1153" y="1939"/>
                    <a:pt x="919" y="2858"/>
                  </a:cubicBezTo>
                  <a:cubicBezTo>
                    <a:pt x="769" y="3492"/>
                    <a:pt x="769" y="4144"/>
                    <a:pt x="919" y="4779"/>
                  </a:cubicBezTo>
                  <a:cubicBezTo>
                    <a:pt x="1103" y="5497"/>
                    <a:pt x="1337" y="6183"/>
                    <a:pt x="1604" y="6868"/>
                  </a:cubicBezTo>
                  <a:cubicBezTo>
                    <a:pt x="1855" y="7586"/>
                    <a:pt x="2089" y="8388"/>
                    <a:pt x="1938" y="9207"/>
                  </a:cubicBezTo>
                  <a:cubicBezTo>
                    <a:pt x="1805" y="10009"/>
                    <a:pt x="1287" y="10744"/>
                    <a:pt x="953" y="11579"/>
                  </a:cubicBezTo>
                  <a:cubicBezTo>
                    <a:pt x="0" y="13969"/>
                    <a:pt x="969" y="16675"/>
                    <a:pt x="3208" y="17929"/>
                  </a:cubicBezTo>
                  <a:cubicBezTo>
                    <a:pt x="3776" y="18246"/>
                    <a:pt x="4394" y="18463"/>
                    <a:pt x="5029" y="18547"/>
                  </a:cubicBezTo>
                  <a:cubicBezTo>
                    <a:pt x="5614" y="18647"/>
                    <a:pt x="6132" y="18697"/>
                    <a:pt x="6600" y="18764"/>
                  </a:cubicBezTo>
                  <a:cubicBezTo>
                    <a:pt x="6984" y="18831"/>
                    <a:pt x="7369" y="18931"/>
                    <a:pt x="7736" y="19065"/>
                  </a:cubicBezTo>
                  <a:cubicBezTo>
                    <a:pt x="8037" y="19198"/>
                    <a:pt x="8321" y="19382"/>
                    <a:pt x="8588" y="19599"/>
                  </a:cubicBezTo>
                  <a:cubicBezTo>
                    <a:pt x="8521" y="19533"/>
                    <a:pt x="8471" y="19466"/>
                    <a:pt x="8405" y="19416"/>
                  </a:cubicBezTo>
                  <a:cubicBezTo>
                    <a:pt x="8204" y="19249"/>
                    <a:pt x="7987" y="19115"/>
                    <a:pt x="7770" y="18998"/>
                  </a:cubicBezTo>
                  <a:cubicBezTo>
                    <a:pt x="7402" y="18848"/>
                    <a:pt x="7001" y="18731"/>
                    <a:pt x="6617" y="18664"/>
                  </a:cubicBezTo>
                  <a:cubicBezTo>
                    <a:pt x="6149" y="18580"/>
                    <a:pt x="5631" y="18530"/>
                    <a:pt x="5046" y="18430"/>
                  </a:cubicBezTo>
                  <a:cubicBezTo>
                    <a:pt x="4428" y="18330"/>
                    <a:pt x="3826" y="18112"/>
                    <a:pt x="3275" y="17795"/>
                  </a:cubicBezTo>
                  <a:cubicBezTo>
                    <a:pt x="2657" y="17444"/>
                    <a:pt x="2105" y="16943"/>
                    <a:pt x="1688" y="16358"/>
                  </a:cubicBezTo>
                  <a:cubicBezTo>
                    <a:pt x="719" y="14988"/>
                    <a:pt x="518" y="13217"/>
                    <a:pt x="1120" y="11646"/>
                  </a:cubicBezTo>
                  <a:cubicBezTo>
                    <a:pt x="1454" y="10844"/>
                    <a:pt x="1972" y="10092"/>
                    <a:pt x="2122" y="9240"/>
                  </a:cubicBezTo>
                  <a:cubicBezTo>
                    <a:pt x="2272" y="8371"/>
                    <a:pt x="2022" y="7536"/>
                    <a:pt x="1771" y="6817"/>
                  </a:cubicBezTo>
                  <a:cubicBezTo>
                    <a:pt x="1504" y="6132"/>
                    <a:pt x="1253" y="5447"/>
                    <a:pt x="1069" y="4746"/>
                  </a:cubicBezTo>
                  <a:cubicBezTo>
                    <a:pt x="919" y="4127"/>
                    <a:pt x="902" y="3492"/>
                    <a:pt x="1053" y="2891"/>
                  </a:cubicBezTo>
                  <a:cubicBezTo>
                    <a:pt x="1253" y="1989"/>
                    <a:pt x="1738" y="1187"/>
                    <a:pt x="2440" y="585"/>
                  </a:cubicBezTo>
                  <a:cubicBezTo>
                    <a:pt x="2707" y="368"/>
                    <a:pt x="2974" y="184"/>
                    <a:pt x="3275" y="0"/>
                  </a:cubicBezTo>
                  <a:close/>
                </a:path>
              </a:pathLst>
            </a:custGeom>
            <a:solidFill>
              <a:srgbClr val="FAFAFA"/>
            </a:solidFill>
            <a:ln>
              <a:noFill/>
            </a:ln>
          </p:spPr>
          <p:txBody>
            <a:bodyPr spcFirstLastPara="1" wrap="square" lIns="121900" tIns="121900" rIns="121900" bIns="121900" anchor="ctr" anchorCtr="0">
              <a:noAutofit/>
            </a:bodyPr>
            <a:lstStyle/>
            <a:p>
              <a:endParaRPr sz="2400"/>
            </a:p>
          </p:txBody>
        </p:sp>
        <p:sp>
          <p:nvSpPr>
            <p:cNvPr id="46" name="Google Shape;1972;p42"/>
            <p:cNvSpPr/>
            <p:nvPr/>
          </p:nvSpPr>
          <p:spPr>
            <a:xfrm>
              <a:off x="7399802" y="4034427"/>
              <a:ext cx="156372" cy="193903"/>
            </a:xfrm>
            <a:custGeom>
              <a:avLst/>
              <a:gdLst/>
              <a:ahLst/>
              <a:cxnLst/>
              <a:rect l="l" t="t" r="r" b="b"/>
              <a:pathLst>
                <a:path w="4879" h="6050" extrusionOk="0">
                  <a:moveTo>
                    <a:pt x="0" y="1"/>
                  </a:moveTo>
                  <a:cubicBezTo>
                    <a:pt x="0" y="34"/>
                    <a:pt x="451" y="151"/>
                    <a:pt x="1120" y="486"/>
                  </a:cubicBezTo>
                  <a:cubicBezTo>
                    <a:pt x="1504" y="686"/>
                    <a:pt x="1871" y="920"/>
                    <a:pt x="2206" y="1187"/>
                  </a:cubicBezTo>
                  <a:cubicBezTo>
                    <a:pt x="3041" y="1839"/>
                    <a:pt x="3726" y="2691"/>
                    <a:pt x="4177" y="3643"/>
                  </a:cubicBezTo>
                  <a:cubicBezTo>
                    <a:pt x="4361" y="4028"/>
                    <a:pt x="4511" y="4445"/>
                    <a:pt x="4628" y="4863"/>
                  </a:cubicBezTo>
                  <a:cubicBezTo>
                    <a:pt x="4812" y="5582"/>
                    <a:pt x="4829" y="6049"/>
                    <a:pt x="4862" y="6049"/>
                  </a:cubicBezTo>
                  <a:cubicBezTo>
                    <a:pt x="4879" y="5932"/>
                    <a:pt x="4879" y="5832"/>
                    <a:pt x="4879" y="5715"/>
                  </a:cubicBezTo>
                  <a:cubicBezTo>
                    <a:pt x="4879" y="5598"/>
                    <a:pt x="4862" y="5465"/>
                    <a:pt x="4846" y="5331"/>
                  </a:cubicBezTo>
                  <a:cubicBezTo>
                    <a:pt x="4829" y="5164"/>
                    <a:pt x="4795" y="4997"/>
                    <a:pt x="4762" y="4830"/>
                  </a:cubicBezTo>
                  <a:cubicBezTo>
                    <a:pt x="4662" y="4395"/>
                    <a:pt x="4528" y="3978"/>
                    <a:pt x="4328" y="3577"/>
                  </a:cubicBezTo>
                  <a:cubicBezTo>
                    <a:pt x="3876" y="2574"/>
                    <a:pt x="3191" y="1705"/>
                    <a:pt x="2306" y="1054"/>
                  </a:cubicBezTo>
                  <a:cubicBezTo>
                    <a:pt x="1955" y="786"/>
                    <a:pt x="1571" y="552"/>
                    <a:pt x="1170" y="369"/>
                  </a:cubicBezTo>
                  <a:cubicBezTo>
                    <a:pt x="1019" y="285"/>
                    <a:pt x="852" y="235"/>
                    <a:pt x="702" y="168"/>
                  </a:cubicBezTo>
                  <a:cubicBezTo>
                    <a:pt x="585" y="118"/>
                    <a:pt x="451" y="85"/>
                    <a:pt x="334" y="68"/>
                  </a:cubicBezTo>
                  <a:cubicBezTo>
                    <a:pt x="234" y="18"/>
                    <a:pt x="117" y="1"/>
                    <a:pt x="0" y="1"/>
                  </a:cubicBezTo>
                  <a:close/>
                </a:path>
              </a:pathLst>
            </a:custGeom>
            <a:solidFill>
              <a:srgbClr val="FAFAFA"/>
            </a:solidFill>
            <a:ln>
              <a:noFill/>
            </a:ln>
          </p:spPr>
          <p:txBody>
            <a:bodyPr spcFirstLastPara="1" wrap="square" lIns="121900" tIns="121900" rIns="121900" bIns="121900" anchor="ctr" anchorCtr="0">
              <a:noAutofit/>
            </a:bodyPr>
            <a:lstStyle/>
            <a:p>
              <a:endParaRPr sz="2400"/>
            </a:p>
          </p:txBody>
        </p:sp>
        <p:sp>
          <p:nvSpPr>
            <p:cNvPr id="47" name="Google Shape;1973;p42"/>
            <p:cNvSpPr/>
            <p:nvPr/>
          </p:nvSpPr>
          <p:spPr>
            <a:xfrm>
              <a:off x="7173273" y="2622849"/>
              <a:ext cx="213165" cy="312295"/>
            </a:xfrm>
            <a:custGeom>
              <a:avLst/>
              <a:gdLst/>
              <a:ahLst/>
              <a:cxnLst/>
              <a:rect l="l" t="t" r="r" b="b"/>
              <a:pathLst>
                <a:path w="6651" h="9744" extrusionOk="0">
                  <a:moveTo>
                    <a:pt x="1404" y="0"/>
                  </a:moveTo>
                  <a:cubicBezTo>
                    <a:pt x="1404" y="0"/>
                    <a:pt x="1370" y="34"/>
                    <a:pt x="1304" y="101"/>
                  </a:cubicBezTo>
                  <a:cubicBezTo>
                    <a:pt x="1220" y="201"/>
                    <a:pt x="1120" y="318"/>
                    <a:pt x="1053" y="418"/>
                  </a:cubicBezTo>
                  <a:cubicBezTo>
                    <a:pt x="769" y="836"/>
                    <a:pt x="535" y="1287"/>
                    <a:pt x="368" y="1772"/>
                  </a:cubicBezTo>
                  <a:cubicBezTo>
                    <a:pt x="117" y="2473"/>
                    <a:pt x="0" y="3225"/>
                    <a:pt x="17" y="3977"/>
                  </a:cubicBezTo>
                  <a:cubicBezTo>
                    <a:pt x="50" y="5865"/>
                    <a:pt x="986" y="7619"/>
                    <a:pt x="2557" y="8655"/>
                  </a:cubicBezTo>
                  <a:cubicBezTo>
                    <a:pt x="3175" y="9090"/>
                    <a:pt x="3877" y="9407"/>
                    <a:pt x="4595" y="9574"/>
                  </a:cubicBezTo>
                  <a:cubicBezTo>
                    <a:pt x="5045" y="9679"/>
                    <a:pt x="5495" y="9744"/>
                    <a:pt x="5945" y="9744"/>
                  </a:cubicBezTo>
                  <a:cubicBezTo>
                    <a:pt x="5997" y="9744"/>
                    <a:pt x="6048" y="9743"/>
                    <a:pt x="6099" y="9741"/>
                  </a:cubicBezTo>
                  <a:cubicBezTo>
                    <a:pt x="6233" y="9741"/>
                    <a:pt x="6383" y="9725"/>
                    <a:pt x="6517" y="9708"/>
                  </a:cubicBezTo>
                  <a:cubicBezTo>
                    <a:pt x="6600" y="9691"/>
                    <a:pt x="6650" y="9675"/>
                    <a:pt x="6650" y="9675"/>
                  </a:cubicBezTo>
                  <a:cubicBezTo>
                    <a:pt x="6650" y="9666"/>
                    <a:pt x="6625" y="9663"/>
                    <a:pt x="6577" y="9663"/>
                  </a:cubicBezTo>
                  <a:cubicBezTo>
                    <a:pt x="6510" y="9663"/>
                    <a:pt x="6399" y="9668"/>
                    <a:pt x="6250" y="9668"/>
                  </a:cubicBezTo>
                  <a:cubicBezTo>
                    <a:pt x="5898" y="9668"/>
                    <a:pt x="5333" y="9641"/>
                    <a:pt x="4629" y="9457"/>
                  </a:cubicBezTo>
                  <a:cubicBezTo>
                    <a:pt x="3927" y="9257"/>
                    <a:pt x="3259" y="8939"/>
                    <a:pt x="2657" y="8522"/>
                  </a:cubicBezTo>
                  <a:cubicBezTo>
                    <a:pt x="1153" y="7486"/>
                    <a:pt x="234" y="5798"/>
                    <a:pt x="184" y="3977"/>
                  </a:cubicBezTo>
                  <a:cubicBezTo>
                    <a:pt x="167" y="3242"/>
                    <a:pt x="268" y="2507"/>
                    <a:pt x="485" y="1805"/>
                  </a:cubicBezTo>
                  <a:cubicBezTo>
                    <a:pt x="886" y="619"/>
                    <a:pt x="1437" y="17"/>
                    <a:pt x="1404" y="0"/>
                  </a:cubicBezTo>
                  <a:close/>
                </a:path>
              </a:pathLst>
            </a:custGeom>
            <a:solidFill>
              <a:srgbClr val="FAFAFA"/>
            </a:solidFill>
            <a:ln>
              <a:noFill/>
            </a:ln>
          </p:spPr>
          <p:txBody>
            <a:bodyPr spcFirstLastPara="1" wrap="square" lIns="121900" tIns="121900" rIns="121900" bIns="121900" anchor="ctr" anchorCtr="0">
              <a:noAutofit/>
            </a:bodyPr>
            <a:lstStyle/>
            <a:p>
              <a:endParaRPr sz="2400"/>
            </a:p>
          </p:txBody>
        </p:sp>
        <p:sp>
          <p:nvSpPr>
            <p:cNvPr id="48" name="Google Shape;1974;p42"/>
            <p:cNvSpPr/>
            <p:nvPr/>
          </p:nvSpPr>
          <p:spPr>
            <a:xfrm>
              <a:off x="6893733" y="3575503"/>
              <a:ext cx="311173" cy="452802"/>
            </a:xfrm>
            <a:custGeom>
              <a:avLst/>
              <a:gdLst/>
              <a:ahLst/>
              <a:cxnLst/>
              <a:rect l="l" t="t" r="r" b="b"/>
              <a:pathLst>
                <a:path w="9709" h="14128" extrusionOk="0">
                  <a:moveTo>
                    <a:pt x="6216" y="1"/>
                  </a:moveTo>
                  <a:cubicBezTo>
                    <a:pt x="6266" y="34"/>
                    <a:pt x="6333" y="84"/>
                    <a:pt x="6400" y="118"/>
                  </a:cubicBezTo>
                  <a:cubicBezTo>
                    <a:pt x="6517" y="185"/>
                    <a:pt x="6701" y="302"/>
                    <a:pt x="6935" y="452"/>
                  </a:cubicBezTo>
                  <a:cubicBezTo>
                    <a:pt x="7569" y="870"/>
                    <a:pt x="8138" y="1388"/>
                    <a:pt x="8605" y="2006"/>
                  </a:cubicBezTo>
                  <a:cubicBezTo>
                    <a:pt x="8940" y="2424"/>
                    <a:pt x="9173" y="2891"/>
                    <a:pt x="9341" y="3393"/>
                  </a:cubicBezTo>
                  <a:cubicBezTo>
                    <a:pt x="9508" y="3961"/>
                    <a:pt x="9541" y="4579"/>
                    <a:pt x="9441" y="5164"/>
                  </a:cubicBezTo>
                  <a:cubicBezTo>
                    <a:pt x="9324" y="5815"/>
                    <a:pt x="9023" y="6434"/>
                    <a:pt x="8539" y="6885"/>
                  </a:cubicBezTo>
                  <a:cubicBezTo>
                    <a:pt x="8054" y="7369"/>
                    <a:pt x="7269" y="7536"/>
                    <a:pt x="6767" y="8155"/>
                  </a:cubicBezTo>
                  <a:cubicBezTo>
                    <a:pt x="6517" y="8455"/>
                    <a:pt x="6350" y="8806"/>
                    <a:pt x="6266" y="9174"/>
                  </a:cubicBezTo>
                  <a:cubicBezTo>
                    <a:pt x="6183" y="9525"/>
                    <a:pt x="6133" y="9892"/>
                    <a:pt x="6099" y="10243"/>
                  </a:cubicBezTo>
                  <a:cubicBezTo>
                    <a:pt x="6049" y="10945"/>
                    <a:pt x="5999" y="11630"/>
                    <a:pt x="5765" y="12215"/>
                  </a:cubicBezTo>
                  <a:cubicBezTo>
                    <a:pt x="5548" y="12766"/>
                    <a:pt x="5130" y="13234"/>
                    <a:pt x="4612" y="13518"/>
                  </a:cubicBezTo>
                  <a:cubicBezTo>
                    <a:pt x="4144" y="13769"/>
                    <a:pt x="3643" y="13936"/>
                    <a:pt x="3108" y="13986"/>
                  </a:cubicBezTo>
                  <a:cubicBezTo>
                    <a:pt x="2924" y="13998"/>
                    <a:pt x="2739" y="14004"/>
                    <a:pt x="2553" y="14004"/>
                  </a:cubicBezTo>
                  <a:cubicBezTo>
                    <a:pt x="1981" y="14004"/>
                    <a:pt x="1404" y="13945"/>
                    <a:pt x="836" y="13819"/>
                  </a:cubicBezTo>
                  <a:lnTo>
                    <a:pt x="218" y="13685"/>
                  </a:lnTo>
                  <a:cubicBezTo>
                    <a:pt x="134" y="13668"/>
                    <a:pt x="67" y="13668"/>
                    <a:pt x="0" y="13652"/>
                  </a:cubicBezTo>
                  <a:lnTo>
                    <a:pt x="0" y="13652"/>
                  </a:lnTo>
                  <a:cubicBezTo>
                    <a:pt x="67" y="13685"/>
                    <a:pt x="134" y="13718"/>
                    <a:pt x="201" y="13735"/>
                  </a:cubicBezTo>
                  <a:cubicBezTo>
                    <a:pt x="351" y="13769"/>
                    <a:pt x="552" y="13819"/>
                    <a:pt x="819" y="13886"/>
                  </a:cubicBezTo>
                  <a:cubicBezTo>
                    <a:pt x="1449" y="14054"/>
                    <a:pt x="2102" y="14128"/>
                    <a:pt x="2750" y="14128"/>
                  </a:cubicBezTo>
                  <a:cubicBezTo>
                    <a:pt x="2875" y="14128"/>
                    <a:pt x="3000" y="14125"/>
                    <a:pt x="3125" y="14119"/>
                  </a:cubicBezTo>
                  <a:cubicBezTo>
                    <a:pt x="3676" y="14069"/>
                    <a:pt x="4194" y="13902"/>
                    <a:pt x="4679" y="13652"/>
                  </a:cubicBezTo>
                  <a:cubicBezTo>
                    <a:pt x="5247" y="13351"/>
                    <a:pt x="5681" y="12866"/>
                    <a:pt x="5932" y="12282"/>
                  </a:cubicBezTo>
                  <a:cubicBezTo>
                    <a:pt x="6183" y="11663"/>
                    <a:pt x="6216" y="10962"/>
                    <a:pt x="6283" y="10260"/>
                  </a:cubicBezTo>
                  <a:cubicBezTo>
                    <a:pt x="6350" y="9575"/>
                    <a:pt x="6433" y="8823"/>
                    <a:pt x="6901" y="8271"/>
                  </a:cubicBezTo>
                  <a:cubicBezTo>
                    <a:pt x="7352" y="7703"/>
                    <a:pt x="8121" y="7536"/>
                    <a:pt x="8655" y="7018"/>
                  </a:cubicBezTo>
                  <a:cubicBezTo>
                    <a:pt x="9157" y="6534"/>
                    <a:pt x="9491" y="5899"/>
                    <a:pt x="9608" y="5197"/>
                  </a:cubicBezTo>
                  <a:cubicBezTo>
                    <a:pt x="9708" y="4579"/>
                    <a:pt x="9658" y="3944"/>
                    <a:pt x="9474" y="3342"/>
                  </a:cubicBezTo>
                  <a:cubicBezTo>
                    <a:pt x="9307" y="2825"/>
                    <a:pt x="9057" y="2340"/>
                    <a:pt x="8722" y="1922"/>
                  </a:cubicBezTo>
                  <a:cubicBezTo>
                    <a:pt x="8221" y="1304"/>
                    <a:pt x="7636" y="786"/>
                    <a:pt x="6968" y="385"/>
                  </a:cubicBezTo>
                  <a:cubicBezTo>
                    <a:pt x="6734" y="251"/>
                    <a:pt x="6550" y="151"/>
                    <a:pt x="6417" y="84"/>
                  </a:cubicBezTo>
                  <a:cubicBezTo>
                    <a:pt x="6350" y="51"/>
                    <a:pt x="6283" y="18"/>
                    <a:pt x="6216" y="1"/>
                  </a:cubicBezTo>
                  <a:close/>
                </a:path>
              </a:pathLst>
            </a:custGeom>
            <a:solidFill>
              <a:srgbClr val="FAFAFA"/>
            </a:solidFill>
            <a:ln>
              <a:noFill/>
            </a:ln>
          </p:spPr>
          <p:txBody>
            <a:bodyPr spcFirstLastPara="1" wrap="square" lIns="121900" tIns="121900" rIns="121900" bIns="121900" anchor="ctr" anchorCtr="0">
              <a:noAutofit/>
            </a:bodyPr>
            <a:lstStyle/>
            <a:p>
              <a:endParaRPr sz="2400"/>
            </a:p>
          </p:txBody>
        </p:sp>
        <p:sp>
          <p:nvSpPr>
            <p:cNvPr id="49" name="Google Shape;1975;p42"/>
            <p:cNvSpPr/>
            <p:nvPr/>
          </p:nvSpPr>
          <p:spPr>
            <a:xfrm>
              <a:off x="6894791" y="1202296"/>
              <a:ext cx="649077" cy="652410"/>
            </a:xfrm>
            <a:custGeom>
              <a:avLst/>
              <a:gdLst/>
              <a:ahLst/>
              <a:cxnLst/>
              <a:rect l="l" t="t" r="r" b="b"/>
              <a:pathLst>
                <a:path w="20252" h="20356" extrusionOk="0">
                  <a:moveTo>
                    <a:pt x="6362" y="0"/>
                  </a:moveTo>
                  <a:cubicBezTo>
                    <a:pt x="4673" y="0"/>
                    <a:pt x="3009" y="1120"/>
                    <a:pt x="2173" y="2636"/>
                  </a:cubicBezTo>
                  <a:cubicBezTo>
                    <a:pt x="1187" y="4424"/>
                    <a:pt x="1170" y="6612"/>
                    <a:pt x="1638" y="8601"/>
                  </a:cubicBezTo>
                  <a:cubicBezTo>
                    <a:pt x="1839" y="9436"/>
                    <a:pt x="2106" y="10305"/>
                    <a:pt x="1922" y="11140"/>
                  </a:cubicBezTo>
                  <a:cubicBezTo>
                    <a:pt x="1705" y="12043"/>
                    <a:pt x="1003" y="12728"/>
                    <a:pt x="653" y="13597"/>
                  </a:cubicBezTo>
                  <a:cubicBezTo>
                    <a:pt x="1" y="15234"/>
                    <a:pt x="836" y="17072"/>
                    <a:pt x="1655" y="18659"/>
                  </a:cubicBezTo>
                  <a:cubicBezTo>
                    <a:pt x="2023" y="19378"/>
                    <a:pt x="2490" y="20180"/>
                    <a:pt x="3292" y="20330"/>
                  </a:cubicBezTo>
                  <a:cubicBezTo>
                    <a:pt x="3383" y="20347"/>
                    <a:pt x="3473" y="20355"/>
                    <a:pt x="3562" y="20355"/>
                  </a:cubicBezTo>
                  <a:cubicBezTo>
                    <a:pt x="4339" y="20355"/>
                    <a:pt x="5040" y="19742"/>
                    <a:pt x="5715" y="19277"/>
                  </a:cubicBezTo>
                  <a:cubicBezTo>
                    <a:pt x="6775" y="18566"/>
                    <a:pt x="8029" y="18189"/>
                    <a:pt x="9294" y="18189"/>
                  </a:cubicBezTo>
                  <a:cubicBezTo>
                    <a:pt x="9605" y="18189"/>
                    <a:pt x="9917" y="18212"/>
                    <a:pt x="10227" y="18258"/>
                  </a:cubicBezTo>
                  <a:cubicBezTo>
                    <a:pt x="11998" y="18542"/>
                    <a:pt x="13635" y="19561"/>
                    <a:pt x="15423" y="19595"/>
                  </a:cubicBezTo>
                  <a:cubicBezTo>
                    <a:pt x="15439" y="19595"/>
                    <a:pt x="15455" y="19595"/>
                    <a:pt x="15472" y="19595"/>
                  </a:cubicBezTo>
                  <a:cubicBezTo>
                    <a:pt x="17107" y="19595"/>
                    <a:pt x="18623" y="18763"/>
                    <a:pt x="19516" y="17406"/>
                  </a:cubicBezTo>
                  <a:cubicBezTo>
                    <a:pt x="20051" y="16571"/>
                    <a:pt x="20252" y="15317"/>
                    <a:pt x="19466" y="14699"/>
                  </a:cubicBezTo>
                  <a:cubicBezTo>
                    <a:pt x="18965" y="14298"/>
                    <a:pt x="18180" y="14315"/>
                    <a:pt x="17745" y="13830"/>
                  </a:cubicBezTo>
                  <a:cubicBezTo>
                    <a:pt x="17194" y="13262"/>
                    <a:pt x="17428" y="12343"/>
                    <a:pt x="17712" y="11608"/>
                  </a:cubicBezTo>
                  <a:cubicBezTo>
                    <a:pt x="17996" y="10856"/>
                    <a:pt x="18263" y="9971"/>
                    <a:pt x="17779" y="9353"/>
                  </a:cubicBezTo>
                  <a:cubicBezTo>
                    <a:pt x="17211" y="8651"/>
                    <a:pt x="16008" y="8784"/>
                    <a:pt x="15490" y="8083"/>
                  </a:cubicBezTo>
                  <a:cubicBezTo>
                    <a:pt x="14938" y="7331"/>
                    <a:pt x="15523" y="6278"/>
                    <a:pt x="15490" y="5343"/>
                  </a:cubicBezTo>
                  <a:cubicBezTo>
                    <a:pt x="15473" y="4524"/>
                    <a:pt x="14938" y="3772"/>
                    <a:pt x="14270" y="3271"/>
                  </a:cubicBezTo>
                  <a:cubicBezTo>
                    <a:pt x="13602" y="2786"/>
                    <a:pt x="13501" y="2636"/>
                    <a:pt x="12582" y="948"/>
                  </a:cubicBezTo>
                  <a:lnTo>
                    <a:pt x="7269" y="113"/>
                  </a:lnTo>
                  <a:cubicBezTo>
                    <a:pt x="6969" y="37"/>
                    <a:pt x="6665" y="0"/>
                    <a:pt x="6362"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50" name="Google Shape;1976;p42"/>
            <p:cNvSpPr/>
            <p:nvPr/>
          </p:nvSpPr>
          <p:spPr>
            <a:xfrm>
              <a:off x="6742585" y="1726122"/>
              <a:ext cx="1021914" cy="919258"/>
            </a:xfrm>
            <a:custGeom>
              <a:avLst/>
              <a:gdLst/>
              <a:ahLst/>
              <a:cxnLst/>
              <a:rect l="l" t="t" r="r" b="b"/>
              <a:pathLst>
                <a:path w="31885" h="28682" extrusionOk="0">
                  <a:moveTo>
                    <a:pt x="7711" y="0"/>
                  </a:moveTo>
                  <a:cubicBezTo>
                    <a:pt x="5066" y="0"/>
                    <a:pt x="1" y="900"/>
                    <a:pt x="372" y="7862"/>
                  </a:cubicBezTo>
                  <a:cubicBezTo>
                    <a:pt x="539" y="11288"/>
                    <a:pt x="4165" y="17954"/>
                    <a:pt x="4817" y="19592"/>
                  </a:cubicBezTo>
                  <a:cubicBezTo>
                    <a:pt x="4165" y="21664"/>
                    <a:pt x="2260" y="24888"/>
                    <a:pt x="1843" y="27344"/>
                  </a:cubicBezTo>
                  <a:lnTo>
                    <a:pt x="19838" y="28681"/>
                  </a:lnTo>
                  <a:lnTo>
                    <a:pt x="19721" y="17854"/>
                  </a:lnTo>
                  <a:lnTo>
                    <a:pt x="20991" y="18623"/>
                  </a:lnTo>
                  <a:lnTo>
                    <a:pt x="31885" y="18088"/>
                  </a:lnTo>
                  <a:lnTo>
                    <a:pt x="31517" y="12842"/>
                  </a:lnTo>
                  <a:lnTo>
                    <a:pt x="23614" y="13159"/>
                  </a:lnTo>
                  <a:cubicBezTo>
                    <a:pt x="21829" y="1309"/>
                    <a:pt x="17445" y="703"/>
                    <a:pt x="16567" y="703"/>
                  </a:cubicBezTo>
                  <a:cubicBezTo>
                    <a:pt x="16467" y="703"/>
                    <a:pt x="16412" y="711"/>
                    <a:pt x="16412" y="711"/>
                  </a:cubicBezTo>
                  <a:lnTo>
                    <a:pt x="9261" y="110"/>
                  </a:lnTo>
                  <a:cubicBezTo>
                    <a:pt x="9261" y="110"/>
                    <a:pt x="8633" y="0"/>
                    <a:pt x="7711" y="0"/>
                  </a:cubicBezTo>
                  <a:close/>
                </a:path>
              </a:pathLst>
            </a:custGeom>
            <a:solidFill>
              <a:schemeClr val="accent6">
                <a:lumMod val="60000"/>
                <a:lumOff val="40000"/>
              </a:schemeClr>
            </a:solidFill>
            <a:ln>
              <a:noFill/>
            </a:ln>
          </p:spPr>
          <p:txBody>
            <a:bodyPr spcFirstLastPara="1" wrap="square" lIns="121900" tIns="121900" rIns="121900" bIns="121900" anchor="ctr" anchorCtr="0">
              <a:noAutofit/>
            </a:bodyPr>
            <a:lstStyle/>
            <a:p>
              <a:endParaRPr sz="2400"/>
            </a:p>
          </p:txBody>
        </p:sp>
        <p:sp>
          <p:nvSpPr>
            <p:cNvPr id="51" name="Google Shape;1977;p42"/>
            <p:cNvSpPr/>
            <p:nvPr/>
          </p:nvSpPr>
          <p:spPr>
            <a:xfrm>
              <a:off x="7382656" y="2039667"/>
              <a:ext cx="63747" cy="258708"/>
            </a:xfrm>
            <a:custGeom>
              <a:avLst/>
              <a:gdLst/>
              <a:ahLst/>
              <a:cxnLst/>
              <a:rect l="l" t="t" r="r" b="b"/>
              <a:pathLst>
                <a:path w="1989" h="8072" extrusionOk="0">
                  <a:moveTo>
                    <a:pt x="552" y="1"/>
                  </a:moveTo>
                  <a:cubicBezTo>
                    <a:pt x="1053" y="853"/>
                    <a:pt x="1237" y="1856"/>
                    <a:pt x="1070" y="2825"/>
                  </a:cubicBezTo>
                  <a:cubicBezTo>
                    <a:pt x="886" y="4028"/>
                    <a:pt x="452" y="5364"/>
                    <a:pt x="218" y="6467"/>
                  </a:cubicBezTo>
                  <a:cubicBezTo>
                    <a:pt x="0" y="7570"/>
                    <a:pt x="251" y="8071"/>
                    <a:pt x="251" y="8071"/>
                  </a:cubicBezTo>
                  <a:lnTo>
                    <a:pt x="1989" y="7653"/>
                  </a:lnTo>
                  <a:cubicBezTo>
                    <a:pt x="1387" y="5548"/>
                    <a:pt x="1855" y="4562"/>
                    <a:pt x="1838" y="2641"/>
                  </a:cubicBezTo>
                  <a:cubicBezTo>
                    <a:pt x="1805" y="1421"/>
                    <a:pt x="552" y="1"/>
                    <a:pt x="552" y="1"/>
                  </a:cubicBezTo>
                  <a:close/>
                </a:path>
              </a:pathLst>
            </a:custGeom>
            <a:solidFill>
              <a:srgbClr val="263238">
                <a:alpha val="32020"/>
              </a:srgbClr>
            </a:solidFill>
            <a:ln>
              <a:noFill/>
            </a:ln>
          </p:spPr>
          <p:txBody>
            <a:bodyPr spcFirstLastPara="1" wrap="square" lIns="121900" tIns="121900" rIns="121900" bIns="121900" anchor="ctr" anchorCtr="0">
              <a:noAutofit/>
            </a:bodyPr>
            <a:lstStyle/>
            <a:p>
              <a:endParaRPr sz="2400"/>
            </a:p>
          </p:txBody>
        </p:sp>
        <p:sp>
          <p:nvSpPr>
            <p:cNvPr id="52" name="Google Shape;1978;p42"/>
            <p:cNvSpPr/>
            <p:nvPr/>
          </p:nvSpPr>
          <p:spPr>
            <a:xfrm>
              <a:off x="7342497" y="1976496"/>
              <a:ext cx="81407" cy="321878"/>
            </a:xfrm>
            <a:custGeom>
              <a:avLst/>
              <a:gdLst/>
              <a:ahLst/>
              <a:cxnLst/>
              <a:rect l="l" t="t" r="r" b="b"/>
              <a:pathLst>
                <a:path w="2540" h="10043" extrusionOk="0">
                  <a:moveTo>
                    <a:pt x="17" y="0"/>
                  </a:moveTo>
                  <a:cubicBezTo>
                    <a:pt x="0" y="17"/>
                    <a:pt x="468" y="435"/>
                    <a:pt x="1103" y="1170"/>
                  </a:cubicBezTo>
                  <a:cubicBezTo>
                    <a:pt x="1487" y="1604"/>
                    <a:pt x="1805" y="2089"/>
                    <a:pt x="2039" y="2607"/>
                  </a:cubicBezTo>
                  <a:cubicBezTo>
                    <a:pt x="2289" y="3258"/>
                    <a:pt x="2356" y="3977"/>
                    <a:pt x="2256" y="4662"/>
                  </a:cubicBezTo>
                  <a:cubicBezTo>
                    <a:pt x="2139" y="5364"/>
                    <a:pt x="1989" y="6049"/>
                    <a:pt x="1771" y="6734"/>
                  </a:cubicBezTo>
                  <a:cubicBezTo>
                    <a:pt x="1604" y="7285"/>
                    <a:pt x="1487" y="7870"/>
                    <a:pt x="1404" y="8438"/>
                  </a:cubicBezTo>
                  <a:cubicBezTo>
                    <a:pt x="1354" y="8839"/>
                    <a:pt x="1354" y="9240"/>
                    <a:pt x="1404" y="9624"/>
                  </a:cubicBezTo>
                  <a:cubicBezTo>
                    <a:pt x="1420" y="9775"/>
                    <a:pt x="1454" y="9908"/>
                    <a:pt x="1504" y="10042"/>
                  </a:cubicBezTo>
                  <a:cubicBezTo>
                    <a:pt x="1521" y="9908"/>
                    <a:pt x="1504" y="9758"/>
                    <a:pt x="1471" y="9624"/>
                  </a:cubicBezTo>
                  <a:cubicBezTo>
                    <a:pt x="1454" y="9240"/>
                    <a:pt x="1487" y="8839"/>
                    <a:pt x="1537" y="8455"/>
                  </a:cubicBezTo>
                  <a:cubicBezTo>
                    <a:pt x="1638" y="7887"/>
                    <a:pt x="1771" y="7335"/>
                    <a:pt x="1938" y="6784"/>
                  </a:cubicBezTo>
                  <a:cubicBezTo>
                    <a:pt x="2156" y="6099"/>
                    <a:pt x="2323" y="5397"/>
                    <a:pt x="2440" y="4695"/>
                  </a:cubicBezTo>
                  <a:cubicBezTo>
                    <a:pt x="2540" y="3960"/>
                    <a:pt x="2456" y="3225"/>
                    <a:pt x="2189" y="2540"/>
                  </a:cubicBezTo>
                  <a:cubicBezTo>
                    <a:pt x="1955" y="2005"/>
                    <a:pt x="1621" y="1521"/>
                    <a:pt x="1203" y="1086"/>
                  </a:cubicBezTo>
                  <a:cubicBezTo>
                    <a:pt x="936" y="802"/>
                    <a:pt x="652" y="518"/>
                    <a:pt x="368" y="268"/>
                  </a:cubicBezTo>
                  <a:cubicBezTo>
                    <a:pt x="268" y="167"/>
                    <a:pt x="151" y="67"/>
                    <a:pt x="17"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53" name="Google Shape;1979;p42"/>
            <p:cNvSpPr/>
            <p:nvPr/>
          </p:nvSpPr>
          <p:spPr>
            <a:xfrm>
              <a:off x="7065617" y="2099120"/>
              <a:ext cx="333128" cy="227202"/>
            </a:xfrm>
            <a:custGeom>
              <a:avLst/>
              <a:gdLst/>
              <a:ahLst/>
              <a:cxnLst/>
              <a:rect l="l" t="t" r="r" b="b"/>
              <a:pathLst>
                <a:path w="10394" h="7089" extrusionOk="0">
                  <a:moveTo>
                    <a:pt x="1" y="1"/>
                  </a:moveTo>
                  <a:cubicBezTo>
                    <a:pt x="1" y="1"/>
                    <a:pt x="1405" y="4479"/>
                    <a:pt x="2290" y="6417"/>
                  </a:cubicBezTo>
                  <a:cubicBezTo>
                    <a:pt x="2501" y="6894"/>
                    <a:pt x="2806" y="7088"/>
                    <a:pt x="3265" y="7088"/>
                  </a:cubicBezTo>
                  <a:cubicBezTo>
                    <a:pt x="3352" y="7088"/>
                    <a:pt x="3445" y="7081"/>
                    <a:pt x="3543" y="7068"/>
                  </a:cubicBezTo>
                  <a:cubicBezTo>
                    <a:pt x="5849" y="7068"/>
                    <a:pt x="8155" y="6734"/>
                    <a:pt x="10394" y="6082"/>
                  </a:cubicBezTo>
                  <a:lnTo>
                    <a:pt x="10394" y="6082"/>
                  </a:lnTo>
                  <a:lnTo>
                    <a:pt x="5064" y="6216"/>
                  </a:lnTo>
                  <a:cubicBezTo>
                    <a:pt x="4977" y="6223"/>
                    <a:pt x="4891" y="6226"/>
                    <a:pt x="4805" y="6226"/>
                  </a:cubicBezTo>
                  <a:cubicBezTo>
                    <a:pt x="4463" y="6226"/>
                    <a:pt x="4131" y="6173"/>
                    <a:pt x="3810" y="6066"/>
                  </a:cubicBezTo>
                  <a:cubicBezTo>
                    <a:pt x="3242" y="5832"/>
                    <a:pt x="2891" y="5280"/>
                    <a:pt x="2574" y="4762"/>
                  </a:cubicBezTo>
                  <a:cubicBezTo>
                    <a:pt x="1638" y="3209"/>
                    <a:pt x="770" y="1621"/>
                    <a:pt x="1" y="1"/>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5" name="Google Shape;1981;p42"/>
            <p:cNvSpPr/>
            <p:nvPr/>
          </p:nvSpPr>
          <p:spPr>
            <a:xfrm>
              <a:off x="7018504" y="1211783"/>
              <a:ext cx="311686" cy="625584"/>
            </a:xfrm>
            <a:custGeom>
              <a:avLst/>
              <a:gdLst/>
              <a:ahLst/>
              <a:cxnLst/>
              <a:rect l="l" t="t" r="r" b="b"/>
              <a:pathLst>
                <a:path w="9725" h="19519" extrusionOk="0">
                  <a:moveTo>
                    <a:pt x="5013" y="1"/>
                  </a:moveTo>
                  <a:lnTo>
                    <a:pt x="1" y="3793"/>
                  </a:lnTo>
                  <a:lnTo>
                    <a:pt x="552" y="16408"/>
                  </a:lnTo>
                  <a:cubicBezTo>
                    <a:pt x="634" y="18155"/>
                    <a:pt x="2070" y="19518"/>
                    <a:pt x="3803" y="19518"/>
                  </a:cubicBezTo>
                  <a:cubicBezTo>
                    <a:pt x="3844" y="19518"/>
                    <a:pt x="3886" y="19518"/>
                    <a:pt x="3927" y="19516"/>
                  </a:cubicBezTo>
                  <a:cubicBezTo>
                    <a:pt x="5715" y="19433"/>
                    <a:pt x="7102" y="17929"/>
                    <a:pt x="7035" y="16141"/>
                  </a:cubicBezTo>
                  <a:cubicBezTo>
                    <a:pt x="6968" y="14620"/>
                    <a:pt x="6918" y="13167"/>
                    <a:pt x="6918" y="13167"/>
                  </a:cubicBezTo>
                  <a:cubicBezTo>
                    <a:pt x="6918" y="13167"/>
                    <a:pt x="9407" y="12900"/>
                    <a:pt x="9558" y="10410"/>
                  </a:cubicBezTo>
                  <a:cubicBezTo>
                    <a:pt x="9725" y="7937"/>
                    <a:pt x="9558" y="2223"/>
                    <a:pt x="9558" y="2223"/>
                  </a:cubicBezTo>
                  <a:lnTo>
                    <a:pt x="5013" y="1"/>
                  </a:lnTo>
                  <a:close/>
                </a:path>
              </a:pathLst>
            </a:custGeom>
            <a:solidFill>
              <a:srgbClr val="9B7663"/>
            </a:solidFill>
            <a:ln>
              <a:noFill/>
            </a:ln>
          </p:spPr>
          <p:txBody>
            <a:bodyPr spcFirstLastPara="1" wrap="square" lIns="121900" tIns="121900" rIns="121900" bIns="121900" anchor="ctr" anchorCtr="0">
              <a:noAutofit/>
            </a:bodyPr>
            <a:lstStyle/>
            <a:p>
              <a:endParaRPr sz="2400"/>
            </a:p>
          </p:txBody>
        </p:sp>
        <p:sp>
          <p:nvSpPr>
            <p:cNvPr id="56" name="Google Shape;1982;p42"/>
            <p:cNvSpPr/>
            <p:nvPr/>
          </p:nvSpPr>
          <p:spPr>
            <a:xfrm>
              <a:off x="6685664" y="1732051"/>
              <a:ext cx="967974" cy="811057"/>
            </a:xfrm>
            <a:custGeom>
              <a:avLst/>
              <a:gdLst/>
              <a:ahLst/>
              <a:cxnLst/>
              <a:rect l="l" t="t" r="r" b="b"/>
              <a:pathLst>
                <a:path w="30202" h="25306" extrusionOk="0">
                  <a:moveTo>
                    <a:pt x="8671" y="1"/>
                  </a:moveTo>
                  <a:cubicBezTo>
                    <a:pt x="1" y="1"/>
                    <a:pt x="3535" y="9799"/>
                    <a:pt x="3535" y="9799"/>
                  </a:cubicBezTo>
                  <a:cubicBezTo>
                    <a:pt x="3936" y="12389"/>
                    <a:pt x="5858" y="16884"/>
                    <a:pt x="7562" y="20777"/>
                  </a:cubicBezTo>
                  <a:cubicBezTo>
                    <a:pt x="9266" y="24687"/>
                    <a:pt x="10653" y="25238"/>
                    <a:pt x="15498" y="25305"/>
                  </a:cubicBezTo>
                  <a:cubicBezTo>
                    <a:pt x="15548" y="25305"/>
                    <a:pt x="15597" y="25306"/>
                    <a:pt x="15647" y="25306"/>
                  </a:cubicBezTo>
                  <a:cubicBezTo>
                    <a:pt x="20842" y="25306"/>
                    <a:pt x="30202" y="21896"/>
                    <a:pt x="30202" y="21896"/>
                  </a:cubicBezTo>
                  <a:lnTo>
                    <a:pt x="28381" y="15681"/>
                  </a:lnTo>
                  <a:cubicBezTo>
                    <a:pt x="28381" y="15681"/>
                    <a:pt x="18022" y="17787"/>
                    <a:pt x="15837" y="17787"/>
                  </a:cubicBezTo>
                  <a:cubicBezTo>
                    <a:pt x="15679" y="17787"/>
                    <a:pt x="15564" y="17776"/>
                    <a:pt x="15498" y="17753"/>
                  </a:cubicBezTo>
                  <a:cubicBezTo>
                    <a:pt x="14513" y="17385"/>
                    <a:pt x="13510" y="14361"/>
                    <a:pt x="12741" y="12306"/>
                  </a:cubicBezTo>
                  <a:cubicBezTo>
                    <a:pt x="12658" y="12088"/>
                    <a:pt x="11505" y="8279"/>
                    <a:pt x="11505" y="8279"/>
                  </a:cubicBezTo>
                  <a:lnTo>
                    <a:pt x="10051" y="75"/>
                  </a:lnTo>
                  <a:cubicBezTo>
                    <a:pt x="9560" y="25"/>
                    <a:pt x="9101" y="1"/>
                    <a:pt x="8671" y="1"/>
                  </a:cubicBezTo>
                  <a:close/>
                </a:path>
              </a:pathLst>
            </a:custGeom>
            <a:solidFill>
              <a:schemeClr val="accent6">
                <a:lumMod val="60000"/>
                <a:lumOff val="40000"/>
              </a:schemeClr>
            </a:solidFill>
            <a:ln>
              <a:noFill/>
            </a:ln>
          </p:spPr>
          <p:txBody>
            <a:bodyPr spcFirstLastPara="1" wrap="square" lIns="121900" tIns="121900" rIns="121900" bIns="121900" anchor="ctr" anchorCtr="0">
              <a:noAutofit/>
            </a:bodyPr>
            <a:lstStyle/>
            <a:p>
              <a:endParaRPr sz="2400"/>
            </a:p>
          </p:txBody>
        </p:sp>
        <p:sp>
          <p:nvSpPr>
            <p:cNvPr id="57" name="Google Shape;1983;p42"/>
            <p:cNvSpPr/>
            <p:nvPr/>
          </p:nvSpPr>
          <p:spPr>
            <a:xfrm>
              <a:off x="7011004" y="1800830"/>
              <a:ext cx="584271" cy="502929"/>
            </a:xfrm>
            <a:custGeom>
              <a:avLst/>
              <a:gdLst/>
              <a:ahLst/>
              <a:cxnLst/>
              <a:rect l="l" t="t" r="r" b="b"/>
              <a:pathLst>
                <a:path w="18230" h="15692" extrusionOk="0">
                  <a:moveTo>
                    <a:pt x="1" y="1"/>
                  </a:moveTo>
                  <a:lnTo>
                    <a:pt x="1" y="1"/>
                  </a:lnTo>
                  <a:cubicBezTo>
                    <a:pt x="34" y="101"/>
                    <a:pt x="51" y="185"/>
                    <a:pt x="101" y="285"/>
                  </a:cubicBezTo>
                  <a:cubicBezTo>
                    <a:pt x="168" y="485"/>
                    <a:pt x="268" y="753"/>
                    <a:pt x="385" y="1087"/>
                  </a:cubicBezTo>
                  <a:cubicBezTo>
                    <a:pt x="636" y="1805"/>
                    <a:pt x="986" y="2825"/>
                    <a:pt x="1404" y="4094"/>
                  </a:cubicBezTo>
                  <a:cubicBezTo>
                    <a:pt x="2240" y="6634"/>
                    <a:pt x="3292" y="10176"/>
                    <a:pt x="4662" y="14036"/>
                  </a:cubicBezTo>
                  <a:cubicBezTo>
                    <a:pt x="4863" y="14587"/>
                    <a:pt x="5063" y="15122"/>
                    <a:pt x="5264" y="15640"/>
                  </a:cubicBezTo>
                  <a:lnTo>
                    <a:pt x="5281" y="15690"/>
                  </a:lnTo>
                  <a:lnTo>
                    <a:pt x="5347" y="15690"/>
                  </a:lnTo>
                  <a:cubicBezTo>
                    <a:pt x="5433" y="15691"/>
                    <a:pt x="5519" y="15691"/>
                    <a:pt x="5605" y="15691"/>
                  </a:cubicBezTo>
                  <a:cubicBezTo>
                    <a:pt x="7240" y="15691"/>
                    <a:pt x="8874" y="15540"/>
                    <a:pt x="10477" y="15222"/>
                  </a:cubicBezTo>
                  <a:cubicBezTo>
                    <a:pt x="12031" y="14938"/>
                    <a:pt x="13401" y="14604"/>
                    <a:pt x="14537" y="14337"/>
                  </a:cubicBezTo>
                  <a:cubicBezTo>
                    <a:pt x="15690" y="14086"/>
                    <a:pt x="16609" y="13886"/>
                    <a:pt x="17244" y="13752"/>
                  </a:cubicBezTo>
                  <a:cubicBezTo>
                    <a:pt x="17545" y="13685"/>
                    <a:pt x="17795" y="13635"/>
                    <a:pt x="17979" y="13602"/>
                  </a:cubicBezTo>
                  <a:cubicBezTo>
                    <a:pt x="18063" y="13585"/>
                    <a:pt x="18146" y="13568"/>
                    <a:pt x="18230" y="13535"/>
                  </a:cubicBezTo>
                  <a:cubicBezTo>
                    <a:pt x="18146" y="13535"/>
                    <a:pt x="18046" y="13551"/>
                    <a:pt x="17962" y="13568"/>
                  </a:cubicBezTo>
                  <a:lnTo>
                    <a:pt x="17227" y="13685"/>
                  </a:lnTo>
                  <a:cubicBezTo>
                    <a:pt x="16592" y="13802"/>
                    <a:pt x="15657" y="13969"/>
                    <a:pt x="14520" y="14220"/>
                  </a:cubicBezTo>
                  <a:cubicBezTo>
                    <a:pt x="13367" y="14454"/>
                    <a:pt x="11997" y="14788"/>
                    <a:pt x="10460" y="15055"/>
                  </a:cubicBezTo>
                  <a:cubicBezTo>
                    <a:pt x="8857" y="15357"/>
                    <a:pt x="7239" y="15508"/>
                    <a:pt x="5605" y="15508"/>
                  </a:cubicBezTo>
                  <a:cubicBezTo>
                    <a:pt x="5539" y="15508"/>
                    <a:pt x="5472" y="15507"/>
                    <a:pt x="5405" y="15507"/>
                  </a:cubicBezTo>
                  <a:lnTo>
                    <a:pt x="5405" y="15507"/>
                  </a:lnTo>
                  <a:cubicBezTo>
                    <a:pt x="5213" y="15010"/>
                    <a:pt x="5021" y="14497"/>
                    <a:pt x="4829" y="13969"/>
                  </a:cubicBezTo>
                  <a:cubicBezTo>
                    <a:pt x="3459" y="10126"/>
                    <a:pt x="2407" y="6584"/>
                    <a:pt x="1521" y="4044"/>
                  </a:cubicBezTo>
                  <a:cubicBezTo>
                    <a:pt x="1087" y="2791"/>
                    <a:pt x="719" y="1772"/>
                    <a:pt x="452" y="1070"/>
                  </a:cubicBezTo>
                  <a:cubicBezTo>
                    <a:pt x="318" y="719"/>
                    <a:pt x="201" y="452"/>
                    <a:pt x="134" y="268"/>
                  </a:cubicBezTo>
                  <a:cubicBezTo>
                    <a:pt x="101" y="168"/>
                    <a:pt x="51" y="84"/>
                    <a:pt x="1"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58" name="Google Shape;1984;p42"/>
            <p:cNvSpPr/>
            <p:nvPr/>
          </p:nvSpPr>
          <p:spPr>
            <a:xfrm>
              <a:off x="6861587" y="2241037"/>
              <a:ext cx="792052" cy="311718"/>
            </a:xfrm>
            <a:custGeom>
              <a:avLst/>
              <a:gdLst/>
              <a:ahLst/>
              <a:cxnLst/>
              <a:rect l="l" t="t" r="r" b="b"/>
              <a:pathLst>
                <a:path w="24713" h="9726" extrusionOk="0">
                  <a:moveTo>
                    <a:pt x="1" y="0"/>
                  </a:moveTo>
                  <a:lnTo>
                    <a:pt x="1" y="0"/>
                  </a:lnTo>
                  <a:cubicBezTo>
                    <a:pt x="18" y="101"/>
                    <a:pt x="51" y="201"/>
                    <a:pt x="101" y="284"/>
                  </a:cubicBezTo>
                  <a:cubicBezTo>
                    <a:pt x="168" y="468"/>
                    <a:pt x="285" y="752"/>
                    <a:pt x="435" y="1103"/>
                  </a:cubicBezTo>
                  <a:cubicBezTo>
                    <a:pt x="736" y="1805"/>
                    <a:pt x="1171" y="2824"/>
                    <a:pt x="1805" y="4027"/>
                  </a:cubicBezTo>
                  <a:cubicBezTo>
                    <a:pt x="2457" y="5213"/>
                    <a:pt x="3326" y="6634"/>
                    <a:pt x="4663" y="7887"/>
                  </a:cubicBezTo>
                  <a:cubicBezTo>
                    <a:pt x="5364" y="8538"/>
                    <a:pt x="6183" y="9040"/>
                    <a:pt x="7085" y="9357"/>
                  </a:cubicBezTo>
                  <a:cubicBezTo>
                    <a:pt x="7570" y="9524"/>
                    <a:pt x="8071" y="9624"/>
                    <a:pt x="8572" y="9674"/>
                  </a:cubicBezTo>
                  <a:cubicBezTo>
                    <a:pt x="8907" y="9707"/>
                    <a:pt x="9241" y="9725"/>
                    <a:pt x="9576" y="9725"/>
                  </a:cubicBezTo>
                  <a:cubicBezTo>
                    <a:pt x="9759" y="9725"/>
                    <a:pt x="9943" y="9720"/>
                    <a:pt x="10126" y="9708"/>
                  </a:cubicBezTo>
                  <a:cubicBezTo>
                    <a:pt x="12215" y="9608"/>
                    <a:pt x="14153" y="9140"/>
                    <a:pt x="15908" y="8705"/>
                  </a:cubicBezTo>
                  <a:cubicBezTo>
                    <a:pt x="17662" y="8254"/>
                    <a:pt x="19233" y="7837"/>
                    <a:pt x="20536" y="7452"/>
                  </a:cubicBezTo>
                  <a:cubicBezTo>
                    <a:pt x="21839" y="7068"/>
                    <a:pt x="22892" y="6717"/>
                    <a:pt x="23610" y="6466"/>
                  </a:cubicBezTo>
                  <a:cubicBezTo>
                    <a:pt x="23961" y="6333"/>
                    <a:pt x="24245" y="6216"/>
                    <a:pt x="24429" y="6149"/>
                  </a:cubicBezTo>
                  <a:cubicBezTo>
                    <a:pt x="24529" y="6099"/>
                    <a:pt x="24613" y="6065"/>
                    <a:pt x="24713" y="6015"/>
                  </a:cubicBezTo>
                  <a:lnTo>
                    <a:pt x="24713" y="6015"/>
                  </a:lnTo>
                  <a:cubicBezTo>
                    <a:pt x="24613" y="6032"/>
                    <a:pt x="24512" y="6065"/>
                    <a:pt x="24412" y="6099"/>
                  </a:cubicBezTo>
                  <a:lnTo>
                    <a:pt x="23577" y="6383"/>
                  </a:lnTo>
                  <a:cubicBezTo>
                    <a:pt x="22858" y="6634"/>
                    <a:pt x="21806" y="6968"/>
                    <a:pt x="20502" y="7335"/>
                  </a:cubicBezTo>
                  <a:cubicBezTo>
                    <a:pt x="19182" y="7703"/>
                    <a:pt x="17612" y="8104"/>
                    <a:pt x="15857" y="8538"/>
                  </a:cubicBezTo>
                  <a:cubicBezTo>
                    <a:pt x="14120" y="8956"/>
                    <a:pt x="12181" y="9424"/>
                    <a:pt x="10110" y="9524"/>
                  </a:cubicBezTo>
                  <a:cubicBezTo>
                    <a:pt x="9926" y="9530"/>
                    <a:pt x="9740" y="9534"/>
                    <a:pt x="9554" y="9534"/>
                  </a:cubicBezTo>
                  <a:cubicBezTo>
                    <a:pt x="9231" y="9534"/>
                    <a:pt x="8907" y="9522"/>
                    <a:pt x="8589" y="9491"/>
                  </a:cubicBezTo>
                  <a:cubicBezTo>
                    <a:pt x="8105" y="9441"/>
                    <a:pt x="7620" y="9340"/>
                    <a:pt x="7152" y="9190"/>
                  </a:cubicBezTo>
                  <a:cubicBezTo>
                    <a:pt x="6267" y="8872"/>
                    <a:pt x="5465" y="8388"/>
                    <a:pt x="4780" y="7753"/>
                  </a:cubicBezTo>
                  <a:cubicBezTo>
                    <a:pt x="3460" y="6550"/>
                    <a:pt x="2591" y="5146"/>
                    <a:pt x="1922" y="3960"/>
                  </a:cubicBezTo>
                  <a:cubicBezTo>
                    <a:pt x="1271" y="2774"/>
                    <a:pt x="820" y="1771"/>
                    <a:pt x="502" y="1070"/>
                  </a:cubicBezTo>
                  <a:cubicBezTo>
                    <a:pt x="352" y="735"/>
                    <a:pt x="218" y="468"/>
                    <a:pt x="135" y="268"/>
                  </a:cubicBezTo>
                  <a:cubicBezTo>
                    <a:pt x="101" y="184"/>
                    <a:pt x="51" y="84"/>
                    <a:pt x="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59" name="Google Shape;1985;p42"/>
            <p:cNvSpPr/>
            <p:nvPr/>
          </p:nvSpPr>
          <p:spPr>
            <a:xfrm>
              <a:off x="6916745" y="2367955"/>
              <a:ext cx="494852" cy="215344"/>
            </a:xfrm>
            <a:custGeom>
              <a:avLst/>
              <a:gdLst/>
              <a:ahLst/>
              <a:cxnLst/>
              <a:rect l="l" t="t" r="r" b="b"/>
              <a:pathLst>
                <a:path w="15440" h="6719" extrusionOk="0">
                  <a:moveTo>
                    <a:pt x="1" y="0"/>
                  </a:moveTo>
                  <a:cubicBezTo>
                    <a:pt x="1" y="2"/>
                    <a:pt x="1771" y="6719"/>
                    <a:pt x="6300" y="6719"/>
                  </a:cubicBezTo>
                  <a:cubicBezTo>
                    <a:pt x="6345" y="6719"/>
                    <a:pt x="6389" y="6718"/>
                    <a:pt x="6434" y="6717"/>
                  </a:cubicBezTo>
                  <a:cubicBezTo>
                    <a:pt x="11045" y="6583"/>
                    <a:pt x="15440" y="4595"/>
                    <a:pt x="15440" y="4595"/>
                  </a:cubicBezTo>
                  <a:lnTo>
                    <a:pt x="15239" y="4394"/>
                  </a:lnTo>
                  <a:cubicBezTo>
                    <a:pt x="15239" y="4394"/>
                    <a:pt x="10701" y="5368"/>
                    <a:pt x="7558" y="5368"/>
                  </a:cubicBezTo>
                  <a:cubicBezTo>
                    <a:pt x="6563" y="5368"/>
                    <a:pt x="5707" y="5270"/>
                    <a:pt x="5181" y="5013"/>
                  </a:cubicBezTo>
                  <a:cubicBezTo>
                    <a:pt x="1038" y="2991"/>
                    <a:pt x="1" y="1"/>
                    <a:pt x="1" y="0"/>
                  </a:cubicBezTo>
                  <a:close/>
                </a:path>
              </a:pathLst>
            </a:custGeom>
            <a:solidFill>
              <a:srgbClr val="263238">
                <a:alpha val="32020"/>
              </a:srgbClr>
            </a:solidFill>
            <a:ln>
              <a:noFill/>
            </a:ln>
          </p:spPr>
          <p:txBody>
            <a:bodyPr spcFirstLastPara="1" wrap="square" lIns="121900" tIns="121900" rIns="121900" bIns="121900" anchor="ctr" anchorCtr="0">
              <a:noAutofit/>
            </a:bodyPr>
            <a:lstStyle/>
            <a:p>
              <a:endParaRPr sz="2400"/>
            </a:p>
          </p:txBody>
        </p:sp>
        <p:sp>
          <p:nvSpPr>
            <p:cNvPr id="60" name="Google Shape;1986;p42"/>
            <p:cNvSpPr/>
            <p:nvPr/>
          </p:nvSpPr>
          <p:spPr>
            <a:xfrm>
              <a:off x="7595243" y="2137451"/>
              <a:ext cx="225472" cy="273354"/>
            </a:xfrm>
            <a:custGeom>
              <a:avLst/>
              <a:gdLst/>
              <a:ahLst/>
              <a:cxnLst/>
              <a:rect l="l" t="t" r="r" b="b"/>
              <a:pathLst>
                <a:path w="7035" h="8529" extrusionOk="0">
                  <a:moveTo>
                    <a:pt x="3844" y="1"/>
                  </a:moveTo>
                  <a:cubicBezTo>
                    <a:pt x="3644" y="1"/>
                    <a:pt x="3432" y="143"/>
                    <a:pt x="3393" y="392"/>
                  </a:cubicBezTo>
                  <a:cubicBezTo>
                    <a:pt x="3276" y="843"/>
                    <a:pt x="3092" y="1277"/>
                    <a:pt x="2841" y="1678"/>
                  </a:cubicBezTo>
                  <a:cubicBezTo>
                    <a:pt x="2674" y="2013"/>
                    <a:pt x="2440" y="2297"/>
                    <a:pt x="2156" y="2547"/>
                  </a:cubicBezTo>
                  <a:cubicBezTo>
                    <a:pt x="1822" y="2848"/>
                    <a:pt x="1538" y="3082"/>
                    <a:pt x="1287" y="3266"/>
                  </a:cubicBezTo>
                  <a:lnTo>
                    <a:pt x="1" y="4519"/>
                  </a:lnTo>
                  <a:lnTo>
                    <a:pt x="1170" y="8529"/>
                  </a:lnTo>
                  <a:lnTo>
                    <a:pt x="2624" y="8512"/>
                  </a:lnTo>
                  <a:cubicBezTo>
                    <a:pt x="3961" y="8378"/>
                    <a:pt x="4696" y="8362"/>
                    <a:pt x="5063" y="8011"/>
                  </a:cubicBezTo>
                  <a:cubicBezTo>
                    <a:pt x="5565" y="7543"/>
                    <a:pt x="4880" y="7075"/>
                    <a:pt x="4880" y="7075"/>
                  </a:cubicBezTo>
                  <a:cubicBezTo>
                    <a:pt x="4880" y="7075"/>
                    <a:pt x="5849" y="6741"/>
                    <a:pt x="5748" y="6156"/>
                  </a:cubicBezTo>
                  <a:cubicBezTo>
                    <a:pt x="5682" y="5755"/>
                    <a:pt x="5230" y="5722"/>
                    <a:pt x="5230" y="5722"/>
                  </a:cubicBezTo>
                  <a:cubicBezTo>
                    <a:pt x="5230" y="5722"/>
                    <a:pt x="6083" y="5388"/>
                    <a:pt x="6250" y="5037"/>
                  </a:cubicBezTo>
                  <a:cubicBezTo>
                    <a:pt x="6484" y="4552"/>
                    <a:pt x="5882" y="4302"/>
                    <a:pt x="5882" y="4302"/>
                  </a:cubicBezTo>
                  <a:cubicBezTo>
                    <a:pt x="7035" y="3583"/>
                    <a:pt x="6935" y="2881"/>
                    <a:pt x="6667" y="2815"/>
                  </a:cubicBezTo>
                  <a:cubicBezTo>
                    <a:pt x="6647" y="2809"/>
                    <a:pt x="6623" y="2807"/>
                    <a:pt x="6595" y="2807"/>
                  </a:cubicBezTo>
                  <a:cubicBezTo>
                    <a:pt x="6267" y="2807"/>
                    <a:pt x="5498" y="3149"/>
                    <a:pt x="5498" y="3149"/>
                  </a:cubicBezTo>
                  <a:cubicBezTo>
                    <a:pt x="5068" y="3270"/>
                    <a:pt x="4231" y="3522"/>
                    <a:pt x="3711" y="3522"/>
                  </a:cubicBezTo>
                  <a:cubicBezTo>
                    <a:pt x="3300" y="3522"/>
                    <a:pt x="3087" y="3366"/>
                    <a:pt x="3426" y="2865"/>
                  </a:cubicBezTo>
                  <a:cubicBezTo>
                    <a:pt x="4195" y="1728"/>
                    <a:pt x="4362" y="542"/>
                    <a:pt x="4178" y="208"/>
                  </a:cubicBezTo>
                  <a:cubicBezTo>
                    <a:pt x="4110" y="66"/>
                    <a:pt x="3980" y="1"/>
                    <a:pt x="3844" y="1"/>
                  </a:cubicBezTo>
                  <a:close/>
                </a:path>
              </a:pathLst>
            </a:custGeom>
            <a:solidFill>
              <a:srgbClr val="9B7663"/>
            </a:solidFill>
            <a:ln>
              <a:noFill/>
            </a:ln>
          </p:spPr>
          <p:txBody>
            <a:bodyPr spcFirstLastPara="1" wrap="square" lIns="121900" tIns="121900" rIns="121900" bIns="121900" anchor="ctr" anchorCtr="0">
              <a:noAutofit/>
            </a:bodyPr>
            <a:lstStyle/>
            <a:p>
              <a:endParaRPr sz="2400"/>
            </a:p>
          </p:txBody>
        </p:sp>
        <p:sp>
          <p:nvSpPr>
            <p:cNvPr id="61" name="Google Shape;1987;p42"/>
            <p:cNvSpPr/>
            <p:nvPr/>
          </p:nvSpPr>
          <p:spPr>
            <a:xfrm>
              <a:off x="6542433" y="4310762"/>
              <a:ext cx="222171" cy="275277"/>
            </a:xfrm>
            <a:custGeom>
              <a:avLst/>
              <a:gdLst/>
              <a:ahLst/>
              <a:cxnLst/>
              <a:rect l="l" t="t" r="r" b="b"/>
              <a:pathLst>
                <a:path w="6932" h="8589" extrusionOk="0">
                  <a:moveTo>
                    <a:pt x="1621" y="1"/>
                  </a:moveTo>
                  <a:lnTo>
                    <a:pt x="1" y="1421"/>
                  </a:lnTo>
                  <a:lnTo>
                    <a:pt x="218" y="1705"/>
                  </a:lnTo>
                  <a:cubicBezTo>
                    <a:pt x="1187" y="2941"/>
                    <a:pt x="5264" y="7937"/>
                    <a:pt x="6200" y="8522"/>
                  </a:cubicBezTo>
                  <a:cubicBezTo>
                    <a:pt x="6273" y="8567"/>
                    <a:pt x="6329" y="8588"/>
                    <a:pt x="6371" y="8588"/>
                  </a:cubicBezTo>
                  <a:cubicBezTo>
                    <a:pt x="6931" y="8588"/>
                    <a:pt x="4863" y="4813"/>
                    <a:pt x="4863" y="4813"/>
                  </a:cubicBezTo>
                  <a:lnTo>
                    <a:pt x="5247" y="4462"/>
                  </a:lnTo>
                  <a:lnTo>
                    <a:pt x="1621" y="1"/>
                  </a:ln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62" name="Google Shape;1988;p42"/>
            <p:cNvSpPr/>
            <p:nvPr/>
          </p:nvSpPr>
          <p:spPr>
            <a:xfrm>
              <a:off x="6544035" y="4320922"/>
              <a:ext cx="57882" cy="84644"/>
            </a:xfrm>
            <a:custGeom>
              <a:avLst/>
              <a:gdLst/>
              <a:ahLst/>
              <a:cxnLst/>
              <a:rect l="l" t="t" r="r" b="b"/>
              <a:pathLst>
                <a:path w="1806" h="2641" extrusionOk="0">
                  <a:moveTo>
                    <a:pt x="1204" y="1"/>
                  </a:moveTo>
                  <a:lnTo>
                    <a:pt x="1" y="1070"/>
                  </a:lnTo>
                  <a:lnTo>
                    <a:pt x="1337" y="2641"/>
                  </a:lnTo>
                  <a:cubicBezTo>
                    <a:pt x="1655" y="2257"/>
                    <a:pt x="1805" y="1772"/>
                    <a:pt x="1772" y="1288"/>
                  </a:cubicBezTo>
                  <a:cubicBezTo>
                    <a:pt x="1755" y="803"/>
                    <a:pt x="1555" y="352"/>
                    <a:pt x="1204" y="1"/>
                  </a:cubicBezTo>
                  <a:close/>
                </a:path>
              </a:pathLst>
            </a:custGeom>
            <a:solidFill>
              <a:schemeClr val="lt2"/>
            </a:solidFill>
            <a:ln>
              <a:noFill/>
            </a:ln>
          </p:spPr>
          <p:txBody>
            <a:bodyPr spcFirstLastPara="1" wrap="square" lIns="121900" tIns="121900" rIns="121900" bIns="121900" anchor="ctr" anchorCtr="0">
              <a:noAutofit/>
            </a:bodyPr>
            <a:lstStyle/>
            <a:p>
              <a:endParaRPr sz="2400"/>
            </a:p>
          </p:txBody>
        </p:sp>
        <p:sp>
          <p:nvSpPr>
            <p:cNvPr id="63" name="Google Shape;1989;p42"/>
            <p:cNvSpPr/>
            <p:nvPr/>
          </p:nvSpPr>
          <p:spPr>
            <a:xfrm>
              <a:off x="6542433" y="4354125"/>
              <a:ext cx="215312" cy="233004"/>
            </a:xfrm>
            <a:custGeom>
              <a:avLst/>
              <a:gdLst/>
              <a:ahLst/>
              <a:cxnLst/>
              <a:rect l="l" t="t" r="r" b="b"/>
              <a:pathLst>
                <a:path w="6718" h="7270" extrusionOk="0">
                  <a:moveTo>
                    <a:pt x="101" y="1"/>
                  </a:moveTo>
                  <a:lnTo>
                    <a:pt x="1" y="68"/>
                  </a:lnTo>
                  <a:cubicBezTo>
                    <a:pt x="1702" y="2403"/>
                    <a:pt x="6001" y="7269"/>
                    <a:pt x="6365" y="7269"/>
                  </a:cubicBezTo>
                  <a:cubicBezTo>
                    <a:pt x="6365" y="7269"/>
                    <a:pt x="6366" y="7269"/>
                    <a:pt x="6367" y="7269"/>
                  </a:cubicBezTo>
                  <a:cubicBezTo>
                    <a:pt x="6717" y="7236"/>
                    <a:pt x="5966" y="5632"/>
                    <a:pt x="5966" y="5632"/>
                  </a:cubicBezTo>
                  <a:cubicBezTo>
                    <a:pt x="5907" y="5573"/>
                    <a:pt x="5823" y="5551"/>
                    <a:pt x="5729" y="5551"/>
                  </a:cubicBezTo>
                  <a:cubicBezTo>
                    <a:pt x="5447" y="5551"/>
                    <a:pt x="5080" y="5749"/>
                    <a:pt x="5080" y="5749"/>
                  </a:cubicBezTo>
                  <a:lnTo>
                    <a:pt x="101" y="1"/>
                  </a:lnTo>
                  <a:close/>
                </a:path>
              </a:pathLst>
            </a:custGeom>
            <a:solidFill>
              <a:schemeClr val="lt2"/>
            </a:solidFill>
            <a:ln>
              <a:noFill/>
            </a:ln>
          </p:spPr>
          <p:txBody>
            <a:bodyPr spcFirstLastPara="1" wrap="square" lIns="121900" tIns="121900" rIns="121900" bIns="121900" anchor="ctr" anchorCtr="0">
              <a:noAutofit/>
            </a:bodyPr>
            <a:lstStyle/>
            <a:p>
              <a:endParaRPr sz="2400"/>
            </a:p>
          </p:txBody>
        </p:sp>
        <p:sp>
          <p:nvSpPr>
            <p:cNvPr id="64" name="Google Shape;1990;p42"/>
            <p:cNvSpPr/>
            <p:nvPr/>
          </p:nvSpPr>
          <p:spPr>
            <a:xfrm>
              <a:off x="6543523" y="4352010"/>
              <a:ext cx="205120" cy="232971"/>
            </a:xfrm>
            <a:custGeom>
              <a:avLst/>
              <a:gdLst/>
              <a:ahLst/>
              <a:cxnLst/>
              <a:rect l="l" t="t" r="r" b="b"/>
              <a:pathLst>
                <a:path w="6400" h="7269" extrusionOk="0">
                  <a:moveTo>
                    <a:pt x="0" y="0"/>
                  </a:moveTo>
                  <a:cubicBezTo>
                    <a:pt x="17" y="17"/>
                    <a:pt x="33" y="50"/>
                    <a:pt x="67" y="84"/>
                  </a:cubicBezTo>
                  <a:lnTo>
                    <a:pt x="234" y="301"/>
                  </a:lnTo>
                  <a:lnTo>
                    <a:pt x="886" y="1103"/>
                  </a:lnTo>
                  <a:cubicBezTo>
                    <a:pt x="1437" y="1788"/>
                    <a:pt x="2222" y="2707"/>
                    <a:pt x="3108" y="3709"/>
                  </a:cubicBezTo>
                  <a:cubicBezTo>
                    <a:pt x="3993" y="4729"/>
                    <a:pt x="4812" y="5614"/>
                    <a:pt x="5414" y="6249"/>
                  </a:cubicBezTo>
                  <a:cubicBezTo>
                    <a:pt x="5698" y="6550"/>
                    <a:pt x="5932" y="6800"/>
                    <a:pt x="6132" y="7001"/>
                  </a:cubicBezTo>
                  <a:lnTo>
                    <a:pt x="6333" y="7201"/>
                  </a:lnTo>
                  <a:cubicBezTo>
                    <a:pt x="6349" y="7235"/>
                    <a:pt x="6383" y="7252"/>
                    <a:pt x="6399" y="7268"/>
                  </a:cubicBezTo>
                  <a:cubicBezTo>
                    <a:pt x="6383" y="7235"/>
                    <a:pt x="6366" y="7218"/>
                    <a:pt x="6349" y="7201"/>
                  </a:cubicBezTo>
                  <a:cubicBezTo>
                    <a:pt x="6282" y="7135"/>
                    <a:pt x="6216" y="7068"/>
                    <a:pt x="6149" y="6984"/>
                  </a:cubicBezTo>
                  <a:cubicBezTo>
                    <a:pt x="5965" y="6784"/>
                    <a:pt x="5731" y="6516"/>
                    <a:pt x="5447" y="6216"/>
                  </a:cubicBezTo>
                  <a:cubicBezTo>
                    <a:pt x="4862" y="5581"/>
                    <a:pt x="4044" y="4678"/>
                    <a:pt x="3158" y="3676"/>
                  </a:cubicBezTo>
                  <a:cubicBezTo>
                    <a:pt x="2272" y="2673"/>
                    <a:pt x="1487" y="1738"/>
                    <a:pt x="919" y="1069"/>
                  </a:cubicBezTo>
                  <a:lnTo>
                    <a:pt x="251" y="284"/>
                  </a:lnTo>
                  <a:cubicBezTo>
                    <a:pt x="184" y="201"/>
                    <a:pt x="134" y="134"/>
                    <a:pt x="67" y="67"/>
                  </a:cubicBezTo>
                  <a:cubicBezTo>
                    <a:pt x="50" y="34"/>
                    <a:pt x="33" y="17"/>
                    <a:pt x="0"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5" name="Google Shape;1991;p42"/>
            <p:cNvSpPr/>
            <p:nvPr/>
          </p:nvSpPr>
          <p:spPr>
            <a:xfrm>
              <a:off x="6703100" y="4531682"/>
              <a:ext cx="32691" cy="8301"/>
            </a:xfrm>
            <a:custGeom>
              <a:avLst/>
              <a:gdLst/>
              <a:ahLst/>
              <a:cxnLst/>
              <a:rect l="l" t="t" r="r" b="b"/>
              <a:pathLst>
                <a:path w="1020" h="259" extrusionOk="0">
                  <a:moveTo>
                    <a:pt x="622" y="1"/>
                  </a:moveTo>
                  <a:cubicBezTo>
                    <a:pt x="392" y="1"/>
                    <a:pt x="169" y="89"/>
                    <a:pt x="0" y="259"/>
                  </a:cubicBezTo>
                  <a:cubicBezTo>
                    <a:pt x="217" y="126"/>
                    <a:pt x="468" y="63"/>
                    <a:pt x="722" y="63"/>
                  </a:cubicBezTo>
                  <a:cubicBezTo>
                    <a:pt x="822" y="63"/>
                    <a:pt x="921" y="73"/>
                    <a:pt x="1019" y="92"/>
                  </a:cubicBezTo>
                  <a:cubicBezTo>
                    <a:pt x="891" y="30"/>
                    <a:pt x="755" y="1"/>
                    <a:pt x="622"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6" name="Google Shape;1992;p42"/>
            <p:cNvSpPr/>
            <p:nvPr/>
          </p:nvSpPr>
          <p:spPr>
            <a:xfrm>
              <a:off x="6687555" y="4478287"/>
              <a:ext cx="18236" cy="3686"/>
            </a:xfrm>
            <a:custGeom>
              <a:avLst/>
              <a:gdLst/>
              <a:ahLst/>
              <a:cxnLst/>
              <a:rect l="l" t="t" r="r" b="b"/>
              <a:pathLst>
                <a:path w="569" h="115" extrusionOk="0">
                  <a:moveTo>
                    <a:pt x="443" y="1"/>
                  </a:moveTo>
                  <a:cubicBezTo>
                    <a:pt x="387" y="1"/>
                    <a:pt x="333" y="10"/>
                    <a:pt x="285" y="20"/>
                  </a:cubicBezTo>
                  <a:cubicBezTo>
                    <a:pt x="118" y="53"/>
                    <a:pt x="1" y="87"/>
                    <a:pt x="1" y="104"/>
                  </a:cubicBezTo>
                  <a:cubicBezTo>
                    <a:pt x="42" y="110"/>
                    <a:pt x="84" y="115"/>
                    <a:pt x="124" y="115"/>
                  </a:cubicBezTo>
                  <a:cubicBezTo>
                    <a:pt x="181" y="115"/>
                    <a:pt x="236" y="106"/>
                    <a:pt x="285" y="87"/>
                  </a:cubicBezTo>
                  <a:cubicBezTo>
                    <a:pt x="435" y="70"/>
                    <a:pt x="569" y="37"/>
                    <a:pt x="569" y="20"/>
                  </a:cubicBezTo>
                  <a:cubicBezTo>
                    <a:pt x="526" y="6"/>
                    <a:pt x="484" y="1"/>
                    <a:pt x="443"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7" name="Google Shape;1993;p42"/>
            <p:cNvSpPr/>
            <p:nvPr/>
          </p:nvSpPr>
          <p:spPr>
            <a:xfrm>
              <a:off x="6683805" y="4464602"/>
              <a:ext cx="15576" cy="2949"/>
            </a:xfrm>
            <a:custGeom>
              <a:avLst/>
              <a:gdLst/>
              <a:ahLst/>
              <a:cxnLst/>
              <a:rect l="l" t="t" r="r" b="b"/>
              <a:pathLst>
                <a:path w="486" h="92" extrusionOk="0">
                  <a:moveTo>
                    <a:pt x="74" y="0"/>
                  </a:moveTo>
                  <a:cubicBezTo>
                    <a:pt x="30" y="0"/>
                    <a:pt x="1" y="4"/>
                    <a:pt x="1" y="13"/>
                  </a:cubicBezTo>
                  <a:cubicBezTo>
                    <a:pt x="1" y="46"/>
                    <a:pt x="101" y="63"/>
                    <a:pt x="235" y="79"/>
                  </a:cubicBezTo>
                  <a:cubicBezTo>
                    <a:pt x="301" y="88"/>
                    <a:pt x="360" y="92"/>
                    <a:pt x="402" y="92"/>
                  </a:cubicBezTo>
                  <a:cubicBezTo>
                    <a:pt x="443" y="92"/>
                    <a:pt x="469" y="88"/>
                    <a:pt x="469" y="79"/>
                  </a:cubicBezTo>
                  <a:cubicBezTo>
                    <a:pt x="485" y="63"/>
                    <a:pt x="368" y="29"/>
                    <a:pt x="235" y="13"/>
                  </a:cubicBezTo>
                  <a:cubicBezTo>
                    <a:pt x="176" y="4"/>
                    <a:pt x="118" y="0"/>
                    <a:pt x="74"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8" name="Google Shape;1994;p42"/>
            <p:cNvSpPr/>
            <p:nvPr/>
          </p:nvSpPr>
          <p:spPr>
            <a:xfrm>
              <a:off x="6690247" y="4446718"/>
              <a:ext cx="13397" cy="14615"/>
            </a:xfrm>
            <a:custGeom>
              <a:avLst/>
              <a:gdLst/>
              <a:ahLst/>
              <a:cxnLst/>
              <a:rect l="l" t="t" r="r" b="b"/>
              <a:pathLst>
                <a:path w="418" h="456" extrusionOk="0">
                  <a:moveTo>
                    <a:pt x="19" y="1"/>
                  </a:moveTo>
                  <a:cubicBezTo>
                    <a:pt x="17" y="1"/>
                    <a:pt x="17" y="1"/>
                    <a:pt x="17" y="2"/>
                  </a:cubicBezTo>
                  <a:cubicBezTo>
                    <a:pt x="0" y="19"/>
                    <a:pt x="67" y="119"/>
                    <a:pt x="184" y="253"/>
                  </a:cubicBezTo>
                  <a:cubicBezTo>
                    <a:pt x="277" y="361"/>
                    <a:pt x="370" y="455"/>
                    <a:pt x="396" y="455"/>
                  </a:cubicBezTo>
                  <a:cubicBezTo>
                    <a:pt x="398" y="455"/>
                    <a:pt x="400" y="455"/>
                    <a:pt x="401" y="454"/>
                  </a:cubicBezTo>
                  <a:cubicBezTo>
                    <a:pt x="418" y="437"/>
                    <a:pt x="334" y="337"/>
                    <a:pt x="234" y="203"/>
                  </a:cubicBezTo>
                  <a:cubicBezTo>
                    <a:pt x="126" y="95"/>
                    <a:pt x="32" y="1"/>
                    <a:pt x="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9" name="Google Shape;1995;p42"/>
            <p:cNvSpPr/>
            <p:nvPr/>
          </p:nvSpPr>
          <p:spPr>
            <a:xfrm>
              <a:off x="6697747" y="4436077"/>
              <a:ext cx="13397" cy="17756"/>
            </a:xfrm>
            <a:custGeom>
              <a:avLst/>
              <a:gdLst/>
              <a:ahLst/>
              <a:cxnLst/>
              <a:rect l="l" t="t" r="r" b="b"/>
              <a:pathLst>
                <a:path w="418" h="554" extrusionOk="0">
                  <a:moveTo>
                    <a:pt x="0" y="0"/>
                  </a:moveTo>
                  <a:cubicBezTo>
                    <a:pt x="17" y="117"/>
                    <a:pt x="67" y="234"/>
                    <a:pt x="134" y="318"/>
                  </a:cubicBezTo>
                  <a:cubicBezTo>
                    <a:pt x="242" y="457"/>
                    <a:pt x="365" y="554"/>
                    <a:pt x="396" y="554"/>
                  </a:cubicBezTo>
                  <a:cubicBezTo>
                    <a:pt x="398" y="554"/>
                    <a:pt x="400" y="553"/>
                    <a:pt x="401" y="552"/>
                  </a:cubicBezTo>
                  <a:cubicBezTo>
                    <a:pt x="418" y="535"/>
                    <a:pt x="301" y="435"/>
                    <a:pt x="201" y="284"/>
                  </a:cubicBezTo>
                  <a:cubicBezTo>
                    <a:pt x="84" y="134"/>
                    <a:pt x="17" y="0"/>
                    <a:pt x="0"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0" name="Google Shape;1996;p42"/>
            <p:cNvSpPr/>
            <p:nvPr/>
          </p:nvSpPr>
          <p:spPr>
            <a:xfrm>
              <a:off x="6702555" y="4474601"/>
              <a:ext cx="33781" cy="21281"/>
            </a:xfrm>
            <a:custGeom>
              <a:avLst/>
              <a:gdLst/>
              <a:ahLst/>
              <a:cxnLst/>
              <a:rect l="l" t="t" r="r" b="b"/>
              <a:pathLst>
                <a:path w="1054" h="664" extrusionOk="0">
                  <a:moveTo>
                    <a:pt x="351" y="51"/>
                  </a:moveTo>
                  <a:cubicBezTo>
                    <a:pt x="468" y="51"/>
                    <a:pt x="602" y="85"/>
                    <a:pt x="702" y="152"/>
                  </a:cubicBezTo>
                  <a:cubicBezTo>
                    <a:pt x="836" y="235"/>
                    <a:pt x="936" y="352"/>
                    <a:pt x="970" y="503"/>
                  </a:cubicBezTo>
                  <a:cubicBezTo>
                    <a:pt x="983" y="567"/>
                    <a:pt x="945" y="592"/>
                    <a:pt x="889" y="592"/>
                  </a:cubicBezTo>
                  <a:cubicBezTo>
                    <a:pt x="873" y="592"/>
                    <a:pt x="855" y="590"/>
                    <a:pt x="836" y="586"/>
                  </a:cubicBezTo>
                  <a:cubicBezTo>
                    <a:pt x="769" y="553"/>
                    <a:pt x="702" y="519"/>
                    <a:pt x="635" y="486"/>
                  </a:cubicBezTo>
                  <a:cubicBezTo>
                    <a:pt x="518" y="419"/>
                    <a:pt x="418" y="352"/>
                    <a:pt x="318" y="269"/>
                  </a:cubicBezTo>
                  <a:cubicBezTo>
                    <a:pt x="226" y="202"/>
                    <a:pt x="160" y="140"/>
                    <a:pt x="114" y="96"/>
                  </a:cubicBezTo>
                  <a:lnTo>
                    <a:pt x="114" y="96"/>
                  </a:lnTo>
                  <a:cubicBezTo>
                    <a:pt x="193" y="74"/>
                    <a:pt x="272" y="63"/>
                    <a:pt x="351" y="51"/>
                  </a:cubicBezTo>
                  <a:close/>
                  <a:moveTo>
                    <a:pt x="388" y="0"/>
                  </a:moveTo>
                  <a:cubicBezTo>
                    <a:pt x="376" y="0"/>
                    <a:pt x="364" y="1"/>
                    <a:pt x="351" y="1"/>
                  </a:cubicBezTo>
                  <a:cubicBezTo>
                    <a:pt x="256" y="17"/>
                    <a:pt x="175" y="33"/>
                    <a:pt x="95" y="78"/>
                  </a:cubicBezTo>
                  <a:lnTo>
                    <a:pt x="95" y="78"/>
                  </a:lnTo>
                  <a:cubicBezTo>
                    <a:pt x="66" y="50"/>
                    <a:pt x="47" y="33"/>
                    <a:pt x="38" y="33"/>
                  </a:cubicBezTo>
                  <a:cubicBezTo>
                    <a:pt x="36" y="33"/>
                    <a:pt x="35" y="34"/>
                    <a:pt x="34" y="35"/>
                  </a:cubicBezTo>
                  <a:cubicBezTo>
                    <a:pt x="46" y="53"/>
                    <a:pt x="59" y="72"/>
                    <a:pt x="73" y="90"/>
                  </a:cubicBezTo>
                  <a:lnTo>
                    <a:pt x="73" y="90"/>
                  </a:lnTo>
                  <a:cubicBezTo>
                    <a:pt x="15" y="120"/>
                    <a:pt x="0" y="135"/>
                    <a:pt x="0" y="135"/>
                  </a:cubicBezTo>
                  <a:cubicBezTo>
                    <a:pt x="28" y="123"/>
                    <a:pt x="56" y="113"/>
                    <a:pt x="83" y="105"/>
                  </a:cubicBezTo>
                  <a:lnTo>
                    <a:pt x="83" y="105"/>
                  </a:lnTo>
                  <a:cubicBezTo>
                    <a:pt x="141" y="180"/>
                    <a:pt x="208" y="251"/>
                    <a:pt x="285" y="302"/>
                  </a:cubicBezTo>
                  <a:cubicBezTo>
                    <a:pt x="385" y="402"/>
                    <a:pt x="485" y="469"/>
                    <a:pt x="602" y="536"/>
                  </a:cubicBezTo>
                  <a:cubicBezTo>
                    <a:pt x="669" y="586"/>
                    <a:pt x="752" y="620"/>
                    <a:pt x="819" y="653"/>
                  </a:cubicBezTo>
                  <a:cubicBezTo>
                    <a:pt x="840" y="660"/>
                    <a:pt x="861" y="664"/>
                    <a:pt x="882" y="664"/>
                  </a:cubicBezTo>
                  <a:cubicBezTo>
                    <a:pt x="911" y="664"/>
                    <a:pt x="940" y="656"/>
                    <a:pt x="970" y="636"/>
                  </a:cubicBezTo>
                  <a:cubicBezTo>
                    <a:pt x="1020" y="620"/>
                    <a:pt x="1053" y="553"/>
                    <a:pt x="1036" y="503"/>
                  </a:cubicBezTo>
                  <a:cubicBezTo>
                    <a:pt x="956" y="197"/>
                    <a:pt x="691" y="0"/>
                    <a:pt x="388"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1" name="Google Shape;1997;p42"/>
            <p:cNvSpPr/>
            <p:nvPr/>
          </p:nvSpPr>
          <p:spPr>
            <a:xfrm>
              <a:off x="6703612" y="4453577"/>
              <a:ext cx="14519" cy="24839"/>
            </a:xfrm>
            <a:custGeom>
              <a:avLst/>
              <a:gdLst/>
              <a:ahLst/>
              <a:cxnLst/>
              <a:rect l="l" t="t" r="r" b="b"/>
              <a:pathLst>
                <a:path w="453" h="775" extrusionOk="0">
                  <a:moveTo>
                    <a:pt x="264" y="0"/>
                  </a:moveTo>
                  <a:cubicBezTo>
                    <a:pt x="221" y="0"/>
                    <a:pt x="181" y="17"/>
                    <a:pt x="151" y="56"/>
                  </a:cubicBezTo>
                  <a:cubicBezTo>
                    <a:pt x="101" y="106"/>
                    <a:pt x="84" y="156"/>
                    <a:pt x="68" y="206"/>
                  </a:cubicBezTo>
                  <a:cubicBezTo>
                    <a:pt x="34" y="306"/>
                    <a:pt x="18" y="390"/>
                    <a:pt x="18" y="490"/>
                  </a:cubicBezTo>
                  <a:cubicBezTo>
                    <a:pt x="1" y="574"/>
                    <a:pt x="18" y="657"/>
                    <a:pt x="34" y="741"/>
                  </a:cubicBezTo>
                  <a:cubicBezTo>
                    <a:pt x="51" y="741"/>
                    <a:pt x="34" y="641"/>
                    <a:pt x="68" y="490"/>
                  </a:cubicBezTo>
                  <a:cubicBezTo>
                    <a:pt x="68" y="407"/>
                    <a:pt x="101" y="323"/>
                    <a:pt x="118" y="240"/>
                  </a:cubicBezTo>
                  <a:cubicBezTo>
                    <a:pt x="144" y="160"/>
                    <a:pt x="203" y="70"/>
                    <a:pt x="259" y="70"/>
                  </a:cubicBezTo>
                  <a:cubicBezTo>
                    <a:pt x="274" y="70"/>
                    <a:pt x="288" y="76"/>
                    <a:pt x="302" y="89"/>
                  </a:cubicBezTo>
                  <a:cubicBezTo>
                    <a:pt x="369" y="173"/>
                    <a:pt x="369" y="273"/>
                    <a:pt x="352" y="373"/>
                  </a:cubicBezTo>
                  <a:cubicBezTo>
                    <a:pt x="335" y="457"/>
                    <a:pt x="285" y="540"/>
                    <a:pt x="235" y="607"/>
                  </a:cubicBezTo>
                  <a:cubicBezTo>
                    <a:pt x="185" y="657"/>
                    <a:pt x="118" y="724"/>
                    <a:pt x="51" y="774"/>
                  </a:cubicBezTo>
                  <a:cubicBezTo>
                    <a:pt x="135" y="758"/>
                    <a:pt x="218" y="707"/>
                    <a:pt x="268" y="641"/>
                  </a:cubicBezTo>
                  <a:cubicBezTo>
                    <a:pt x="335" y="557"/>
                    <a:pt x="385" y="474"/>
                    <a:pt x="402" y="390"/>
                  </a:cubicBezTo>
                  <a:cubicBezTo>
                    <a:pt x="452" y="256"/>
                    <a:pt x="435" y="123"/>
                    <a:pt x="352" y="22"/>
                  </a:cubicBezTo>
                  <a:cubicBezTo>
                    <a:pt x="324" y="9"/>
                    <a:pt x="294" y="0"/>
                    <a:pt x="264"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2" name="Google Shape;1998;p42"/>
            <p:cNvSpPr/>
            <p:nvPr/>
          </p:nvSpPr>
          <p:spPr>
            <a:xfrm>
              <a:off x="6583136" y="4321467"/>
              <a:ext cx="25736" cy="83042"/>
            </a:xfrm>
            <a:custGeom>
              <a:avLst/>
              <a:gdLst/>
              <a:ahLst/>
              <a:cxnLst/>
              <a:rect l="l" t="t" r="r" b="b"/>
              <a:pathLst>
                <a:path w="803" h="2591" extrusionOk="0">
                  <a:moveTo>
                    <a:pt x="17" y="1"/>
                  </a:moveTo>
                  <a:lnTo>
                    <a:pt x="17" y="1"/>
                  </a:lnTo>
                  <a:cubicBezTo>
                    <a:pt x="0" y="17"/>
                    <a:pt x="134" y="118"/>
                    <a:pt x="285" y="335"/>
                  </a:cubicBezTo>
                  <a:cubicBezTo>
                    <a:pt x="686" y="886"/>
                    <a:pt x="719" y="1638"/>
                    <a:pt x="385" y="2240"/>
                  </a:cubicBezTo>
                  <a:cubicBezTo>
                    <a:pt x="251" y="2474"/>
                    <a:pt x="134" y="2574"/>
                    <a:pt x="151" y="2591"/>
                  </a:cubicBezTo>
                  <a:cubicBezTo>
                    <a:pt x="151" y="2591"/>
                    <a:pt x="184" y="2574"/>
                    <a:pt x="234" y="2507"/>
                  </a:cubicBezTo>
                  <a:cubicBezTo>
                    <a:pt x="301" y="2440"/>
                    <a:pt x="368" y="2357"/>
                    <a:pt x="418" y="2256"/>
                  </a:cubicBezTo>
                  <a:cubicBezTo>
                    <a:pt x="802" y="1655"/>
                    <a:pt x="752" y="870"/>
                    <a:pt x="318" y="301"/>
                  </a:cubicBezTo>
                  <a:cubicBezTo>
                    <a:pt x="268" y="218"/>
                    <a:pt x="184" y="134"/>
                    <a:pt x="117" y="68"/>
                  </a:cubicBezTo>
                  <a:cubicBezTo>
                    <a:pt x="51" y="17"/>
                    <a:pt x="17" y="1"/>
                    <a:pt x="17"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3" name="Google Shape;1999;p42"/>
            <p:cNvSpPr/>
            <p:nvPr/>
          </p:nvSpPr>
          <p:spPr>
            <a:xfrm>
              <a:off x="6615795" y="4410886"/>
              <a:ext cx="35383" cy="40223"/>
            </a:xfrm>
            <a:custGeom>
              <a:avLst/>
              <a:gdLst/>
              <a:ahLst/>
              <a:cxnLst/>
              <a:rect l="l" t="t" r="r" b="b"/>
              <a:pathLst>
                <a:path w="1104" h="1255" extrusionOk="0">
                  <a:moveTo>
                    <a:pt x="2" y="0"/>
                  </a:moveTo>
                  <a:cubicBezTo>
                    <a:pt x="2" y="0"/>
                    <a:pt x="1" y="1"/>
                    <a:pt x="1" y="1"/>
                  </a:cubicBezTo>
                  <a:cubicBezTo>
                    <a:pt x="285" y="486"/>
                    <a:pt x="652" y="903"/>
                    <a:pt x="1103" y="1254"/>
                  </a:cubicBezTo>
                  <a:cubicBezTo>
                    <a:pt x="1103" y="1237"/>
                    <a:pt x="836" y="987"/>
                    <a:pt x="535" y="636"/>
                  </a:cubicBezTo>
                  <a:cubicBezTo>
                    <a:pt x="243" y="294"/>
                    <a:pt x="29" y="0"/>
                    <a:pt x="2"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4" name="Google Shape;2000;p42"/>
            <p:cNvSpPr/>
            <p:nvPr/>
          </p:nvSpPr>
          <p:spPr>
            <a:xfrm>
              <a:off x="6586886" y="4384060"/>
              <a:ext cx="5929" cy="10384"/>
            </a:xfrm>
            <a:custGeom>
              <a:avLst/>
              <a:gdLst/>
              <a:ahLst/>
              <a:cxnLst/>
              <a:rect l="l" t="t" r="r" b="b"/>
              <a:pathLst>
                <a:path w="185" h="324" extrusionOk="0">
                  <a:moveTo>
                    <a:pt x="163" y="0"/>
                  </a:moveTo>
                  <a:cubicBezTo>
                    <a:pt x="145" y="0"/>
                    <a:pt x="114" y="77"/>
                    <a:pt x="84" y="153"/>
                  </a:cubicBezTo>
                  <a:cubicBezTo>
                    <a:pt x="51" y="237"/>
                    <a:pt x="0" y="303"/>
                    <a:pt x="17" y="320"/>
                  </a:cubicBezTo>
                  <a:cubicBezTo>
                    <a:pt x="19" y="322"/>
                    <a:pt x="22" y="323"/>
                    <a:pt x="26" y="323"/>
                  </a:cubicBezTo>
                  <a:cubicBezTo>
                    <a:pt x="51" y="323"/>
                    <a:pt x="107" y="274"/>
                    <a:pt x="151" y="186"/>
                  </a:cubicBezTo>
                  <a:cubicBezTo>
                    <a:pt x="184" y="86"/>
                    <a:pt x="184" y="3"/>
                    <a:pt x="168" y="3"/>
                  </a:cubicBezTo>
                  <a:cubicBezTo>
                    <a:pt x="166" y="1"/>
                    <a:pt x="164" y="0"/>
                    <a:pt x="163"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5" name="Google Shape;2001;p42"/>
            <p:cNvSpPr/>
            <p:nvPr/>
          </p:nvSpPr>
          <p:spPr>
            <a:xfrm>
              <a:off x="6594386" y="4362715"/>
              <a:ext cx="2179" cy="9647"/>
            </a:xfrm>
            <a:custGeom>
              <a:avLst/>
              <a:gdLst/>
              <a:ahLst/>
              <a:cxnLst/>
              <a:rect l="l" t="t" r="r" b="b"/>
              <a:pathLst>
                <a:path w="68" h="301" extrusionOk="0">
                  <a:moveTo>
                    <a:pt x="50" y="0"/>
                  </a:moveTo>
                  <a:cubicBezTo>
                    <a:pt x="17" y="0"/>
                    <a:pt x="0" y="67"/>
                    <a:pt x="0" y="151"/>
                  </a:cubicBezTo>
                  <a:cubicBezTo>
                    <a:pt x="0" y="234"/>
                    <a:pt x="0" y="301"/>
                    <a:pt x="17" y="301"/>
                  </a:cubicBezTo>
                  <a:cubicBezTo>
                    <a:pt x="34" y="301"/>
                    <a:pt x="67" y="234"/>
                    <a:pt x="67" y="151"/>
                  </a:cubicBezTo>
                  <a:cubicBezTo>
                    <a:pt x="67" y="67"/>
                    <a:pt x="67" y="0"/>
                    <a:pt x="50"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6" name="Google Shape;2002;p42"/>
            <p:cNvSpPr/>
            <p:nvPr/>
          </p:nvSpPr>
          <p:spPr>
            <a:xfrm>
              <a:off x="6588489" y="4342780"/>
              <a:ext cx="5929" cy="10320"/>
            </a:xfrm>
            <a:custGeom>
              <a:avLst/>
              <a:gdLst/>
              <a:ahLst/>
              <a:cxnLst/>
              <a:rect l="l" t="t" r="r" b="b"/>
              <a:pathLst>
                <a:path w="185" h="322" extrusionOk="0">
                  <a:moveTo>
                    <a:pt x="21" y="1"/>
                  </a:moveTo>
                  <a:cubicBezTo>
                    <a:pt x="19" y="1"/>
                    <a:pt x="17" y="2"/>
                    <a:pt x="17" y="4"/>
                  </a:cubicBezTo>
                  <a:lnTo>
                    <a:pt x="1" y="4"/>
                  </a:lnTo>
                  <a:cubicBezTo>
                    <a:pt x="1" y="21"/>
                    <a:pt x="51" y="88"/>
                    <a:pt x="84" y="171"/>
                  </a:cubicBezTo>
                  <a:cubicBezTo>
                    <a:pt x="118" y="238"/>
                    <a:pt x="118" y="322"/>
                    <a:pt x="134" y="322"/>
                  </a:cubicBezTo>
                  <a:cubicBezTo>
                    <a:pt x="168" y="322"/>
                    <a:pt x="184" y="238"/>
                    <a:pt x="151" y="138"/>
                  </a:cubicBezTo>
                  <a:cubicBezTo>
                    <a:pt x="107" y="50"/>
                    <a:pt x="38" y="1"/>
                    <a:pt x="21"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7" name="Google Shape;2003;p42"/>
            <p:cNvSpPr/>
            <p:nvPr/>
          </p:nvSpPr>
          <p:spPr>
            <a:xfrm>
              <a:off x="6581534" y="4376556"/>
              <a:ext cx="3782" cy="5897"/>
            </a:xfrm>
            <a:custGeom>
              <a:avLst/>
              <a:gdLst/>
              <a:ahLst/>
              <a:cxnLst/>
              <a:rect l="l" t="t" r="r" b="b"/>
              <a:pathLst>
                <a:path w="118" h="184" extrusionOk="0">
                  <a:moveTo>
                    <a:pt x="34" y="0"/>
                  </a:moveTo>
                  <a:cubicBezTo>
                    <a:pt x="17" y="17"/>
                    <a:pt x="0" y="67"/>
                    <a:pt x="34" y="100"/>
                  </a:cubicBezTo>
                  <a:cubicBezTo>
                    <a:pt x="50" y="150"/>
                    <a:pt x="67" y="184"/>
                    <a:pt x="84" y="184"/>
                  </a:cubicBezTo>
                  <a:cubicBezTo>
                    <a:pt x="117" y="167"/>
                    <a:pt x="117" y="134"/>
                    <a:pt x="84" y="84"/>
                  </a:cubicBezTo>
                  <a:cubicBezTo>
                    <a:pt x="67" y="33"/>
                    <a:pt x="50" y="0"/>
                    <a:pt x="34"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9" name="Google Shape;2005;p42"/>
            <p:cNvSpPr/>
            <p:nvPr/>
          </p:nvSpPr>
          <p:spPr>
            <a:xfrm>
              <a:off x="7565277" y="4605301"/>
              <a:ext cx="341140" cy="70414"/>
            </a:xfrm>
            <a:custGeom>
              <a:avLst/>
              <a:gdLst/>
              <a:ahLst/>
              <a:cxnLst/>
              <a:rect l="l" t="t" r="r" b="b"/>
              <a:pathLst>
                <a:path w="10644" h="2197" extrusionOk="0">
                  <a:moveTo>
                    <a:pt x="0" y="0"/>
                  </a:moveTo>
                  <a:lnTo>
                    <a:pt x="67" y="2172"/>
                  </a:lnTo>
                  <a:lnTo>
                    <a:pt x="418" y="2189"/>
                  </a:lnTo>
                  <a:cubicBezTo>
                    <a:pt x="756" y="2193"/>
                    <a:pt x="1315" y="2196"/>
                    <a:pt x="1995" y="2196"/>
                  </a:cubicBezTo>
                  <a:cubicBezTo>
                    <a:pt x="4503" y="2196"/>
                    <a:pt x="8662" y="2148"/>
                    <a:pt x="9490" y="1872"/>
                  </a:cubicBezTo>
                  <a:cubicBezTo>
                    <a:pt x="10643" y="1471"/>
                    <a:pt x="5764" y="552"/>
                    <a:pt x="5764" y="552"/>
                  </a:cubicBezTo>
                  <a:lnTo>
                    <a:pt x="5748" y="34"/>
                  </a:lnTo>
                  <a:lnTo>
                    <a:pt x="0" y="0"/>
                  </a:ln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80" name="Google Shape;2006;p42"/>
            <p:cNvSpPr/>
            <p:nvPr/>
          </p:nvSpPr>
          <p:spPr>
            <a:xfrm>
              <a:off x="7565789" y="4621006"/>
              <a:ext cx="68042" cy="51248"/>
            </a:xfrm>
            <a:custGeom>
              <a:avLst/>
              <a:gdLst/>
              <a:ahLst/>
              <a:cxnLst/>
              <a:rect l="l" t="t" r="r" b="b"/>
              <a:pathLst>
                <a:path w="2123" h="1599" extrusionOk="0">
                  <a:moveTo>
                    <a:pt x="210" y="0"/>
                  </a:moveTo>
                  <a:cubicBezTo>
                    <a:pt x="140" y="0"/>
                    <a:pt x="70" y="4"/>
                    <a:pt x="1" y="11"/>
                  </a:cubicBezTo>
                  <a:lnTo>
                    <a:pt x="51" y="1599"/>
                  </a:lnTo>
                  <a:lnTo>
                    <a:pt x="2123" y="1565"/>
                  </a:lnTo>
                  <a:cubicBezTo>
                    <a:pt x="2022" y="1081"/>
                    <a:pt x="1738" y="663"/>
                    <a:pt x="1337" y="379"/>
                  </a:cubicBezTo>
                  <a:cubicBezTo>
                    <a:pt x="1010" y="123"/>
                    <a:pt x="611" y="0"/>
                    <a:pt x="210" y="0"/>
                  </a:cubicBezTo>
                  <a:close/>
                </a:path>
              </a:pathLst>
            </a:custGeom>
            <a:solidFill>
              <a:schemeClr val="lt2"/>
            </a:solidFill>
            <a:ln>
              <a:noFill/>
            </a:ln>
          </p:spPr>
          <p:txBody>
            <a:bodyPr spcFirstLastPara="1" wrap="square" lIns="121900" tIns="121900" rIns="121900" bIns="121900" anchor="ctr" anchorCtr="0">
              <a:noAutofit/>
            </a:bodyPr>
            <a:lstStyle/>
            <a:p>
              <a:endParaRPr sz="2400"/>
            </a:p>
          </p:txBody>
        </p:sp>
        <p:sp>
          <p:nvSpPr>
            <p:cNvPr id="81" name="Google Shape;2007;p42"/>
            <p:cNvSpPr/>
            <p:nvPr/>
          </p:nvSpPr>
          <p:spPr>
            <a:xfrm>
              <a:off x="7567392" y="4640108"/>
              <a:ext cx="314378" cy="36345"/>
            </a:xfrm>
            <a:custGeom>
              <a:avLst/>
              <a:gdLst/>
              <a:ahLst/>
              <a:cxnLst/>
              <a:rect l="l" t="t" r="r" b="b"/>
              <a:pathLst>
                <a:path w="9809" h="1134" extrusionOk="0">
                  <a:moveTo>
                    <a:pt x="8088" y="0"/>
                  </a:moveTo>
                  <a:cubicBezTo>
                    <a:pt x="7754" y="34"/>
                    <a:pt x="7603" y="752"/>
                    <a:pt x="7603" y="752"/>
                  </a:cubicBezTo>
                  <a:lnTo>
                    <a:pt x="1" y="953"/>
                  </a:lnTo>
                  <a:lnTo>
                    <a:pt x="1" y="1086"/>
                  </a:lnTo>
                  <a:cubicBezTo>
                    <a:pt x="625" y="1119"/>
                    <a:pt x="1417" y="1133"/>
                    <a:pt x="2278" y="1133"/>
                  </a:cubicBezTo>
                  <a:cubicBezTo>
                    <a:pt x="5405" y="1133"/>
                    <a:pt x="9438" y="941"/>
                    <a:pt x="9608" y="719"/>
                  </a:cubicBezTo>
                  <a:cubicBezTo>
                    <a:pt x="9809" y="435"/>
                    <a:pt x="8088" y="0"/>
                    <a:pt x="8088" y="0"/>
                  </a:cubicBezTo>
                  <a:close/>
                </a:path>
              </a:pathLst>
            </a:custGeom>
            <a:solidFill>
              <a:schemeClr val="lt2"/>
            </a:solidFill>
            <a:ln>
              <a:noFill/>
            </a:ln>
          </p:spPr>
          <p:txBody>
            <a:bodyPr spcFirstLastPara="1" wrap="square" lIns="121900" tIns="121900" rIns="121900" bIns="121900" anchor="ctr" anchorCtr="0">
              <a:noAutofit/>
            </a:bodyPr>
            <a:lstStyle/>
            <a:p>
              <a:endParaRPr sz="2400"/>
            </a:p>
          </p:txBody>
        </p:sp>
        <p:sp>
          <p:nvSpPr>
            <p:cNvPr id="82" name="Google Shape;2008;p42"/>
            <p:cNvSpPr/>
            <p:nvPr/>
          </p:nvSpPr>
          <p:spPr>
            <a:xfrm>
              <a:off x="7564732" y="4659915"/>
              <a:ext cx="310084" cy="11826"/>
            </a:xfrm>
            <a:custGeom>
              <a:avLst/>
              <a:gdLst/>
              <a:ahLst/>
              <a:cxnLst/>
              <a:rect l="l" t="t" r="r" b="b"/>
              <a:pathLst>
                <a:path w="9675" h="369" extrusionOk="0">
                  <a:moveTo>
                    <a:pt x="9591" y="0"/>
                  </a:moveTo>
                  <a:lnTo>
                    <a:pt x="9307" y="17"/>
                  </a:lnTo>
                  <a:lnTo>
                    <a:pt x="8271" y="84"/>
                  </a:lnTo>
                  <a:cubicBezTo>
                    <a:pt x="7385" y="117"/>
                    <a:pt x="6182" y="184"/>
                    <a:pt x="4846" y="234"/>
                  </a:cubicBezTo>
                  <a:cubicBezTo>
                    <a:pt x="3509" y="285"/>
                    <a:pt x="2289" y="301"/>
                    <a:pt x="1421" y="318"/>
                  </a:cubicBezTo>
                  <a:lnTo>
                    <a:pt x="385" y="335"/>
                  </a:lnTo>
                  <a:lnTo>
                    <a:pt x="0" y="335"/>
                  </a:lnTo>
                  <a:cubicBezTo>
                    <a:pt x="34" y="351"/>
                    <a:pt x="67" y="351"/>
                    <a:pt x="101" y="351"/>
                  </a:cubicBezTo>
                  <a:lnTo>
                    <a:pt x="385" y="351"/>
                  </a:lnTo>
                  <a:cubicBezTo>
                    <a:pt x="669" y="351"/>
                    <a:pt x="1003" y="351"/>
                    <a:pt x="1421" y="368"/>
                  </a:cubicBezTo>
                  <a:cubicBezTo>
                    <a:pt x="2289" y="368"/>
                    <a:pt x="3509" y="351"/>
                    <a:pt x="4846" y="301"/>
                  </a:cubicBezTo>
                  <a:cubicBezTo>
                    <a:pt x="6182" y="251"/>
                    <a:pt x="7385" y="184"/>
                    <a:pt x="8271" y="117"/>
                  </a:cubicBezTo>
                  <a:lnTo>
                    <a:pt x="9307" y="51"/>
                  </a:lnTo>
                  <a:lnTo>
                    <a:pt x="9591" y="17"/>
                  </a:lnTo>
                  <a:cubicBezTo>
                    <a:pt x="9624" y="17"/>
                    <a:pt x="9658" y="17"/>
                    <a:pt x="9675"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3" name="Google Shape;2009;p42"/>
            <p:cNvSpPr/>
            <p:nvPr/>
          </p:nvSpPr>
          <p:spPr>
            <a:xfrm>
              <a:off x="7809978" y="4637960"/>
              <a:ext cx="17724" cy="28941"/>
            </a:xfrm>
            <a:custGeom>
              <a:avLst/>
              <a:gdLst/>
              <a:ahLst/>
              <a:cxnLst/>
              <a:rect l="l" t="t" r="r" b="b"/>
              <a:pathLst>
                <a:path w="553" h="903" extrusionOk="0">
                  <a:moveTo>
                    <a:pt x="552" y="0"/>
                  </a:moveTo>
                  <a:lnTo>
                    <a:pt x="552" y="0"/>
                  </a:lnTo>
                  <a:cubicBezTo>
                    <a:pt x="218" y="167"/>
                    <a:pt x="1" y="535"/>
                    <a:pt x="34" y="903"/>
                  </a:cubicBezTo>
                  <a:cubicBezTo>
                    <a:pt x="84" y="736"/>
                    <a:pt x="134" y="569"/>
                    <a:pt x="218" y="401"/>
                  </a:cubicBezTo>
                  <a:cubicBezTo>
                    <a:pt x="318" y="268"/>
                    <a:pt x="435" y="117"/>
                    <a:pt x="552"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4" name="Google Shape;2010;p42"/>
            <p:cNvSpPr/>
            <p:nvPr/>
          </p:nvSpPr>
          <p:spPr>
            <a:xfrm>
              <a:off x="7755910" y="4626134"/>
              <a:ext cx="10192" cy="15608"/>
            </a:xfrm>
            <a:custGeom>
              <a:avLst/>
              <a:gdLst/>
              <a:ahLst/>
              <a:cxnLst/>
              <a:rect l="l" t="t" r="r" b="b"/>
              <a:pathLst>
                <a:path w="318" h="487" extrusionOk="0">
                  <a:moveTo>
                    <a:pt x="296" y="0"/>
                  </a:moveTo>
                  <a:cubicBezTo>
                    <a:pt x="272" y="0"/>
                    <a:pt x="195" y="95"/>
                    <a:pt x="117" y="219"/>
                  </a:cubicBezTo>
                  <a:cubicBezTo>
                    <a:pt x="50" y="353"/>
                    <a:pt x="0" y="470"/>
                    <a:pt x="17" y="486"/>
                  </a:cubicBezTo>
                  <a:cubicBezTo>
                    <a:pt x="34" y="486"/>
                    <a:pt x="101" y="386"/>
                    <a:pt x="184" y="252"/>
                  </a:cubicBezTo>
                  <a:cubicBezTo>
                    <a:pt x="268" y="119"/>
                    <a:pt x="318" y="2"/>
                    <a:pt x="301" y="2"/>
                  </a:cubicBezTo>
                  <a:cubicBezTo>
                    <a:pt x="300" y="1"/>
                    <a:pt x="298" y="0"/>
                    <a:pt x="296"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5" name="Google Shape;2011;p42"/>
            <p:cNvSpPr/>
            <p:nvPr/>
          </p:nvSpPr>
          <p:spPr>
            <a:xfrm>
              <a:off x="7740911" y="4623506"/>
              <a:ext cx="11794" cy="10833"/>
            </a:xfrm>
            <a:custGeom>
              <a:avLst/>
              <a:gdLst/>
              <a:ahLst/>
              <a:cxnLst/>
              <a:rect l="l" t="t" r="r" b="b"/>
              <a:pathLst>
                <a:path w="368" h="338" extrusionOk="0">
                  <a:moveTo>
                    <a:pt x="351" y="0"/>
                  </a:moveTo>
                  <a:cubicBezTo>
                    <a:pt x="335" y="0"/>
                    <a:pt x="251" y="50"/>
                    <a:pt x="151" y="151"/>
                  </a:cubicBezTo>
                  <a:cubicBezTo>
                    <a:pt x="67" y="234"/>
                    <a:pt x="0" y="318"/>
                    <a:pt x="17" y="334"/>
                  </a:cubicBezTo>
                  <a:cubicBezTo>
                    <a:pt x="17" y="336"/>
                    <a:pt x="18" y="337"/>
                    <a:pt x="20" y="337"/>
                  </a:cubicBezTo>
                  <a:cubicBezTo>
                    <a:pt x="38" y="337"/>
                    <a:pt x="126" y="276"/>
                    <a:pt x="201" y="201"/>
                  </a:cubicBezTo>
                  <a:cubicBezTo>
                    <a:pt x="301" y="101"/>
                    <a:pt x="368" y="17"/>
                    <a:pt x="35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6" name="Google Shape;2012;p42"/>
            <p:cNvSpPr/>
            <p:nvPr/>
          </p:nvSpPr>
          <p:spPr>
            <a:xfrm>
              <a:off x="7727514" y="4605301"/>
              <a:ext cx="21986" cy="2885"/>
            </a:xfrm>
            <a:custGeom>
              <a:avLst/>
              <a:gdLst/>
              <a:ahLst/>
              <a:cxnLst/>
              <a:rect l="l" t="t" r="r" b="b"/>
              <a:pathLst>
                <a:path w="686" h="90" extrusionOk="0">
                  <a:moveTo>
                    <a:pt x="1" y="0"/>
                  </a:moveTo>
                  <a:lnTo>
                    <a:pt x="1" y="0"/>
                  </a:lnTo>
                  <a:cubicBezTo>
                    <a:pt x="84" y="56"/>
                    <a:pt x="178" y="88"/>
                    <a:pt x="275" y="88"/>
                  </a:cubicBezTo>
                  <a:cubicBezTo>
                    <a:pt x="295" y="88"/>
                    <a:pt x="315" y="87"/>
                    <a:pt x="335" y="84"/>
                  </a:cubicBezTo>
                  <a:cubicBezTo>
                    <a:pt x="364" y="88"/>
                    <a:pt x="393" y="90"/>
                    <a:pt x="423" y="90"/>
                  </a:cubicBezTo>
                  <a:cubicBezTo>
                    <a:pt x="510" y="90"/>
                    <a:pt x="598" y="71"/>
                    <a:pt x="686" y="34"/>
                  </a:cubicBezTo>
                  <a:cubicBezTo>
                    <a:pt x="452" y="17"/>
                    <a:pt x="235" y="17"/>
                    <a:pt x="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7" name="Google Shape;2013;p42"/>
            <p:cNvSpPr/>
            <p:nvPr/>
          </p:nvSpPr>
          <p:spPr>
            <a:xfrm>
              <a:off x="7761807" y="4608218"/>
              <a:ext cx="34293" cy="20127"/>
            </a:xfrm>
            <a:custGeom>
              <a:avLst/>
              <a:gdLst/>
              <a:ahLst/>
              <a:cxnLst/>
              <a:rect l="l" t="t" r="r" b="b"/>
              <a:pathLst>
                <a:path w="1070" h="628" extrusionOk="0">
                  <a:moveTo>
                    <a:pt x="728" y="66"/>
                  </a:moveTo>
                  <a:cubicBezTo>
                    <a:pt x="808" y="66"/>
                    <a:pt x="889" y="83"/>
                    <a:pt x="969" y="110"/>
                  </a:cubicBezTo>
                  <a:cubicBezTo>
                    <a:pt x="1019" y="160"/>
                    <a:pt x="1003" y="227"/>
                    <a:pt x="936" y="260"/>
                  </a:cubicBezTo>
                  <a:cubicBezTo>
                    <a:pt x="869" y="310"/>
                    <a:pt x="802" y="344"/>
                    <a:pt x="735" y="360"/>
                  </a:cubicBezTo>
                  <a:cubicBezTo>
                    <a:pt x="618" y="410"/>
                    <a:pt x="485" y="444"/>
                    <a:pt x="368" y="477"/>
                  </a:cubicBezTo>
                  <a:cubicBezTo>
                    <a:pt x="261" y="502"/>
                    <a:pt x="171" y="514"/>
                    <a:pt x="106" y="523"/>
                  </a:cubicBezTo>
                  <a:lnTo>
                    <a:pt x="106" y="523"/>
                  </a:lnTo>
                  <a:cubicBezTo>
                    <a:pt x="136" y="451"/>
                    <a:pt x="173" y="377"/>
                    <a:pt x="217" y="310"/>
                  </a:cubicBezTo>
                  <a:cubicBezTo>
                    <a:pt x="301" y="210"/>
                    <a:pt x="401" y="143"/>
                    <a:pt x="518" y="110"/>
                  </a:cubicBezTo>
                  <a:cubicBezTo>
                    <a:pt x="588" y="79"/>
                    <a:pt x="658" y="66"/>
                    <a:pt x="728" y="66"/>
                  </a:cubicBezTo>
                  <a:close/>
                  <a:moveTo>
                    <a:pt x="737" y="1"/>
                  </a:moveTo>
                  <a:cubicBezTo>
                    <a:pt x="524" y="1"/>
                    <a:pt x="313" y="106"/>
                    <a:pt x="184" y="293"/>
                  </a:cubicBezTo>
                  <a:cubicBezTo>
                    <a:pt x="137" y="357"/>
                    <a:pt x="89" y="435"/>
                    <a:pt x="70" y="527"/>
                  </a:cubicBezTo>
                  <a:lnTo>
                    <a:pt x="70" y="527"/>
                  </a:lnTo>
                  <a:cubicBezTo>
                    <a:pt x="25" y="533"/>
                    <a:pt x="0" y="537"/>
                    <a:pt x="0" y="544"/>
                  </a:cubicBezTo>
                  <a:cubicBezTo>
                    <a:pt x="22" y="547"/>
                    <a:pt x="44" y="549"/>
                    <a:pt x="65" y="550"/>
                  </a:cubicBezTo>
                  <a:lnTo>
                    <a:pt x="65" y="550"/>
                  </a:lnTo>
                  <a:cubicBezTo>
                    <a:pt x="51" y="597"/>
                    <a:pt x="67" y="628"/>
                    <a:pt x="67" y="628"/>
                  </a:cubicBezTo>
                  <a:cubicBezTo>
                    <a:pt x="75" y="603"/>
                    <a:pt x="84" y="577"/>
                    <a:pt x="95" y="551"/>
                  </a:cubicBezTo>
                  <a:lnTo>
                    <a:pt x="95" y="551"/>
                  </a:lnTo>
                  <a:cubicBezTo>
                    <a:pt x="101" y="551"/>
                    <a:pt x="107" y="551"/>
                    <a:pt x="114" y="551"/>
                  </a:cubicBezTo>
                  <a:cubicBezTo>
                    <a:pt x="202" y="551"/>
                    <a:pt x="285" y="539"/>
                    <a:pt x="368" y="527"/>
                  </a:cubicBezTo>
                  <a:cubicBezTo>
                    <a:pt x="501" y="494"/>
                    <a:pt x="635" y="461"/>
                    <a:pt x="752" y="427"/>
                  </a:cubicBezTo>
                  <a:cubicBezTo>
                    <a:pt x="835" y="394"/>
                    <a:pt x="902" y="360"/>
                    <a:pt x="986" y="327"/>
                  </a:cubicBezTo>
                  <a:cubicBezTo>
                    <a:pt x="1019" y="293"/>
                    <a:pt x="1053" y="260"/>
                    <a:pt x="1069" y="210"/>
                  </a:cubicBezTo>
                  <a:cubicBezTo>
                    <a:pt x="1069" y="143"/>
                    <a:pt x="1053" y="93"/>
                    <a:pt x="1003" y="60"/>
                  </a:cubicBezTo>
                  <a:cubicBezTo>
                    <a:pt x="918" y="20"/>
                    <a:pt x="827" y="1"/>
                    <a:pt x="737"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8" name="Google Shape;2014;p42"/>
            <p:cNvSpPr/>
            <p:nvPr/>
          </p:nvSpPr>
          <p:spPr>
            <a:xfrm>
              <a:off x="7748410" y="4603699"/>
              <a:ext cx="18236" cy="22499"/>
            </a:xfrm>
            <a:custGeom>
              <a:avLst/>
              <a:gdLst/>
              <a:ahLst/>
              <a:cxnLst/>
              <a:rect l="l" t="t" r="r" b="b"/>
              <a:pathLst>
                <a:path w="569" h="702" extrusionOk="0">
                  <a:moveTo>
                    <a:pt x="134" y="0"/>
                  </a:moveTo>
                  <a:cubicBezTo>
                    <a:pt x="50" y="17"/>
                    <a:pt x="0" y="100"/>
                    <a:pt x="17" y="167"/>
                  </a:cubicBezTo>
                  <a:cubicBezTo>
                    <a:pt x="34" y="234"/>
                    <a:pt x="50" y="284"/>
                    <a:pt x="84" y="334"/>
                  </a:cubicBezTo>
                  <a:cubicBezTo>
                    <a:pt x="151" y="418"/>
                    <a:pt x="201" y="485"/>
                    <a:pt x="268" y="551"/>
                  </a:cubicBezTo>
                  <a:cubicBezTo>
                    <a:pt x="335" y="618"/>
                    <a:pt x="401" y="668"/>
                    <a:pt x="485" y="685"/>
                  </a:cubicBezTo>
                  <a:cubicBezTo>
                    <a:pt x="502" y="685"/>
                    <a:pt x="418" y="635"/>
                    <a:pt x="301" y="518"/>
                  </a:cubicBezTo>
                  <a:cubicBezTo>
                    <a:pt x="251" y="451"/>
                    <a:pt x="184" y="384"/>
                    <a:pt x="151" y="301"/>
                  </a:cubicBezTo>
                  <a:cubicBezTo>
                    <a:pt x="101" y="217"/>
                    <a:pt x="50" y="84"/>
                    <a:pt x="151" y="67"/>
                  </a:cubicBezTo>
                  <a:cubicBezTo>
                    <a:pt x="158" y="65"/>
                    <a:pt x="165" y="65"/>
                    <a:pt x="173" y="65"/>
                  </a:cubicBezTo>
                  <a:cubicBezTo>
                    <a:pt x="251" y="65"/>
                    <a:pt x="339" y="141"/>
                    <a:pt x="385" y="217"/>
                  </a:cubicBezTo>
                  <a:cubicBezTo>
                    <a:pt x="451" y="284"/>
                    <a:pt x="485" y="368"/>
                    <a:pt x="502" y="451"/>
                  </a:cubicBezTo>
                  <a:cubicBezTo>
                    <a:pt x="518" y="535"/>
                    <a:pt x="518" y="618"/>
                    <a:pt x="518" y="685"/>
                  </a:cubicBezTo>
                  <a:lnTo>
                    <a:pt x="518" y="702"/>
                  </a:lnTo>
                  <a:cubicBezTo>
                    <a:pt x="568" y="618"/>
                    <a:pt x="568" y="518"/>
                    <a:pt x="552" y="434"/>
                  </a:cubicBezTo>
                  <a:cubicBezTo>
                    <a:pt x="535" y="334"/>
                    <a:pt x="502" y="251"/>
                    <a:pt x="435" y="167"/>
                  </a:cubicBezTo>
                  <a:cubicBezTo>
                    <a:pt x="368" y="67"/>
                    <a:pt x="251" y="0"/>
                    <a:pt x="134"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9" name="Google Shape;2015;p42"/>
            <p:cNvSpPr/>
            <p:nvPr/>
          </p:nvSpPr>
          <p:spPr>
            <a:xfrm>
              <a:off x="7566879" y="4618987"/>
              <a:ext cx="66408" cy="51120"/>
            </a:xfrm>
            <a:custGeom>
              <a:avLst/>
              <a:gdLst/>
              <a:ahLst/>
              <a:cxnLst/>
              <a:rect l="l" t="t" r="r" b="b"/>
              <a:pathLst>
                <a:path w="2072" h="1595" extrusionOk="0">
                  <a:moveTo>
                    <a:pt x="326" y="1"/>
                  </a:moveTo>
                  <a:cubicBezTo>
                    <a:pt x="251" y="1"/>
                    <a:pt x="171" y="13"/>
                    <a:pt x="100" y="24"/>
                  </a:cubicBezTo>
                  <a:cubicBezTo>
                    <a:pt x="67" y="24"/>
                    <a:pt x="34" y="41"/>
                    <a:pt x="0" y="58"/>
                  </a:cubicBezTo>
                  <a:cubicBezTo>
                    <a:pt x="0" y="58"/>
                    <a:pt x="67" y="43"/>
                    <a:pt x="191" y="43"/>
                  </a:cubicBezTo>
                  <a:cubicBezTo>
                    <a:pt x="253" y="43"/>
                    <a:pt x="329" y="47"/>
                    <a:pt x="418" y="58"/>
                  </a:cubicBezTo>
                  <a:cubicBezTo>
                    <a:pt x="1103" y="108"/>
                    <a:pt x="1704" y="542"/>
                    <a:pt x="1955" y="1194"/>
                  </a:cubicBezTo>
                  <a:cubicBezTo>
                    <a:pt x="2055" y="1428"/>
                    <a:pt x="2055" y="1595"/>
                    <a:pt x="2072" y="1595"/>
                  </a:cubicBezTo>
                  <a:cubicBezTo>
                    <a:pt x="2072" y="1562"/>
                    <a:pt x="2072" y="1511"/>
                    <a:pt x="2072" y="1478"/>
                  </a:cubicBezTo>
                  <a:cubicBezTo>
                    <a:pt x="2055" y="1378"/>
                    <a:pt x="2039" y="1277"/>
                    <a:pt x="2005" y="1177"/>
                  </a:cubicBezTo>
                  <a:cubicBezTo>
                    <a:pt x="1771" y="492"/>
                    <a:pt x="1136" y="24"/>
                    <a:pt x="418" y="8"/>
                  </a:cubicBezTo>
                  <a:cubicBezTo>
                    <a:pt x="388" y="3"/>
                    <a:pt x="358" y="1"/>
                    <a:pt x="326"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0" name="Google Shape;2016;p42"/>
            <p:cNvSpPr/>
            <p:nvPr/>
          </p:nvSpPr>
          <p:spPr>
            <a:xfrm>
              <a:off x="7656299" y="4650652"/>
              <a:ext cx="53043" cy="3461"/>
            </a:xfrm>
            <a:custGeom>
              <a:avLst/>
              <a:gdLst/>
              <a:ahLst/>
              <a:cxnLst/>
              <a:rect l="l" t="t" r="r" b="b"/>
              <a:pathLst>
                <a:path w="1655" h="108" extrusionOk="0">
                  <a:moveTo>
                    <a:pt x="1616" y="1"/>
                  </a:moveTo>
                  <a:cubicBezTo>
                    <a:pt x="1511" y="1"/>
                    <a:pt x="1198" y="25"/>
                    <a:pt x="819" y="39"/>
                  </a:cubicBezTo>
                  <a:cubicBezTo>
                    <a:pt x="594" y="47"/>
                    <a:pt x="389" y="47"/>
                    <a:pt x="241" y="47"/>
                  </a:cubicBezTo>
                  <a:cubicBezTo>
                    <a:pt x="92" y="47"/>
                    <a:pt x="0" y="47"/>
                    <a:pt x="0" y="56"/>
                  </a:cubicBezTo>
                  <a:cubicBezTo>
                    <a:pt x="230" y="90"/>
                    <a:pt x="463" y="108"/>
                    <a:pt x="695" y="108"/>
                  </a:cubicBezTo>
                  <a:cubicBezTo>
                    <a:pt x="1019" y="108"/>
                    <a:pt x="1343" y="74"/>
                    <a:pt x="1655" y="5"/>
                  </a:cubicBezTo>
                  <a:cubicBezTo>
                    <a:pt x="1655" y="2"/>
                    <a:pt x="1641" y="1"/>
                    <a:pt x="1616"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1" name="Google Shape;2017;p42"/>
            <p:cNvSpPr/>
            <p:nvPr/>
          </p:nvSpPr>
          <p:spPr>
            <a:xfrm>
              <a:off x="7619890" y="4653376"/>
              <a:ext cx="6442" cy="10384"/>
            </a:xfrm>
            <a:custGeom>
              <a:avLst/>
              <a:gdLst/>
              <a:ahLst/>
              <a:cxnLst/>
              <a:rect l="l" t="t" r="r" b="b"/>
              <a:pathLst>
                <a:path w="201" h="324" extrusionOk="0">
                  <a:moveTo>
                    <a:pt x="21" y="1"/>
                  </a:moveTo>
                  <a:cubicBezTo>
                    <a:pt x="18" y="1"/>
                    <a:pt x="17" y="2"/>
                    <a:pt x="17" y="4"/>
                  </a:cubicBezTo>
                  <a:cubicBezTo>
                    <a:pt x="0" y="21"/>
                    <a:pt x="50" y="88"/>
                    <a:pt x="84" y="171"/>
                  </a:cubicBezTo>
                  <a:cubicBezTo>
                    <a:pt x="130" y="247"/>
                    <a:pt x="147" y="324"/>
                    <a:pt x="163" y="324"/>
                  </a:cubicBezTo>
                  <a:cubicBezTo>
                    <a:pt x="164" y="324"/>
                    <a:pt x="166" y="323"/>
                    <a:pt x="167" y="321"/>
                  </a:cubicBezTo>
                  <a:cubicBezTo>
                    <a:pt x="184" y="321"/>
                    <a:pt x="201" y="238"/>
                    <a:pt x="151" y="138"/>
                  </a:cubicBezTo>
                  <a:cubicBezTo>
                    <a:pt x="107" y="50"/>
                    <a:pt x="38" y="1"/>
                    <a:pt x="21"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2" name="Google Shape;2018;p42"/>
            <p:cNvSpPr/>
            <p:nvPr/>
          </p:nvSpPr>
          <p:spPr>
            <a:xfrm>
              <a:off x="7605435" y="4637287"/>
              <a:ext cx="8045" cy="6731"/>
            </a:xfrm>
            <a:custGeom>
              <a:avLst/>
              <a:gdLst/>
              <a:ahLst/>
              <a:cxnLst/>
              <a:rect l="l" t="t" r="r" b="b"/>
              <a:pathLst>
                <a:path w="251" h="210" extrusionOk="0">
                  <a:moveTo>
                    <a:pt x="30" y="0"/>
                  </a:moveTo>
                  <a:cubicBezTo>
                    <a:pt x="24" y="0"/>
                    <a:pt x="20" y="2"/>
                    <a:pt x="17" y="5"/>
                  </a:cubicBezTo>
                  <a:cubicBezTo>
                    <a:pt x="0" y="21"/>
                    <a:pt x="50" y="72"/>
                    <a:pt x="100" y="138"/>
                  </a:cubicBezTo>
                  <a:cubicBezTo>
                    <a:pt x="155" y="180"/>
                    <a:pt x="210" y="210"/>
                    <a:pt x="237" y="210"/>
                  </a:cubicBezTo>
                  <a:cubicBezTo>
                    <a:pt x="243" y="210"/>
                    <a:pt x="248" y="208"/>
                    <a:pt x="251" y="205"/>
                  </a:cubicBezTo>
                  <a:cubicBezTo>
                    <a:pt x="251" y="188"/>
                    <a:pt x="217" y="138"/>
                    <a:pt x="151" y="88"/>
                  </a:cubicBezTo>
                  <a:cubicBezTo>
                    <a:pt x="109" y="33"/>
                    <a:pt x="56" y="0"/>
                    <a:pt x="30"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3" name="Google Shape;2019;p42"/>
            <p:cNvSpPr/>
            <p:nvPr/>
          </p:nvSpPr>
          <p:spPr>
            <a:xfrm>
              <a:off x="7586269" y="4629018"/>
              <a:ext cx="11153" cy="4679"/>
            </a:xfrm>
            <a:custGeom>
              <a:avLst/>
              <a:gdLst/>
              <a:ahLst/>
              <a:cxnLst/>
              <a:rect l="l" t="t" r="r" b="b"/>
              <a:pathLst>
                <a:path w="348" h="146" extrusionOk="0">
                  <a:moveTo>
                    <a:pt x="119" y="1"/>
                  </a:moveTo>
                  <a:cubicBezTo>
                    <a:pt x="46" y="1"/>
                    <a:pt x="1" y="33"/>
                    <a:pt x="13" y="45"/>
                  </a:cubicBezTo>
                  <a:cubicBezTo>
                    <a:pt x="13" y="62"/>
                    <a:pt x="80" y="62"/>
                    <a:pt x="180" y="79"/>
                  </a:cubicBezTo>
                  <a:cubicBezTo>
                    <a:pt x="264" y="112"/>
                    <a:pt x="314" y="146"/>
                    <a:pt x="331" y="146"/>
                  </a:cubicBezTo>
                  <a:cubicBezTo>
                    <a:pt x="348" y="129"/>
                    <a:pt x="297" y="45"/>
                    <a:pt x="197" y="12"/>
                  </a:cubicBezTo>
                  <a:cubicBezTo>
                    <a:pt x="169" y="4"/>
                    <a:pt x="143" y="1"/>
                    <a:pt x="1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4" name="Google Shape;2020;p42"/>
            <p:cNvSpPr/>
            <p:nvPr/>
          </p:nvSpPr>
          <p:spPr>
            <a:xfrm>
              <a:off x="7572231" y="4626839"/>
              <a:ext cx="6442" cy="2949"/>
            </a:xfrm>
            <a:custGeom>
              <a:avLst/>
              <a:gdLst/>
              <a:ahLst/>
              <a:cxnLst/>
              <a:rect l="l" t="t" r="r" b="b"/>
              <a:pathLst>
                <a:path w="201" h="92" extrusionOk="0">
                  <a:moveTo>
                    <a:pt x="48" y="1"/>
                  </a:moveTo>
                  <a:cubicBezTo>
                    <a:pt x="29" y="1"/>
                    <a:pt x="17" y="5"/>
                    <a:pt x="17" y="13"/>
                  </a:cubicBezTo>
                  <a:cubicBezTo>
                    <a:pt x="0" y="30"/>
                    <a:pt x="34" y="63"/>
                    <a:pt x="84" y="80"/>
                  </a:cubicBezTo>
                  <a:cubicBezTo>
                    <a:pt x="105" y="87"/>
                    <a:pt x="125" y="91"/>
                    <a:pt x="142" y="91"/>
                  </a:cubicBezTo>
                  <a:cubicBezTo>
                    <a:pt x="167" y="91"/>
                    <a:pt x="184" y="83"/>
                    <a:pt x="184" y="63"/>
                  </a:cubicBezTo>
                  <a:cubicBezTo>
                    <a:pt x="201" y="47"/>
                    <a:pt x="151" y="30"/>
                    <a:pt x="117" y="13"/>
                  </a:cubicBezTo>
                  <a:cubicBezTo>
                    <a:pt x="92" y="5"/>
                    <a:pt x="67" y="1"/>
                    <a:pt x="48"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5" name="Google Shape;2021;p42"/>
            <p:cNvSpPr/>
            <p:nvPr/>
          </p:nvSpPr>
          <p:spPr>
            <a:xfrm>
              <a:off x="7285192" y="1406166"/>
              <a:ext cx="24134" cy="20640"/>
            </a:xfrm>
            <a:custGeom>
              <a:avLst/>
              <a:gdLst/>
              <a:ahLst/>
              <a:cxnLst/>
              <a:rect l="l" t="t" r="r" b="b"/>
              <a:pathLst>
                <a:path w="753" h="644" extrusionOk="0">
                  <a:moveTo>
                    <a:pt x="435" y="1"/>
                  </a:moveTo>
                  <a:cubicBezTo>
                    <a:pt x="151" y="1"/>
                    <a:pt x="0" y="352"/>
                    <a:pt x="201" y="552"/>
                  </a:cubicBezTo>
                  <a:cubicBezTo>
                    <a:pt x="264" y="616"/>
                    <a:pt x="343" y="644"/>
                    <a:pt x="421" y="644"/>
                  </a:cubicBezTo>
                  <a:cubicBezTo>
                    <a:pt x="589" y="644"/>
                    <a:pt x="752" y="512"/>
                    <a:pt x="752" y="318"/>
                  </a:cubicBezTo>
                  <a:cubicBezTo>
                    <a:pt x="752" y="151"/>
                    <a:pt x="602" y="1"/>
                    <a:pt x="435"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6" name="Google Shape;2022;p42"/>
            <p:cNvSpPr/>
            <p:nvPr/>
          </p:nvSpPr>
          <p:spPr>
            <a:xfrm>
              <a:off x="7278237" y="1393154"/>
              <a:ext cx="41248" cy="12628"/>
            </a:xfrm>
            <a:custGeom>
              <a:avLst/>
              <a:gdLst/>
              <a:ahLst/>
              <a:cxnLst/>
              <a:rect l="l" t="t" r="r" b="b"/>
              <a:pathLst>
                <a:path w="1287" h="394" extrusionOk="0">
                  <a:moveTo>
                    <a:pt x="626" y="1"/>
                  </a:moveTo>
                  <a:cubicBezTo>
                    <a:pt x="466" y="1"/>
                    <a:pt x="306" y="47"/>
                    <a:pt x="167" y="139"/>
                  </a:cubicBezTo>
                  <a:cubicBezTo>
                    <a:pt x="50" y="206"/>
                    <a:pt x="0" y="290"/>
                    <a:pt x="17" y="306"/>
                  </a:cubicBezTo>
                  <a:cubicBezTo>
                    <a:pt x="21" y="313"/>
                    <a:pt x="30" y="316"/>
                    <a:pt x="42" y="316"/>
                  </a:cubicBezTo>
                  <a:cubicBezTo>
                    <a:pt x="117" y="316"/>
                    <a:pt x="336" y="205"/>
                    <a:pt x="604" y="205"/>
                  </a:cubicBezTo>
                  <a:cubicBezTo>
                    <a:pt x="620" y="205"/>
                    <a:pt x="636" y="205"/>
                    <a:pt x="652" y="206"/>
                  </a:cubicBezTo>
                  <a:cubicBezTo>
                    <a:pt x="976" y="222"/>
                    <a:pt x="1200" y="394"/>
                    <a:pt x="1259" y="394"/>
                  </a:cubicBezTo>
                  <a:cubicBezTo>
                    <a:pt x="1264" y="394"/>
                    <a:pt x="1268" y="393"/>
                    <a:pt x="1270" y="390"/>
                  </a:cubicBezTo>
                  <a:cubicBezTo>
                    <a:pt x="1287" y="373"/>
                    <a:pt x="1253" y="290"/>
                    <a:pt x="1153" y="190"/>
                  </a:cubicBezTo>
                  <a:cubicBezTo>
                    <a:pt x="1000" y="64"/>
                    <a:pt x="813" y="1"/>
                    <a:pt x="626"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7" name="Google Shape;2023;p42"/>
            <p:cNvSpPr/>
            <p:nvPr/>
          </p:nvSpPr>
          <p:spPr>
            <a:xfrm>
              <a:off x="7167376" y="1406166"/>
              <a:ext cx="24134" cy="20640"/>
            </a:xfrm>
            <a:custGeom>
              <a:avLst/>
              <a:gdLst/>
              <a:ahLst/>
              <a:cxnLst/>
              <a:rect l="l" t="t" r="r" b="b"/>
              <a:pathLst>
                <a:path w="753" h="644" extrusionOk="0">
                  <a:moveTo>
                    <a:pt x="435" y="1"/>
                  </a:moveTo>
                  <a:cubicBezTo>
                    <a:pt x="151" y="1"/>
                    <a:pt x="1" y="352"/>
                    <a:pt x="201" y="552"/>
                  </a:cubicBezTo>
                  <a:cubicBezTo>
                    <a:pt x="265" y="616"/>
                    <a:pt x="343" y="644"/>
                    <a:pt x="421" y="644"/>
                  </a:cubicBezTo>
                  <a:cubicBezTo>
                    <a:pt x="589" y="644"/>
                    <a:pt x="752" y="512"/>
                    <a:pt x="752" y="318"/>
                  </a:cubicBezTo>
                  <a:cubicBezTo>
                    <a:pt x="752" y="151"/>
                    <a:pt x="602" y="1"/>
                    <a:pt x="435"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8" name="Google Shape;2024;p42"/>
            <p:cNvSpPr/>
            <p:nvPr/>
          </p:nvSpPr>
          <p:spPr>
            <a:xfrm>
              <a:off x="7157216" y="1393154"/>
              <a:ext cx="41248" cy="12628"/>
            </a:xfrm>
            <a:custGeom>
              <a:avLst/>
              <a:gdLst/>
              <a:ahLst/>
              <a:cxnLst/>
              <a:rect l="l" t="t" r="r" b="b"/>
              <a:pathLst>
                <a:path w="1287" h="394" extrusionOk="0">
                  <a:moveTo>
                    <a:pt x="617" y="1"/>
                  </a:moveTo>
                  <a:cubicBezTo>
                    <a:pt x="453" y="1"/>
                    <a:pt x="289" y="47"/>
                    <a:pt x="150" y="139"/>
                  </a:cubicBezTo>
                  <a:cubicBezTo>
                    <a:pt x="33" y="206"/>
                    <a:pt x="0" y="290"/>
                    <a:pt x="17" y="306"/>
                  </a:cubicBezTo>
                  <a:cubicBezTo>
                    <a:pt x="21" y="313"/>
                    <a:pt x="29" y="316"/>
                    <a:pt x="41" y="316"/>
                  </a:cubicBezTo>
                  <a:cubicBezTo>
                    <a:pt x="113" y="316"/>
                    <a:pt x="322" y="205"/>
                    <a:pt x="602" y="205"/>
                  </a:cubicBezTo>
                  <a:cubicBezTo>
                    <a:pt x="618" y="205"/>
                    <a:pt x="635" y="205"/>
                    <a:pt x="652" y="206"/>
                  </a:cubicBezTo>
                  <a:cubicBezTo>
                    <a:pt x="960" y="222"/>
                    <a:pt x="1183" y="394"/>
                    <a:pt x="1255" y="394"/>
                  </a:cubicBezTo>
                  <a:cubicBezTo>
                    <a:pt x="1261" y="394"/>
                    <a:pt x="1266" y="393"/>
                    <a:pt x="1270" y="390"/>
                  </a:cubicBezTo>
                  <a:cubicBezTo>
                    <a:pt x="1287" y="373"/>
                    <a:pt x="1253" y="290"/>
                    <a:pt x="1153" y="190"/>
                  </a:cubicBezTo>
                  <a:cubicBezTo>
                    <a:pt x="1000" y="64"/>
                    <a:pt x="808" y="1"/>
                    <a:pt x="617"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9" name="Google Shape;2025;p42"/>
            <p:cNvSpPr/>
            <p:nvPr/>
          </p:nvSpPr>
          <p:spPr>
            <a:xfrm>
              <a:off x="7134717" y="1597890"/>
              <a:ext cx="106053" cy="56376"/>
            </a:xfrm>
            <a:custGeom>
              <a:avLst/>
              <a:gdLst/>
              <a:ahLst/>
              <a:cxnLst/>
              <a:rect l="l" t="t" r="r" b="b"/>
              <a:pathLst>
                <a:path w="3309" h="1759" extrusionOk="0">
                  <a:moveTo>
                    <a:pt x="0" y="0"/>
                  </a:moveTo>
                  <a:cubicBezTo>
                    <a:pt x="0" y="1"/>
                    <a:pt x="793" y="1759"/>
                    <a:pt x="3117" y="1759"/>
                  </a:cubicBezTo>
                  <a:cubicBezTo>
                    <a:pt x="3180" y="1759"/>
                    <a:pt x="3244" y="1757"/>
                    <a:pt x="3309" y="1755"/>
                  </a:cubicBezTo>
                  <a:lnTo>
                    <a:pt x="3292" y="1120"/>
                  </a:lnTo>
                  <a:cubicBezTo>
                    <a:pt x="2106" y="1070"/>
                    <a:pt x="969" y="685"/>
                    <a:pt x="0" y="0"/>
                  </a:cubicBezTo>
                  <a:close/>
                </a:path>
              </a:pathLst>
            </a:custGeom>
            <a:solidFill>
              <a:srgbClr val="000000">
                <a:alpha val="12500"/>
              </a:srgbClr>
            </a:solidFill>
            <a:ln>
              <a:noFill/>
            </a:ln>
          </p:spPr>
          <p:txBody>
            <a:bodyPr spcFirstLastPara="1" wrap="square" lIns="121900" tIns="121900" rIns="121900" bIns="121900" anchor="ctr" anchorCtr="0">
              <a:noAutofit/>
            </a:bodyPr>
            <a:lstStyle/>
            <a:p>
              <a:endParaRPr sz="2400"/>
            </a:p>
          </p:txBody>
        </p:sp>
        <p:sp>
          <p:nvSpPr>
            <p:cNvPr id="100" name="Google Shape;2026;p42"/>
            <p:cNvSpPr/>
            <p:nvPr/>
          </p:nvSpPr>
          <p:spPr>
            <a:xfrm>
              <a:off x="7235386" y="1402417"/>
              <a:ext cx="30031" cy="96631"/>
            </a:xfrm>
            <a:custGeom>
              <a:avLst/>
              <a:gdLst/>
              <a:ahLst/>
              <a:cxnLst/>
              <a:rect l="l" t="t" r="r" b="b"/>
              <a:pathLst>
                <a:path w="937" h="3015" extrusionOk="0">
                  <a:moveTo>
                    <a:pt x="1" y="1"/>
                  </a:moveTo>
                  <a:cubicBezTo>
                    <a:pt x="17" y="185"/>
                    <a:pt x="67" y="368"/>
                    <a:pt x="117" y="552"/>
                  </a:cubicBezTo>
                  <a:cubicBezTo>
                    <a:pt x="218" y="886"/>
                    <a:pt x="351" y="1337"/>
                    <a:pt x="518" y="1839"/>
                  </a:cubicBezTo>
                  <a:cubicBezTo>
                    <a:pt x="602" y="2089"/>
                    <a:pt x="686" y="2323"/>
                    <a:pt x="752" y="2557"/>
                  </a:cubicBezTo>
                  <a:cubicBezTo>
                    <a:pt x="803" y="2641"/>
                    <a:pt x="819" y="2741"/>
                    <a:pt x="803" y="2825"/>
                  </a:cubicBezTo>
                  <a:cubicBezTo>
                    <a:pt x="786" y="2891"/>
                    <a:pt x="702" y="2908"/>
                    <a:pt x="619" y="2908"/>
                  </a:cubicBezTo>
                  <a:cubicBezTo>
                    <a:pt x="418" y="2908"/>
                    <a:pt x="234" y="2941"/>
                    <a:pt x="51" y="2975"/>
                  </a:cubicBezTo>
                  <a:cubicBezTo>
                    <a:pt x="185" y="2999"/>
                    <a:pt x="329" y="3015"/>
                    <a:pt x="468" y="3015"/>
                  </a:cubicBezTo>
                  <a:cubicBezTo>
                    <a:pt x="519" y="3015"/>
                    <a:pt x="569" y="3013"/>
                    <a:pt x="619" y="3008"/>
                  </a:cubicBezTo>
                  <a:cubicBezTo>
                    <a:pt x="669" y="3008"/>
                    <a:pt x="719" y="3008"/>
                    <a:pt x="769" y="2992"/>
                  </a:cubicBezTo>
                  <a:cubicBezTo>
                    <a:pt x="836" y="2975"/>
                    <a:pt x="886" y="2941"/>
                    <a:pt x="903" y="2875"/>
                  </a:cubicBezTo>
                  <a:cubicBezTo>
                    <a:pt x="936" y="2758"/>
                    <a:pt x="936" y="2624"/>
                    <a:pt x="869" y="2507"/>
                  </a:cubicBezTo>
                  <a:cubicBezTo>
                    <a:pt x="803" y="2290"/>
                    <a:pt x="736" y="2056"/>
                    <a:pt x="652" y="1805"/>
                  </a:cubicBezTo>
                  <a:cubicBezTo>
                    <a:pt x="485" y="1304"/>
                    <a:pt x="335" y="853"/>
                    <a:pt x="218" y="519"/>
                  </a:cubicBezTo>
                  <a:cubicBezTo>
                    <a:pt x="168" y="335"/>
                    <a:pt x="101" y="168"/>
                    <a:pt x="1"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01" name="Google Shape;2027;p42"/>
            <p:cNvSpPr/>
            <p:nvPr/>
          </p:nvSpPr>
          <p:spPr>
            <a:xfrm>
              <a:off x="7211829" y="1506291"/>
              <a:ext cx="31633" cy="19006"/>
            </a:xfrm>
            <a:custGeom>
              <a:avLst/>
              <a:gdLst/>
              <a:ahLst/>
              <a:cxnLst/>
              <a:rect l="l" t="t" r="r" b="b"/>
              <a:pathLst>
                <a:path w="987" h="593" extrusionOk="0">
                  <a:moveTo>
                    <a:pt x="57" y="0"/>
                  </a:moveTo>
                  <a:cubicBezTo>
                    <a:pt x="55" y="0"/>
                    <a:pt x="52" y="1"/>
                    <a:pt x="50" y="1"/>
                  </a:cubicBezTo>
                  <a:cubicBezTo>
                    <a:pt x="0" y="18"/>
                    <a:pt x="84" y="319"/>
                    <a:pt x="401" y="486"/>
                  </a:cubicBezTo>
                  <a:cubicBezTo>
                    <a:pt x="546" y="566"/>
                    <a:pt x="687" y="592"/>
                    <a:pt x="794" y="592"/>
                  </a:cubicBezTo>
                  <a:cubicBezTo>
                    <a:pt x="910" y="592"/>
                    <a:pt x="986" y="562"/>
                    <a:pt x="986" y="536"/>
                  </a:cubicBezTo>
                  <a:cubicBezTo>
                    <a:pt x="969" y="469"/>
                    <a:pt x="736" y="469"/>
                    <a:pt x="485" y="319"/>
                  </a:cubicBezTo>
                  <a:cubicBezTo>
                    <a:pt x="244" y="190"/>
                    <a:pt x="111" y="0"/>
                    <a:pt x="57"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02" name="Google Shape;2028;p42"/>
            <p:cNvSpPr/>
            <p:nvPr/>
          </p:nvSpPr>
          <p:spPr>
            <a:xfrm>
              <a:off x="7064559" y="1193579"/>
              <a:ext cx="289732" cy="188262"/>
            </a:xfrm>
            <a:custGeom>
              <a:avLst/>
              <a:gdLst/>
              <a:ahLst/>
              <a:cxnLst/>
              <a:rect l="l" t="t" r="r" b="b"/>
              <a:pathLst>
                <a:path w="9040" h="5874" extrusionOk="0">
                  <a:moveTo>
                    <a:pt x="3730" y="66"/>
                  </a:moveTo>
                  <a:cubicBezTo>
                    <a:pt x="2717" y="66"/>
                    <a:pt x="1730" y="497"/>
                    <a:pt x="1053" y="1270"/>
                  </a:cubicBezTo>
                  <a:cubicBezTo>
                    <a:pt x="351" y="2072"/>
                    <a:pt x="0" y="3108"/>
                    <a:pt x="67" y="4178"/>
                  </a:cubicBezTo>
                  <a:cubicBezTo>
                    <a:pt x="67" y="4562"/>
                    <a:pt x="201" y="4963"/>
                    <a:pt x="435" y="5280"/>
                  </a:cubicBezTo>
                  <a:cubicBezTo>
                    <a:pt x="803" y="5681"/>
                    <a:pt x="1404" y="5765"/>
                    <a:pt x="1939" y="5815"/>
                  </a:cubicBezTo>
                  <a:cubicBezTo>
                    <a:pt x="2204" y="5846"/>
                    <a:pt x="2474" y="5874"/>
                    <a:pt x="2738" y="5874"/>
                  </a:cubicBezTo>
                  <a:cubicBezTo>
                    <a:pt x="3039" y="5874"/>
                    <a:pt x="3334" y="5838"/>
                    <a:pt x="3610" y="5731"/>
                  </a:cubicBezTo>
                  <a:cubicBezTo>
                    <a:pt x="3949" y="5604"/>
                    <a:pt x="4248" y="5335"/>
                    <a:pt x="4391" y="5015"/>
                  </a:cubicBezTo>
                  <a:lnTo>
                    <a:pt x="4391" y="5015"/>
                  </a:lnTo>
                  <a:cubicBezTo>
                    <a:pt x="4458" y="5228"/>
                    <a:pt x="4607" y="5428"/>
                    <a:pt x="4796" y="5548"/>
                  </a:cubicBezTo>
                  <a:cubicBezTo>
                    <a:pt x="5163" y="5782"/>
                    <a:pt x="5631" y="5782"/>
                    <a:pt x="6066" y="5782"/>
                  </a:cubicBezTo>
                  <a:lnTo>
                    <a:pt x="7937" y="5765"/>
                  </a:lnTo>
                  <a:cubicBezTo>
                    <a:pt x="7965" y="5767"/>
                    <a:pt x="7992" y="5768"/>
                    <a:pt x="8019" y="5768"/>
                  </a:cubicBezTo>
                  <a:cubicBezTo>
                    <a:pt x="8205" y="5768"/>
                    <a:pt x="8380" y="5719"/>
                    <a:pt x="8555" y="5631"/>
                  </a:cubicBezTo>
                  <a:cubicBezTo>
                    <a:pt x="8772" y="5464"/>
                    <a:pt x="8823" y="5147"/>
                    <a:pt x="8856" y="4863"/>
                  </a:cubicBezTo>
                  <a:cubicBezTo>
                    <a:pt x="8956" y="3860"/>
                    <a:pt x="9040" y="2791"/>
                    <a:pt x="8589" y="1905"/>
                  </a:cubicBezTo>
                  <a:cubicBezTo>
                    <a:pt x="8188" y="1103"/>
                    <a:pt x="7369" y="569"/>
                    <a:pt x="6517" y="285"/>
                  </a:cubicBezTo>
                  <a:cubicBezTo>
                    <a:pt x="5665" y="0"/>
                    <a:pt x="4746" y="134"/>
                    <a:pt x="3843" y="67"/>
                  </a:cubicBezTo>
                  <a:cubicBezTo>
                    <a:pt x="3806" y="66"/>
                    <a:pt x="3768" y="66"/>
                    <a:pt x="3730" y="66"/>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03" name="Google Shape;2029;p42"/>
            <p:cNvSpPr/>
            <p:nvPr/>
          </p:nvSpPr>
          <p:spPr>
            <a:xfrm>
              <a:off x="7009946" y="1236590"/>
              <a:ext cx="116214" cy="491262"/>
            </a:xfrm>
            <a:custGeom>
              <a:avLst/>
              <a:gdLst/>
              <a:ahLst/>
              <a:cxnLst/>
              <a:rect l="l" t="t" r="r" b="b"/>
              <a:pathLst>
                <a:path w="3626" h="15328" extrusionOk="0">
                  <a:moveTo>
                    <a:pt x="1967" y="0"/>
                  </a:moveTo>
                  <a:cubicBezTo>
                    <a:pt x="1663" y="0"/>
                    <a:pt x="1368" y="104"/>
                    <a:pt x="1136" y="313"/>
                  </a:cubicBezTo>
                  <a:cubicBezTo>
                    <a:pt x="819" y="613"/>
                    <a:pt x="568" y="981"/>
                    <a:pt x="401" y="1399"/>
                  </a:cubicBezTo>
                  <a:lnTo>
                    <a:pt x="0" y="4406"/>
                  </a:lnTo>
                  <a:lnTo>
                    <a:pt x="301" y="8617"/>
                  </a:lnTo>
                  <a:lnTo>
                    <a:pt x="268" y="15267"/>
                  </a:lnTo>
                  <a:cubicBezTo>
                    <a:pt x="345" y="15308"/>
                    <a:pt x="430" y="15327"/>
                    <a:pt x="520" y="15327"/>
                  </a:cubicBezTo>
                  <a:cubicBezTo>
                    <a:pt x="1232" y="15327"/>
                    <a:pt x="2288" y="14157"/>
                    <a:pt x="2674" y="13579"/>
                  </a:cubicBezTo>
                  <a:cubicBezTo>
                    <a:pt x="3091" y="12928"/>
                    <a:pt x="3125" y="12109"/>
                    <a:pt x="3041" y="11340"/>
                  </a:cubicBezTo>
                  <a:cubicBezTo>
                    <a:pt x="2941" y="10572"/>
                    <a:pt x="2740" y="9820"/>
                    <a:pt x="2724" y="9051"/>
                  </a:cubicBezTo>
                  <a:cubicBezTo>
                    <a:pt x="2707" y="7798"/>
                    <a:pt x="3175" y="6595"/>
                    <a:pt x="3392" y="5359"/>
                  </a:cubicBezTo>
                  <a:cubicBezTo>
                    <a:pt x="3626" y="4022"/>
                    <a:pt x="3576" y="2652"/>
                    <a:pt x="3225" y="1332"/>
                  </a:cubicBezTo>
                  <a:cubicBezTo>
                    <a:pt x="3091" y="814"/>
                    <a:pt x="2857" y="262"/>
                    <a:pt x="2373" y="62"/>
                  </a:cubicBezTo>
                  <a:cubicBezTo>
                    <a:pt x="2239" y="21"/>
                    <a:pt x="2102" y="0"/>
                    <a:pt x="1967"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grpSp>
      <p:pic>
        <p:nvPicPr>
          <p:cNvPr id="4" name="Grafik 3"/>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879918" y="2898616"/>
            <a:ext cx="1227423" cy="996081"/>
          </a:xfrm>
          <a:prstGeom prst="rect">
            <a:avLst/>
          </a:prstGeom>
        </p:spPr>
      </p:pic>
    </p:spTree>
    <p:extLst>
      <p:ext uri="{BB962C8B-B14F-4D97-AF65-F5344CB8AC3E}">
        <p14:creationId xmlns:p14="http://schemas.microsoft.com/office/powerpoint/2010/main" val="23969912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AEC5D-8A70-4E01-9B72-E4B39A3A1F76}"/>
              </a:ext>
            </a:extLst>
          </p:cNvPr>
          <p:cNvSpPr>
            <a:spLocks noGrp="1"/>
          </p:cNvSpPr>
          <p:nvPr>
            <p:ph type="title"/>
          </p:nvPr>
        </p:nvSpPr>
        <p:spPr/>
        <p:txBody>
          <a:bodyPr/>
          <a:lstStyle/>
          <a:p>
            <a:r>
              <a:rPr lang="en-GB" dirty="0"/>
              <a:t>Luke 14: 28-30</a:t>
            </a:r>
          </a:p>
        </p:txBody>
      </p:sp>
      <p:sp>
        <p:nvSpPr>
          <p:cNvPr id="3" name="Content Placeholder 2">
            <a:extLst>
              <a:ext uri="{FF2B5EF4-FFF2-40B4-BE49-F238E27FC236}">
                <a16:creationId xmlns:a16="http://schemas.microsoft.com/office/drawing/2014/main" id="{5C73587A-A925-4E94-B2B5-04F278972FB8}"/>
              </a:ext>
            </a:extLst>
          </p:cNvPr>
          <p:cNvSpPr>
            <a:spLocks noGrp="1"/>
          </p:cNvSpPr>
          <p:nvPr>
            <p:ph idx="1"/>
          </p:nvPr>
        </p:nvSpPr>
        <p:spPr/>
        <p:txBody>
          <a:bodyPr/>
          <a:lstStyle/>
          <a:p>
            <a:r>
              <a:rPr lang="en-GB" dirty="0"/>
              <a:t>“Suppose one of you wants to build a tower. Won’t you first sit down and estimate the cost to see if you have enough money to complete it?</a:t>
            </a:r>
          </a:p>
        </p:txBody>
      </p:sp>
      <p:sp>
        <p:nvSpPr>
          <p:cNvPr id="4" name="Slide Number Placeholder 3">
            <a:extLst>
              <a:ext uri="{FF2B5EF4-FFF2-40B4-BE49-F238E27FC236}">
                <a16:creationId xmlns:a16="http://schemas.microsoft.com/office/drawing/2014/main" id="{FA5EA858-CFEC-431F-AA68-77964AD34559}"/>
              </a:ext>
            </a:extLst>
          </p:cNvPr>
          <p:cNvSpPr>
            <a:spLocks noGrp="1"/>
          </p:cNvSpPr>
          <p:nvPr>
            <p:ph type="sldNum" sz="quarter" idx="10"/>
          </p:nvPr>
        </p:nvSpPr>
        <p:spPr/>
        <p:txBody>
          <a:bodyPr/>
          <a:lstStyle/>
          <a:p>
            <a:pPr>
              <a:defRPr/>
            </a:pPr>
            <a:fld id="{B8B8376E-7F0E-4E8B-89BF-38FA73E7CC53}" type="slidenum">
              <a:rPr lang="de-DE" smtClean="0">
                <a:solidFill>
                  <a:srgbClr val="000000"/>
                </a:solidFill>
              </a:rPr>
              <a:pPr>
                <a:defRPr/>
              </a:pPr>
              <a:t>11</a:t>
            </a:fld>
            <a:endParaRPr lang="de-DE" dirty="0">
              <a:solidFill>
                <a:srgbClr val="000000"/>
              </a:solidFill>
            </a:endParaRPr>
          </a:p>
        </p:txBody>
      </p:sp>
    </p:spTree>
    <p:extLst>
      <p:ext uri="{BB962C8B-B14F-4D97-AF65-F5344CB8AC3E}">
        <p14:creationId xmlns:p14="http://schemas.microsoft.com/office/powerpoint/2010/main" val="24493336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el 1"/>
          <p:cNvSpPr>
            <a:spLocks noGrp="1"/>
          </p:cNvSpPr>
          <p:nvPr>
            <p:ph type="title"/>
          </p:nvPr>
        </p:nvSpPr>
        <p:spPr>
          <a:xfrm>
            <a:off x="964879" y="332079"/>
            <a:ext cx="8063791" cy="700088"/>
          </a:xfrm>
        </p:spPr>
        <p:txBody>
          <a:bodyPr>
            <a:normAutofit fontScale="90000"/>
          </a:bodyPr>
          <a:lstStyle/>
          <a:p>
            <a:r>
              <a:rPr lang="fr-FR" dirty="0">
                <a:latin typeface="Josefin Sans" panose="020B0604020202020204" charset="0"/>
                <a:cs typeface="Arial" pitchFamily="2"/>
              </a:rPr>
              <a:t>CASE STUDY: </a:t>
            </a:r>
            <a:br>
              <a:rPr lang="fr-FR" dirty="0">
                <a:latin typeface="Josefin Sans" panose="020B0604020202020204" charset="0"/>
                <a:cs typeface="Arial" pitchFamily="2"/>
              </a:rPr>
            </a:br>
            <a:r>
              <a:rPr lang="fr-FR" b="0" dirty="0">
                <a:latin typeface="Josefin Sans" panose="020B0604020202020204" charset="0"/>
                <a:cs typeface="Arial" pitchFamily="2"/>
              </a:rPr>
              <a:t>Sophie and The Delivery Service</a:t>
            </a:r>
            <a:endParaRPr lang="fr-FR" b="0" dirty="0">
              <a:solidFill>
                <a:srgbClr val="000000"/>
              </a:solidFill>
              <a:latin typeface="Josefin Sans" panose="020B0604020202020204" charset="0"/>
            </a:endParaRPr>
          </a:p>
        </p:txBody>
      </p:sp>
      <p:grpSp>
        <p:nvGrpSpPr>
          <p:cNvPr id="14" name="Google Shape;9266;p64"/>
          <p:cNvGrpSpPr/>
          <p:nvPr/>
        </p:nvGrpSpPr>
        <p:grpSpPr>
          <a:xfrm>
            <a:off x="10160475" y="187972"/>
            <a:ext cx="922960" cy="787195"/>
            <a:chOff x="7390435" y="3680868"/>
            <a:chExt cx="372073" cy="355243"/>
          </a:xfrm>
          <a:solidFill>
            <a:schemeClr val="tx1"/>
          </a:solidFill>
        </p:grpSpPr>
        <p:sp>
          <p:nvSpPr>
            <p:cNvPr id="15"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16"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17"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18"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19"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20"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3" name="Gruppieren 12"/>
          <p:cNvGrpSpPr/>
          <p:nvPr/>
        </p:nvGrpSpPr>
        <p:grpSpPr>
          <a:xfrm>
            <a:off x="130117" y="162554"/>
            <a:ext cx="972127" cy="802009"/>
            <a:chOff x="97587" y="121915"/>
            <a:chExt cx="729095" cy="601507"/>
          </a:xfrm>
        </p:grpSpPr>
        <p:grpSp>
          <p:nvGrpSpPr>
            <p:cNvPr id="22" name="Gruppieren 21"/>
            <p:cNvGrpSpPr/>
            <p:nvPr/>
          </p:nvGrpSpPr>
          <p:grpSpPr>
            <a:xfrm>
              <a:off x="97587" y="121915"/>
              <a:ext cx="729095" cy="601507"/>
              <a:chOff x="2016744" y="-182666"/>
              <a:chExt cx="5143500" cy="4481945"/>
            </a:xfrm>
          </p:grpSpPr>
          <p:pic>
            <p:nvPicPr>
              <p:cNvPr id="24" name="Grafik 23"/>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2016744" y="-182666"/>
                <a:ext cx="5143500" cy="4481945"/>
              </a:xfrm>
              <a:prstGeom prst="rect">
                <a:avLst/>
              </a:prstGeom>
            </p:spPr>
          </p:pic>
          <p:sp>
            <p:nvSpPr>
              <p:cNvPr id="25" name="Rechteck 24"/>
              <p:cNvSpPr/>
              <p:nvPr userDrawn="1"/>
            </p:nvSpPr>
            <p:spPr>
              <a:xfrm>
                <a:off x="3263729" y="914895"/>
                <a:ext cx="2309427" cy="27811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
          <p:nvSpPr>
            <p:cNvPr id="23" name="Rechteck 22"/>
            <p:cNvSpPr/>
            <p:nvPr/>
          </p:nvSpPr>
          <p:spPr>
            <a:xfrm>
              <a:off x="350038" y="269215"/>
              <a:ext cx="307596"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
        <p:nvSpPr>
          <p:cNvPr id="26" name="Textfeld 25"/>
          <p:cNvSpPr txBox="1"/>
          <p:nvPr/>
        </p:nvSpPr>
        <p:spPr>
          <a:xfrm>
            <a:off x="135570" y="257307"/>
            <a:ext cx="938540" cy="830997"/>
          </a:xfrm>
          <a:prstGeom prst="rect">
            <a:avLst/>
          </a:prstGeom>
          <a:noFill/>
        </p:spPr>
        <p:txBody>
          <a:bodyPr wrap="square" rtlCol="0">
            <a:spAutoFit/>
          </a:bodyPr>
          <a:lstStyle/>
          <a:p>
            <a:pPr algn="ctr"/>
            <a:r>
              <a:rPr lang="de-DE" sz="2400" dirty="0">
                <a:latin typeface="Poppins" panose="020B0604020202020204" charset="0"/>
                <a:cs typeface="Poppins" panose="020B0604020202020204" charset="0"/>
              </a:rPr>
              <a:t>WS 25 </a:t>
            </a:r>
            <a:endParaRPr lang="en-GB" sz="2400" dirty="0">
              <a:latin typeface="Poppins" panose="020B0604020202020204" charset="0"/>
              <a:cs typeface="Poppins" panose="020B0604020202020204" charset="0"/>
            </a:endParaRPr>
          </a:p>
        </p:txBody>
      </p:sp>
      <p:sp>
        <p:nvSpPr>
          <p:cNvPr id="3" name="Rechteck 2"/>
          <p:cNvSpPr/>
          <p:nvPr/>
        </p:nvSpPr>
        <p:spPr>
          <a:xfrm>
            <a:off x="558486" y="4764405"/>
            <a:ext cx="1093620" cy="90057"/>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27" name="Google Shape;9647;p65"/>
          <p:cNvSpPr/>
          <p:nvPr/>
        </p:nvSpPr>
        <p:spPr>
          <a:xfrm>
            <a:off x="11267895" y="195241"/>
            <a:ext cx="692965" cy="664023"/>
          </a:xfrm>
          <a:custGeom>
            <a:avLst/>
            <a:gdLst/>
            <a:ahLst/>
            <a:cxnLst/>
            <a:rect l="l" t="t" r="r" b="b"/>
            <a:pathLst>
              <a:path w="11478" h="11413" extrusionOk="0">
                <a:moveTo>
                  <a:pt x="1401" y="515"/>
                </a:moveTo>
                <a:cubicBezTo>
                  <a:pt x="1616" y="515"/>
                  <a:pt x="1834" y="595"/>
                  <a:pt x="2000" y="756"/>
                </a:cubicBezTo>
                <a:lnTo>
                  <a:pt x="2548" y="1304"/>
                </a:lnTo>
                <a:lnTo>
                  <a:pt x="1358" y="2494"/>
                </a:lnTo>
                <a:lnTo>
                  <a:pt x="810" y="1947"/>
                </a:lnTo>
                <a:cubicBezTo>
                  <a:pt x="476" y="1625"/>
                  <a:pt x="476" y="1078"/>
                  <a:pt x="810" y="756"/>
                </a:cubicBezTo>
                <a:cubicBezTo>
                  <a:pt x="971" y="595"/>
                  <a:pt x="1185" y="515"/>
                  <a:pt x="1401" y="515"/>
                </a:cubicBezTo>
                <a:close/>
                <a:moveTo>
                  <a:pt x="2798" y="1566"/>
                </a:moveTo>
                <a:lnTo>
                  <a:pt x="3251" y="2006"/>
                </a:lnTo>
                <a:lnTo>
                  <a:pt x="2655" y="2602"/>
                </a:lnTo>
                <a:lnTo>
                  <a:pt x="2060" y="3197"/>
                </a:lnTo>
                <a:lnTo>
                  <a:pt x="1608" y="2756"/>
                </a:lnTo>
                <a:lnTo>
                  <a:pt x="2798" y="1566"/>
                </a:lnTo>
                <a:close/>
                <a:moveTo>
                  <a:pt x="10132" y="9031"/>
                </a:moveTo>
                <a:lnTo>
                  <a:pt x="10811" y="10757"/>
                </a:lnTo>
                <a:lnTo>
                  <a:pt x="9085" y="10091"/>
                </a:lnTo>
                <a:lnTo>
                  <a:pt x="10132" y="9031"/>
                </a:lnTo>
                <a:close/>
                <a:moveTo>
                  <a:pt x="4036" y="5685"/>
                </a:moveTo>
                <a:lnTo>
                  <a:pt x="5763" y="7412"/>
                </a:lnTo>
                <a:lnTo>
                  <a:pt x="5418" y="7757"/>
                </a:lnTo>
                <a:lnTo>
                  <a:pt x="5001" y="7340"/>
                </a:lnTo>
                <a:cubicBezTo>
                  <a:pt x="4965" y="7299"/>
                  <a:pt x="4920" y="7278"/>
                  <a:pt x="4876" y="7278"/>
                </a:cubicBezTo>
                <a:cubicBezTo>
                  <a:pt x="4831" y="7278"/>
                  <a:pt x="4787" y="7299"/>
                  <a:pt x="4751" y="7340"/>
                </a:cubicBezTo>
                <a:cubicBezTo>
                  <a:pt x="4679" y="7412"/>
                  <a:pt x="4679" y="7519"/>
                  <a:pt x="4751" y="7590"/>
                </a:cubicBezTo>
                <a:lnTo>
                  <a:pt x="5168" y="8007"/>
                </a:lnTo>
                <a:lnTo>
                  <a:pt x="4763" y="8412"/>
                </a:lnTo>
                <a:lnTo>
                  <a:pt x="3822" y="7471"/>
                </a:lnTo>
                <a:cubicBezTo>
                  <a:pt x="3786" y="7436"/>
                  <a:pt x="3742" y="7418"/>
                  <a:pt x="3697" y="7418"/>
                </a:cubicBezTo>
                <a:cubicBezTo>
                  <a:pt x="3652" y="7418"/>
                  <a:pt x="3608" y="7436"/>
                  <a:pt x="3572" y="7471"/>
                </a:cubicBezTo>
                <a:cubicBezTo>
                  <a:pt x="3501" y="7543"/>
                  <a:pt x="3501" y="7650"/>
                  <a:pt x="3572" y="7721"/>
                </a:cubicBezTo>
                <a:lnTo>
                  <a:pt x="4513" y="8662"/>
                </a:lnTo>
                <a:lnTo>
                  <a:pt x="4108" y="9067"/>
                </a:lnTo>
                <a:lnTo>
                  <a:pt x="3691" y="8638"/>
                </a:lnTo>
                <a:cubicBezTo>
                  <a:pt x="3655" y="8602"/>
                  <a:pt x="3611" y="8584"/>
                  <a:pt x="3566" y="8584"/>
                </a:cubicBezTo>
                <a:cubicBezTo>
                  <a:pt x="3521" y="8584"/>
                  <a:pt x="3477" y="8602"/>
                  <a:pt x="3441" y="8638"/>
                </a:cubicBezTo>
                <a:cubicBezTo>
                  <a:pt x="3358" y="8721"/>
                  <a:pt x="3358" y="8817"/>
                  <a:pt x="3441" y="8900"/>
                </a:cubicBezTo>
                <a:lnTo>
                  <a:pt x="3858" y="9317"/>
                </a:lnTo>
                <a:lnTo>
                  <a:pt x="3453" y="9710"/>
                </a:lnTo>
                <a:lnTo>
                  <a:pt x="3036" y="9293"/>
                </a:lnTo>
                <a:cubicBezTo>
                  <a:pt x="3001" y="9257"/>
                  <a:pt x="2956" y="9239"/>
                  <a:pt x="2911" y="9239"/>
                </a:cubicBezTo>
                <a:cubicBezTo>
                  <a:pt x="2867" y="9239"/>
                  <a:pt x="2822" y="9257"/>
                  <a:pt x="2786" y="9293"/>
                </a:cubicBezTo>
                <a:cubicBezTo>
                  <a:pt x="2703" y="9376"/>
                  <a:pt x="2703" y="9471"/>
                  <a:pt x="2786" y="9555"/>
                </a:cubicBezTo>
                <a:lnTo>
                  <a:pt x="3203" y="9972"/>
                </a:lnTo>
                <a:lnTo>
                  <a:pt x="2798" y="10364"/>
                </a:lnTo>
                <a:lnTo>
                  <a:pt x="1858" y="9436"/>
                </a:lnTo>
                <a:cubicBezTo>
                  <a:pt x="1822" y="9394"/>
                  <a:pt x="1777" y="9373"/>
                  <a:pt x="1733" y="9373"/>
                </a:cubicBezTo>
                <a:cubicBezTo>
                  <a:pt x="1688" y="9373"/>
                  <a:pt x="1643" y="9394"/>
                  <a:pt x="1608" y="9436"/>
                </a:cubicBezTo>
                <a:cubicBezTo>
                  <a:pt x="1536" y="9507"/>
                  <a:pt x="1536" y="9614"/>
                  <a:pt x="1608" y="9686"/>
                </a:cubicBezTo>
                <a:lnTo>
                  <a:pt x="2548" y="10626"/>
                </a:lnTo>
                <a:lnTo>
                  <a:pt x="2191" y="10984"/>
                </a:lnTo>
                <a:cubicBezTo>
                  <a:pt x="2155" y="11007"/>
                  <a:pt x="2096" y="11043"/>
                  <a:pt x="2048" y="11043"/>
                </a:cubicBezTo>
                <a:cubicBezTo>
                  <a:pt x="2012" y="11043"/>
                  <a:pt x="1953" y="11019"/>
                  <a:pt x="1917" y="10984"/>
                </a:cubicBezTo>
                <a:lnTo>
                  <a:pt x="465" y="9519"/>
                </a:lnTo>
                <a:cubicBezTo>
                  <a:pt x="381" y="9448"/>
                  <a:pt x="381" y="9329"/>
                  <a:pt x="465" y="9257"/>
                </a:cubicBezTo>
                <a:lnTo>
                  <a:pt x="4036" y="5685"/>
                </a:lnTo>
                <a:close/>
                <a:moveTo>
                  <a:pt x="9428" y="0"/>
                </a:moveTo>
                <a:cubicBezTo>
                  <a:pt x="9290" y="0"/>
                  <a:pt x="9150" y="54"/>
                  <a:pt x="9037" y="161"/>
                </a:cubicBezTo>
                <a:lnTo>
                  <a:pt x="6299" y="2899"/>
                </a:lnTo>
                <a:cubicBezTo>
                  <a:pt x="6227" y="2971"/>
                  <a:pt x="6227" y="3078"/>
                  <a:pt x="6299" y="3149"/>
                </a:cubicBezTo>
                <a:cubicBezTo>
                  <a:pt x="6334" y="3185"/>
                  <a:pt x="6379" y="3203"/>
                  <a:pt x="6424" y="3203"/>
                </a:cubicBezTo>
                <a:cubicBezTo>
                  <a:pt x="6468" y="3203"/>
                  <a:pt x="6513" y="3185"/>
                  <a:pt x="6549" y="3149"/>
                </a:cubicBezTo>
                <a:lnTo>
                  <a:pt x="9287" y="411"/>
                </a:lnTo>
                <a:cubicBezTo>
                  <a:pt x="9323" y="387"/>
                  <a:pt x="9382" y="351"/>
                  <a:pt x="9418" y="351"/>
                </a:cubicBezTo>
                <a:cubicBezTo>
                  <a:pt x="9466" y="351"/>
                  <a:pt x="9525" y="363"/>
                  <a:pt x="9561" y="411"/>
                </a:cubicBezTo>
                <a:lnTo>
                  <a:pt x="11013" y="1875"/>
                </a:lnTo>
                <a:cubicBezTo>
                  <a:pt x="11049" y="1899"/>
                  <a:pt x="11073" y="1959"/>
                  <a:pt x="11073" y="2006"/>
                </a:cubicBezTo>
                <a:cubicBezTo>
                  <a:pt x="11073" y="2054"/>
                  <a:pt x="11061" y="2113"/>
                  <a:pt x="11013" y="2137"/>
                </a:cubicBezTo>
                <a:lnTo>
                  <a:pt x="10656" y="2494"/>
                </a:lnTo>
                <a:lnTo>
                  <a:pt x="9716" y="1554"/>
                </a:lnTo>
                <a:cubicBezTo>
                  <a:pt x="9680" y="1518"/>
                  <a:pt x="9635" y="1500"/>
                  <a:pt x="9591" y="1500"/>
                </a:cubicBezTo>
                <a:cubicBezTo>
                  <a:pt x="9546" y="1500"/>
                  <a:pt x="9501" y="1518"/>
                  <a:pt x="9466" y="1554"/>
                </a:cubicBezTo>
                <a:cubicBezTo>
                  <a:pt x="9394" y="1637"/>
                  <a:pt x="9394" y="1732"/>
                  <a:pt x="9466" y="1816"/>
                </a:cubicBezTo>
                <a:lnTo>
                  <a:pt x="10406" y="2744"/>
                </a:lnTo>
                <a:lnTo>
                  <a:pt x="10001" y="3149"/>
                </a:lnTo>
                <a:lnTo>
                  <a:pt x="9585" y="2733"/>
                </a:lnTo>
                <a:cubicBezTo>
                  <a:pt x="9549" y="2697"/>
                  <a:pt x="9504" y="2679"/>
                  <a:pt x="9460" y="2679"/>
                </a:cubicBezTo>
                <a:cubicBezTo>
                  <a:pt x="9415" y="2679"/>
                  <a:pt x="9370" y="2697"/>
                  <a:pt x="9335" y="2733"/>
                </a:cubicBezTo>
                <a:cubicBezTo>
                  <a:pt x="9263" y="2804"/>
                  <a:pt x="9263" y="2911"/>
                  <a:pt x="9335" y="2983"/>
                </a:cubicBezTo>
                <a:lnTo>
                  <a:pt x="9751" y="3399"/>
                </a:lnTo>
                <a:lnTo>
                  <a:pt x="9347" y="3804"/>
                </a:lnTo>
                <a:lnTo>
                  <a:pt x="8930" y="3387"/>
                </a:lnTo>
                <a:cubicBezTo>
                  <a:pt x="8894" y="3352"/>
                  <a:pt x="8850" y="3334"/>
                  <a:pt x="8805" y="3334"/>
                </a:cubicBezTo>
                <a:cubicBezTo>
                  <a:pt x="8760" y="3334"/>
                  <a:pt x="8716" y="3352"/>
                  <a:pt x="8680" y="3387"/>
                </a:cubicBezTo>
                <a:cubicBezTo>
                  <a:pt x="8597" y="3459"/>
                  <a:pt x="8597" y="3566"/>
                  <a:pt x="8680" y="3637"/>
                </a:cubicBezTo>
                <a:lnTo>
                  <a:pt x="9097" y="4054"/>
                </a:lnTo>
                <a:lnTo>
                  <a:pt x="8692" y="4459"/>
                </a:lnTo>
                <a:lnTo>
                  <a:pt x="7751" y="3518"/>
                </a:lnTo>
                <a:cubicBezTo>
                  <a:pt x="7715" y="3483"/>
                  <a:pt x="7671" y="3465"/>
                  <a:pt x="7626" y="3465"/>
                </a:cubicBezTo>
                <a:cubicBezTo>
                  <a:pt x="7581" y="3465"/>
                  <a:pt x="7537" y="3483"/>
                  <a:pt x="7501" y="3518"/>
                </a:cubicBezTo>
                <a:cubicBezTo>
                  <a:pt x="7430" y="3602"/>
                  <a:pt x="7430" y="3697"/>
                  <a:pt x="7501" y="3780"/>
                </a:cubicBezTo>
                <a:lnTo>
                  <a:pt x="8442" y="4709"/>
                </a:lnTo>
                <a:lnTo>
                  <a:pt x="8037" y="5114"/>
                </a:lnTo>
                <a:lnTo>
                  <a:pt x="7620" y="4697"/>
                </a:lnTo>
                <a:cubicBezTo>
                  <a:pt x="7584" y="4661"/>
                  <a:pt x="7540" y="4644"/>
                  <a:pt x="7495" y="4644"/>
                </a:cubicBezTo>
                <a:cubicBezTo>
                  <a:pt x="7451" y="4644"/>
                  <a:pt x="7406" y="4661"/>
                  <a:pt x="7370" y="4697"/>
                </a:cubicBezTo>
                <a:cubicBezTo>
                  <a:pt x="7287" y="4769"/>
                  <a:pt x="7287" y="4876"/>
                  <a:pt x="7370" y="4947"/>
                </a:cubicBezTo>
                <a:lnTo>
                  <a:pt x="7787" y="5364"/>
                </a:lnTo>
                <a:lnTo>
                  <a:pt x="7442" y="5709"/>
                </a:lnTo>
                <a:lnTo>
                  <a:pt x="5715" y="3983"/>
                </a:lnTo>
                <a:lnTo>
                  <a:pt x="6037" y="3661"/>
                </a:lnTo>
                <a:cubicBezTo>
                  <a:pt x="6120" y="3578"/>
                  <a:pt x="6120" y="3483"/>
                  <a:pt x="6037" y="3399"/>
                </a:cubicBezTo>
                <a:cubicBezTo>
                  <a:pt x="6001" y="3364"/>
                  <a:pt x="5956" y="3346"/>
                  <a:pt x="5912" y="3346"/>
                </a:cubicBezTo>
                <a:cubicBezTo>
                  <a:pt x="5867" y="3346"/>
                  <a:pt x="5822" y="3364"/>
                  <a:pt x="5787" y="3399"/>
                </a:cubicBezTo>
                <a:lnTo>
                  <a:pt x="5465" y="3733"/>
                </a:lnTo>
                <a:lnTo>
                  <a:pt x="2239" y="506"/>
                </a:lnTo>
                <a:cubicBezTo>
                  <a:pt x="2012" y="280"/>
                  <a:pt x="1715" y="161"/>
                  <a:pt x="1381" y="161"/>
                </a:cubicBezTo>
                <a:cubicBezTo>
                  <a:pt x="1072" y="161"/>
                  <a:pt x="762" y="280"/>
                  <a:pt x="536" y="506"/>
                </a:cubicBezTo>
                <a:cubicBezTo>
                  <a:pt x="310" y="732"/>
                  <a:pt x="191" y="1030"/>
                  <a:pt x="191" y="1351"/>
                </a:cubicBezTo>
                <a:cubicBezTo>
                  <a:pt x="191" y="1661"/>
                  <a:pt x="310" y="1971"/>
                  <a:pt x="536" y="2197"/>
                </a:cubicBezTo>
                <a:lnTo>
                  <a:pt x="3774" y="5447"/>
                </a:lnTo>
                <a:lnTo>
                  <a:pt x="203" y="9019"/>
                </a:lnTo>
                <a:cubicBezTo>
                  <a:pt x="0" y="9221"/>
                  <a:pt x="0" y="9567"/>
                  <a:pt x="203" y="9793"/>
                </a:cubicBezTo>
                <a:lnTo>
                  <a:pt x="1667" y="11246"/>
                </a:lnTo>
                <a:cubicBezTo>
                  <a:pt x="1774" y="11353"/>
                  <a:pt x="1905" y="11412"/>
                  <a:pt x="2048" y="11412"/>
                </a:cubicBezTo>
                <a:cubicBezTo>
                  <a:pt x="2203" y="11412"/>
                  <a:pt x="2334" y="11353"/>
                  <a:pt x="2441" y="11246"/>
                </a:cubicBezTo>
                <a:lnTo>
                  <a:pt x="6013" y="7674"/>
                </a:lnTo>
                <a:lnTo>
                  <a:pt x="6263" y="7924"/>
                </a:lnTo>
                <a:cubicBezTo>
                  <a:pt x="6299" y="7965"/>
                  <a:pt x="6343" y="7986"/>
                  <a:pt x="6389" y="7986"/>
                </a:cubicBezTo>
                <a:cubicBezTo>
                  <a:pt x="6436" y="7986"/>
                  <a:pt x="6483" y="7965"/>
                  <a:pt x="6525" y="7924"/>
                </a:cubicBezTo>
                <a:cubicBezTo>
                  <a:pt x="6596" y="7852"/>
                  <a:pt x="6596" y="7745"/>
                  <a:pt x="6525" y="7674"/>
                </a:cubicBezTo>
                <a:lnTo>
                  <a:pt x="6168" y="7316"/>
                </a:lnTo>
                <a:cubicBezTo>
                  <a:pt x="6168" y="7305"/>
                  <a:pt x="6144" y="7305"/>
                  <a:pt x="6132" y="7293"/>
                </a:cubicBezTo>
                <a:lnTo>
                  <a:pt x="6096" y="7257"/>
                </a:lnTo>
                <a:lnTo>
                  <a:pt x="2310" y="3471"/>
                </a:lnTo>
                <a:lnTo>
                  <a:pt x="2786" y="2995"/>
                </a:lnTo>
                <a:lnTo>
                  <a:pt x="3084" y="3292"/>
                </a:lnTo>
                <a:cubicBezTo>
                  <a:pt x="3108" y="3316"/>
                  <a:pt x="3155" y="3328"/>
                  <a:pt x="3203" y="3328"/>
                </a:cubicBezTo>
                <a:cubicBezTo>
                  <a:pt x="3239" y="3328"/>
                  <a:pt x="3286" y="3316"/>
                  <a:pt x="3322" y="3292"/>
                </a:cubicBezTo>
                <a:cubicBezTo>
                  <a:pt x="3393" y="3209"/>
                  <a:pt x="3393" y="3114"/>
                  <a:pt x="3322" y="3030"/>
                </a:cubicBezTo>
                <a:lnTo>
                  <a:pt x="3024" y="2733"/>
                </a:lnTo>
                <a:lnTo>
                  <a:pt x="3501" y="2256"/>
                </a:lnTo>
                <a:lnTo>
                  <a:pt x="5358" y="4126"/>
                </a:lnTo>
                <a:lnTo>
                  <a:pt x="7311" y="6066"/>
                </a:lnTo>
                <a:lnTo>
                  <a:pt x="7323" y="6090"/>
                </a:lnTo>
                <a:lnTo>
                  <a:pt x="7334" y="6102"/>
                </a:lnTo>
                <a:lnTo>
                  <a:pt x="9942" y="8710"/>
                </a:lnTo>
                <a:lnTo>
                  <a:pt x="9466" y="9186"/>
                </a:lnTo>
                <a:lnTo>
                  <a:pt x="6846" y="6554"/>
                </a:lnTo>
                <a:lnTo>
                  <a:pt x="5810" y="5519"/>
                </a:lnTo>
                <a:lnTo>
                  <a:pt x="3965" y="3673"/>
                </a:lnTo>
                <a:cubicBezTo>
                  <a:pt x="3923" y="3637"/>
                  <a:pt x="3879" y="3620"/>
                  <a:pt x="3834" y="3620"/>
                </a:cubicBezTo>
                <a:cubicBezTo>
                  <a:pt x="3789" y="3620"/>
                  <a:pt x="3745" y="3637"/>
                  <a:pt x="3703" y="3673"/>
                </a:cubicBezTo>
                <a:cubicBezTo>
                  <a:pt x="3632" y="3745"/>
                  <a:pt x="3632" y="3852"/>
                  <a:pt x="3703" y="3923"/>
                </a:cubicBezTo>
                <a:lnTo>
                  <a:pt x="9239" y="9460"/>
                </a:lnTo>
                <a:lnTo>
                  <a:pt x="8763" y="9936"/>
                </a:lnTo>
                <a:lnTo>
                  <a:pt x="7096" y="8269"/>
                </a:lnTo>
                <a:cubicBezTo>
                  <a:pt x="7061" y="8233"/>
                  <a:pt x="7016" y="8215"/>
                  <a:pt x="6971" y="8215"/>
                </a:cubicBezTo>
                <a:cubicBezTo>
                  <a:pt x="6927" y="8215"/>
                  <a:pt x="6882" y="8233"/>
                  <a:pt x="6846" y="8269"/>
                </a:cubicBezTo>
                <a:cubicBezTo>
                  <a:pt x="6775" y="8340"/>
                  <a:pt x="6775" y="8448"/>
                  <a:pt x="6846" y="8519"/>
                </a:cubicBezTo>
                <a:lnTo>
                  <a:pt x="8632" y="10305"/>
                </a:lnTo>
                <a:cubicBezTo>
                  <a:pt x="8644" y="10329"/>
                  <a:pt x="8680" y="10341"/>
                  <a:pt x="8692" y="10353"/>
                </a:cubicBezTo>
                <a:lnTo>
                  <a:pt x="10799" y="11174"/>
                </a:lnTo>
                <a:cubicBezTo>
                  <a:pt x="10835" y="11186"/>
                  <a:pt x="10883" y="11186"/>
                  <a:pt x="10906" y="11186"/>
                </a:cubicBezTo>
                <a:cubicBezTo>
                  <a:pt x="10990" y="11186"/>
                  <a:pt x="11061" y="11162"/>
                  <a:pt x="11121" y="11103"/>
                </a:cubicBezTo>
                <a:cubicBezTo>
                  <a:pt x="11192" y="11019"/>
                  <a:pt x="11228" y="10900"/>
                  <a:pt x="11180" y="10805"/>
                </a:cubicBezTo>
                <a:lnTo>
                  <a:pt x="10359" y="8686"/>
                </a:lnTo>
                <a:cubicBezTo>
                  <a:pt x="10347" y="8662"/>
                  <a:pt x="10323" y="8638"/>
                  <a:pt x="10311" y="8626"/>
                </a:cubicBezTo>
                <a:lnTo>
                  <a:pt x="7692" y="6007"/>
                </a:lnTo>
                <a:lnTo>
                  <a:pt x="11264" y="2435"/>
                </a:lnTo>
                <a:cubicBezTo>
                  <a:pt x="11478" y="2185"/>
                  <a:pt x="11478" y="1840"/>
                  <a:pt x="11264" y="1625"/>
                </a:cubicBezTo>
                <a:lnTo>
                  <a:pt x="9811" y="161"/>
                </a:lnTo>
                <a:cubicBezTo>
                  <a:pt x="9704" y="54"/>
                  <a:pt x="9567" y="0"/>
                  <a:pt x="9428" y="0"/>
                </a:cubicBezTo>
                <a:close/>
              </a:path>
            </a:pathLst>
          </a:custGeom>
          <a:solidFill>
            <a:srgbClr val="000000"/>
          </a:solidFill>
          <a:ln w="3175">
            <a:noFill/>
          </a:ln>
        </p:spPr>
        <p:txBody>
          <a:bodyPr spcFirstLastPara="1" wrap="square" lIns="121900" tIns="121900" rIns="121900" bIns="121900" anchor="ctr" anchorCtr="0">
            <a:noAutofit/>
          </a:bodyPr>
          <a:lstStyle/>
          <a:p>
            <a:endParaRPr sz="2400"/>
          </a:p>
        </p:txBody>
      </p:sp>
      <p:grpSp>
        <p:nvGrpSpPr>
          <p:cNvPr id="21" name="Google Shape;8797;p63"/>
          <p:cNvGrpSpPr/>
          <p:nvPr/>
        </p:nvGrpSpPr>
        <p:grpSpPr>
          <a:xfrm>
            <a:off x="288966" y="1592294"/>
            <a:ext cx="197108" cy="389321"/>
            <a:chOff x="3527539" y="4476677"/>
            <a:chExt cx="159232" cy="314510"/>
          </a:xfrm>
          <a:solidFill>
            <a:srgbClr val="000000"/>
          </a:solidFill>
        </p:grpSpPr>
        <p:sp>
          <p:nvSpPr>
            <p:cNvPr id="28"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29"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0" name="Google Shape;8797;p63"/>
          <p:cNvGrpSpPr/>
          <p:nvPr/>
        </p:nvGrpSpPr>
        <p:grpSpPr>
          <a:xfrm>
            <a:off x="604841" y="1592294"/>
            <a:ext cx="197108" cy="389321"/>
            <a:chOff x="3527539" y="4476677"/>
            <a:chExt cx="159232" cy="314510"/>
          </a:xfrm>
          <a:solidFill>
            <a:srgbClr val="000000"/>
          </a:solidFill>
        </p:grpSpPr>
        <p:sp>
          <p:nvSpPr>
            <p:cNvPr id="31"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32"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3" name="Google Shape;8797;p63"/>
          <p:cNvGrpSpPr/>
          <p:nvPr/>
        </p:nvGrpSpPr>
        <p:grpSpPr>
          <a:xfrm>
            <a:off x="288514" y="1137524"/>
            <a:ext cx="197108" cy="389321"/>
            <a:chOff x="3527539" y="4476677"/>
            <a:chExt cx="159232" cy="314510"/>
          </a:xfrm>
          <a:solidFill>
            <a:srgbClr val="000000"/>
          </a:solidFill>
        </p:grpSpPr>
        <p:sp>
          <p:nvSpPr>
            <p:cNvPr id="34"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35"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6" name="Google Shape;8797;p63"/>
          <p:cNvGrpSpPr/>
          <p:nvPr/>
        </p:nvGrpSpPr>
        <p:grpSpPr>
          <a:xfrm>
            <a:off x="604841" y="1137524"/>
            <a:ext cx="197108" cy="389321"/>
            <a:chOff x="3527539" y="4476677"/>
            <a:chExt cx="159232" cy="314510"/>
          </a:xfrm>
          <a:solidFill>
            <a:srgbClr val="000000"/>
          </a:solidFill>
        </p:grpSpPr>
        <p:sp>
          <p:nvSpPr>
            <p:cNvPr id="37"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38"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9" name="Google Shape;1965;p42"/>
          <p:cNvGrpSpPr/>
          <p:nvPr/>
        </p:nvGrpSpPr>
        <p:grpSpPr>
          <a:xfrm>
            <a:off x="527922" y="2262717"/>
            <a:ext cx="972127" cy="2380443"/>
            <a:chOff x="6542433" y="1193579"/>
            <a:chExt cx="1363984" cy="3482874"/>
          </a:xfrm>
        </p:grpSpPr>
        <p:sp>
          <p:nvSpPr>
            <p:cNvPr id="40" name="Google Shape;1966;p42"/>
            <p:cNvSpPr/>
            <p:nvPr/>
          </p:nvSpPr>
          <p:spPr>
            <a:xfrm>
              <a:off x="6588489" y="3924143"/>
              <a:ext cx="469148" cy="528024"/>
            </a:xfrm>
            <a:custGeom>
              <a:avLst/>
              <a:gdLst/>
              <a:ahLst/>
              <a:cxnLst/>
              <a:rect l="l" t="t" r="r" b="b"/>
              <a:pathLst>
                <a:path w="14638" h="16475" extrusionOk="0">
                  <a:moveTo>
                    <a:pt x="10059" y="0"/>
                  </a:moveTo>
                  <a:lnTo>
                    <a:pt x="1" y="12465"/>
                  </a:lnTo>
                  <a:lnTo>
                    <a:pt x="3158" y="16475"/>
                  </a:lnTo>
                  <a:lnTo>
                    <a:pt x="14637" y="6115"/>
                  </a:lnTo>
                  <a:lnTo>
                    <a:pt x="10059" y="0"/>
                  </a:lnTo>
                  <a:close/>
                </a:path>
              </a:pathLst>
            </a:custGeom>
            <a:solidFill>
              <a:srgbClr val="9B7663"/>
            </a:solidFill>
            <a:ln>
              <a:noFill/>
            </a:ln>
          </p:spPr>
          <p:txBody>
            <a:bodyPr spcFirstLastPara="1" wrap="square" lIns="121900" tIns="121900" rIns="121900" bIns="121900" anchor="ctr" anchorCtr="0">
              <a:noAutofit/>
            </a:bodyPr>
            <a:lstStyle/>
            <a:p>
              <a:endParaRPr sz="2400"/>
            </a:p>
          </p:txBody>
        </p:sp>
        <p:sp>
          <p:nvSpPr>
            <p:cNvPr id="78" name="Google Shape;2004;p42"/>
            <p:cNvSpPr/>
            <p:nvPr/>
          </p:nvSpPr>
          <p:spPr>
            <a:xfrm>
              <a:off x="7482780" y="4116923"/>
              <a:ext cx="273162" cy="501262"/>
            </a:xfrm>
            <a:custGeom>
              <a:avLst/>
              <a:gdLst/>
              <a:ahLst/>
              <a:cxnLst/>
              <a:rect l="l" t="t" r="r" b="b"/>
              <a:pathLst>
                <a:path w="8523" h="15640" extrusionOk="0">
                  <a:moveTo>
                    <a:pt x="1" y="0"/>
                  </a:moveTo>
                  <a:lnTo>
                    <a:pt x="2607" y="15639"/>
                  </a:lnTo>
                  <a:lnTo>
                    <a:pt x="8522" y="15639"/>
                  </a:lnTo>
                  <a:lnTo>
                    <a:pt x="7135" y="0"/>
                  </a:lnTo>
                  <a:close/>
                </a:path>
              </a:pathLst>
            </a:custGeom>
            <a:solidFill>
              <a:srgbClr val="9B7663"/>
            </a:solidFill>
            <a:ln>
              <a:noFill/>
            </a:ln>
          </p:spPr>
          <p:txBody>
            <a:bodyPr spcFirstLastPara="1" wrap="square" lIns="121900" tIns="121900" rIns="121900" bIns="121900" anchor="ctr" anchorCtr="0">
              <a:noAutofit/>
            </a:bodyPr>
            <a:lstStyle/>
            <a:p>
              <a:endParaRPr sz="2400"/>
            </a:p>
          </p:txBody>
        </p:sp>
        <p:sp>
          <p:nvSpPr>
            <p:cNvPr id="41" name="Google Shape;1967;p42"/>
            <p:cNvSpPr/>
            <p:nvPr/>
          </p:nvSpPr>
          <p:spPr>
            <a:xfrm>
              <a:off x="6823031" y="2566088"/>
              <a:ext cx="703690" cy="1651537"/>
            </a:xfrm>
            <a:custGeom>
              <a:avLst/>
              <a:gdLst/>
              <a:ahLst/>
              <a:cxnLst/>
              <a:rect l="l" t="t" r="r" b="b"/>
              <a:pathLst>
                <a:path w="21956" h="51530" extrusionOk="0">
                  <a:moveTo>
                    <a:pt x="2624" y="0"/>
                  </a:moveTo>
                  <a:lnTo>
                    <a:pt x="2624" y="0"/>
                  </a:lnTo>
                  <a:cubicBezTo>
                    <a:pt x="2624" y="1"/>
                    <a:pt x="9642" y="29758"/>
                    <a:pt x="9775" y="30326"/>
                  </a:cubicBezTo>
                  <a:cubicBezTo>
                    <a:pt x="9926" y="30894"/>
                    <a:pt x="1" y="41888"/>
                    <a:pt x="1" y="41888"/>
                  </a:cubicBezTo>
                  <a:lnTo>
                    <a:pt x="5632" y="51529"/>
                  </a:lnTo>
                  <a:cubicBezTo>
                    <a:pt x="5632" y="51529"/>
                    <a:pt x="20619" y="36174"/>
                    <a:pt x="21288" y="34687"/>
                  </a:cubicBezTo>
                  <a:cubicBezTo>
                    <a:pt x="21956" y="33200"/>
                    <a:pt x="17328" y="2473"/>
                    <a:pt x="17328" y="2473"/>
                  </a:cubicBezTo>
                  <a:lnTo>
                    <a:pt x="2624" y="0"/>
                  </a:lnTo>
                  <a:close/>
                </a:path>
              </a:pathLst>
            </a:custGeom>
            <a:solidFill>
              <a:schemeClr val="tx1"/>
            </a:solidFill>
            <a:ln>
              <a:noFill/>
            </a:ln>
          </p:spPr>
          <p:txBody>
            <a:bodyPr spcFirstLastPara="1" wrap="square" lIns="121900" tIns="121900" rIns="121900" bIns="121900" anchor="ctr" anchorCtr="0">
              <a:noAutofit/>
            </a:bodyPr>
            <a:lstStyle/>
            <a:p>
              <a:endParaRPr sz="2400"/>
            </a:p>
          </p:txBody>
        </p:sp>
        <p:sp>
          <p:nvSpPr>
            <p:cNvPr id="42" name="Google Shape;1968;p42"/>
            <p:cNvSpPr/>
            <p:nvPr/>
          </p:nvSpPr>
          <p:spPr>
            <a:xfrm>
              <a:off x="7310351" y="2645348"/>
              <a:ext cx="121053" cy="363639"/>
            </a:xfrm>
            <a:custGeom>
              <a:avLst/>
              <a:gdLst/>
              <a:ahLst/>
              <a:cxnLst/>
              <a:rect l="l" t="t" r="r" b="b"/>
              <a:pathLst>
                <a:path w="3777" h="11346" extrusionOk="0">
                  <a:moveTo>
                    <a:pt x="2123" y="0"/>
                  </a:moveTo>
                  <a:lnTo>
                    <a:pt x="1805" y="67"/>
                  </a:lnTo>
                  <a:lnTo>
                    <a:pt x="1" y="2623"/>
                  </a:lnTo>
                  <a:cubicBezTo>
                    <a:pt x="1" y="2623"/>
                    <a:pt x="3727" y="11011"/>
                    <a:pt x="3777" y="11345"/>
                  </a:cubicBezTo>
                  <a:lnTo>
                    <a:pt x="2123" y="0"/>
                  </a:ln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43" name="Google Shape;1969;p42"/>
            <p:cNvSpPr/>
            <p:nvPr/>
          </p:nvSpPr>
          <p:spPr>
            <a:xfrm>
              <a:off x="6787712" y="2552146"/>
              <a:ext cx="964993" cy="1660639"/>
            </a:xfrm>
            <a:custGeom>
              <a:avLst/>
              <a:gdLst/>
              <a:ahLst/>
              <a:cxnLst/>
              <a:rect l="l" t="t" r="r" b="b"/>
              <a:pathLst>
                <a:path w="30109" h="51814" extrusionOk="0">
                  <a:moveTo>
                    <a:pt x="1103" y="1"/>
                  </a:moveTo>
                  <a:lnTo>
                    <a:pt x="819" y="1154"/>
                  </a:lnTo>
                  <a:cubicBezTo>
                    <a:pt x="0" y="4512"/>
                    <a:pt x="501" y="8054"/>
                    <a:pt x="2239" y="11062"/>
                  </a:cubicBezTo>
                  <a:lnTo>
                    <a:pt x="14787" y="32800"/>
                  </a:lnTo>
                  <a:cubicBezTo>
                    <a:pt x="15673" y="34337"/>
                    <a:pt x="16308" y="36008"/>
                    <a:pt x="16709" y="37745"/>
                  </a:cubicBezTo>
                  <a:lnTo>
                    <a:pt x="19833" y="51814"/>
                  </a:lnTo>
                  <a:lnTo>
                    <a:pt x="30109" y="51814"/>
                  </a:lnTo>
                  <a:cubicBezTo>
                    <a:pt x="30109" y="51814"/>
                    <a:pt x="28839" y="42173"/>
                    <a:pt x="27703" y="35122"/>
                  </a:cubicBezTo>
                  <a:cubicBezTo>
                    <a:pt x="26851" y="29809"/>
                    <a:pt x="19750" y="13318"/>
                    <a:pt x="16308" y="5531"/>
                  </a:cubicBezTo>
                  <a:lnTo>
                    <a:pt x="18430" y="2908"/>
                  </a:lnTo>
                  <a:lnTo>
                    <a:pt x="14720" y="2290"/>
                  </a:lnTo>
                  <a:lnTo>
                    <a:pt x="1103" y="1"/>
                  </a:ln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44" name="Google Shape;1970;p42"/>
            <p:cNvSpPr/>
            <p:nvPr/>
          </p:nvSpPr>
          <p:spPr>
            <a:xfrm>
              <a:off x="6867484" y="2821462"/>
              <a:ext cx="405945" cy="534241"/>
            </a:xfrm>
            <a:custGeom>
              <a:avLst/>
              <a:gdLst/>
              <a:ahLst/>
              <a:cxnLst/>
              <a:rect l="l" t="t" r="r" b="b"/>
              <a:pathLst>
                <a:path w="12666" h="16669" extrusionOk="0">
                  <a:moveTo>
                    <a:pt x="2370" y="0"/>
                  </a:moveTo>
                  <a:cubicBezTo>
                    <a:pt x="2089" y="0"/>
                    <a:pt x="1811" y="34"/>
                    <a:pt x="1538" y="103"/>
                  </a:cubicBezTo>
                  <a:cubicBezTo>
                    <a:pt x="903" y="219"/>
                    <a:pt x="352" y="604"/>
                    <a:pt x="1" y="1138"/>
                  </a:cubicBezTo>
                  <a:lnTo>
                    <a:pt x="1" y="1155"/>
                  </a:lnTo>
                  <a:lnTo>
                    <a:pt x="1" y="1172"/>
                  </a:lnTo>
                  <a:cubicBezTo>
                    <a:pt x="101" y="1322"/>
                    <a:pt x="168" y="1439"/>
                    <a:pt x="218" y="1523"/>
                  </a:cubicBezTo>
                  <a:cubicBezTo>
                    <a:pt x="235" y="1556"/>
                    <a:pt x="268" y="1590"/>
                    <a:pt x="301" y="1623"/>
                  </a:cubicBezTo>
                  <a:cubicBezTo>
                    <a:pt x="285" y="1590"/>
                    <a:pt x="268" y="1539"/>
                    <a:pt x="235" y="1506"/>
                  </a:cubicBezTo>
                  <a:cubicBezTo>
                    <a:pt x="186" y="1426"/>
                    <a:pt x="138" y="1315"/>
                    <a:pt x="60" y="1158"/>
                  </a:cubicBezTo>
                  <a:lnTo>
                    <a:pt x="60" y="1158"/>
                  </a:lnTo>
                  <a:cubicBezTo>
                    <a:pt x="412" y="648"/>
                    <a:pt x="959" y="302"/>
                    <a:pt x="1571" y="203"/>
                  </a:cubicBezTo>
                  <a:cubicBezTo>
                    <a:pt x="1820" y="148"/>
                    <a:pt x="2073" y="123"/>
                    <a:pt x="2329" y="123"/>
                  </a:cubicBezTo>
                  <a:cubicBezTo>
                    <a:pt x="2538" y="123"/>
                    <a:pt x="2748" y="139"/>
                    <a:pt x="2958" y="169"/>
                  </a:cubicBezTo>
                  <a:cubicBezTo>
                    <a:pt x="3493" y="286"/>
                    <a:pt x="4028" y="437"/>
                    <a:pt x="4562" y="637"/>
                  </a:cubicBezTo>
                  <a:cubicBezTo>
                    <a:pt x="5164" y="821"/>
                    <a:pt x="5748" y="1072"/>
                    <a:pt x="6317" y="1356"/>
                  </a:cubicBezTo>
                  <a:cubicBezTo>
                    <a:pt x="6935" y="1673"/>
                    <a:pt x="7419" y="2191"/>
                    <a:pt x="7687" y="2843"/>
                  </a:cubicBezTo>
                  <a:cubicBezTo>
                    <a:pt x="7804" y="3177"/>
                    <a:pt x="7837" y="3544"/>
                    <a:pt x="7737" y="3895"/>
                  </a:cubicBezTo>
                  <a:cubicBezTo>
                    <a:pt x="7620" y="4246"/>
                    <a:pt x="7469" y="4597"/>
                    <a:pt x="7286" y="4931"/>
                  </a:cubicBezTo>
                  <a:cubicBezTo>
                    <a:pt x="7085" y="5299"/>
                    <a:pt x="6968" y="5700"/>
                    <a:pt x="6968" y="6118"/>
                  </a:cubicBezTo>
                  <a:cubicBezTo>
                    <a:pt x="7002" y="6552"/>
                    <a:pt x="7202" y="6953"/>
                    <a:pt x="7520" y="7254"/>
                  </a:cubicBezTo>
                  <a:cubicBezTo>
                    <a:pt x="7887" y="7588"/>
                    <a:pt x="8322" y="7855"/>
                    <a:pt x="8789" y="8006"/>
                  </a:cubicBezTo>
                  <a:cubicBezTo>
                    <a:pt x="9241" y="8173"/>
                    <a:pt x="9692" y="8306"/>
                    <a:pt x="10109" y="8524"/>
                  </a:cubicBezTo>
                  <a:cubicBezTo>
                    <a:pt x="10895" y="8908"/>
                    <a:pt x="11530" y="9543"/>
                    <a:pt x="11947" y="10328"/>
                  </a:cubicBezTo>
                  <a:cubicBezTo>
                    <a:pt x="12332" y="11030"/>
                    <a:pt x="12515" y="11815"/>
                    <a:pt x="12482" y="12617"/>
                  </a:cubicBezTo>
                  <a:cubicBezTo>
                    <a:pt x="12449" y="13302"/>
                    <a:pt x="12231" y="13987"/>
                    <a:pt x="11847" y="14572"/>
                  </a:cubicBezTo>
                  <a:cubicBezTo>
                    <a:pt x="11296" y="15424"/>
                    <a:pt x="10494" y="16076"/>
                    <a:pt x="9525" y="16410"/>
                  </a:cubicBezTo>
                  <a:cubicBezTo>
                    <a:pt x="9174" y="16527"/>
                    <a:pt x="8806" y="16610"/>
                    <a:pt x="8439" y="16661"/>
                  </a:cubicBezTo>
                  <a:cubicBezTo>
                    <a:pt x="8472" y="16666"/>
                    <a:pt x="8505" y="16668"/>
                    <a:pt x="8539" y="16668"/>
                  </a:cubicBezTo>
                  <a:cubicBezTo>
                    <a:pt x="8606" y="16668"/>
                    <a:pt x="8672" y="16661"/>
                    <a:pt x="8739" y="16661"/>
                  </a:cubicBezTo>
                  <a:cubicBezTo>
                    <a:pt x="9007" y="16627"/>
                    <a:pt x="9291" y="16577"/>
                    <a:pt x="9558" y="16494"/>
                  </a:cubicBezTo>
                  <a:cubicBezTo>
                    <a:pt x="10544" y="16159"/>
                    <a:pt x="11396" y="15508"/>
                    <a:pt x="11947" y="14639"/>
                  </a:cubicBezTo>
                  <a:cubicBezTo>
                    <a:pt x="12348" y="14037"/>
                    <a:pt x="12582" y="13336"/>
                    <a:pt x="12632" y="12617"/>
                  </a:cubicBezTo>
                  <a:cubicBezTo>
                    <a:pt x="12666" y="11798"/>
                    <a:pt x="12482" y="10980"/>
                    <a:pt x="12098" y="10245"/>
                  </a:cubicBezTo>
                  <a:cubicBezTo>
                    <a:pt x="11663" y="9426"/>
                    <a:pt x="10995" y="8774"/>
                    <a:pt x="10176" y="8356"/>
                  </a:cubicBezTo>
                  <a:cubicBezTo>
                    <a:pt x="9341" y="7922"/>
                    <a:pt x="8338" y="7805"/>
                    <a:pt x="7637" y="7120"/>
                  </a:cubicBezTo>
                  <a:cubicBezTo>
                    <a:pt x="7353" y="6853"/>
                    <a:pt x="7185" y="6502"/>
                    <a:pt x="7152" y="6118"/>
                  </a:cubicBezTo>
                  <a:cubicBezTo>
                    <a:pt x="7152" y="5733"/>
                    <a:pt x="7252" y="5349"/>
                    <a:pt x="7453" y="5015"/>
                  </a:cubicBezTo>
                  <a:cubicBezTo>
                    <a:pt x="7637" y="4681"/>
                    <a:pt x="7804" y="4313"/>
                    <a:pt x="7921" y="3929"/>
                  </a:cubicBezTo>
                  <a:cubicBezTo>
                    <a:pt x="8004" y="3544"/>
                    <a:pt x="7987" y="3143"/>
                    <a:pt x="7837" y="2776"/>
                  </a:cubicBezTo>
                  <a:cubicBezTo>
                    <a:pt x="7570" y="2108"/>
                    <a:pt x="7052" y="1539"/>
                    <a:pt x="6383" y="1222"/>
                  </a:cubicBezTo>
                  <a:cubicBezTo>
                    <a:pt x="5815" y="921"/>
                    <a:pt x="5214" y="687"/>
                    <a:pt x="4596" y="487"/>
                  </a:cubicBezTo>
                  <a:cubicBezTo>
                    <a:pt x="4078" y="303"/>
                    <a:pt x="3526" y="153"/>
                    <a:pt x="2975" y="52"/>
                  </a:cubicBezTo>
                  <a:cubicBezTo>
                    <a:pt x="2773" y="18"/>
                    <a:pt x="2571" y="0"/>
                    <a:pt x="2370" y="0"/>
                  </a:cubicBezTo>
                  <a:close/>
                </a:path>
              </a:pathLst>
            </a:custGeom>
            <a:solidFill>
              <a:srgbClr val="FAFAFA"/>
            </a:solidFill>
            <a:ln>
              <a:noFill/>
            </a:ln>
          </p:spPr>
          <p:txBody>
            <a:bodyPr spcFirstLastPara="1" wrap="square" lIns="121900" tIns="121900" rIns="121900" bIns="121900" anchor="ctr" anchorCtr="0">
              <a:noAutofit/>
            </a:bodyPr>
            <a:lstStyle/>
            <a:p>
              <a:endParaRPr sz="2400"/>
            </a:p>
          </p:txBody>
        </p:sp>
        <p:sp>
          <p:nvSpPr>
            <p:cNvPr id="45" name="Google Shape;1971;p42"/>
            <p:cNvSpPr/>
            <p:nvPr/>
          </p:nvSpPr>
          <p:spPr>
            <a:xfrm>
              <a:off x="7434609" y="3271348"/>
              <a:ext cx="275277" cy="628180"/>
            </a:xfrm>
            <a:custGeom>
              <a:avLst/>
              <a:gdLst/>
              <a:ahLst/>
              <a:cxnLst/>
              <a:rect l="l" t="t" r="r" b="b"/>
              <a:pathLst>
                <a:path w="8589" h="19600" extrusionOk="0">
                  <a:moveTo>
                    <a:pt x="3275" y="0"/>
                  </a:moveTo>
                  <a:lnTo>
                    <a:pt x="3275" y="0"/>
                  </a:lnTo>
                  <a:cubicBezTo>
                    <a:pt x="2958" y="134"/>
                    <a:pt x="2657" y="301"/>
                    <a:pt x="2389" y="518"/>
                  </a:cubicBezTo>
                  <a:cubicBezTo>
                    <a:pt x="1671" y="1120"/>
                    <a:pt x="1153" y="1939"/>
                    <a:pt x="919" y="2858"/>
                  </a:cubicBezTo>
                  <a:cubicBezTo>
                    <a:pt x="769" y="3492"/>
                    <a:pt x="769" y="4144"/>
                    <a:pt x="919" y="4779"/>
                  </a:cubicBezTo>
                  <a:cubicBezTo>
                    <a:pt x="1103" y="5497"/>
                    <a:pt x="1337" y="6183"/>
                    <a:pt x="1604" y="6868"/>
                  </a:cubicBezTo>
                  <a:cubicBezTo>
                    <a:pt x="1855" y="7586"/>
                    <a:pt x="2089" y="8388"/>
                    <a:pt x="1938" y="9207"/>
                  </a:cubicBezTo>
                  <a:cubicBezTo>
                    <a:pt x="1805" y="10009"/>
                    <a:pt x="1287" y="10744"/>
                    <a:pt x="953" y="11579"/>
                  </a:cubicBezTo>
                  <a:cubicBezTo>
                    <a:pt x="0" y="13969"/>
                    <a:pt x="969" y="16675"/>
                    <a:pt x="3208" y="17929"/>
                  </a:cubicBezTo>
                  <a:cubicBezTo>
                    <a:pt x="3776" y="18246"/>
                    <a:pt x="4394" y="18463"/>
                    <a:pt x="5029" y="18547"/>
                  </a:cubicBezTo>
                  <a:cubicBezTo>
                    <a:pt x="5614" y="18647"/>
                    <a:pt x="6132" y="18697"/>
                    <a:pt x="6600" y="18764"/>
                  </a:cubicBezTo>
                  <a:cubicBezTo>
                    <a:pt x="6984" y="18831"/>
                    <a:pt x="7369" y="18931"/>
                    <a:pt x="7736" y="19065"/>
                  </a:cubicBezTo>
                  <a:cubicBezTo>
                    <a:pt x="8037" y="19198"/>
                    <a:pt x="8321" y="19382"/>
                    <a:pt x="8588" y="19599"/>
                  </a:cubicBezTo>
                  <a:cubicBezTo>
                    <a:pt x="8521" y="19533"/>
                    <a:pt x="8471" y="19466"/>
                    <a:pt x="8405" y="19416"/>
                  </a:cubicBezTo>
                  <a:cubicBezTo>
                    <a:pt x="8204" y="19249"/>
                    <a:pt x="7987" y="19115"/>
                    <a:pt x="7770" y="18998"/>
                  </a:cubicBezTo>
                  <a:cubicBezTo>
                    <a:pt x="7402" y="18848"/>
                    <a:pt x="7001" y="18731"/>
                    <a:pt x="6617" y="18664"/>
                  </a:cubicBezTo>
                  <a:cubicBezTo>
                    <a:pt x="6149" y="18580"/>
                    <a:pt x="5631" y="18530"/>
                    <a:pt x="5046" y="18430"/>
                  </a:cubicBezTo>
                  <a:cubicBezTo>
                    <a:pt x="4428" y="18330"/>
                    <a:pt x="3826" y="18112"/>
                    <a:pt x="3275" y="17795"/>
                  </a:cubicBezTo>
                  <a:cubicBezTo>
                    <a:pt x="2657" y="17444"/>
                    <a:pt x="2105" y="16943"/>
                    <a:pt x="1688" y="16358"/>
                  </a:cubicBezTo>
                  <a:cubicBezTo>
                    <a:pt x="719" y="14988"/>
                    <a:pt x="518" y="13217"/>
                    <a:pt x="1120" y="11646"/>
                  </a:cubicBezTo>
                  <a:cubicBezTo>
                    <a:pt x="1454" y="10844"/>
                    <a:pt x="1972" y="10092"/>
                    <a:pt x="2122" y="9240"/>
                  </a:cubicBezTo>
                  <a:cubicBezTo>
                    <a:pt x="2272" y="8371"/>
                    <a:pt x="2022" y="7536"/>
                    <a:pt x="1771" y="6817"/>
                  </a:cubicBezTo>
                  <a:cubicBezTo>
                    <a:pt x="1504" y="6132"/>
                    <a:pt x="1253" y="5447"/>
                    <a:pt x="1069" y="4746"/>
                  </a:cubicBezTo>
                  <a:cubicBezTo>
                    <a:pt x="919" y="4127"/>
                    <a:pt x="902" y="3492"/>
                    <a:pt x="1053" y="2891"/>
                  </a:cubicBezTo>
                  <a:cubicBezTo>
                    <a:pt x="1253" y="1989"/>
                    <a:pt x="1738" y="1187"/>
                    <a:pt x="2440" y="585"/>
                  </a:cubicBezTo>
                  <a:cubicBezTo>
                    <a:pt x="2707" y="368"/>
                    <a:pt x="2974" y="184"/>
                    <a:pt x="3275" y="0"/>
                  </a:cubicBezTo>
                  <a:close/>
                </a:path>
              </a:pathLst>
            </a:custGeom>
            <a:solidFill>
              <a:srgbClr val="FAFAFA"/>
            </a:solidFill>
            <a:ln>
              <a:noFill/>
            </a:ln>
          </p:spPr>
          <p:txBody>
            <a:bodyPr spcFirstLastPara="1" wrap="square" lIns="121900" tIns="121900" rIns="121900" bIns="121900" anchor="ctr" anchorCtr="0">
              <a:noAutofit/>
            </a:bodyPr>
            <a:lstStyle/>
            <a:p>
              <a:endParaRPr sz="2400"/>
            </a:p>
          </p:txBody>
        </p:sp>
        <p:sp>
          <p:nvSpPr>
            <p:cNvPr id="46" name="Google Shape;1972;p42"/>
            <p:cNvSpPr/>
            <p:nvPr/>
          </p:nvSpPr>
          <p:spPr>
            <a:xfrm>
              <a:off x="7399802" y="4034427"/>
              <a:ext cx="156372" cy="193903"/>
            </a:xfrm>
            <a:custGeom>
              <a:avLst/>
              <a:gdLst/>
              <a:ahLst/>
              <a:cxnLst/>
              <a:rect l="l" t="t" r="r" b="b"/>
              <a:pathLst>
                <a:path w="4879" h="6050" extrusionOk="0">
                  <a:moveTo>
                    <a:pt x="0" y="1"/>
                  </a:moveTo>
                  <a:cubicBezTo>
                    <a:pt x="0" y="34"/>
                    <a:pt x="451" y="151"/>
                    <a:pt x="1120" y="486"/>
                  </a:cubicBezTo>
                  <a:cubicBezTo>
                    <a:pt x="1504" y="686"/>
                    <a:pt x="1871" y="920"/>
                    <a:pt x="2206" y="1187"/>
                  </a:cubicBezTo>
                  <a:cubicBezTo>
                    <a:pt x="3041" y="1839"/>
                    <a:pt x="3726" y="2691"/>
                    <a:pt x="4177" y="3643"/>
                  </a:cubicBezTo>
                  <a:cubicBezTo>
                    <a:pt x="4361" y="4028"/>
                    <a:pt x="4511" y="4445"/>
                    <a:pt x="4628" y="4863"/>
                  </a:cubicBezTo>
                  <a:cubicBezTo>
                    <a:pt x="4812" y="5582"/>
                    <a:pt x="4829" y="6049"/>
                    <a:pt x="4862" y="6049"/>
                  </a:cubicBezTo>
                  <a:cubicBezTo>
                    <a:pt x="4879" y="5932"/>
                    <a:pt x="4879" y="5832"/>
                    <a:pt x="4879" y="5715"/>
                  </a:cubicBezTo>
                  <a:cubicBezTo>
                    <a:pt x="4879" y="5598"/>
                    <a:pt x="4862" y="5465"/>
                    <a:pt x="4846" y="5331"/>
                  </a:cubicBezTo>
                  <a:cubicBezTo>
                    <a:pt x="4829" y="5164"/>
                    <a:pt x="4795" y="4997"/>
                    <a:pt x="4762" y="4830"/>
                  </a:cubicBezTo>
                  <a:cubicBezTo>
                    <a:pt x="4662" y="4395"/>
                    <a:pt x="4528" y="3978"/>
                    <a:pt x="4328" y="3577"/>
                  </a:cubicBezTo>
                  <a:cubicBezTo>
                    <a:pt x="3876" y="2574"/>
                    <a:pt x="3191" y="1705"/>
                    <a:pt x="2306" y="1054"/>
                  </a:cubicBezTo>
                  <a:cubicBezTo>
                    <a:pt x="1955" y="786"/>
                    <a:pt x="1571" y="552"/>
                    <a:pt x="1170" y="369"/>
                  </a:cubicBezTo>
                  <a:cubicBezTo>
                    <a:pt x="1019" y="285"/>
                    <a:pt x="852" y="235"/>
                    <a:pt x="702" y="168"/>
                  </a:cubicBezTo>
                  <a:cubicBezTo>
                    <a:pt x="585" y="118"/>
                    <a:pt x="451" y="85"/>
                    <a:pt x="334" y="68"/>
                  </a:cubicBezTo>
                  <a:cubicBezTo>
                    <a:pt x="234" y="18"/>
                    <a:pt x="117" y="1"/>
                    <a:pt x="0" y="1"/>
                  </a:cubicBezTo>
                  <a:close/>
                </a:path>
              </a:pathLst>
            </a:custGeom>
            <a:solidFill>
              <a:srgbClr val="FAFAFA"/>
            </a:solidFill>
            <a:ln>
              <a:noFill/>
            </a:ln>
          </p:spPr>
          <p:txBody>
            <a:bodyPr spcFirstLastPara="1" wrap="square" lIns="121900" tIns="121900" rIns="121900" bIns="121900" anchor="ctr" anchorCtr="0">
              <a:noAutofit/>
            </a:bodyPr>
            <a:lstStyle/>
            <a:p>
              <a:endParaRPr sz="2400"/>
            </a:p>
          </p:txBody>
        </p:sp>
        <p:sp>
          <p:nvSpPr>
            <p:cNvPr id="47" name="Google Shape;1973;p42"/>
            <p:cNvSpPr/>
            <p:nvPr/>
          </p:nvSpPr>
          <p:spPr>
            <a:xfrm>
              <a:off x="7173273" y="2622849"/>
              <a:ext cx="213165" cy="312295"/>
            </a:xfrm>
            <a:custGeom>
              <a:avLst/>
              <a:gdLst/>
              <a:ahLst/>
              <a:cxnLst/>
              <a:rect l="l" t="t" r="r" b="b"/>
              <a:pathLst>
                <a:path w="6651" h="9744" extrusionOk="0">
                  <a:moveTo>
                    <a:pt x="1404" y="0"/>
                  </a:moveTo>
                  <a:cubicBezTo>
                    <a:pt x="1404" y="0"/>
                    <a:pt x="1370" y="34"/>
                    <a:pt x="1304" y="101"/>
                  </a:cubicBezTo>
                  <a:cubicBezTo>
                    <a:pt x="1220" y="201"/>
                    <a:pt x="1120" y="318"/>
                    <a:pt x="1053" y="418"/>
                  </a:cubicBezTo>
                  <a:cubicBezTo>
                    <a:pt x="769" y="836"/>
                    <a:pt x="535" y="1287"/>
                    <a:pt x="368" y="1772"/>
                  </a:cubicBezTo>
                  <a:cubicBezTo>
                    <a:pt x="117" y="2473"/>
                    <a:pt x="0" y="3225"/>
                    <a:pt x="17" y="3977"/>
                  </a:cubicBezTo>
                  <a:cubicBezTo>
                    <a:pt x="50" y="5865"/>
                    <a:pt x="986" y="7619"/>
                    <a:pt x="2557" y="8655"/>
                  </a:cubicBezTo>
                  <a:cubicBezTo>
                    <a:pt x="3175" y="9090"/>
                    <a:pt x="3877" y="9407"/>
                    <a:pt x="4595" y="9574"/>
                  </a:cubicBezTo>
                  <a:cubicBezTo>
                    <a:pt x="5045" y="9679"/>
                    <a:pt x="5495" y="9744"/>
                    <a:pt x="5945" y="9744"/>
                  </a:cubicBezTo>
                  <a:cubicBezTo>
                    <a:pt x="5997" y="9744"/>
                    <a:pt x="6048" y="9743"/>
                    <a:pt x="6099" y="9741"/>
                  </a:cubicBezTo>
                  <a:cubicBezTo>
                    <a:pt x="6233" y="9741"/>
                    <a:pt x="6383" y="9725"/>
                    <a:pt x="6517" y="9708"/>
                  </a:cubicBezTo>
                  <a:cubicBezTo>
                    <a:pt x="6600" y="9691"/>
                    <a:pt x="6650" y="9675"/>
                    <a:pt x="6650" y="9675"/>
                  </a:cubicBezTo>
                  <a:cubicBezTo>
                    <a:pt x="6650" y="9666"/>
                    <a:pt x="6625" y="9663"/>
                    <a:pt x="6577" y="9663"/>
                  </a:cubicBezTo>
                  <a:cubicBezTo>
                    <a:pt x="6510" y="9663"/>
                    <a:pt x="6399" y="9668"/>
                    <a:pt x="6250" y="9668"/>
                  </a:cubicBezTo>
                  <a:cubicBezTo>
                    <a:pt x="5898" y="9668"/>
                    <a:pt x="5333" y="9641"/>
                    <a:pt x="4629" y="9457"/>
                  </a:cubicBezTo>
                  <a:cubicBezTo>
                    <a:pt x="3927" y="9257"/>
                    <a:pt x="3259" y="8939"/>
                    <a:pt x="2657" y="8522"/>
                  </a:cubicBezTo>
                  <a:cubicBezTo>
                    <a:pt x="1153" y="7486"/>
                    <a:pt x="234" y="5798"/>
                    <a:pt x="184" y="3977"/>
                  </a:cubicBezTo>
                  <a:cubicBezTo>
                    <a:pt x="167" y="3242"/>
                    <a:pt x="268" y="2507"/>
                    <a:pt x="485" y="1805"/>
                  </a:cubicBezTo>
                  <a:cubicBezTo>
                    <a:pt x="886" y="619"/>
                    <a:pt x="1437" y="17"/>
                    <a:pt x="1404" y="0"/>
                  </a:cubicBezTo>
                  <a:close/>
                </a:path>
              </a:pathLst>
            </a:custGeom>
            <a:solidFill>
              <a:srgbClr val="FAFAFA"/>
            </a:solidFill>
            <a:ln>
              <a:noFill/>
            </a:ln>
          </p:spPr>
          <p:txBody>
            <a:bodyPr spcFirstLastPara="1" wrap="square" lIns="121900" tIns="121900" rIns="121900" bIns="121900" anchor="ctr" anchorCtr="0">
              <a:noAutofit/>
            </a:bodyPr>
            <a:lstStyle/>
            <a:p>
              <a:endParaRPr sz="2400"/>
            </a:p>
          </p:txBody>
        </p:sp>
        <p:sp>
          <p:nvSpPr>
            <p:cNvPr id="48" name="Google Shape;1974;p42"/>
            <p:cNvSpPr/>
            <p:nvPr/>
          </p:nvSpPr>
          <p:spPr>
            <a:xfrm>
              <a:off x="6893733" y="3575503"/>
              <a:ext cx="311173" cy="452802"/>
            </a:xfrm>
            <a:custGeom>
              <a:avLst/>
              <a:gdLst/>
              <a:ahLst/>
              <a:cxnLst/>
              <a:rect l="l" t="t" r="r" b="b"/>
              <a:pathLst>
                <a:path w="9709" h="14128" extrusionOk="0">
                  <a:moveTo>
                    <a:pt x="6216" y="1"/>
                  </a:moveTo>
                  <a:cubicBezTo>
                    <a:pt x="6266" y="34"/>
                    <a:pt x="6333" y="84"/>
                    <a:pt x="6400" y="118"/>
                  </a:cubicBezTo>
                  <a:cubicBezTo>
                    <a:pt x="6517" y="185"/>
                    <a:pt x="6701" y="302"/>
                    <a:pt x="6935" y="452"/>
                  </a:cubicBezTo>
                  <a:cubicBezTo>
                    <a:pt x="7569" y="870"/>
                    <a:pt x="8138" y="1388"/>
                    <a:pt x="8605" y="2006"/>
                  </a:cubicBezTo>
                  <a:cubicBezTo>
                    <a:pt x="8940" y="2424"/>
                    <a:pt x="9173" y="2891"/>
                    <a:pt x="9341" y="3393"/>
                  </a:cubicBezTo>
                  <a:cubicBezTo>
                    <a:pt x="9508" y="3961"/>
                    <a:pt x="9541" y="4579"/>
                    <a:pt x="9441" y="5164"/>
                  </a:cubicBezTo>
                  <a:cubicBezTo>
                    <a:pt x="9324" y="5815"/>
                    <a:pt x="9023" y="6434"/>
                    <a:pt x="8539" y="6885"/>
                  </a:cubicBezTo>
                  <a:cubicBezTo>
                    <a:pt x="8054" y="7369"/>
                    <a:pt x="7269" y="7536"/>
                    <a:pt x="6767" y="8155"/>
                  </a:cubicBezTo>
                  <a:cubicBezTo>
                    <a:pt x="6517" y="8455"/>
                    <a:pt x="6350" y="8806"/>
                    <a:pt x="6266" y="9174"/>
                  </a:cubicBezTo>
                  <a:cubicBezTo>
                    <a:pt x="6183" y="9525"/>
                    <a:pt x="6133" y="9892"/>
                    <a:pt x="6099" y="10243"/>
                  </a:cubicBezTo>
                  <a:cubicBezTo>
                    <a:pt x="6049" y="10945"/>
                    <a:pt x="5999" y="11630"/>
                    <a:pt x="5765" y="12215"/>
                  </a:cubicBezTo>
                  <a:cubicBezTo>
                    <a:pt x="5548" y="12766"/>
                    <a:pt x="5130" y="13234"/>
                    <a:pt x="4612" y="13518"/>
                  </a:cubicBezTo>
                  <a:cubicBezTo>
                    <a:pt x="4144" y="13769"/>
                    <a:pt x="3643" y="13936"/>
                    <a:pt x="3108" y="13986"/>
                  </a:cubicBezTo>
                  <a:cubicBezTo>
                    <a:pt x="2924" y="13998"/>
                    <a:pt x="2739" y="14004"/>
                    <a:pt x="2553" y="14004"/>
                  </a:cubicBezTo>
                  <a:cubicBezTo>
                    <a:pt x="1981" y="14004"/>
                    <a:pt x="1404" y="13945"/>
                    <a:pt x="836" y="13819"/>
                  </a:cubicBezTo>
                  <a:lnTo>
                    <a:pt x="218" y="13685"/>
                  </a:lnTo>
                  <a:cubicBezTo>
                    <a:pt x="134" y="13668"/>
                    <a:pt x="67" y="13668"/>
                    <a:pt x="0" y="13652"/>
                  </a:cubicBezTo>
                  <a:lnTo>
                    <a:pt x="0" y="13652"/>
                  </a:lnTo>
                  <a:cubicBezTo>
                    <a:pt x="67" y="13685"/>
                    <a:pt x="134" y="13718"/>
                    <a:pt x="201" y="13735"/>
                  </a:cubicBezTo>
                  <a:cubicBezTo>
                    <a:pt x="351" y="13769"/>
                    <a:pt x="552" y="13819"/>
                    <a:pt x="819" y="13886"/>
                  </a:cubicBezTo>
                  <a:cubicBezTo>
                    <a:pt x="1449" y="14054"/>
                    <a:pt x="2102" y="14128"/>
                    <a:pt x="2750" y="14128"/>
                  </a:cubicBezTo>
                  <a:cubicBezTo>
                    <a:pt x="2875" y="14128"/>
                    <a:pt x="3000" y="14125"/>
                    <a:pt x="3125" y="14119"/>
                  </a:cubicBezTo>
                  <a:cubicBezTo>
                    <a:pt x="3676" y="14069"/>
                    <a:pt x="4194" y="13902"/>
                    <a:pt x="4679" y="13652"/>
                  </a:cubicBezTo>
                  <a:cubicBezTo>
                    <a:pt x="5247" y="13351"/>
                    <a:pt x="5681" y="12866"/>
                    <a:pt x="5932" y="12282"/>
                  </a:cubicBezTo>
                  <a:cubicBezTo>
                    <a:pt x="6183" y="11663"/>
                    <a:pt x="6216" y="10962"/>
                    <a:pt x="6283" y="10260"/>
                  </a:cubicBezTo>
                  <a:cubicBezTo>
                    <a:pt x="6350" y="9575"/>
                    <a:pt x="6433" y="8823"/>
                    <a:pt x="6901" y="8271"/>
                  </a:cubicBezTo>
                  <a:cubicBezTo>
                    <a:pt x="7352" y="7703"/>
                    <a:pt x="8121" y="7536"/>
                    <a:pt x="8655" y="7018"/>
                  </a:cubicBezTo>
                  <a:cubicBezTo>
                    <a:pt x="9157" y="6534"/>
                    <a:pt x="9491" y="5899"/>
                    <a:pt x="9608" y="5197"/>
                  </a:cubicBezTo>
                  <a:cubicBezTo>
                    <a:pt x="9708" y="4579"/>
                    <a:pt x="9658" y="3944"/>
                    <a:pt x="9474" y="3342"/>
                  </a:cubicBezTo>
                  <a:cubicBezTo>
                    <a:pt x="9307" y="2825"/>
                    <a:pt x="9057" y="2340"/>
                    <a:pt x="8722" y="1922"/>
                  </a:cubicBezTo>
                  <a:cubicBezTo>
                    <a:pt x="8221" y="1304"/>
                    <a:pt x="7636" y="786"/>
                    <a:pt x="6968" y="385"/>
                  </a:cubicBezTo>
                  <a:cubicBezTo>
                    <a:pt x="6734" y="251"/>
                    <a:pt x="6550" y="151"/>
                    <a:pt x="6417" y="84"/>
                  </a:cubicBezTo>
                  <a:cubicBezTo>
                    <a:pt x="6350" y="51"/>
                    <a:pt x="6283" y="18"/>
                    <a:pt x="6216" y="1"/>
                  </a:cubicBezTo>
                  <a:close/>
                </a:path>
              </a:pathLst>
            </a:custGeom>
            <a:solidFill>
              <a:srgbClr val="FAFAFA"/>
            </a:solidFill>
            <a:ln>
              <a:noFill/>
            </a:ln>
          </p:spPr>
          <p:txBody>
            <a:bodyPr spcFirstLastPara="1" wrap="square" lIns="121900" tIns="121900" rIns="121900" bIns="121900" anchor="ctr" anchorCtr="0">
              <a:noAutofit/>
            </a:bodyPr>
            <a:lstStyle/>
            <a:p>
              <a:endParaRPr sz="2400"/>
            </a:p>
          </p:txBody>
        </p:sp>
        <p:sp>
          <p:nvSpPr>
            <p:cNvPr id="49" name="Google Shape;1975;p42"/>
            <p:cNvSpPr/>
            <p:nvPr/>
          </p:nvSpPr>
          <p:spPr>
            <a:xfrm>
              <a:off x="6894791" y="1202296"/>
              <a:ext cx="649077" cy="652410"/>
            </a:xfrm>
            <a:custGeom>
              <a:avLst/>
              <a:gdLst/>
              <a:ahLst/>
              <a:cxnLst/>
              <a:rect l="l" t="t" r="r" b="b"/>
              <a:pathLst>
                <a:path w="20252" h="20356" extrusionOk="0">
                  <a:moveTo>
                    <a:pt x="6362" y="0"/>
                  </a:moveTo>
                  <a:cubicBezTo>
                    <a:pt x="4673" y="0"/>
                    <a:pt x="3009" y="1120"/>
                    <a:pt x="2173" y="2636"/>
                  </a:cubicBezTo>
                  <a:cubicBezTo>
                    <a:pt x="1187" y="4424"/>
                    <a:pt x="1170" y="6612"/>
                    <a:pt x="1638" y="8601"/>
                  </a:cubicBezTo>
                  <a:cubicBezTo>
                    <a:pt x="1839" y="9436"/>
                    <a:pt x="2106" y="10305"/>
                    <a:pt x="1922" y="11140"/>
                  </a:cubicBezTo>
                  <a:cubicBezTo>
                    <a:pt x="1705" y="12043"/>
                    <a:pt x="1003" y="12728"/>
                    <a:pt x="653" y="13597"/>
                  </a:cubicBezTo>
                  <a:cubicBezTo>
                    <a:pt x="1" y="15234"/>
                    <a:pt x="836" y="17072"/>
                    <a:pt x="1655" y="18659"/>
                  </a:cubicBezTo>
                  <a:cubicBezTo>
                    <a:pt x="2023" y="19378"/>
                    <a:pt x="2490" y="20180"/>
                    <a:pt x="3292" y="20330"/>
                  </a:cubicBezTo>
                  <a:cubicBezTo>
                    <a:pt x="3383" y="20347"/>
                    <a:pt x="3473" y="20355"/>
                    <a:pt x="3562" y="20355"/>
                  </a:cubicBezTo>
                  <a:cubicBezTo>
                    <a:pt x="4339" y="20355"/>
                    <a:pt x="5040" y="19742"/>
                    <a:pt x="5715" y="19277"/>
                  </a:cubicBezTo>
                  <a:cubicBezTo>
                    <a:pt x="6775" y="18566"/>
                    <a:pt x="8029" y="18189"/>
                    <a:pt x="9294" y="18189"/>
                  </a:cubicBezTo>
                  <a:cubicBezTo>
                    <a:pt x="9605" y="18189"/>
                    <a:pt x="9917" y="18212"/>
                    <a:pt x="10227" y="18258"/>
                  </a:cubicBezTo>
                  <a:cubicBezTo>
                    <a:pt x="11998" y="18542"/>
                    <a:pt x="13635" y="19561"/>
                    <a:pt x="15423" y="19595"/>
                  </a:cubicBezTo>
                  <a:cubicBezTo>
                    <a:pt x="15439" y="19595"/>
                    <a:pt x="15455" y="19595"/>
                    <a:pt x="15472" y="19595"/>
                  </a:cubicBezTo>
                  <a:cubicBezTo>
                    <a:pt x="17107" y="19595"/>
                    <a:pt x="18623" y="18763"/>
                    <a:pt x="19516" y="17406"/>
                  </a:cubicBezTo>
                  <a:cubicBezTo>
                    <a:pt x="20051" y="16571"/>
                    <a:pt x="20252" y="15317"/>
                    <a:pt x="19466" y="14699"/>
                  </a:cubicBezTo>
                  <a:cubicBezTo>
                    <a:pt x="18965" y="14298"/>
                    <a:pt x="18180" y="14315"/>
                    <a:pt x="17745" y="13830"/>
                  </a:cubicBezTo>
                  <a:cubicBezTo>
                    <a:pt x="17194" y="13262"/>
                    <a:pt x="17428" y="12343"/>
                    <a:pt x="17712" y="11608"/>
                  </a:cubicBezTo>
                  <a:cubicBezTo>
                    <a:pt x="17996" y="10856"/>
                    <a:pt x="18263" y="9971"/>
                    <a:pt x="17779" y="9353"/>
                  </a:cubicBezTo>
                  <a:cubicBezTo>
                    <a:pt x="17211" y="8651"/>
                    <a:pt x="16008" y="8784"/>
                    <a:pt x="15490" y="8083"/>
                  </a:cubicBezTo>
                  <a:cubicBezTo>
                    <a:pt x="14938" y="7331"/>
                    <a:pt x="15523" y="6278"/>
                    <a:pt x="15490" y="5343"/>
                  </a:cubicBezTo>
                  <a:cubicBezTo>
                    <a:pt x="15473" y="4524"/>
                    <a:pt x="14938" y="3772"/>
                    <a:pt x="14270" y="3271"/>
                  </a:cubicBezTo>
                  <a:cubicBezTo>
                    <a:pt x="13602" y="2786"/>
                    <a:pt x="13501" y="2636"/>
                    <a:pt x="12582" y="948"/>
                  </a:cubicBezTo>
                  <a:lnTo>
                    <a:pt x="7269" y="113"/>
                  </a:lnTo>
                  <a:cubicBezTo>
                    <a:pt x="6969" y="37"/>
                    <a:pt x="6665" y="0"/>
                    <a:pt x="6362"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50" name="Google Shape;1976;p42"/>
            <p:cNvSpPr/>
            <p:nvPr/>
          </p:nvSpPr>
          <p:spPr>
            <a:xfrm>
              <a:off x="6742585" y="1726122"/>
              <a:ext cx="1021914" cy="919258"/>
            </a:xfrm>
            <a:custGeom>
              <a:avLst/>
              <a:gdLst/>
              <a:ahLst/>
              <a:cxnLst/>
              <a:rect l="l" t="t" r="r" b="b"/>
              <a:pathLst>
                <a:path w="31885" h="28682" extrusionOk="0">
                  <a:moveTo>
                    <a:pt x="7711" y="0"/>
                  </a:moveTo>
                  <a:cubicBezTo>
                    <a:pt x="5066" y="0"/>
                    <a:pt x="1" y="900"/>
                    <a:pt x="372" y="7862"/>
                  </a:cubicBezTo>
                  <a:cubicBezTo>
                    <a:pt x="539" y="11288"/>
                    <a:pt x="4165" y="17954"/>
                    <a:pt x="4817" y="19592"/>
                  </a:cubicBezTo>
                  <a:cubicBezTo>
                    <a:pt x="4165" y="21664"/>
                    <a:pt x="2260" y="24888"/>
                    <a:pt x="1843" y="27344"/>
                  </a:cubicBezTo>
                  <a:lnTo>
                    <a:pt x="19838" y="28681"/>
                  </a:lnTo>
                  <a:lnTo>
                    <a:pt x="19721" y="17854"/>
                  </a:lnTo>
                  <a:lnTo>
                    <a:pt x="20991" y="18623"/>
                  </a:lnTo>
                  <a:lnTo>
                    <a:pt x="31885" y="18088"/>
                  </a:lnTo>
                  <a:lnTo>
                    <a:pt x="31517" y="12842"/>
                  </a:lnTo>
                  <a:lnTo>
                    <a:pt x="23614" y="13159"/>
                  </a:lnTo>
                  <a:cubicBezTo>
                    <a:pt x="21829" y="1309"/>
                    <a:pt x="17445" y="703"/>
                    <a:pt x="16567" y="703"/>
                  </a:cubicBezTo>
                  <a:cubicBezTo>
                    <a:pt x="16467" y="703"/>
                    <a:pt x="16412" y="711"/>
                    <a:pt x="16412" y="711"/>
                  </a:cubicBezTo>
                  <a:lnTo>
                    <a:pt x="9261" y="110"/>
                  </a:lnTo>
                  <a:cubicBezTo>
                    <a:pt x="9261" y="110"/>
                    <a:pt x="8633" y="0"/>
                    <a:pt x="7711" y="0"/>
                  </a:cubicBezTo>
                  <a:close/>
                </a:path>
              </a:pathLst>
            </a:custGeom>
            <a:solidFill>
              <a:schemeClr val="accent6">
                <a:lumMod val="60000"/>
                <a:lumOff val="40000"/>
              </a:schemeClr>
            </a:solidFill>
            <a:ln>
              <a:noFill/>
            </a:ln>
          </p:spPr>
          <p:txBody>
            <a:bodyPr spcFirstLastPara="1" wrap="square" lIns="121900" tIns="121900" rIns="121900" bIns="121900" anchor="ctr" anchorCtr="0">
              <a:noAutofit/>
            </a:bodyPr>
            <a:lstStyle/>
            <a:p>
              <a:endParaRPr sz="2400"/>
            </a:p>
          </p:txBody>
        </p:sp>
        <p:sp>
          <p:nvSpPr>
            <p:cNvPr id="51" name="Google Shape;1977;p42"/>
            <p:cNvSpPr/>
            <p:nvPr/>
          </p:nvSpPr>
          <p:spPr>
            <a:xfrm>
              <a:off x="7382656" y="2039667"/>
              <a:ext cx="63747" cy="258708"/>
            </a:xfrm>
            <a:custGeom>
              <a:avLst/>
              <a:gdLst/>
              <a:ahLst/>
              <a:cxnLst/>
              <a:rect l="l" t="t" r="r" b="b"/>
              <a:pathLst>
                <a:path w="1989" h="8072" extrusionOk="0">
                  <a:moveTo>
                    <a:pt x="552" y="1"/>
                  </a:moveTo>
                  <a:cubicBezTo>
                    <a:pt x="1053" y="853"/>
                    <a:pt x="1237" y="1856"/>
                    <a:pt x="1070" y="2825"/>
                  </a:cubicBezTo>
                  <a:cubicBezTo>
                    <a:pt x="886" y="4028"/>
                    <a:pt x="452" y="5364"/>
                    <a:pt x="218" y="6467"/>
                  </a:cubicBezTo>
                  <a:cubicBezTo>
                    <a:pt x="0" y="7570"/>
                    <a:pt x="251" y="8071"/>
                    <a:pt x="251" y="8071"/>
                  </a:cubicBezTo>
                  <a:lnTo>
                    <a:pt x="1989" y="7653"/>
                  </a:lnTo>
                  <a:cubicBezTo>
                    <a:pt x="1387" y="5548"/>
                    <a:pt x="1855" y="4562"/>
                    <a:pt x="1838" y="2641"/>
                  </a:cubicBezTo>
                  <a:cubicBezTo>
                    <a:pt x="1805" y="1421"/>
                    <a:pt x="552" y="1"/>
                    <a:pt x="552" y="1"/>
                  </a:cubicBezTo>
                  <a:close/>
                </a:path>
              </a:pathLst>
            </a:custGeom>
            <a:solidFill>
              <a:srgbClr val="263238">
                <a:alpha val="32020"/>
              </a:srgbClr>
            </a:solidFill>
            <a:ln>
              <a:noFill/>
            </a:ln>
          </p:spPr>
          <p:txBody>
            <a:bodyPr spcFirstLastPara="1" wrap="square" lIns="121900" tIns="121900" rIns="121900" bIns="121900" anchor="ctr" anchorCtr="0">
              <a:noAutofit/>
            </a:bodyPr>
            <a:lstStyle/>
            <a:p>
              <a:endParaRPr sz="2400"/>
            </a:p>
          </p:txBody>
        </p:sp>
        <p:sp>
          <p:nvSpPr>
            <p:cNvPr id="52" name="Google Shape;1978;p42"/>
            <p:cNvSpPr/>
            <p:nvPr/>
          </p:nvSpPr>
          <p:spPr>
            <a:xfrm>
              <a:off x="7342497" y="1976496"/>
              <a:ext cx="81407" cy="321878"/>
            </a:xfrm>
            <a:custGeom>
              <a:avLst/>
              <a:gdLst/>
              <a:ahLst/>
              <a:cxnLst/>
              <a:rect l="l" t="t" r="r" b="b"/>
              <a:pathLst>
                <a:path w="2540" h="10043" extrusionOk="0">
                  <a:moveTo>
                    <a:pt x="17" y="0"/>
                  </a:moveTo>
                  <a:cubicBezTo>
                    <a:pt x="0" y="17"/>
                    <a:pt x="468" y="435"/>
                    <a:pt x="1103" y="1170"/>
                  </a:cubicBezTo>
                  <a:cubicBezTo>
                    <a:pt x="1487" y="1604"/>
                    <a:pt x="1805" y="2089"/>
                    <a:pt x="2039" y="2607"/>
                  </a:cubicBezTo>
                  <a:cubicBezTo>
                    <a:pt x="2289" y="3258"/>
                    <a:pt x="2356" y="3977"/>
                    <a:pt x="2256" y="4662"/>
                  </a:cubicBezTo>
                  <a:cubicBezTo>
                    <a:pt x="2139" y="5364"/>
                    <a:pt x="1989" y="6049"/>
                    <a:pt x="1771" y="6734"/>
                  </a:cubicBezTo>
                  <a:cubicBezTo>
                    <a:pt x="1604" y="7285"/>
                    <a:pt x="1487" y="7870"/>
                    <a:pt x="1404" y="8438"/>
                  </a:cubicBezTo>
                  <a:cubicBezTo>
                    <a:pt x="1354" y="8839"/>
                    <a:pt x="1354" y="9240"/>
                    <a:pt x="1404" y="9624"/>
                  </a:cubicBezTo>
                  <a:cubicBezTo>
                    <a:pt x="1420" y="9775"/>
                    <a:pt x="1454" y="9908"/>
                    <a:pt x="1504" y="10042"/>
                  </a:cubicBezTo>
                  <a:cubicBezTo>
                    <a:pt x="1521" y="9908"/>
                    <a:pt x="1504" y="9758"/>
                    <a:pt x="1471" y="9624"/>
                  </a:cubicBezTo>
                  <a:cubicBezTo>
                    <a:pt x="1454" y="9240"/>
                    <a:pt x="1487" y="8839"/>
                    <a:pt x="1537" y="8455"/>
                  </a:cubicBezTo>
                  <a:cubicBezTo>
                    <a:pt x="1638" y="7887"/>
                    <a:pt x="1771" y="7335"/>
                    <a:pt x="1938" y="6784"/>
                  </a:cubicBezTo>
                  <a:cubicBezTo>
                    <a:pt x="2156" y="6099"/>
                    <a:pt x="2323" y="5397"/>
                    <a:pt x="2440" y="4695"/>
                  </a:cubicBezTo>
                  <a:cubicBezTo>
                    <a:pt x="2540" y="3960"/>
                    <a:pt x="2456" y="3225"/>
                    <a:pt x="2189" y="2540"/>
                  </a:cubicBezTo>
                  <a:cubicBezTo>
                    <a:pt x="1955" y="2005"/>
                    <a:pt x="1621" y="1521"/>
                    <a:pt x="1203" y="1086"/>
                  </a:cubicBezTo>
                  <a:cubicBezTo>
                    <a:pt x="936" y="802"/>
                    <a:pt x="652" y="518"/>
                    <a:pt x="368" y="268"/>
                  </a:cubicBezTo>
                  <a:cubicBezTo>
                    <a:pt x="268" y="167"/>
                    <a:pt x="151" y="67"/>
                    <a:pt x="17"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53" name="Google Shape;1979;p42"/>
            <p:cNvSpPr/>
            <p:nvPr/>
          </p:nvSpPr>
          <p:spPr>
            <a:xfrm>
              <a:off x="7065617" y="2099120"/>
              <a:ext cx="333128" cy="227202"/>
            </a:xfrm>
            <a:custGeom>
              <a:avLst/>
              <a:gdLst/>
              <a:ahLst/>
              <a:cxnLst/>
              <a:rect l="l" t="t" r="r" b="b"/>
              <a:pathLst>
                <a:path w="10394" h="7089" extrusionOk="0">
                  <a:moveTo>
                    <a:pt x="1" y="1"/>
                  </a:moveTo>
                  <a:cubicBezTo>
                    <a:pt x="1" y="1"/>
                    <a:pt x="1405" y="4479"/>
                    <a:pt x="2290" y="6417"/>
                  </a:cubicBezTo>
                  <a:cubicBezTo>
                    <a:pt x="2501" y="6894"/>
                    <a:pt x="2806" y="7088"/>
                    <a:pt x="3265" y="7088"/>
                  </a:cubicBezTo>
                  <a:cubicBezTo>
                    <a:pt x="3352" y="7088"/>
                    <a:pt x="3445" y="7081"/>
                    <a:pt x="3543" y="7068"/>
                  </a:cubicBezTo>
                  <a:cubicBezTo>
                    <a:pt x="5849" y="7068"/>
                    <a:pt x="8155" y="6734"/>
                    <a:pt x="10394" y="6082"/>
                  </a:cubicBezTo>
                  <a:lnTo>
                    <a:pt x="10394" y="6082"/>
                  </a:lnTo>
                  <a:lnTo>
                    <a:pt x="5064" y="6216"/>
                  </a:lnTo>
                  <a:cubicBezTo>
                    <a:pt x="4977" y="6223"/>
                    <a:pt x="4891" y="6226"/>
                    <a:pt x="4805" y="6226"/>
                  </a:cubicBezTo>
                  <a:cubicBezTo>
                    <a:pt x="4463" y="6226"/>
                    <a:pt x="4131" y="6173"/>
                    <a:pt x="3810" y="6066"/>
                  </a:cubicBezTo>
                  <a:cubicBezTo>
                    <a:pt x="3242" y="5832"/>
                    <a:pt x="2891" y="5280"/>
                    <a:pt x="2574" y="4762"/>
                  </a:cubicBezTo>
                  <a:cubicBezTo>
                    <a:pt x="1638" y="3209"/>
                    <a:pt x="770" y="1621"/>
                    <a:pt x="1" y="1"/>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5" name="Google Shape;1981;p42"/>
            <p:cNvSpPr/>
            <p:nvPr/>
          </p:nvSpPr>
          <p:spPr>
            <a:xfrm>
              <a:off x="7018504" y="1211783"/>
              <a:ext cx="311686" cy="625584"/>
            </a:xfrm>
            <a:custGeom>
              <a:avLst/>
              <a:gdLst/>
              <a:ahLst/>
              <a:cxnLst/>
              <a:rect l="l" t="t" r="r" b="b"/>
              <a:pathLst>
                <a:path w="9725" h="19519" extrusionOk="0">
                  <a:moveTo>
                    <a:pt x="5013" y="1"/>
                  </a:moveTo>
                  <a:lnTo>
                    <a:pt x="1" y="3793"/>
                  </a:lnTo>
                  <a:lnTo>
                    <a:pt x="552" y="16408"/>
                  </a:lnTo>
                  <a:cubicBezTo>
                    <a:pt x="634" y="18155"/>
                    <a:pt x="2070" y="19518"/>
                    <a:pt x="3803" y="19518"/>
                  </a:cubicBezTo>
                  <a:cubicBezTo>
                    <a:pt x="3844" y="19518"/>
                    <a:pt x="3886" y="19518"/>
                    <a:pt x="3927" y="19516"/>
                  </a:cubicBezTo>
                  <a:cubicBezTo>
                    <a:pt x="5715" y="19433"/>
                    <a:pt x="7102" y="17929"/>
                    <a:pt x="7035" y="16141"/>
                  </a:cubicBezTo>
                  <a:cubicBezTo>
                    <a:pt x="6968" y="14620"/>
                    <a:pt x="6918" y="13167"/>
                    <a:pt x="6918" y="13167"/>
                  </a:cubicBezTo>
                  <a:cubicBezTo>
                    <a:pt x="6918" y="13167"/>
                    <a:pt x="9407" y="12900"/>
                    <a:pt x="9558" y="10410"/>
                  </a:cubicBezTo>
                  <a:cubicBezTo>
                    <a:pt x="9725" y="7937"/>
                    <a:pt x="9558" y="2223"/>
                    <a:pt x="9558" y="2223"/>
                  </a:cubicBezTo>
                  <a:lnTo>
                    <a:pt x="5013" y="1"/>
                  </a:lnTo>
                  <a:close/>
                </a:path>
              </a:pathLst>
            </a:custGeom>
            <a:solidFill>
              <a:srgbClr val="9B7663"/>
            </a:solidFill>
            <a:ln>
              <a:noFill/>
            </a:ln>
          </p:spPr>
          <p:txBody>
            <a:bodyPr spcFirstLastPara="1" wrap="square" lIns="121900" tIns="121900" rIns="121900" bIns="121900" anchor="ctr" anchorCtr="0">
              <a:noAutofit/>
            </a:bodyPr>
            <a:lstStyle/>
            <a:p>
              <a:endParaRPr sz="2400"/>
            </a:p>
          </p:txBody>
        </p:sp>
        <p:sp>
          <p:nvSpPr>
            <p:cNvPr id="56" name="Google Shape;1982;p42"/>
            <p:cNvSpPr/>
            <p:nvPr/>
          </p:nvSpPr>
          <p:spPr>
            <a:xfrm>
              <a:off x="6685664" y="1732051"/>
              <a:ext cx="967974" cy="811057"/>
            </a:xfrm>
            <a:custGeom>
              <a:avLst/>
              <a:gdLst/>
              <a:ahLst/>
              <a:cxnLst/>
              <a:rect l="l" t="t" r="r" b="b"/>
              <a:pathLst>
                <a:path w="30202" h="25306" extrusionOk="0">
                  <a:moveTo>
                    <a:pt x="8671" y="1"/>
                  </a:moveTo>
                  <a:cubicBezTo>
                    <a:pt x="1" y="1"/>
                    <a:pt x="3535" y="9799"/>
                    <a:pt x="3535" y="9799"/>
                  </a:cubicBezTo>
                  <a:cubicBezTo>
                    <a:pt x="3936" y="12389"/>
                    <a:pt x="5858" y="16884"/>
                    <a:pt x="7562" y="20777"/>
                  </a:cubicBezTo>
                  <a:cubicBezTo>
                    <a:pt x="9266" y="24687"/>
                    <a:pt x="10653" y="25238"/>
                    <a:pt x="15498" y="25305"/>
                  </a:cubicBezTo>
                  <a:cubicBezTo>
                    <a:pt x="15548" y="25305"/>
                    <a:pt x="15597" y="25306"/>
                    <a:pt x="15647" y="25306"/>
                  </a:cubicBezTo>
                  <a:cubicBezTo>
                    <a:pt x="20842" y="25306"/>
                    <a:pt x="30202" y="21896"/>
                    <a:pt x="30202" y="21896"/>
                  </a:cubicBezTo>
                  <a:lnTo>
                    <a:pt x="28381" y="15681"/>
                  </a:lnTo>
                  <a:cubicBezTo>
                    <a:pt x="28381" y="15681"/>
                    <a:pt x="18022" y="17787"/>
                    <a:pt x="15837" y="17787"/>
                  </a:cubicBezTo>
                  <a:cubicBezTo>
                    <a:pt x="15679" y="17787"/>
                    <a:pt x="15564" y="17776"/>
                    <a:pt x="15498" y="17753"/>
                  </a:cubicBezTo>
                  <a:cubicBezTo>
                    <a:pt x="14513" y="17385"/>
                    <a:pt x="13510" y="14361"/>
                    <a:pt x="12741" y="12306"/>
                  </a:cubicBezTo>
                  <a:cubicBezTo>
                    <a:pt x="12658" y="12088"/>
                    <a:pt x="11505" y="8279"/>
                    <a:pt x="11505" y="8279"/>
                  </a:cubicBezTo>
                  <a:lnTo>
                    <a:pt x="10051" y="75"/>
                  </a:lnTo>
                  <a:cubicBezTo>
                    <a:pt x="9560" y="25"/>
                    <a:pt x="9101" y="1"/>
                    <a:pt x="8671" y="1"/>
                  </a:cubicBezTo>
                  <a:close/>
                </a:path>
              </a:pathLst>
            </a:custGeom>
            <a:solidFill>
              <a:schemeClr val="accent6">
                <a:lumMod val="60000"/>
                <a:lumOff val="40000"/>
              </a:schemeClr>
            </a:solidFill>
            <a:ln>
              <a:noFill/>
            </a:ln>
          </p:spPr>
          <p:txBody>
            <a:bodyPr spcFirstLastPara="1" wrap="square" lIns="121900" tIns="121900" rIns="121900" bIns="121900" anchor="ctr" anchorCtr="0">
              <a:noAutofit/>
            </a:bodyPr>
            <a:lstStyle/>
            <a:p>
              <a:endParaRPr sz="2400"/>
            </a:p>
          </p:txBody>
        </p:sp>
        <p:sp>
          <p:nvSpPr>
            <p:cNvPr id="57" name="Google Shape;1983;p42"/>
            <p:cNvSpPr/>
            <p:nvPr/>
          </p:nvSpPr>
          <p:spPr>
            <a:xfrm>
              <a:off x="7011004" y="1800830"/>
              <a:ext cx="584271" cy="502929"/>
            </a:xfrm>
            <a:custGeom>
              <a:avLst/>
              <a:gdLst/>
              <a:ahLst/>
              <a:cxnLst/>
              <a:rect l="l" t="t" r="r" b="b"/>
              <a:pathLst>
                <a:path w="18230" h="15692" extrusionOk="0">
                  <a:moveTo>
                    <a:pt x="1" y="1"/>
                  </a:moveTo>
                  <a:lnTo>
                    <a:pt x="1" y="1"/>
                  </a:lnTo>
                  <a:cubicBezTo>
                    <a:pt x="34" y="101"/>
                    <a:pt x="51" y="185"/>
                    <a:pt x="101" y="285"/>
                  </a:cubicBezTo>
                  <a:cubicBezTo>
                    <a:pt x="168" y="485"/>
                    <a:pt x="268" y="753"/>
                    <a:pt x="385" y="1087"/>
                  </a:cubicBezTo>
                  <a:cubicBezTo>
                    <a:pt x="636" y="1805"/>
                    <a:pt x="986" y="2825"/>
                    <a:pt x="1404" y="4094"/>
                  </a:cubicBezTo>
                  <a:cubicBezTo>
                    <a:pt x="2240" y="6634"/>
                    <a:pt x="3292" y="10176"/>
                    <a:pt x="4662" y="14036"/>
                  </a:cubicBezTo>
                  <a:cubicBezTo>
                    <a:pt x="4863" y="14587"/>
                    <a:pt x="5063" y="15122"/>
                    <a:pt x="5264" y="15640"/>
                  </a:cubicBezTo>
                  <a:lnTo>
                    <a:pt x="5281" y="15690"/>
                  </a:lnTo>
                  <a:lnTo>
                    <a:pt x="5347" y="15690"/>
                  </a:lnTo>
                  <a:cubicBezTo>
                    <a:pt x="5433" y="15691"/>
                    <a:pt x="5519" y="15691"/>
                    <a:pt x="5605" y="15691"/>
                  </a:cubicBezTo>
                  <a:cubicBezTo>
                    <a:pt x="7240" y="15691"/>
                    <a:pt x="8874" y="15540"/>
                    <a:pt x="10477" y="15222"/>
                  </a:cubicBezTo>
                  <a:cubicBezTo>
                    <a:pt x="12031" y="14938"/>
                    <a:pt x="13401" y="14604"/>
                    <a:pt x="14537" y="14337"/>
                  </a:cubicBezTo>
                  <a:cubicBezTo>
                    <a:pt x="15690" y="14086"/>
                    <a:pt x="16609" y="13886"/>
                    <a:pt x="17244" y="13752"/>
                  </a:cubicBezTo>
                  <a:cubicBezTo>
                    <a:pt x="17545" y="13685"/>
                    <a:pt x="17795" y="13635"/>
                    <a:pt x="17979" y="13602"/>
                  </a:cubicBezTo>
                  <a:cubicBezTo>
                    <a:pt x="18063" y="13585"/>
                    <a:pt x="18146" y="13568"/>
                    <a:pt x="18230" y="13535"/>
                  </a:cubicBezTo>
                  <a:cubicBezTo>
                    <a:pt x="18146" y="13535"/>
                    <a:pt x="18046" y="13551"/>
                    <a:pt x="17962" y="13568"/>
                  </a:cubicBezTo>
                  <a:lnTo>
                    <a:pt x="17227" y="13685"/>
                  </a:lnTo>
                  <a:cubicBezTo>
                    <a:pt x="16592" y="13802"/>
                    <a:pt x="15657" y="13969"/>
                    <a:pt x="14520" y="14220"/>
                  </a:cubicBezTo>
                  <a:cubicBezTo>
                    <a:pt x="13367" y="14454"/>
                    <a:pt x="11997" y="14788"/>
                    <a:pt x="10460" y="15055"/>
                  </a:cubicBezTo>
                  <a:cubicBezTo>
                    <a:pt x="8857" y="15357"/>
                    <a:pt x="7239" y="15508"/>
                    <a:pt x="5605" y="15508"/>
                  </a:cubicBezTo>
                  <a:cubicBezTo>
                    <a:pt x="5539" y="15508"/>
                    <a:pt x="5472" y="15507"/>
                    <a:pt x="5405" y="15507"/>
                  </a:cubicBezTo>
                  <a:lnTo>
                    <a:pt x="5405" y="15507"/>
                  </a:lnTo>
                  <a:cubicBezTo>
                    <a:pt x="5213" y="15010"/>
                    <a:pt x="5021" y="14497"/>
                    <a:pt x="4829" y="13969"/>
                  </a:cubicBezTo>
                  <a:cubicBezTo>
                    <a:pt x="3459" y="10126"/>
                    <a:pt x="2407" y="6584"/>
                    <a:pt x="1521" y="4044"/>
                  </a:cubicBezTo>
                  <a:cubicBezTo>
                    <a:pt x="1087" y="2791"/>
                    <a:pt x="719" y="1772"/>
                    <a:pt x="452" y="1070"/>
                  </a:cubicBezTo>
                  <a:cubicBezTo>
                    <a:pt x="318" y="719"/>
                    <a:pt x="201" y="452"/>
                    <a:pt x="134" y="268"/>
                  </a:cubicBezTo>
                  <a:cubicBezTo>
                    <a:pt x="101" y="168"/>
                    <a:pt x="51" y="84"/>
                    <a:pt x="1"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58" name="Google Shape;1984;p42"/>
            <p:cNvSpPr/>
            <p:nvPr/>
          </p:nvSpPr>
          <p:spPr>
            <a:xfrm>
              <a:off x="6861587" y="2241037"/>
              <a:ext cx="792052" cy="311718"/>
            </a:xfrm>
            <a:custGeom>
              <a:avLst/>
              <a:gdLst/>
              <a:ahLst/>
              <a:cxnLst/>
              <a:rect l="l" t="t" r="r" b="b"/>
              <a:pathLst>
                <a:path w="24713" h="9726" extrusionOk="0">
                  <a:moveTo>
                    <a:pt x="1" y="0"/>
                  </a:moveTo>
                  <a:lnTo>
                    <a:pt x="1" y="0"/>
                  </a:lnTo>
                  <a:cubicBezTo>
                    <a:pt x="18" y="101"/>
                    <a:pt x="51" y="201"/>
                    <a:pt x="101" y="284"/>
                  </a:cubicBezTo>
                  <a:cubicBezTo>
                    <a:pt x="168" y="468"/>
                    <a:pt x="285" y="752"/>
                    <a:pt x="435" y="1103"/>
                  </a:cubicBezTo>
                  <a:cubicBezTo>
                    <a:pt x="736" y="1805"/>
                    <a:pt x="1171" y="2824"/>
                    <a:pt x="1805" y="4027"/>
                  </a:cubicBezTo>
                  <a:cubicBezTo>
                    <a:pt x="2457" y="5213"/>
                    <a:pt x="3326" y="6634"/>
                    <a:pt x="4663" y="7887"/>
                  </a:cubicBezTo>
                  <a:cubicBezTo>
                    <a:pt x="5364" y="8538"/>
                    <a:pt x="6183" y="9040"/>
                    <a:pt x="7085" y="9357"/>
                  </a:cubicBezTo>
                  <a:cubicBezTo>
                    <a:pt x="7570" y="9524"/>
                    <a:pt x="8071" y="9624"/>
                    <a:pt x="8572" y="9674"/>
                  </a:cubicBezTo>
                  <a:cubicBezTo>
                    <a:pt x="8907" y="9707"/>
                    <a:pt x="9241" y="9725"/>
                    <a:pt x="9576" y="9725"/>
                  </a:cubicBezTo>
                  <a:cubicBezTo>
                    <a:pt x="9759" y="9725"/>
                    <a:pt x="9943" y="9720"/>
                    <a:pt x="10126" y="9708"/>
                  </a:cubicBezTo>
                  <a:cubicBezTo>
                    <a:pt x="12215" y="9608"/>
                    <a:pt x="14153" y="9140"/>
                    <a:pt x="15908" y="8705"/>
                  </a:cubicBezTo>
                  <a:cubicBezTo>
                    <a:pt x="17662" y="8254"/>
                    <a:pt x="19233" y="7837"/>
                    <a:pt x="20536" y="7452"/>
                  </a:cubicBezTo>
                  <a:cubicBezTo>
                    <a:pt x="21839" y="7068"/>
                    <a:pt x="22892" y="6717"/>
                    <a:pt x="23610" y="6466"/>
                  </a:cubicBezTo>
                  <a:cubicBezTo>
                    <a:pt x="23961" y="6333"/>
                    <a:pt x="24245" y="6216"/>
                    <a:pt x="24429" y="6149"/>
                  </a:cubicBezTo>
                  <a:cubicBezTo>
                    <a:pt x="24529" y="6099"/>
                    <a:pt x="24613" y="6065"/>
                    <a:pt x="24713" y="6015"/>
                  </a:cubicBezTo>
                  <a:lnTo>
                    <a:pt x="24713" y="6015"/>
                  </a:lnTo>
                  <a:cubicBezTo>
                    <a:pt x="24613" y="6032"/>
                    <a:pt x="24512" y="6065"/>
                    <a:pt x="24412" y="6099"/>
                  </a:cubicBezTo>
                  <a:lnTo>
                    <a:pt x="23577" y="6383"/>
                  </a:lnTo>
                  <a:cubicBezTo>
                    <a:pt x="22858" y="6634"/>
                    <a:pt x="21806" y="6968"/>
                    <a:pt x="20502" y="7335"/>
                  </a:cubicBezTo>
                  <a:cubicBezTo>
                    <a:pt x="19182" y="7703"/>
                    <a:pt x="17612" y="8104"/>
                    <a:pt x="15857" y="8538"/>
                  </a:cubicBezTo>
                  <a:cubicBezTo>
                    <a:pt x="14120" y="8956"/>
                    <a:pt x="12181" y="9424"/>
                    <a:pt x="10110" y="9524"/>
                  </a:cubicBezTo>
                  <a:cubicBezTo>
                    <a:pt x="9926" y="9530"/>
                    <a:pt x="9740" y="9534"/>
                    <a:pt x="9554" y="9534"/>
                  </a:cubicBezTo>
                  <a:cubicBezTo>
                    <a:pt x="9231" y="9534"/>
                    <a:pt x="8907" y="9522"/>
                    <a:pt x="8589" y="9491"/>
                  </a:cubicBezTo>
                  <a:cubicBezTo>
                    <a:pt x="8105" y="9441"/>
                    <a:pt x="7620" y="9340"/>
                    <a:pt x="7152" y="9190"/>
                  </a:cubicBezTo>
                  <a:cubicBezTo>
                    <a:pt x="6267" y="8872"/>
                    <a:pt x="5465" y="8388"/>
                    <a:pt x="4780" y="7753"/>
                  </a:cubicBezTo>
                  <a:cubicBezTo>
                    <a:pt x="3460" y="6550"/>
                    <a:pt x="2591" y="5146"/>
                    <a:pt x="1922" y="3960"/>
                  </a:cubicBezTo>
                  <a:cubicBezTo>
                    <a:pt x="1271" y="2774"/>
                    <a:pt x="820" y="1771"/>
                    <a:pt x="502" y="1070"/>
                  </a:cubicBezTo>
                  <a:cubicBezTo>
                    <a:pt x="352" y="735"/>
                    <a:pt x="218" y="468"/>
                    <a:pt x="135" y="268"/>
                  </a:cubicBezTo>
                  <a:cubicBezTo>
                    <a:pt x="101" y="184"/>
                    <a:pt x="51" y="84"/>
                    <a:pt x="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59" name="Google Shape;1985;p42"/>
            <p:cNvSpPr/>
            <p:nvPr/>
          </p:nvSpPr>
          <p:spPr>
            <a:xfrm>
              <a:off x="6916745" y="2367955"/>
              <a:ext cx="494852" cy="215344"/>
            </a:xfrm>
            <a:custGeom>
              <a:avLst/>
              <a:gdLst/>
              <a:ahLst/>
              <a:cxnLst/>
              <a:rect l="l" t="t" r="r" b="b"/>
              <a:pathLst>
                <a:path w="15440" h="6719" extrusionOk="0">
                  <a:moveTo>
                    <a:pt x="1" y="0"/>
                  </a:moveTo>
                  <a:cubicBezTo>
                    <a:pt x="1" y="2"/>
                    <a:pt x="1771" y="6719"/>
                    <a:pt x="6300" y="6719"/>
                  </a:cubicBezTo>
                  <a:cubicBezTo>
                    <a:pt x="6345" y="6719"/>
                    <a:pt x="6389" y="6718"/>
                    <a:pt x="6434" y="6717"/>
                  </a:cubicBezTo>
                  <a:cubicBezTo>
                    <a:pt x="11045" y="6583"/>
                    <a:pt x="15440" y="4595"/>
                    <a:pt x="15440" y="4595"/>
                  </a:cubicBezTo>
                  <a:lnTo>
                    <a:pt x="15239" y="4394"/>
                  </a:lnTo>
                  <a:cubicBezTo>
                    <a:pt x="15239" y="4394"/>
                    <a:pt x="10701" y="5368"/>
                    <a:pt x="7558" y="5368"/>
                  </a:cubicBezTo>
                  <a:cubicBezTo>
                    <a:pt x="6563" y="5368"/>
                    <a:pt x="5707" y="5270"/>
                    <a:pt x="5181" y="5013"/>
                  </a:cubicBezTo>
                  <a:cubicBezTo>
                    <a:pt x="1038" y="2991"/>
                    <a:pt x="1" y="1"/>
                    <a:pt x="1" y="0"/>
                  </a:cubicBezTo>
                  <a:close/>
                </a:path>
              </a:pathLst>
            </a:custGeom>
            <a:solidFill>
              <a:srgbClr val="263238">
                <a:alpha val="32020"/>
              </a:srgbClr>
            </a:solidFill>
            <a:ln>
              <a:noFill/>
            </a:ln>
          </p:spPr>
          <p:txBody>
            <a:bodyPr spcFirstLastPara="1" wrap="square" lIns="121900" tIns="121900" rIns="121900" bIns="121900" anchor="ctr" anchorCtr="0">
              <a:noAutofit/>
            </a:bodyPr>
            <a:lstStyle/>
            <a:p>
              <a:endParaRPr sz="2400"/>
            </a:p>
          </p:txBody>
        </p:sp>
        <p:sp>
          <p:nvSpPr>
            <p:cNvPr id="60" name="Google Shape;1986;p42"/>
            <p:cNvSpPr/>
            <p:nvPr/>
          </p:nvSpPr>
          <p:spPr>
            <a:xfrm>
              <a:off x="7595243" y="2137451"/>
              <a:ext cx="225472" cy="273354"/>
            </a:xfrm>
            <a:custGeom>
              <a:avLst/>
              <a:gdLst/>
              <a:ahLst/>
              <a:cxnLst/>
              <a:rect l="l" t="t" r="r" b="b"/>
              <a:pathLst>
                <a:path w="7035" h="8529" extrusionOk="0">
                  <a:moveTo>
                    <a:pt x="3844" y="1"/>
                  </a:moveTo>
                  <a:cubicBezTo>
                    <a:pt x="3644" y="1"/>
                    <a:pt x="3432" y="143"/>
                    <a:pt x="3393" y="392"/>
                  </a:cubicBezTo>
                  <a:cubicBezTo>
                    <a:pt x="3276" y="843"/>
                    <a:pt x="3092" y="1277"/>
                    <a:pt x="2841" y="1678"/>
                  </a:cubicBezTo>
                  <a:cubicBezTo>
                    <a:pt x="2674" y="2013"/>
                    <a:pt x="2440" y="2297"/>
                    <a:pt x="2156" y="2547"/>
                  </a:cubicBezTo>
                  <a:cubicBezTo>
                    <a:pt x="1822" y="2848"/>
                    <a:pt x="1538" y="3082"/>
                    <a:pt x="1287" y="3266"/>
                  </a:cubicBezTo>
                  <a:lnTo>
                    <a:pt x="1" y="4519"/>
                  </a:lnTo>
                  <a:lnTo>
                    <a:pt x="1170" y="8529"/>
                  </a:lnTo>
                  <a:lnTo>
                    <a:pt x="2624" y="8512"/>
                  </a:lnTo>
                  <a:cubicBezTo>
                    <a:pt x="3961" y="8378"/>
                    <a:pt x="4696" y="8362"/>
                    <a:pt x="5063" y="8011"/>
                  </a:cubicBezTo>
                  <a:cubicBezTo>
                    <a:pt x="5565" y="7543"/>
                    <a:pt x="4880" y="7075"/>
                    <a:pt x="4880" y="7075"/>
                  </a:cubicBezTo>
                  <a:cubicBezTo>
                    <a:pt x="4880" y="7075"/>
                    <a:pt x="5849" y="6741"/>
                    <a:pt x="5748" y="6156"/>
                  </a:cubicBezTo>
                  <a:cubicBezTo>
                    <a:pt x="5682" y="5755"/>
                    <a:pt x="5230" y="5722"/>
                    <a:pt x="5230" y="5722"/>
                  </a:cubicBezTo>
                  <a:cubicBezTo>
                    <a:pt x="5230" y="5722"/>
                    <a:pt x="6083" y="5388"/>
                    <a:pt x="6250" y="5037"/>
                  </a:cubicBezTo>
                  <a:cubicBezTo>
                    <a:pt x="6484" y="4552"/>
                    <a:pt x="5882" y="4302"/>
                    <a:pt x="5882" y="4302"/>
                  </a:cubicBezTo>
                  <a:cubicBezTo>
                    <a:pt x="7035" y="3583"/>
                    <a:pt x="6935" y="2881"/>
                    <a:pt x="6667" y="2815"/>
                  </a:cubicBezTo>
                  <a:cubicBezTo>
                    <a:pt x="6647" y="2809"/>
                    <a:pt x="6623" y="2807"/>
                    <a:pt x="6595" y="2807"/>
                  </a:cubicBezTo>
                  <a:cubicBezTo>
                    <a:pt x="6267" y="2807"/>
                    <a:pt x="5498" y="3149"/>
                    <a:pt x="5498" y="3149"/>
                  </a:cubicBezTo>
                  <a:cubicBezTo>
                    <a:pt x="5068" y="3270"/>
                    <a:pt x="4231" y="3522"/>
                    <a:pt x="3711" y="3522"/>
                  </a:cubicBezTo>
                  <a:cubicBezTo>
                    <a:pt x="3300" y="3522"/>
                    <a:pt x="3087" y="3366"/>
                    <a:pt x="3426" y="2865"/>
                  </a:cubicBezTo>
                  <a:cubicBezTo>
                    <a:pt x="4195" y="1728"/>
                    <a:pt x="4362" y="542"/>
                    <a:pt x="4178" y="208"/>
                  </a:cubicBezTo>
                  <a:cubicBezTo>
                    <a:pt x="4110" y="66"/>
                    <a:pt x="3980" y="1"/>
                    <a:pt x="3844" y="1"/>
                  </a:cubicBezTo>
                  <a:close/>
                </a:path>
              </a:pathLst>
            </a:custGeom>
            <a:solidFill>
              <a:srgbClr val="9B7663"/>
            </a:solidFill>
            <a:ln>
              <a:noFill/>
            </a:ln>
          </p:spPr>
          <p:txBody>
            <a:bodyPr spcFirstLastPara="1" wrap="square" lIns="121900" tIns="121900" rIns="121900" bIns="121900" anchor="ctr" anchorCtr="0">
              <a:noAutofit/>
            </a:bodyPr>
            <a:lstStyle/>
            <a:p>
              <a:endParaRPr sz="2400"/>
            </a:p>
          </p:txBody>
        </p:sp>
        <p:sp>
          <p:nvSpPr>
            <p:cNvPr id="61" name="Google Shape;1987;p42"/>
            <p:cNvSpPr/>
            <p:nvPr/>
          </p:nvSpPr>
          <p:spPr>
            <a:xfrm>
              <a:off x="6542433" y="4310762"/>
              <a:ext cx="222171" cy="275277"/>
            </a:xfrm>
            <a:custGeom>
              <a:avLst/>
              <a:gdLst/>
              <a:ahLst/>
              <a:cxnLst/>
              <a:rect l="l" t="t" r="r" b="b"/>
              <a:pathLst>
                <a:path w="6932" h="8589" extrusionOk="0">
                  <a:moveTo>
                    <a:pt x="1621" y="1"/>
                  </a:moveTo>
                  <a:lnTo>
                    <a:pt x="1" y="1421"/>
                  </a:lnTo>
                  <a:lnTo>
                    <a:pt x="218" y="1705"/>
                  </a:lnTo>
                  <a:cubicBezTo>
                    <a:pt x="1187" y="2941"/>
                    <a:pt x="5264" y="7937"/>
                    <a:pt x="6200" y="8522"/>
                  </a:cubicBezTo>
                  <a:cubicBezTo>
                    <a:pt x="6273" y="8567"/>
                    <a:pt x="6329" y="8588"/>
                    <a:pt x="6371" y="8588"/>
                  </a:cubicBezTo>
                  <a:cubicBezTo>
                    <a:pt x="6931" y="8588"/>
                    <a:pt x="4863" y="4813"/>
                    <a:pt x="4863" y="4813"/>
                  </a:cubicBezTo>
                  <a:lnTo>
                    <a:pt x="5247" y="4462"/>
                  </a:lnTo>
                  <a:lnTo>
                    <a:pt x="1621" y="1"/>
                  </a:ln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62" name="Google Shape;1988;p42"/>
            <p:cNvSpPr/>
            <p:nvPr/>
          </p:nvSpPr>
          <p:spPr>
            <a:xfrm>
              <a:off x="6544035" y="4320922"/>
              <a:ext cx="57882" cy="84644"/>
            </a:xfrm>
            <a:custGeom>
              <a:avLst/>
              <a:gdLst/>
              <a:ahLst/>
              <a:cxnLst/>
              <a:rect l="l" t="t" r="r" b="b"/>
              <a:pathLst>
                <a:path w="1806" h="2641" extrusionOk="0">
                  <a:moveTo>
                    <a:pt x="1204" y="1"/>
                  </a:moveTo>
                  <a:lnTo>
                    <a:pt x="1" y="1070"/>
                  </a:lnTo>
                  <a:lnTo>
                    <a:pt x="1337" y="2641"/>
                  </a:lnTo>
                  <a:cubicBezTo>
                    <a:pt x="1655" y="2257"/>
                    <a:pt x="1805" y="1772"/>
                    <a:pt x="1772" y="1288"/>
                  </a:cubicBezTo>
                  <a:cubicBezTo>
                    <a:pt x="1755" y="803"/>
                    <a:pt x="1555" y="352"/>
                    <a:pt x="1204" y="1"/>
                  </a:cubicBezTo>
                  <a:close/>
                </a:path>
              </a:pathLst>
            </a:custGeom>
            <a:solidFill>
              <a:schemeClr val="lt2"/>
            </a:solidFill>
            <a:ln>
              <a:noFill/>
            </a:ln>
          </p:spPr>
          <p:txBody>
            <a:bodyPr spcFirstLastPara="1" wrap="square" lIns="121900" tIns="121900" rIns="121900" bIns="121900" anchor="ctr" anchorCtr="0">
              <a:noAutofit/>
            </a:bodyPr>
            <a:lstStyle/>
            <a:p>
              <a:endParaRPr sz="2400"/>
            </a:p>
          </p:txBody>
        </p:sp>
        <p:sp>
          <p:nvSpPr>
            <p:cNvPr id="63" name="Google Shape;1989;p42"/>
            <p:cNvSpPr/>
            <p:nvPr/>
          </p:nvSpPr>
          <p:spPr>
            <a:xfrm>
              <a:off x="6542433" y="4354125"/>
              <a:ext cx="215312" cy="233004"/>
            </a:xfrm>
            <a:custGeom>
              <a:avLst/>
              <a:gdLst/>
              <a:ahLst/>
              <a:cxnLst/>
              <a:rect l="l" t="t" r="r" b="b"/>
              <a:pathLst>
                <a:path w="6718" h="7270" extrusionOk="0">
                  <a:moveTo>
                    <a:pt x="101" y="1"/>
                  </a:moveTo>
                  <a:lnTo>
                    <a:pt x="1" y="68"/>
                  </a:lnTo>
                  <a:cubicBezTo>
                    <a:pt x="1702" y="2403"/>
                    <a:pt x="6001" y="7269"/>
                    <a:pt x="6365" y="7269"/>
                  </a:cubicBezTo>
                  <a:cubicBezTo>
                    <a:pt x="6365" y="7269"/>
                    <a:pt x="6366" y="7269"/>
                    <a:pt x="6367" y="7269"/>
                  </a:cubicBezTo>
                  <a:cubicBezTo>
                    <a:pt x="6717" y="7236"/>
                    <a:pt x="5966" y="5632"/>
                    <a:pt x="5966" y="5632"/>
                  </a:cubicBezTo>
                  <a:cubicBezTo>
                    <a:pt x="5907" y="5573"/>
                    <a:pt x="5823" y="5551"/>
                    <a:pt x="5729" y="5551"/>
                  </a:cubicBezTo>
                  <a:cubicBezTo>
                    <a:pt x="5447" y="5551"/>
                    <a:pt x="5080" y="5749"/>
                    <a:pt x="5080" y="5749"/>
                  </a:cubicBezTo>
                  <a:lnTo>
                    <a:pt x="101" y="1"/>
                  </a:lnTo>
                  <a:close/>
                </a:path>
              </a:pathLst>
            </a:custGeom>
            <a:solidFill>
              <a:schemeClr val="lt2"/>
            </a:solidFill>
            <a:ln>
              <a:noFill/>
            </a:ln>
          </p:spPr>
          <p:txBody>
            <a:bodyPr spcFirstLastPara="1" wrap="square" lIns="121900" tIns="121900" rIns="121900" bIns="121900" anchor="ctr" anchorCtr="0">
              <a:noAutofit/>
            </a:bodyPr>
            <a:lstStyle/>
            <a:p>
              <a:endParaRPr sz="2400"/>
            </a:p>
          </p:txBody>
        </p:sp>
        <p:sp>
          <p:nvSpPr>
            <p:cNvPr id="64" name="Google Shape;1990;p42"/>
            <p:cNvSpPr/>
            <p:nvPr/>
          </p:nvSpPr>
          <p:spPr>
            <a:xfrm>
              <a:off x="6543523" y="4352010"/>
              <a:ext cx="205120" cy="232971"/>
            </a:xfrm>
            <a:custGeom>
              <a:avLst/>
              <a:gdLst/>
              <a:ahLst/>
              <a:cxnLst/>
              <a:rect l="l" t="t" r="r" b="b"/>
              <a:pathLst>
                <a:path w="6400" h="7269" extrusionOk="0">
                  <a:moveTo>
                    <a:pt x="0" y="0"/>
                  </a:moveTo>
                  <a:cubicBezTo>
                    <a:pt x="17" y="17"/>
                    <a:pt x="33" y="50"/>
                    <a:pt x="67" y="84"/>
                  </a:cubicBezTo>
                  <a:lnTo>
                    <a:pt x="234" y="301"/>
                  </a:lnTo>
                  <a:lnTo>
                    <a:pt x="886" y="1103"/>
                  </a:lnTo>
                  <a:cubicBezTo>
                    <a:pt x="1437" y="1788"/>
                    <a:pt x="2222" y="2707"/>
                    <a:pt x="3108" y="3709"/>
                  </a:cubicBezTo>
                  <a:cubicBezTo>
                    <a:pt x="3993" y="4729"/>
                    <a:pt x="4812" y="5614"/>
                    <a:pt x="5414" y="6249"/>
                  </a:cubicBezTo>
                  <a:cubicBezTo>
                    <a:pt x="5698" y="6550"/>
                    <a:pt x="5932" y="6800"/>
                    <a:pt x="6132" y="7001"/>
                  </a:cubicBezTo>
                  <a:lnTo>
                    <a:pt x="6333" y="7201"/>
                  </a:lnTo>
                  <a:cubicBezTo>
                    <a:pt x="6349" y="7235"/>
                    <a:pt x="6383" y="7252"/>
                    <a:pt x="6399" y="7268"/>
                  </a:cubicBezTo>
                  <a:cubicBezTo>
                    <a:pt x="6383" y="7235"/>
                    <a:pt x="6366" y="7218"/>
                    <a:pt x="6349" y="7201"/>
                  </a:cubicBezTo>
                  <a:cubicBezTo>
                    <a:pt x="6282" y="7135"/>
                    <a:pt x="6216" y="7068"/>
                    <a:pt x="6149" y="6984"/>
                  </a:cubicBezTo>
                  <a:cubicBezTo>
                    <a:pt x="5965" y="6784"/>
                    <a:pt x="5731" y="6516"/>
                    <a:pt x="5447" y="6216"/>
                  </a:cubicBezTo>
                  <a:cubicBezTo>
                    <a:pt x="4862" y="5581"/>
                    <a:pt x="4044" y="4678"/>
                    <a:pt x="3158" y="3676"/>
                  </a:cubicBezTo>
                  <a:cubicBezTo>
                    <a:pt x="2272" y="2673"/>
                    <a:pt x="1487" y="1738"/>
                    <a:pt x="919" y="1069"/>
                  </a:cubicBezTo>
                  <a:lnTo>
                    <a:pt x="251" y="284"/>
                  </a:lnTo>
                  <a:cubicBezTo>
                    <a:pt x="184" y="201"/>
                    <a:pt x="134" y="134"/>
                    <a:pt x="67" y="67"/>
                  </a:cubicBezTo>
                  <a:cubicBezTo>
                    <a:pt x="50" y="34"/>
                    <a:pt x="33" y="17"/>
                    <a:pt x="0"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5" name="Google Shape;1991;p42"/>
            <p:cNvSpPr/>
            <p:nvPr/>
          </p:nvSpPr>
          <p:spPr>
            <a:xfrm>
              <a:off x="6703100" y="4531682"/>
              <a:ext cx="32691" cy="8301"/>
            </a:xfrm>
            <a:custGeom>
              <a:avLst/>
              <a:gdLst/>
              <a:ahLst/>
              <a:cxnLst/>
              <a:rect l="l" t="t" r="r" b="b"/>
              <a:pathLst>
                <a:path w="1020" h="259" extrusionOk="0">
                  <a:moveTo>
                    <a:pt x="622" y="1"/>
                  </a:moveTo>
                  <a:cubicBezTo>
                    <a:pt x="392" y="1"/>
                    <a:pt x="169" y="89"/>
                    <a:pt x="0" y="259"/>
                  </a:cubicBezTo>
                  <a:cubicBezTo>
                    <a:pt x="217" y="126"/>
                    <a:pt x="468" y="63"/>
                    <a:pt x="722" y="63"/>
                  </a:cubicBezTo>
                  <a:cubicBezTo>
                    <a:pt x="822" y="63"/>
                    <a:pt x="921" y="73"/>
                    <a:pt x="1019" y="92"/>
                  </a:cubicBezTo>
                  <a:cubicBezTo>
                    <a:pt x="891" y="30"/>
                    <a:pt x="755" y="1"/>
                    <a:pt x="622"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6" name="Google Shape;1992;p42"/>
            <p:cNvSpPr/>
            <p:nvPr/>
          </p:nvSpPr>
          <p:spPr>
            <a:xfrm>
              <a:off x="6687555" y="4478287"/>
              <a:ext cx="18236" cy="3686"/>
            </a:xfrm>
            <a:custGeom>
              <a:avLst/>
              <a:gdLst/>
              <a:ahLst/>
              <a:cxnLst/>
              <a:rect l="l" t="t" r="r" b="b"/>
              <a:pathLst>
                <a:path w="569" h="115" extrusionOk="0">
                  <a:moveTo>
                    <a:pt x="443" y="1"/>
                  </a:moveTo>
                  <a:cubicBezTo>
                    <a:pt x="387" y="1"/>
                    <a:pt x="333" y="10"/>
                    <a:pt x="285" y="20"/>
                  </a:cubicBezTo>
                  <a:cubicBezTo>
                    <a:pt x="118" y="53"/>
                    <a:pt x="1" y="87"/>
                    <a:pt x="1" y="104"/>
                  </a:cubicBezTo>
                  <a:cubicBezTo>
                    <a:pt x="42" y="110"/>
                    <a:pt x="84" y="115"/>
                    <a:pt x="124" y="115"/>
                  </a:cubicBezTo>
                  <a:cubicBezTo>
                    <a:pt x="181" y="115"/>
                    <a:pt x="236" y="106"/>
                    <a:pt x="285" y="87"/>
                  </a:cubicBezTo>
                  <a:cubicBezTo>
                    <a:pt x="435" y="70"/>
                    <a:pt x="569" y="37"/>
                    <a:pt x="569" y="20"/>
                  </a:cubicBezTo>
                  <a:cubicBezTo>
                    <a:pt x="526" y="6"/>
                    <a:pt x="484" y="1"/>
                    <a:pt x="443"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7" name="Google Shape;1993;p42"/>
            <p:cNvSpPr/>
            <p:nvPr/>
          </p:nvSpPr>
          <p:spPr>
            <a:xfrm>
              <a:off x="6683805" y="4464602"/>
              <a:ext cx="15576" cy="2949"/>
            </a:xfrm>
            <a:custGeom>
              <a:avLst/>
              <a:gdLst/>
              <a:ahLst/>
              <a:cxnLst/>
              <a:rect l="l" t="t" r="r" b="b"/>
              <a:pathLst>
                <a:path w="486" h="92" extrusionOk="0">
                  <a:moveTo>
                    <a:pt x="74" y="0"/>
                  </a:moveTo>
                  <a:cubicBezTo>
                    <a:pt x="30" y="0"/>
                    <a:pt x="1" y="4"/>
                    <a:pt x="1" y="13"/>
                  </a:cubicBezTo>
                  <a:cubicBezTo>
                    <a:pt x="1" y="46"/>
                    <a:pt x="101" y="63"/>
                    <a:pt x="235" y="79"/>
                  </a:cubicBezTo>
                  <a:cubicBezTo>
                    <a:pt x="301" y="88"/>
                    <a:pt x="360" y="92"/>
                    <a:pt x="402" y="92"/>
                  </a:cubicBezTo>
                  <a:cubicBezTo>
                    <a:pt x="443" y="92"/>
                    <a:pt x="469" y="88"/>
                    <a:pt x="469" y="79"/>
                  </a:cubicBezTo>
                  <a:cubicBezTo>
                    <a:pt x="485" y="63"/>
                    <a:pt x="368" y="29"/>
                    <a:pt x="235" y="13"/>
                  </a:cubicBezTo>
                  <a:cubicBezTo>
                    <a:pt x="176" y="4"/>
                    <a:pt x="118" y="0"/>
                    <a:pt x="74"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8" name="Google Shape;1994;p42"/>
            <p:cNvSpPr/>
            <p:nvPr/>
          </p:nvSpPr>
          <p:spPr>
            <a:xfrm>
              <a:off x="6690247" y="4446718"/>
              <a:ext cx="13397" cy="14615"/>
            </a:xfrm>
            <a:custGeom>
              <a:avLst/>
              <a:gdLst/>
              <a:ahLst/>
              <a:cxnLst/>
              <a:rect l="l" t="t" r="r" b="b"/>
              <a:pathLst>
                <a:path w="418" h="456" extrusionOk="0">
                  <a:moveTo>
                    <a:pt x="19" y="1"/>
                  </a:moveTo>
                  <a:cubicBezTo>
                    <a:pt x="17" y="1"/>
                    <a:pt x="17" y="1"/>
                    <a:pt x="17" y="2"/>
                  </a:cubicBezTo>
                  <a:cubicBezTo>
                    <a:pt x="0" y="19"/>
                    <a:pt x="67" y="119"/>
                    <a:pt x="184" y="253"/>
                  </a:cubicBezTo>
                  <a:cubicBezTo>
                    <a:pt x="277" y="361"/>
                    <a:pt x="370" y="455"/>
                    <a:pt x="396" y="455"/>
                  </a:cubicBezTo>
                  <a:cubicBezTo>
                    <a:pt x="398" y="455"/>
                    <a:pt x="400" y="455"/>
                    <a:pt x="401" y="454"/>
                  </a:cubicBezTo>
                  <a:cubicBezTo>
                    <a:pt x="418" y="437"/>
                    <a:pt x="334" y="337"/>
                    <a:pt x="234" y="203"/>
                  </a:cubicBezTo>
                  <a:cubicBezTo>
                    <a:pt x="126" y="95"/>
                    <a:pt x="32" y="1"/>
                    <a:pt x="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69" name="Google Shape;1995;p42"/>
            <p:cNvSpPr/>
            <p:nvPr/>
          </p:nvSpPr>
          <p:spPr>
            <a:xfrm>
              <a:off x="6697747" y="4436077"/>
              <a:ext cx="13397" cy="17756"/>
            </a:xfrm>
            <a:custGeom>
              <a:avLst/>
              <a:gdLst/>
              <a:ahLst/>
              <a:cxnLst/>
              <a:rect l="l" t="t" r="r" b="b"/>
              <a:pathLst>
                <a:path w="418" h="554" extrusionOk="0">
                  <a:moveTo>
                    <a:pt x="0" y="0"/>
                  </a:moveTo>
                  <a:cubicBezTo>
                    <a:pt x="17" y="117"/>
                    <a:pt x="67" y="234"/>
                    <a:pt x="134" y="318"/>
                  </a:cubicBezTo>
                  <a:cubicBezTo>
                    <a:pt x="242" y="457"/>
                    <a:pt x="365" y="554"/>
                    <a:pt x="396" y="554"/>
                  </a:cubicBezTo>
                  <a:cubicBezTo>
                    <a:pt x="398" y="554"/>
                    <a:pt x="400" y="553"/>
                    <a:pt x="401" y="552"/>
                  </a:cubicBezTo>
                  <a:cubicBezTo>
                    <a:pt x="418" y="535"/>
                    <a:pt x="301" y="435"/>
                    <a:pt x="201" y="284"/>
                  </a:cubicBezTo>
                  <a:cubicBezTo>
                    <a:pt x="84" y="134"/>
                    <a:pt x="17" y="0"/>
                    <a:pt x="0"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0" name="Google Shape;1996;p42"/>
            <p:cNvSpPr/>
            <p:nvPr/>
          </p:nvSpPr>
          <p:spPr>
            <a:xfrm>
              <a:off x="6702555" y="4474601"/>
              <a:ext cx="33781" cy="21281"/>
            </a:xfrm>
            <a:custGeom>
              <a:avLst/>
              <a:gdLst/>
              <a:ahLst/>
              <a:cxnLst/>
              <a:rect l="l" t="t" r="r" b="b"/>
              <a:pathLst>
                <a:path w="1054" h="664" extrusionOk="0">
                  <a:moveTo>
                    <a:pt x="351" y="51"/>
                  </a:moveTo>
                  <a:cubicBezTo>
                    <a:pt x="468" y="51"/>
                    <a:pt x="602" y="85"/>
                    <a:pt x="702" y="152"/>
                  </a:cubicBezTo>
                  <a:cubicBezTo>
                    <a:pt x="836" y="235"/>
                    <a:pt x="936" y="352"/>
                    <a:pt x="970" y="503"/>
                  </a:cubicBezTo>
                  <a:cubicBezTo>
                    <a:pt x="983" y="567"/>
                    <a:pt x="945" y="592"/>
                    <a:pt x="889" y="592"/>
                  </a:cubicBezTo>
                  <a:cubicBezTo>
                    <a:pt x="873" y="592"/>
                    <a:pt x="855" y="590"/>
                    <a:pt x="836" y="586"/>
                  </a:cubicBezTo>
                  <a:cubicBezTo>
                    <a:pt x="769" y="553"/>
                    <a:pt x="702" y="519"/>
                    <a:pt x="635" y="486"/>
                  </a:cubicBezTo>
                  <a:cubicBezTo>
                    <a:pt x="518" y="419"/>
                    <a:pt x="418" y="352"/>
                    <a:pt x="318" y="269"/>
                  </a:cubicBezTo>
                  <a:cubicBezTo>
                    <a:pt x="226" y="202"/>
                    <a:pt x="160" y="140"/>
                    <a:pt x="114" y="96"/>
                  </a:cubicBezTo>
                  <a:lnTo>
                    <a:pt x="114" y="96"/>
                  </a:lnTo>
                  <a:cubicBezTo>
                    <a:pt x="193" y="74"/>
                    <a:pt x="272" y="63"/>
                    <a:pt x="351" y="51"/>
                  </a:cubicBezTo>
                  <a:close/>
                  <a:moveTo>
                    <a:pt x="388" y="0"/>
                  </a:moveTo>
                  <a:cubicBezTo>
                    <a:pt x="376" y="0"/>
                    <a:pt x="364" y="1"/>
                    <a:pt x="351" y="1"/>
                  </a:cubicBezTo>
                  <a:cubicBezTo>
                    <a:pt x="256" y="17"/>
                    <a:pt x="175" y="33"/>
                    <a:pt x="95" y="78"/>
                  </a:cubicBezTo>
                  <a:lnTo>
                    <a:pt x="95" y="78"/>
                  </a:lnTo>
                  <a:cubicBezTo>
                    <a:pt x="66" y="50"/>
                    <a:pt x="47" y="33"/>
                    <a:pt x="38" y="33"/>
                  </a:cubicBezTo>
                  <a:cubicBezTo>
                    <a:pt x="36" y="33"/>
                    <a:pt x="35" y="34"/>
                    <a:pt x="34" y="35"/>
                  </a:cubicBezTo>
                  <a:cubicBezTo>
                    <a:pt x="46" y="53"/>
                    <a:pt x="59" y="72"/>
                    <a:pt x="73" y="90"/>
                  </a:cubicBezTo>
                  <a:lnTo>
                    <a:pt x="73" y="90"/>
                  </a:lnTo>
                  <a:cubicBezTo>
                    <a:pt x="15" y="120"/>
                    <a:pt x="0" y="135"/>
                    <a:pt x="0" y="135"/>
                  </a:cubicBezTo>
                  <a:cubicBezTo>
                    <a:pt x="28" y="123"/>
                    <a:pt x="56" y="113"/>
                    <a:pt x="83" y="105"/>
                  </a:cubicBezTo>
                  <a:lnTo>
                    <a:pt x="83" y="105"/>
                  </a:lnTo>
                  <a:cubicBezTo>
                    <a:pt x="141" y="180"/>
                    <a:pt x="208" y="251"/>
                    <a:pt x="285" y="302"/>
                  </a:cubicBezTo>
                  <a:cubicBezTo>
                    <a:pt x="385" y="402"/>
                    <a:pt x="485" y="469"/>
                    <a:pt x="602" y="536"/>
                  </a:cubicBezTo>
                  <a:cubicBezTo>
                    <a:pt x="669" y="586"/>
                    <a:pt x="752" y="620"/>
                    <a:pt x="819" y="653"/>
                  </a:cubicBezTo>
                  <a:cubicBezTo>
                    <a:pt x="840" y="660"/>
                    <a:pt x="861" y="664"/>
                    <a:pt x="882" y="664"/>
                  </a:cubicBezTo>
                  <a:cubicBezTo>
                    <a:pt x="911" y="664"/>
                    <a:pt x="940" y="656"/>
                    <a:pt x="970" y="636"/>
                  </a:cubicBezTo>
                  <a:cubicBezTo>
                    <a:pt x="1020" y="620"/>
                    <a:pt x="1053" y="553"/>
                    <a:pt x="1036" y="503"/>
                  </a:cubicBezTo>
                  <a:cubicBezTo>
                    <a:pt x="956" y="197"/>
                    <a:pt x="691" y="0"/>
                    <a:pt x="388"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1" name="Google Shape;1997;p42"/>
            <p:cNvSpPr/>
            <p:nvPr/>
          </p:nvSpPr>
          <p:spPr>
            <a:xfrm>
              <a:off x="6703612" y="4453577"/>
              <a:ext cx="14519" cy="24839"/>
            </a:xfrm>
            <a:custGeom>
              <a:avLst/>
              <a:gdLst/>
              <a:ahLst/>
              <a:cxnLst/>
              <a:rect l="l" t="t" r="r" b="b"/>
              <a:pathLst>
                <a:path w="453" h="775" extrusionOk="0">
                  <a:moveTo>
                    <a:pt x="264" y="0"/>
                  </a:moveTo>
                  <a:cubicBezTo>
                    <a:pt x="221" y="0"/>
                    <a:pt x="181" y="17"/>
                    <a:pt x="151" y="56"/>
                  </a:cubicBezTo>
                  <a:cubicBezTo>
                    <a:pt x="101" y="106"/>
                    <a:pt x="84" y="156"/>
                    <a:pt x="68" y="206"/>
                  </a:cubicBezTo>
                  <a:cubicBezTo>
                    <a:pt x="34" y="306"/>
                    <a:pt x="18" y="390"/>
                    <a:pt x="18" y="490"/>
                  </a:cubicBezTo>
                  <a:cubicBezTo>
                    <a:pt x="1" y="574"/>
                    <a:pt x="18" y="657"/>
                    <a:pt x="34" y="741"/>
                  </a:cubicBezTo>
                  <a:cubicBezTo>
                    <a:pt x="51" y="741"/>
                    <a:pt x="34" y="641"/>
                    <a:pt x="68" y="490"/>
                  </a:cubicBezTo>
                  <a:cubicBezTo>
                    <a:pt x="68" y="407"/>
                    <a:pt x="101" y="323"/>
                    <a:pt x="118" y="240"/>
                  </a:cubicBezTo>
                  <a:cubicBezTo>
                    <a:pt x="144" y="160"/>
                    <a:pt x="203" y="70"/>
                    <a:pt x="259" y="70"/>
                  </a:cubicBezTo>
                  <a:cubicBezTo>
                    <a:pt x="274" y="70"/>
                    <a:pt x="288" y="76"/>
                    <a:pt x="302" y="89"/>
                  </a:cubicBezTo>
                  <a:cubicBezTo>
                    <a:pt x="369" y="173"/>
                    <a:pt x="369" y="273"/>
                    <a:pt x="352" y="373"/>
                  </a:cubicBezTo>
                  <a:cubicBezTo>
                    <a:pt x="335" y="457"/>
                    <a:pt x="285" y="540"/>
                    <a:pt x="235" y="607"/>
                  </a:cubicBezTo>
                  <a:cubicBezTo>
                    <a:pt x="185" y="657"/>
                    <a:pt x="118" y="724"/>
                    <a:pt x="51" y="774"/>
                  </a:cubicBezTo>
                  <a:cubicBezTo>
                    <a:pt x="135" y="758"/>
                    <a:pt x="218" y="707"/>
                    <a:pt x="268" y="641"/>
                  </a:cubicBezTo>
                  <a:cubicBezTo>
                    <a:pt x="335" y="557"/>
                    <a:pt x="385" y="474"/>
                    <a:pt x="402" y="390"/>
                  </a:cubicBezTo>
                  <a:cubicBezTo>
                    <a:pt x="452" y="256"/>
                    <a:pt x="435" y="123"/>
                    <a:pt x="352" y="22"/>
                  </a:cubicBezTo>
                  <a:cubicBezTo>
                    <a:pt x="324" y="9"/>
                    <a:pt x="294" y="0"/>
                    <a:pt x="264"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2" name="Google Shape;1998;p42"/>
            <p:cNvSpPr/>
            <p:nvPr/>
          </p:nvSpPr>
          <p:spPr>
            <a:xfrm>
              <a:off x="6583136" y="4321467"/>
              <a:ext cx="25736" cy="83042"/>
            </a:xfrm>
            <a:custGeom>
              <a:avLst/>
              <a:gdLst/>
              <a:ahLst/>
              <a:cxnLst/>
              <a:rect l="l" t="t" r="r" b="b"/>
              <a:pathLst>
                <a:path w="803" h="2591" extrusionOk="0">
                  <a:moveTo>
                    <a:pt x="17" y="1"/>
                  </a:moveTo>
                  <a:lnTo>
                    <a:pt x="17" y="1"/>
                  </a:lnTo>
                  <a:cubicBezTo>
                    <a:pt x="0" y="17"/>
                    <a:pt x="134" y="118"/>
                    <a:pt x="285" y="335"/>
                  </a:cubicBezTo>
                  <a:cubicBezTo>
                    <a:pt x="686" y="886"/>
                    <a:pt x="719" y="1638"/>
                    <a:pt x="385" y="2240"/>
                  </a:cubicBezTo>
                  <a:cubicBezTo>
                    <a:pt x="251" y="2474"/>
                    <a:pt x="134" y="2574"/>
                    <a:pt x="151" y="2591"/>
                  </a:cubicBezTo>
                  <a:cubicBezTo>
                    <a:pt x="151" y="2591"/>
                    <a:pt x="184" y="2574"/>
                    <a:pt x="234" y="2507"/>
                  </a:cubicBezTo>
                  <a:cubicBezTo>
                    <a:pt x="301" y="2440"/>
                    <a:pt x="368" y="2357"/>
                    <a:pt x="418" y="2256"/>
                  </a:cubicBezTo>
                  <a:cubicBezTo>
                    <a:pt x="802" y="1655"/>
                    <a:pt x="752" y="870"/>
                    <a:pt x="318" y="301"/>
                  </a:cubicBezTo>
                  <a:cubicBezTo>
                    <a:pt x="268" y="218"/>
                    <a:pt x="184" y="134"/>
                    <a:pt x="117" y="68"/>
                  </a:cubicBezTo>
                  <a:cubicBezTo>
                    <a:pt x="51" y="17"/>
                    <a:pt x="17" y="1"/>
                    <a:pt x="17"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3" name="Google Shape;1999;p42"/>
            <p:cNvSpPr/>
            <p:nvPr/>
          </p:nvSpPr>
          <p:spPr>
            <a:xfrm>
              <a:off x="6615795" y="4410886"/>
              <a:ext cx="35383" cy="40223"/>
            </a:xfrm>
            <a:custGeom>
              <a:avLst/>
              <a:gdLst/>
              <a:ahLst/>
              <a:cxnLst/>
              <a:rect l="l" t="t" r="r" b="b"/>
              <a:pathLst>
                <a:path w="1104" h="1255" extrusionOk="0">
                  <a:moveTo>
                    <a:pt x="2" y="0"/>
                  </a:moveTo>
                  <a:cubicBezTo>
                    <a:pt x="2" y="0"/>
                    <a:pt x="1" y="1"/>
                    <a:pt x="1" y="1"/>
                  </a:cubicBezTo>
                  <a:cubicBezTo>
                    <a:pt x="285" y="486"/>
                    <a:pt x="652" y="903"/>
                    <a:pt x="1103" y="1254"/>
                  </a:cubicBezTo>
                  <a:cubicBezTo>
                    <a:pt x="1103" y="1237"/>
                    <a:pt x="836" y="987"/>
                    <a:pt x="535" y="636"/>
                  </a:cubicBezTo>
                  <a:cubicBezTo>
                    <a:pt x="243" y="294"/>
                    <a:pt x="29" y="0"/>
                    <a:pt x="2"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4" name="Google Shape;2000;p42"/>
            <p:cNvSpPr/>
            <p:nvPr/>
          </p:nvSpPr>
          <p:spPr>
            <a:xfrm>
              <a:off x="6586886" y="4384060"/>
              <a:ext cx="5929" cy="10384"/>
            </a:xfrm>
            <a:custGeom>
              <a:avLst/>
              <a:gdLst/>
              <a:ahLst/>
              <a:cxnLst/>
              <a:rect l="l" t="t" r="r" b="b"/>
              <a:pathLst>
                <a:path w="185" h="324" extrusionOk="0">
                  <a:moveTo>
                    <a:pt x="163" y="0"/>
                  </a:moveTo>
                  <a:cubicBezTo>
                    <a:pt x="145" y="0"/>
                    <a:pt x="114" y="77"/>
                    <a:pt x="84" y="153"/>
                  </a:cubicBezTo>
                  <a:cubicBezTo>
                    <a:pt x="51" y="237"/>
                    <a:pt x="0" y="303"/>
                    <a:pt x="17" y="320"/>
                  </a:cubicBezTo>
                  <a:cubicBezTo>
                    <a:pt x="19" y="322"/>
                    <a:pt x="22" y="323"/>
                    <a:pt x="26" y="323"/>
                  </a:cubicBezTo>
                  <a:cubicBezTo>
                    <a:pt x="51" y="323"/>
                    <a:pt x="107" y="274"/>
                    <a:pt x="151" y="186"/>
                  </a:cubicBezTo>
                  <a:cubicBezTo>
                    <a:pt x="184" y="86"/>
                    <a:pt x="184" y="3"/>
                    <a:pt x="168" y="3"/>
                  </a:cubicBezTo>
                  <a:cubicBezTo>
                    <a:pt x="166" y="1"/>
                    <a:pt x="164" y="0"/>
                    <a:pt x="163"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5" name="Google Shape;2001;p42"/>
            <p:cNvSpPr/>
            <p:nvPr/>
          </p:nvSpPr>
          <p:spPr>
            <a:xfrm>
              <a:off x="6594386" y="4362715"/>
              <a:ext cx="2179" cy="9647"/>
            </a:xfrm>
            <a:custGeom>
              <a:avLst/>
              <a:gdLst/>
              <a:ahLst/>
              <a:cxnLst/>
              <a:rect l="l" t="t" r="r" b="b"/>
              <a:pathLst>
                <a:path w="68" h="301" extrusionOk="0">
                  <a:moveTo>
                    <a:pt x="50" y="0"/>
                  </a:moveTo>
                  <a:cubicBezTo>
                    <a:pt x="17" y="0"/>
                    <a:pt x="0" y="67"/>
                    <a:pt x="0" y="151"/>
                  </a:cubicBezTo>
                  <a:cubicBezTo>
                    <a:pt x="0" y="234"/>
                    <a:pt x="0" y="301"/>
                    <a:pt x="17" y="301"/>
                  </a:cubicBezTo>
                  <a:cubicBezTo>
                    <a:pt x="34" y="301"/>
                    <a:pt x="67" y="234"/>
                    <a:pt x="67" y="151"/>
                  </a:cubicBezTo>
                  <a:cubicBezTo>
                    <a:pt x="67" y="67"/>
                    <a:pt x="67" y="0"/>
                    <a:pt x="50"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6" name="Google Shape;2002;p42"/>
            <p:cNvSpPr/>
            <p:nvPr/>
          </p:nvSpPr>
          <p:spPr>
            <a:xfrm>
              <a:off x="6588489" y="4342780"/>
              <a:ext cx="5929" cy="10320"/>
            </a:xfrm>
            <a:custGeom>
              <a:avLst/>
              <a:gdLst/>
              <a:ahLst/>
              <a:cxnLst/>
              <a:rect l="l" t="t" r="r" b="b"/>
              <a:pathLst>
                <a:path w="185" h="322" extrusionOk="0">
                  <a:moveTo>
                    <a:pt x="21" y="1"/>
                  </a:moveTo>
                  <a:cubicBezTo>
                    <a:pt x="19" y="1"/>
                    <a:pt x="17" y="2"/>
                    <a:pt x="17" y="4"/>
                  </a:cubicBezTo>
                  <a:lnTo>
                    <a:pt x="1" y="4"/>
                  </a:lnTo>
                  <a:cubicBezTo>
                    <a:pt x="1" y="21"/>
                    <a:pt x="51" y="88"/>
                    <a:pt x="84" y="171"/>
                  </a:cubicBezTo>
                  <a:cubicBezTo>
                    <a:pt x="118" y="238"/>
                    <a:pt x="118" y="322"/>
                    <a:pt x="134" y="322"/>
                  </a:cubicBezTo>
                  <a:cubicBezTo>
                    <a:pt x="168" y="322"/>
                    <a:pt x="184" y="238"/>
                    <a:pt x="151" y="138"/>
                  </a:cubicBezTo>
                  <a:cubicBezTo>
                    <a:pt x="107" y="50"/>
                    <a:pt x="38" y="1"/>
                    <a:pt x="21"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7" name="Google Shape;2003;p42"/>
            <p:cNvSpPr/>
            <p:nvPr/>
          </p:nvSpPr>
          <p:spPr>
            <a:xfrm>
              <a:off x="6581534" y="4376556"/>
              <a:ext cx="3782" cy="5897"/>
            </a:xfrm>
            <a:custGeom>
              <a:avLst/>
              <a:gdLst/>
              <a:ahLst/>
              <a:cxnLst/>
              <a:rect l="l" t="t" r="r" b="b"/>
              <a:pathLst>
                <a:path w="118" h="184" extrusionOk="0">
                  <a:moveTo>
                    <a:pt x="34" y="0"/>
                  </a:moveTo>
                  <a:cubicBezTo>
                    <a:pt x="17" y="17"/>
                    <a:pt x="0" y="67"/>
                    <a:pt x="34" y="100"/>
                  </a:cubicBezTo>
                  <a:cubicBezTo>
                    <a:pt x="50" y="150"/>
                    <a:pt x="67" y="184"/>
                    <a:pt x="84" y="184"/>
                  </a:cubicBezTo>
                  <a:cubicBezTo>
                    <a:pt x="117" y="167"/>
                    <a:pt x="117" y="134"/>
                    <a:pt x="84" y="84"/>
                  </a:cubicBezTo>
                  <a:cubicBezTo>
                    <a:pt x="67" y="33"/>
                    <a:pt x="50" y="0"/>
                    <a:pt x="34"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79" name="Google Shape;2005;p42"/>
            <p:cNvSpPr/>
            <p:nvPr/>
          </p:nvSpPr>
          <p:spPr>
            <a:xfrm>
              <a:off x="7565277" y="4605301"/>
              <a:ext cx="341140" cy="70414"/>
            </a:xfrm>
            <a:custGeom>
              <a:avLst/>
              <a:gdLst/>
              <a:ahLst/>
              <a:cxnLst/>
              <a:rect l="l" t="t" r="r" b="b"/>
              <a:pathLst>
                <a:path w="10644" h="2197" extrusionOk="0">
                  <a:moveTo>
                    <a:pt x="0" y="0"/>
                  </a:moveTo>
                  <a:lnTo>
                    <a:pt x="67" y="2172"/>
                  </a:lnTo>
                  <a:lnTo>
                    <a:pt x="418" y="2189"/>
                  </a:lnTo>
                  <a:cubicBezTo>
                    <a:pt x="756" y="2193"/>
                    <a:pt x="1315" y="2196"/>
                    <a:pt x="1995" y="2196"/>
                  </a:cubicBezTo>
                  <a:cubicBezTo>
                    <a:pt x="4503" y="2196"/>
                    <a:pt x="8662" y="2148"/>
                    <a:pt x="9490" y="1872"/>
                  </a:cubicBezTo>
                  <a:cubicBezTo>
                    <a:pt x="10643" y="1471"/>
                    <a:pt x="5764" y="552"/>
                    <a:pt x="5764" y="552"/>
                  </a:cubicBezTo>
                  <a:lnTo>
                    <a:pt x="5748" y="34"/>
                  </a:lnTo>
                  <a:lnTo>
                    <a:pt x="0" y="0"/>
                  </a:ln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80" name="Google Shape;2006;p42"/>
            <p:cNvSpPr/>
            <p:nvPr/>
          </p:nvSpPr>
          <p:spPr>
            <a:xfrm>
              <a:off x="7565789" y="4621006"/>
              <a:ext cx="68042" cy="51248"/>
            </a:xfrm>
            <a:custGeom>
              <a:avLst/>
              <a:gdLst/>
              <a:ahLst/>
              <a:cxnLst/>
              <a:rect l="l" t="t" r="r" b="b"/>
              <a:pathLst>
                <a:path w="2123" h="1599" extrusionOk="0">
                  <a:moveTo>
                    <a:pt x="210" y="0"/>
                  </a:moveTo>
                  <a:cubicBezTo>
                    <a:pt x="140" y="0"/>
                    <a:pt x="70" y="4"/>
                    <a:pt x="1" y="11"/>
                  </a:cubicBezTo>
                  <a:lnTo>
                    <a:pt x="51" y="1599"/>
                  </a:lnTo>
                  <a:lnTo>
                    <a:pt x="2123" y="1565"/>
                  </a:lnTo>
                  <a:cubicBezTo>
                    <a:pt x="2022" y="1081"/>
                    <a:pt x="1738" y="663"/>
                    <a:pt x="1337" y="379"/>
                  </a:cubicBezTo>
                  <a:cubicBezTo>
                    <a:pt x="1010" y="123"/>
                    <a:pt x="611" y="0"/>
                    <a:pt x="210" y="0"/>
                  </a:cubicBezTo>
                  <a:close/>
                </a:path>
              </a:pathLst>
            </a:custGeom>
            <a:solidFill>
              <a:schemeClr val="lt2"/>
            </a:solidFill>
            <a:ln>
              <a:noFill/>
            </a:ln>
          </p:spPr>
          <p:txBody>
            <a:bodyPr spcFirstLastPara="1" wrap="square" lIns="121900" tIns="121900" rIns="121900" bIns="121900" anchor="ctr" anchorCtr="0">
              <a:noAutofit/>
            </a:bodyPr>
            <a:lstStyle/>
            <a:p>
              <a:endParaRPr sz="2400"/>
            </a:p>
          </p:txBody>
        </p:sp>
        <p:sp>
          <p:nvSpPr>
            <p:cNvPr id="81" name="Google Shape;2007;p42"/>
            <p:cNvSpPr/>
            <p:nvPr/>
          </p:nvSpPr>
          <p:spPr>
            <a:xfrm>
              <a:off x="7567392" y="4640108"/>
              <a:ext cx="314378" cy="36345"/>
            </a:xfrm>
            <a:custGeom>
              <a:avLst/>
              <a:gdLst/>
              <a:ahLst/>
              <a:cxnLst/>
              <a:rect l="l" t="t" r="r" b="b"/>
              <a:pathLst>
                <a:path w="9809" h="1134" extrusionOk="0">
                  <a:moveTo>
                    <a:pt x="8088" y="0"/>
                  </a:moveTo>
                  <a:cubicBezTo>
                    <a:pt x="7754" y="34"/>
                    <a:pt x="7603" y="752"/>
                    <a:pt x="7603" y="752"/>
                  </a:cubicBezTo>
                  <a:lnTo>
                    <a:pt x="1" y="953"/>
                  </a:lnTo>
                  <a:lnTo>
                    <a:pt x="1" y="1086"/>
                  </a:lnTo>
                  <a:cubicBezTo>
                    <a:pt x="625" y="1119"/>
                    <a:pt x="1417" y="1133"/>
                    <a:pt x="2278" y="1133"/>
                  </a:cubicBezTo>
                  <a:cubicBezTo>
                    <a:pt x="5405" y="1133"/>
                    <a:pt x="9438" y="941"/>
                    <a:pt x="9608" y="719"/>
                  </a:cubicBezTo>
                  <a:cubicBezTo>
                    <a:pt x="9809" y="435"/>
                    <a:pt x="8088" y="0"/>
                    <a:pt x="8088" y="0"/>
                  </a:cubicBezTo>
                  <a:close/>
                </a:path>
              </a:pathLst>
            </a:custGeom>
            <a:solidFill>
              <a:schemeClr val="lt2"/>
            </a:solidFill>
            <a:ln>
              <a:noFill/>
            </a:ln>
          </p:spPr>
          <p:txBody>
            <a:bodyPr spcFirstLastPara="1" wrap="square" lIns="121900" tIns="121900" rIns="121900" bIns="121900" anchor="ctr" anchorCtr="0">
              <a:noAutofit/>
            </a:bodyPr>
            <a:lstStyle/>
            <a:p>
              <a:endParaRPr sz="2400"/>
            </a:p>
          </p:txBody>
        </p:sp>
        <p:sp>
          <p:nvSpPr>
            <p:cNvPr id="82" name="Google Shape;2008;p42"/>
            <p:cNvSpPr/>
            <p:nvPr/>
          </p:nvSpPr>
          <p:spPr>
            <a:xfrm>
              <a:off x="7564732" y="4659915"/>
              <a:ext cx="310084" cy="11826"/>
            </a:xfrm>
            <a:custGeom>
              <a:avLst/>
              <a:gdLst/>
              <a:ahLst/>
              <a:cxnLst/>
              <a:rect l="l" t="t" r="r" b="b"/>
              <a:pathLst>
                <a:path w="9675" h="369" extrusionOk="0">
                  <a:moveTo>
                    <a:pt x="9591" y="0"/>
                  </a:moveTo>
                  <a:lnTo>
                    <a:pt x="9307" y="17"/>
                  </a:lnTo>
                  <a:lnTo>
                    <a:pt x="8271" y="84"/>
                  </a:lnTo>
                  <a:cubicBezTo>
                    <a:pt x="7385" y="117"/>
                    <a:pt x="6182" y="184"/>
                    <a:pt x="4846" y="234"/>
                  </a:cubicBezTo>
                  <a:cubicBezTo>
                    <a:pt x="3509" y="285"/>
                    <a:pt x="2289" y="301"/>
                    <a:pt x="1421" y="318"/>
                  </a:cubicBezTo>
                  <a:lnTo>
                    <a:pt x="385" y="335"/>
                  </a:lnTo>
                  <a:lnTo>
                    <a:pt x="0" y="335"/>
                  </a:lnTo>
                  <a:cubicBezTo>
                    <a:pt x="34" y="351"/>
                    <a:pt x="67" y="351"/>
                    <a:pt x="101" y="351"/>
                  </a:cubicBezTo>
                  <a:lnTo>
                    <a:pt x="385" y="351"/>
                  </a:lnTo>
                  <a:cubicBezTo>
                    <a:pt x="669" y="351"/>
                    <a:pt x="1003" y="351"/>
                    <a:pt x="1421" y="368"/>
                  </a:cubicBezTo>
                  <a:cubicBezTo>
                    <a:pt x="2289" y="368"/>
                    <a:pt x="3509" y="351"/>
                    <a:pt x="4846" y="301"/>
                  </a:cubicBezTo>
                  <a:cubicBezTo>
                    <a:pt x="6182" y="251"/>
                    <a:pt x="7385" y="184"/>
                    <a:pt x="8271" y="117"/>
                  </a:cubicBezTo>
                  <a:lnTo>
                    <a:pt x="9307" y="51"/>
                  </a:lnTo>
                  <a:lnTo>
                    <a:pt x="9591" y="17"/>
                  </a:lnTo>
                  <a:cubicBezTo>
                    <a:pt x="9624" y="17"/>
                    <a:pt x="9658" y="17"/>
                    <a:pt x="9675"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3" name="Google Shape;2009;p42"/>
            <p:cNvSpPr/>
            <p:nvPr/>
          </p:nvSpPr>
          <p:spPr>
            <a:xfrm>
              <a:off x="7809978" y="4637960"/>
              <a:ext cx="17724" cy="28941"/>
            </a:xfrm>
            <a:custGeom>
              <a:avLst/>
              <a:gdLst/>
              <a:ahLst/>
              <a:cxnLst/>
              <a:rect l="l" t="t" r="r" b="b"/>
              <a:pathLst>
                <a:path w="553" h="903" extrusionOk="0">
                  <a:moveTo>
                    <a:pt x="552" y="0"/>
                  </a:moveTo>
                  <a:lnTo>
                    <a:pt x="552" y="0"/>
                  </a:lnTo>
                  <a:cubicBezTo>
                    <a:pt x="218" y="167"/>
                    <a:pt x="1" y="535"/>
                    <a:pt x="34" y="903"/>
                  </a:cubicBezTo>
                  <a:cubicBezTo>
                    <a:pt x="84" y="736"/>
                    <a:pt x="134" y="569"/>
                    <a:pt x="218" y="401"/>
                  </a:cubicBezTo>
                  <a:cubicBezTo>
                    <a:pt x="318" y="268"/>
                    <a:pt x="435" y="117"/>
                    <a:pt x="552"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4" name="Google Shape;2010;p42"/>
            <p:cNvSpPr/>
            <p:nvPr/>
          </p:nvSpPr>
          <p:spPr>
            <a:xfrm>
              <a:off x="7755910" y="4626134"/>
              <a:ext cx="10192" cy="15608"/>
            </a:xfrm>
            <a:custGeom>
              <a:avLst/>
              <a:gdLst/>
              <a:ahLst/>
              <a:cxnLst/>
              <a:rect l="l" t="t" r="r" b="b"/>
              <a:pathLst>
                <a:path w="318" h="487" extrusionOk="0">
                  <a:moveTo>
                    <a:pt x="296" y="0"/>
                  </a:moveTo>
                  <a:cubicBezTo>
                    <a:pt x="272" y="0"/>
                    <a:pt x="195" y="95"/>
                    <a:pt x="117" y="219"/>
                  </a:cubicBezTo>
                  <a:cubicBezTo>
                    <a:pt x="50" y="353"/>
                    <a:pt x="0" y="470"/>
                    <a:pt x="17" y="486"/>
                  </a:cubicBezTo>
                  <a:cubicBezTo>
                    <a:pt x="34" y="486"/>
                    <a:pt x="101" y="386"/>
                    <a:pt x="184" y="252"/>
                  </a:cubicBezTo>
                  <a:cubicBezTo>
                    <a:pt x="268" y="119"/>
                    <a:pt x="318" y="2"/>
                    <a:pt x="301" y="2"/>
                  </a:cubicBezTo>
                  <a:cubicBezTo>
                    <a:pt x="300" y="1"/>
                    <a:pt x="298" y="0"/>
                    <a:pt x="296"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5" name="Google Shape;2011;p42"/>
            <p:cNvSpPr/>
            <p:nvPr/>
          </p:nvSpPr>
          <p:spPr>
            <a:xfrm>
              <a:off x="7740911" y="4623506"/>
              <a:ext cx="11794" cy="10833"/>
            </a:xfrm>
            <a:custGeom>
              <a:avLst/>
              <a:gdLst/>
              <a:ahLst/>
              <a:cxnLst/>
              <a:rect l="l" t="t" r="r" b="b"/>
              <a:pathLst>
                <a:path w="368" h="338" extrusionOk="0">
                  <a:moveTo>
                    <a:pt x="351" y="0"/>
                  </a:moveTo>
                  <a:cubicBezTo>
                    <a:pt x="335" y="0"/>
                    <a:pt x="251" y="50"/>
                    <a:pt x="151" y="151"/>
                  </a:cubicBezTo>
                  <a:cubicBezTo>
                    <a:pt x="67" y="234"/>
                    <a:pt x="0" y="318"/>
                    <a:pt x="17" y="334"/>
                  </a:cubicBezTo>
                  <a:cubicBezTo>
                    <a:pt x="17" y="336"/>
                    <a:pt x="18" y="337"/>
                    <a:pt x="20" y="337"/>
                  </a:cubicBezTo>
                  <a:cubicBezTo>
                    <a:pt x="38" y="337"/>
                    <a:pt x="126" y="276"/>
                    <a:pt x="201" y="201"/>
                  </a:cubicBezTo>
                  <a:cubicBezTo>
                    <a:pt x="301" y="101"/>
                    <a:pt x="368" y="17"/>
                    <a:pt x="35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6" name="Google Shape;2012;p42"/>
            <p:cNvSpPr/>
            <p:nvPr/>
          </p:nvSpPr>
          <p:spPr>
            <a:xfrm>
              <a:off x="7727514" y="4605301"/>
              <a:ext cx="21986" cy="2885"/>
            </a:xfrm>
            <a:custGeom>
              <a:avLst/>
              <a:gdLst/>
              <a:ahLst/>
              <a:cxnLst/>
              <a:rect l="l" t="t" r="r" b="b"/>
              <a:pathLst>
                <a:path w="686" h="90" extrusionOk="0">
                  <a:moveTo>
                    <a:pt x="1" y="0"/>
                  </a:moveTo>
                  <a:lnTo>
                    <a:pt x="1" y="0"/>
                  </a:lnTo>
                  <a:cubicBezTo>
                    <a:pt x="84" y="56"/>
                    <a:pt x="178" y="88"/>
                    <a:pt x="275" y="88"/>
                  </a:cubicBezTo>
                  <a:cubicBezTo>
                    <a:pt x="295" y="88"/>
                    <a:pt x="315" y="87"/>
                    <a:pt x="335" y="84"/>
                  </a:cubicBezTo>
                  <a:cubicBezTo>
                    <a:pt x="364" y="88"/>
                    <a:pt x="393" y="90"/>
                    <a:pt x="423" y="90"/>
                  </a:cubicBezTo>
                  <a:cubicBezTo>
                    <a:pt x="510" y="90"/>
                    <a:pt x="598" y="71"/>
                    <a:pt x="686" y="34"/>
                  </a:cubicBezTo>
                  <a:cubicBezTo>
                    <a:pt x="452" y="17"/>
                    <a:pt x="235" y="17"/>
                    <a:pt x="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7" name="Google Shape;2013;p42"/>
            <p:cNvSpPr/>
            <p:nvPr/>
          </p:nvSpPr>
          <p:spPr>
            <a:xfrm>
              <a:off x="7761807" y="4608218"/>
              <a:ext cx="34293" cy="20127"/>
            </a:xfrm>
            <a:custGeom>
              <a:avLst/>
              <a:gdLst/>
              <a:ahLst/>
              <a:cxnLst/>
              <a:rect l="l" t="t" r="r" b="b"/>
              <a:pathLst>
                <a:path w="1070" h="628" extrusionOk="0">
                  <a:moveTo>
                    <a:pt x="728" y="66"/>
                  </a:moveTo>
                  <a:cubicBezTo>
                    <a:pt x="808" y="66"/>
                    <a:pt x="889" y="83"/>
                    <a:pt x="969" y="110"/>
                  </a:cubicBezTo>
                  <a:cubicBezTo>
                    <a:pt x="1019" y="160"/>
                    <a:pt x="1003" y="227"/>
                    <a:pt x="936" y="260"/>
                  </a:cubicBezTo>
                  <a:cubicBezTo>
                    <a:pt x="869" y="310"/>
                    <a:pt x="802" y="344"/>
                    <a:pt x="735" y="360"/>
                  </a:cubicBezTo>
                  <a:cubicBezTo>
                    <a:pt x="618" y="410"/>
                    <a:pt x="485" y="444"/>
                    <a:pt x="368" y="477"/>
                  </a:cubicBezTo>
                  <a:cubicBezTo>
                    <a:pt x="261" y="502"/>
                    <a:pt x="171" y="514"/>
                    <a:pt x="106" y="523"/>
                  </a:cubicBezTo>
                  <a:lnTo>
                    <a:pt x="106" y="523"/>
                  </a:lnTo>
                  <a:cubicBezTo>
                    <a:pt x="136" y="451"/>
                    <a:pt x="173" y="377"/>
                    <a:pt x="217" y="310"/>
                  </a:cubicBezTo>
                  <a:cubicBezTo>
                    <a:pt x="301" y="210"/>
                    <a:pt x="401" y="143"/>
                    <a:pt x="518" y="110"/>
                  </a:cubicBezTo>
                  <a:cubicBezTo>
                    <a:pt x="588" y="79"/>
                    <a:pt x="658" y="66"/>
                    <a:pt x="728" y="66"/>
                  </a:cubicBezTo>
                  <a:close/>
                  <a:moveTo>
                    <a:pt x="737" y="1"/>
                  </a:moveTo>
                  <a:cubicBezTo>
                    <a:pt x="524" y="1"/>
                    <a:pt x="313" y="106"/>
                    <a:pt x="184" y="293"/>
                  </a:cubicBezTo>
                  <a:cubicBezTo>
                    <a:pt x="137" y="357"/>
                    <a:pt x="89" y="435"/>
                    <a:pt x="70" y="527"/>
                  </a:cubicBezTo>
                  <a:lnTo>
                    <a:pt x="70" y="527"/>
                  </a:lnTo>
                  <a:cubicBezTo>
                    <a:pt x="25" y="533"/>
                    <a:pt x="0" y="537"/>
                    <a:pt x="0" y="544"/>
                  </a:cubicBezTo>
                  <a:cubicBezTo>
                    <a:pt x="22" y="547"/>
                    <a:pt x="44" y="549"/>
                    <a:pt x="65" y="550"/>
                  </a:cubicBezTo>
                  <a:lnTo>
                    <a:pt x="65" y="550"/>
                  </a:lnTo>
                  <a:cubicBezTo>
                    <a:pt x="51" y="597"/>
                    <a:pt x="67" y="628"/>
                    <a:pt x="67" y="628"/>
                  </a:cubicBezTo>
                  <a:cubicBezTo>
                    <a:pt x="75" y="603"/>
                    <a:pt x="84" y="577"/>
                    <a:pt x="95" y="551"/>
                  </a:cubicBezTo>
                  <a:lnTo>
                    <a:pt x="95" y="551"/>
                  </a:lnTo>
                  <a:cubicBezTo>
                    <a:pt x="101" y="551"/>
                    <a:pt x="107" y="551"/>
                    <a:pt x="114" y="551"/>
                  </a:cubicBezTo>
                  <a:cubicBezTo>
                    <a:pt x="202" y="551"/>
                    <a:pt x="285" y="539"/>
                    <a:pt x="368" y="527"/>
                  </a:cubicBezTo>
                  <a:cubicBezTo>
                    <a:pt x="501" y="494"/>
                    <a:pt x="635" y="461"/>
                    <a:pt x="752" y="427"/>
                  </a:cubicBezTo>
                  <a:cubicBezTo>
                    <a:pt x="835" y="394"/>
                    <a:pt x="902" y="360"/>
                    <a:pt x="986" y="327"/>
                  </a:cubicBezTo>
                  <a:cubicBezTo>
                    <a:pt x="1019" y="293"/>
                    <a:pt x="1053" y="260"/>
                    <a:pt x="1069" y="210"/>
                  </a:cubicBezTo>
                  <a:cubicBezTo>
                    <a:pt x="1069" y="143"/>
                    <a:pt x="1053" y="93"/>
                    <a:pt x="1003" y="60"/>
                  </a:cubicBezTo>
                  <a:cubicBezTo>
                    <a:pt x="918" y="20"/>
                    <a:pt x="827" y="1"/>
                    <a:pt x="737"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8" name="Google Shape;2014;p42"/>
            <p:cNvSpPr/>
            <p:nvPr/>
          </p:nvSpPr>
          <p:spPr>
            <a:xfrm>
              <a:off x="7748410" y="4603699"/>
              <a:ext cx="18236" cy="22499"/>
            </a:xfrm>
            <a:custGeom>
              <a:avLst/>
              <a:gdLst/>
              <a:ahLst/>
              <a:cxnLst/>
              <a:rect l="l" t="t" r="r" b="b"/>
              <a:pathLst>
                <a:path w="569" h="702" extrusionOk="0">
                  <a:moveTo>
                    <a:pt x="134" y="0"/>
                  </a:moveTo>
                  <a:cubicBezTo>
                    <a:pt x="50" y="17"/>
                    <a:pt x="0" y="100"/>
                    <a:pt x="17" y="167"/>
                  </a:cubicBezTo>
                  <a:cubicBezTo>
                    <a:pt x="34" y="234"/>
                    <a:pt x="50" y="284"/>
                    <a:pt x="84" y="334"/>
                  </a:cubicBezTo>
                  <a:cubicBezTo>
                    <a:pt x="151" y="418"/>
                    <a:pt x="201" y="485"/>
                    <a:pt x="268" y="551"/>
                  </a:cubicBezTo>
                  <a:cubicBezTo>
                    <a:pt x="335" y="618"/>
                    <a:pt x="401" y="668"/>
                    <a:pt x="485" y="685"/>
                  </a:cubicBezTo>
                  <a:cubicBezTo>
                    <a:pt x="502" y="685"/>
                    <a:pt x="418" y="635"/>
                    <a:pt x="301" y="518"/>
                  </a:cubicBezTo>
                  <a:cubicBezTo>
                    <a:pt x="251" y="451"/>
                    <a:pt x="184" y="384"/>
                    <a:pt x="151" y="301"/>
                  </a:cubicBezTo>
                  <a:cubicBezTo>
                    <a:pt x="101" y="217"/>
                    <a:pt x="50" y="84"/>
                    <a:pt x="151" y="67"/>
                  </a:cubicBezTo>
                  <a:cubicBezTo>
                    <a:pt x="158" y="65"/>
                    <a:pt x="165" y="65"/>
                    <a:pt x="173" y="65"/>
                  </a:cubicBezTo>
                  <a:cubicBezTo>
                    <a:pt x="251" y="65"/>
                    <a:pt x="339" y="141"/>
                    <a:pt x="385" y="217"/>
                  </a:cubicBezTo>
                  <a:cubicBezTo>
                    <a:pt x="451" y="284"/>
                    <a:pt x="485" y="368"/>
                    <a:pt x="502" y="451"/>
                  </a:cubicBezTo>
                  <a:cubicBezTo>
                    <a:pt x="518" y="535"/>
                    <a:pt x="518" y="618"/>
                    <a:pt x="518" y="685"/>
                  </a:cubicBezTo>
                  <a:lnTo>
                    <a:pt x="518" y="702"/>
                  </a:lnTo>
                  <a:cubicBezTo>
                    <a:pt x="568" y="618"/>
                    <a:pt x="568" y="518"/>
                    <a:pt x="552" y="434"/>
                  </a:cubicBezTo>
                  <a:cubicBezTo>
                    <a:pt x="535" y="334"/>
                    <a:pt x="502" y="251"/>
                    <a:pt x="435" y="167"/>
                  </a:cubicBezTo>
                  <a:cubicBezTo>
                    <a:pt x="368" y="67"/>
                    <a:pt x="251" y="0"/>
                    <a:pt x="134"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89" name="Google Shape;2015;p42"/>
            <p:cNvSpPr/>
            <p:nvPr/>
          </p:nvSpPr>
          <p:spPr>
            <a:xfrm>
              <a:off x="7566879" y="4618987"/>
              <a:ext cx="66408" cy="51120"/>
            </a:xfrm>
            <a:custGeom>
              <a:avLst/>
              <a:gdLst/>
              <a:ahLst/>
              <a:cxnLst/>
              <a:rect l="l" t="t" r="r" b="b"/>
              <a:pathLst>
                <a:path w="2072" h="1595" extrusionOk="0">
                  <a:moveTo>
                    <a:pt x="326" y="1"/>
                  </a:moveTo>
                  <a:cubicBezTo>
                    <a:pt x="251" y="1"/>
                    <a:pt x="171" y="13"/>
                    <a:pt x="100" y="24"/>
                  </a:cubicBezTo>
                  <a:cubicBezTo>
                    <a:pt x="67" y="24"/>
                    <a:pt x="34" y="41"/>
                    <a:pt x="0" y="58"/>
                  </a:cubicBezTo>
                  <a:cubicBezTo>
                    <a:pt x="0" y="58"/>
                    <a:pt x="67" y="43"/>
                    <a:pt x="191" y="43"/>
                  </a:cubicBezTo>
                  <a:cubicBezTo>
                    <a:pt x="253" y="43"/>
                    <a:pt x="329" y="47"/>
                    <a:pt x="418" y="58"/>
                  </a:cubicBezTo>
                  <a:cubicBezTo>
                    <a:pt x="1103" y="108"/>
                    <a:pt x="1704" y="542"/>
                    <a:pt x="1955" y="1194"/>
                  </a:cubicBezTo>
                  <a:cubicBezTo>
                    <a:pt x="2055" y="1428"/>
                    <a:pt x="2055" y="1595"/>
                    <a:pt x="2072" y="1595"/>
                  </a:cubicBezTo>
                  <a:cubicBezTo>
                    <a:pt x="2072" y="1562"/>
                    <a:pt x="2072" y="1511"/>
                    <a:pt x="2072" y="1478"/>
                  </a:cubicBezTo>
                  <a:cubicBezTo>
                    <a:pt x="2055" y="1378"/>
                    <a:pt x="2039" y="1277"/>
                    <a:pt x="2005" y="1177"/>
                  </a:cubicBezTo>
                  <a:cubicBezTo>
                    <a:pt x="1771" y="492"/>
                    <a:pt x="1136" y="24"/>
                    <a:pt x="418" y="8"/>
                  </a:cubicBezTo>
                  <a:cubicBezTo>
                    <a:pt x="388" y="3"/>
                    <a:pt x="358" y="1"/>
                    <a:pt x="326"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0" name="Google Shape;2016;p42"/>
            <p:cNvSpPr/>
            <p:nvPr/>
          </p:nvSpPr>
          <p:spPr>
            <a:xfrm>
              <a:off x="7656299" y="4650652"/>
              <a:ext cx="53043" cy="3461"/>
            </a:xfrm>
            <a:custGeom>
              <a:avLst/>
              <a:gdLst/>
              <a:ahLst/>
              <a:cxnLst/>
              <a:rect l="l" t="t" r="r" b="b"/>
              <a:pathLst>
                <a:path w="1655" h="108" extrusionOk="0">
                  <a:moveTo>
                    <a:pt x="1616" y="1"/>
                  </a:moveTo>
                  <a:cubicBezTo>
                    <a:pt x="1511" y="1"/>
                    <a:pt x="1198" y="25"/>
                    <a:pt x="819" y="39"/>
                  </a:cubicBezTo>
                  <a:cubicBezTo>
                    <a:pt x="594" y="47"/>
                    <a:pt x="389" y="47"/>
                    <a:pt x="241" y="47"/>
                  </a:cubicBezTo>
                  <a:cubicBezTo>
                    <a:pt x="92" y="47"/>
                    <a:pt x="0" y="47"/>
                    <a:pt x="0" y="56"/>
                  </a:cubicBezTo>
                  <a:cubicBezTo>
                    <a:pt x="230" y="90"/>
                    <a:pt x="463" y="108"/>
                    <a:pt x="695" y="108"/>
                  </a:cubicBezTo>
                  <a:cubicBezTo>
                    <a:pt x="1019" y="108"/>
                    <a:pt x="1343" y="74"/>
                    <a:pt x="1655" y="5"/>
                  </a:cubicBezTo>
                  <a:cubicBezTo>
                    <a:pt x="1655" y="2"/>
                    <a:pt x="1641" y="1"/>
                    <a:pt x="1616"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1" name="Google Shape;2017;p42"/>
            <p:cNvSpPr/>
            <p:nvPr/>
          </p:nvSpPr>
          <p:spPr>
            <a:xfrm>
              <a:off x="7619890" y="4653376"/>
              <a:ext cx="6442" cy="10384"/>
            </a:xfrm>
            <a:custGeom>
              <a:avLst/>
              <a:gdLst/>
              <a:ahLst/>
              <a:cxnLst/>
              <a:rect l="l" t="t" r="r" b="b"/>
              <a:pathLst>
                <a:path w="201" h="324" extrusionOk="0">
                  <a:moveTo>
                    <a:pt x="21" y="1"/>
                  </a:moveTo>
                  <a:cubicBezTo>
                    <a:pt x="18" y="1"/>
                    <a:pt x="17" y="2"/>
                    <a:pt x="17" y="4"/>
                  </a:cubicBezTo>
                  <a:cubicBezTo>
                    <a:pt x="0" y="21"/>
                    <a:pt x="50" y="88"/>
                    <a:pt x="84" y="171"/>
                  </a:cubicBezTo>
                  <a:cubicBezTo>
                    <a:pt x="130" y="247"/>
                    <a:pt x="147" y="324"/>
                    <a:pt x="163" y="324"/>
                  </a:cubicBezTo>
                  <a:cubicBezTo>
                    <a:pt x="164" y="324"/>
                    <a:pt x="166" y="323"/>
                    <a:pt x="167" y="321"/>
                  </a:cubicBezTo>
                  <a:cubicBezTo>
                    <a:pt x="184" y="321"/>
                    <a:pt x="201" y="238"/>
                    <a:pt x="151" y="138"/>
                  </a:cubicBezTo>
                  <a:cubicBezTo>
                    <a:pt x="107" y="50"/>
                    <a:pt x="38" y="1"/>
                    <a:pt x="21"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2" name="Google Shape;2018;p42"/>
            <p:cNvSpPr/>
            <p:nvPr/>
          </p:nvSpPr>
          <p:spPr>
            <a:xfrm>
              <a:off x="7605435" y="4637287"/>
              <a:ext cx="8045" cy="6731"/>
            </a:xfrm>
            <a:custGeom>
              <a:avLst/>
              <a:gdLst/>
              <a:ahLst/>
              <a:cxnLst/>
              <a:rect l="l" t="t" r="r" b="b"/>
              <a:pathLst>
                <a:path w="251" h="210" extrusionOk="0">
                  <a:moveTo>
                    <a:pt x="30" y="0"/>
                  </a:moveTo>
                  <a:cubicBezTo>
                    <a:pt x="24" y="0"/>
                    <a:pt x="20" y="2"/>
                    <a:pt x="17" y="5"/>
                  </a:cubicBezTo>
                  <a:cubicBezTo>
                    <a:pt x="0" y="21"/>
                    <a:pt x="50" y="72"/>
                    <a:pt x="100" y="138"/>
                  </a:cubicBezTo>
                  <a:cubicBezTo>
                    <a:pt x="155" y="180"/>
                    <a:pt x="210" y="210"/>
                    <a:pt x="237" y="210"/>
                  </a:cubicBezTo>
                  <a:cubicBezTo>
                    <a:pt x="243" y="210"/>
                    <a:pt x="248" y="208"/>
                    <a:pt x="251" y="205"/>
                  </a:cubicBezTo>
                  <a:cubicBezTo>
                    <a:pt x="251" y="188"/>
                    <a:pt x="217" y="138"/>
                    <a:pt x="151" y="88"/>
                  </a:cubicBezTo>
                  <a:cubicBezTo>
                    <a:pt x="109" y="33"/>
                    <a:pt x="56" y="0"/>
                    <a:pt x="30"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3" name="Google Shape;2019;p42"/>
            <p:cNvSpPr/>
            <p:nvPr/>
          </p:nvSpPr>
          <p:spPr>
            <a:xfrm>
              <a:off x="7586269" y="4629018"/>
              <a:ext cx="11153" cy="4679"/>
            </a:xfrm>
            <a:custGeom>
              <a:avLst/>
              <a:gdLst/>
              <a:ahLst/>
              <a:cxnLst/>
              <a:rect l="l" t="t" r="r" b="b"/>
              <a:pathLst>
                <a:path w="348" h="146" extrusionOk="0">
                  <a:moveTo>
                    <a:pt x="119" y="1"/>
                  </a:moveTo>
                  <a:cubicBezTo>
                    <a:pt x="46" y="1"/>
                    <a:pt x="1" y="33"/>
                    <a:pt x="13" y="45"/>
                  </a:cubicBezTo>
                  <a:cubicBezTo>
                    <a:pt x="13" y="62"/>
                    <a:pt x="80" y="62"/>
                    <a:pt x="180" y="79"/>
                  </a:cubicBezTo>
                  <a:cubicBezTo>
                    <a:pt x="264" y="112"/>
                    <a:pt x="314" y="146"/>
                    <a:pt x="331" y="146"/>
                  </a:cubicBezTo>
                  <a:cubicBezTo>
                    <a:pt x="348" y="129"/>
                    <a:pt x="297" y="45"/>
                    <a:pt x="197" y="12"/>
                  </a:cubicBezTo>
                  <a:cubicBezTo>
                    <a:pt x="169" y="4"/>
                    <a:pt x="143" y="1"/>
                    <a:pt x="1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4" name="Google Shape;2020;p42"/>
            <p:cNvSpPr/>
            <p:nvPr/>
          </p:nvSpPr>
          <p:spPr>
            <a:xfrm>
              <a:off x="7572231" y="4626839"/>
              <a:ext cx="6442" cy="2949"/>
            </a:xfrm>
            <a:custGeom>
              <a:avLst/>
              <a:gdLst/>
              <a:ahLst/>
              <a:cxnLst/>
              <a:rect l="l" t="t" r="r" b="b"/>
              <a:pathLst>
                <a:path w="201" h="92" extrusionOk="0">
                  <a:moveTo>
                    <a:pt x="48" y="1"/>
                  </a:moveTo>
                  <a:cubicBezTo>
                    <a:pt x="29" y="1"/>
                    <a:pt x="17" y="5"/>
                    <a:pt x="17" y="13"/>
                  </a:cubicBezTo>
                  <a:cubicBezTo>
                    <a:pt x="0" y="30"/>
                    <a:pt x="34" y="63"/>
                    <a:pt x="84" y="80"/>
                  </a:cubicBezTo>
                  <a:cubicBezTo>
                    <a:pt x="105" y="87"/>
                    <a:pt x="125" y="91"/>
                    <a:pt x="142" y="91"/>
                  </a:cubicBezTo>
                  <a:cubicBezTo>
                    <a:pt x="167" y="91"/>
                    <a:pt x="184" y="83"/>
                    <a:pt x="184" y="63"/>
                  </a:cubicBezTo>
                  <a:cubicBezTo>
                    <a:pt x="201" y="47"/>
                    <a:pt x="151" y="30"/>
                    <a:pt x="117" y="13"/>
                  </a:cubicBezTo>
                  <a:cubicBezTo>
                    <a:pt x="92" y="5"/>
                    <a:pt x="67" y="1"/>
                    <a:pt x="48"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5" name="Google Shape;2021;p42"/>
            <p:cNvSpPr/>
            <p:nvPr/>
          </p:nvSpPr>
          <p:spPr>
            <a:xfrm>
              <a:off x="7285192" y="1406166"/>
              <a:ext cx="24134" cy="20640"/>
            </a:xfrm>
            <a:custGeom>
              <a:avLst/>
              <a:gdLst/>
              <a:ahLst/>
              <a:cxnLst/>
              <a:rect l="l" t="t" r="r" b="b"/>
              <a:pathLst>
                <a:path w="753" h="644" extrusionOk="0">
                  <a:moveTo>
                    <a:pt x="435" y="1"/>
                  </a:moveTo>
                  <a:cubicBezTo>
                    <a:pt x="151" y="1"/>
                    <a:pt x="0" y="352"/>
                    <a:pt x="201" y="552"/>
                  </a:cubicBezTo>
                  <a:cubicBezTo>
                    <a:pt x="264" y="616"/>
                    <a:pt x="343" y="644"/>
                    <a:pt x="421" y="644"/>
                  </a:cubicBezTo>
                  <a:cubicBezTo>
                    <a:pt x="589" y="644"/>
                    <a:pt x="752" y="512"/>
                    <a:pt x="752" y="318"/>
                  </a:cubicBezTo>
                  <a:cubicBezTo>
                    <a:pt x="752" y="151"/>
                    <a:pt x="602" y="1"/>
                    <a:pt x="435"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6" name="Google Shape;2022;p42"/>
            <p:cNvSpPr/>
            <p:nvPr/>
          </p:nvSpPr>
          <p:spPr>
            <a:xfrm>
              <a:off x="7278237" y="1393154"/>
              <a:ext cx="41248" cy="12628"/>
            </a:xfrm>
            <a:custGeom>
              <a:avLst/>
              <a:gdLst/>
              <a:ahLst/>
              <a:cxnLst/>
              <a:rect l="l" t="t" r="r" b="b"/>
              <a:pathLst>
                <a:path w="1287" h="394" extrusionOk="0">
                  <a:moveTo>
                    <a:pt x="626" y="1"/>
                  </a:moveTo>
                  <a:cubicBezTo>
                    <a:pt x="466" y="1"/>
                    <a:pt x="306" y="47"/>
                    <a:pt x="167" y="139"/>
                  </a:cubicBezTo>
                  <a:cubicBezTo>
                    <a:pt x="50" y="206"/>
                    <a:pt x="0" y="290"/>
                    <a:pt x="17" y="306"/>
                  </a:cubicBezTo>
                  <a:cubicBezTo>
                    <a:pt x="21" y="313"/>
                    <a:pt x="30" y="316"/>
                    <a:pt x="42" y="316"/>
                  </a:cubicBezTo>
                  <a:cubicBezTo>
                    <a:pt x="117" y="316"/>
                    <a:pt x="336" y="205"/>
                    <a:pt x="604" y="205"/>
                  </a:cubicBezTo>
                  <a:cubicBezTo>
                    <a:pt x="620" y="205"/>
                    <a:pt x="636" y="205"/>
                    <a:pt x="652" y="206"/>
                  </a:cubicBezTo>
                  <a:cubicBezTo>
                    <a:pt x="976" y="222"/>
                    <a:pt x="1200" y="394"/>
                    <a:pt x="1259" y="394"/>
                  </a:cubicBezTo>
                  <a:cubicBezTo>
                    <a:pt x="1264" y="394"/>
                    <a:pt x="1268" y="393"/>
                    <a:pt x="1270" y="390"/>
                  </a:cubicBezTo>
                  <a:cubicBezTo>
                    <a:pt x="1287" y="373"/>
                    <a:pt x="1253" y="290"/>
                    <a:pt x="1153" y="190"/>
                  </a:cubicBezTo>
                  <a:cubicBezTo>
                    <a:pt x="1000" y="64"/>
                    <a:pt x="813" y="1"/>
                    <a:pt x="626"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7" name="Google Shape;2023;p42"/>
            <p:cNvSpPr/>
            <p:nvPr/>
          </p:nvSpPr>
          <p:spPr>
            <a:xfrm>
              <a:off x="7167376" y="1406166"/>
              <a:ext cx="24134" cy="20640"/>
            </a:xfrm>
            <a:custGeom>
              <a:avLst/>
              <a:gdLst/>
              <a:ahLst/>
              <a:cxnLst/>
              <a:rect l="l" t="t" r="r" b="b"/>
              <a:pathLst>
                <a:path w="753" h="644" extrusionOk="0">
                  <a:moveTo>
                    <a:pt x="435" y="1"/>
                  </a:moveTo>
                  <a:cubicBezTo>
                    <a:pt x="151" y="1"/>
                    <a:pt x="1" y="352"/>
                    <a:pt x="201" y="552"/>
                  </a:cubicBezTo>
                  <a:cubicBezTo>
                    <a:pt x="265" y="616"/>
                    <a:pt x="343" y="644"/>
                    <a:pt x="421" y="644"/>
                  </a:cubicBezTo>
                  <a:cubicBezTo>
                    <a:pt x="589" y="644"/>
                    <a:pt x="752" y="512"/>
                    <a:pt x="752" y="318"/>
                  </a:cubicBezTo>
                  <a:cubicBezTo>
                    <a:pt x="752" y="151"/>
                    <a:pt x="602" y="1"/>
                    <a:pt x="435"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8" name="Google Shape;2024;p42"/>
            <p:cNvSpPr/>
            <p:nvPr/>
          </p:nvSpPr>
          <p:spPr>
            <a:xfrm>
              <a:off x="7157216" y="1393154"/>
              <a:ext cx="41248" cy="12628"/>
            </a:xfrm>
            <a:custGeom>
              <a:avLst/>
              <a:gdLst/>
              <a:ahLst/>
              <a:cxnLst/>
              <a:rect l="l" t="t" r="r" b="b"/>
              <a:pathLst>
                <a:path w="1287" h="394" extrusionOk="0">
                  <a:moveTo>
                    <a:pt x="617" y="1"/>
                  </a:moveTo>
                  <a:cubicBezTo>
                    <a:pt x="453" y="1"/>
                    <a:pt x="289" y="47"/>
                    <a:pt x="150" y="139"/>
                  </a:cubicBezTo>
                  <a:cubicBezTo>
                    <a:pt x="33" y="206"/>
                    <a:pt x="0" y="290"/>
                    <a:pt x="17" y="306"/>
                  </a:cubicBezTo>
                  <a:cubicBezTo>
                    <a:pt x="21" y="313"/>
                    <a:pt x="29" y="316"/>
                    <a:pt x="41" y="316"/>
                  </a:cubicBezTo>
                  <a:cubicBezTo>
                    <a:pt x="113" y="316"/>
                    <a:pt x="322" y="205"/>
                    <a:pt x="602" y="205"/>
                  </a:cubicBezTo>
                  <a:cubicBezTo>
                    <a:pt x="618" y="205"/>
                    <a:pt x="635" y="205"/>
                    <a:pt x="652" y="206"/>
                  </a:cubicBezTo>
                  <a:cubicBezTo>
                    <a:pt x="960" y="222"/>
                    <a:pt x="1183" y="394"/>
                    <a:pt x="1255" y="394"/>
                  </a:cubicBezTo>
                  <a:cubicBezTo>
                    <a:pt x="1261" y="394"/>
                    <a:pt x="1266" y="393"/>
                    <a:pt x="1270" y="390"/>
                  </a:cubicBezTo>
                  <a:cubicBezTo>
                    <a:pt x="1287" y="373"/>
                    <a:pt x="1253" y="290"/>
                    <a:pt x="1153" y="190"/>
                  </a:cubicBezTo>
                  <a:cubicBezTo>
                    <a:pt x="1000" y="64"/>
                    <a:pt x="808" y="1"/>
                    <a:pt x="617"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99" name="Google Shape;2025;p42"/>
            <p:cNvSpPr/>
            <p:nvPr/>
          </p:nvSpPr>
          <p:spPr>
            <a:xfrm>
              <a:off x="7134717" y="1597890"/>
              <a:ext cx="106053" cy="56376"/>
            </a:xfrm>
            <a:custGeom>
              <a:avLst/>
              <a:gdLst/>
              <a:ahLst/>
              <a:cxnLst/>
              <a:rect l="l" t="t" r="r" b="b"/>
              <a:pathLst>
                <a:path w="3309" h="1759" extrusionOk="0">
                  <a:moveTo>
                    <a:pt x="0" y="0"/>
                  </a:moveTo>
                  <a:cubicBezTo>
                    <a:pt x="0" y="1"/>
                    <a:pt x="793" y="1759"/>
                    <a:pt x="3117" y="1759"/>
                  </a:cubicBezTo>
                  <a:cubicBezTo>
                    <a:pt x="3180" y="1759"/>
                    <a:pt x="3244" y="1757"/>
                    <a:pt x="3309" y="1755"/>
                  </a:cubicBezTo>
                  <a:lnTo>
                    <a:pt x="3292" y="1120"/>
                  </a:lnTo>
                  <a:cubicBezTo>
                    <a:pt x="2106" y="1070"/>
                    <a:pt x="969" y="685"/>
                    <a:pt x="0" y="0"/>
                  </a:cubicBezTo>
                  <a:close/>
                </a:path>
              </a:pathLst>
            </a:custGeom>
            <a:solidFill>
              <a:srgbClr val="000000">
                <a:alpha val="12500"/>
              </a:srgbClr>
            </a:solidFill>
            <a:ln>
              <a:noFill/>
            </a:ln>
          </p:spPr>
          <p:txBody>
            <a:bodyPr spcFirstLastPara="1" wrap="square" lIns="121900" tIns="121900" rIns="121900" bIns="121900" anchor="ctr" anchorCtr="0">
              <a:noAutofit/>
            </a:bodyPr>
            <a:lstStyle/>
            <a:p>
              <a:endParaRPr sz="2400"/>
            </a:p>
          </p:txBody>
        </p:sp>
        <p:sp>
          <p:nvSpPr>
            <p:cNvPr id="100" name="Google Shape;2026;p42"/>
            <p:cNvSpPr/>
            <p:nvPr/>
          </p:nvSpPr>
          <p:spPr>
            <a:xfrm>
              <a:off x="7235386" y="1402417"/>
              <a:ext cx="30031" cy="96631"/>
            </a:xfrm>
            <a:custGeom>
              <a:avLst/>
              <a:gdLst/>
              <a:ahLst/>
              <a:cxnLst/>
              <a:rect l="l" t="t" r="r" b="b"/>
              <a:pathLst>
                <a:path w="937" h="3015" extrusionOk="0">
                  <a:moveTo>
                    <a:pt x="1" y="1"/>
                  </a:moveTo>
                  <a:cubicBezTo>
                    <a:pt x="17" y="185"/>
                    <a:pt x="67" y="368"/>
                    <a:pt x="117" y="552"/>
                  </a:cubicBezTo>
                  <a:cubicBezTo>
                    <a:pt x="218" y="886"/>
                    <a:pt x="351" y="1337"/>
                    <a:pt x="518" y="1839"/>
                  </a:cubicBezTo>
                  <a:cubicBezTo>
                    <a:pt x="602" y="2089"/>
                    <a:pt x="686" y="2323"/>
                    <a:pt x="752" y="2557"/>
                  </a:cubicBezTo>
                  <a:cubicBezTo>
                    <a:pt x="803" y="2641"/>
                    <a:pt x="819" y="2741"/>
                    <a:pt x="803" y="2825"/>
                  </a:cubicBezTo>
                  <a:cubicBezTo>
                    <a:pt x="786" y="2891"/>
                    <a:pt x="702" y="2908"/>
                    <a:pt x="619" y="2908"/>
                  </a:cubicBezTo>
                  <a:cubicBezTo>
                    <a:pt x="418" y="2908"/>
                    <a:pt x="234" y="2941"/>
                    <a:pt x="51" y="2975"/>
                  </a:cubicBezTo>
                  <a:cubicBezTo>
                    <a:pt x="185" y="2999"/>
                    <a:pt x="329" y="3015"/>
                    <a:pt x="468" y="3015"/>
                  </a:cubicBezTo>
                  <a:cubicBezTo>
                    <a:pt x="519" y="3015"/>
                    <a:pt x="569" y="3013"/>
                    <a:pt x="619" y="3008"/>
                  </a:cubicBezTo>
                  <a:cubicBezTo>
                    <a:pt x="669" y="3008"/>
                    <a:pt x="719" y="3008"/>
                    <a:pt x="769" y="2992"/>
                  </a:cubicBezTo>
                  <a:cubicBezTo>
                    <a:pt x="836" y="2975"/>
                    <a:pt x="886" y="2941"/>
                    <a:pt x="903" y="2875"/>
                  </a:cubicBezTo>
                  <a:cubicBezTo>
                    <a:pt x="936" y="2758"/>
                    <a:pt x="936" y="2624"/>
                    <a:pt x="869" y="2507"/>
                  </a:cubicBezTo>
                  <a:cubicBezTo>
                    <a:pt x="803" y="2290"/>
                    <a:pt x="736" y="2056"/>
                    <a:pt x="652" y="1805"/>
                  </a:cubicBezTo>
                  <a:cubicBezTo>
                    <a:pt x="485" y="1304"/>
                    <a:pt x="335" y="853"/>
                    <a:pt x="218" y="519"/>
                  </a:cubicBezTo>
                  <a:cubicBezTo>
                    <a:pt x="168" y="335"/>
                    <a:pt x="101" y="168"/>
                    <a:pt x="1"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01" name="Google Shape;2027;p42"/>
            <p:cNvSpPr/>
            <p:nvPr/>
          </p:nvSpPr>
          <p:spPr>
            <a:xfrm>
              <a:off x="7211829" y="1506291"/>
              <a:ext cx="31633" cy="19006"/>
            </a:xfrm>
            <a:custGeom>
              <a:avLst/>
              <a:gdLst/>
              <a:ahLst/>
              <a:cxnLst/>
              <a:rect l="l" t="t" r="r" b="b"/>
              <a:pathLst>
                <a:path w="987" h="593" extrusionOk="0">
                  <a:moveTo>
                    <a:pt x="57" y="0"/>
                  </a:moveTo>
                  <a:cubicBezTo>
                    <a:pt x="55" y="0"/>
                    <a:pt x="52" y="1"/>
                    <a:pt x="50" y="1"/>
                  </a:cubicBezTo>
                  <a:cubicBezTo>
                    <a:pt x="0" y="18"/>
                    <a:pt x="84" y="319"/>
                    <a:pt x="401" y="486"/>
                  </a:cubicBezTo>
                  <a:cubicBezTo>
                    <a:pt x="546" y="566"/>
                    <a:pt x="687" y="592"/>
                    <a:pt x="794" y="592"/>
                  </a:cubicBezTo>
                  <a:cubicBezTo>
                    <a:pt x="910" y="592"/>
                    <a:pt x="986" y="562"/>
                    <a:pt x="986" y="536"/>
                  </a:cubicBezTo>
                  <a:cubicBezTo>
                    <a:pt x="969" y="469"/>
                    <a:pt x="736" y="469"/>
                    <a:pt x="485" y="319"/>
                  </a:cubicBezTo>
                  <a:cubicBezTo>
                    <a:pt x="244" y="190"/>
                    <a:pt x="111" y="0"/>
                    <a:pt x="57"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02" name="Google Shape;2028;p42"/>
            <p:cNvSpPr/>
            <p:nvPr/>
          </p:nvSpPr>
          <p:spPr>
            <a:xfrm>
              <a:off x="7064559" y="1193579"/>
              <a:ext cx="289732" cy="188262"/>
            </a:xfrm>
            <a:custGeom>
              <a:avLst/>
              <a:gdLst/>
              <a:ahLst/>
              <a:cxnLst/>
              <a:rect l="l" t="t" r="r" b="b"/>
              <a:pathLst>
                <a:path w="9040" h="5874" extrusionOk="0">
                  <a:moveTo>
                    <a:pt x="3730" y="66"/>
                  </a:moveTo>
                  <a:cubicBezTo>
                    <a:pt x="2717" y="66"/>
                    <a:pt x="1730" y="497"/>
                    <a:pt x="1053" y="1270"/>
                  </a:cubicBezTo>
                  <a:cubicBezTo>
                    <a:pt x="351" y="2072"/>
                    <a:pt x="0" y="3108"/>
                    <a:pt x="67" y="4178"/>
                  </a:cubicBezTo>
                  <a:cubicBezTo>
                    <a:pt x="67" y="4562"/>
                    <a:pt x="201" y="4963"/>
                    <a:pt x="435" y="5280"/>
                  </a:cubicBezTo>
                  <a:cubicBezTo>
                    <a:pt x="803" y="5681"/>
                    <a:pt x="1404" y="5765"/>
                    <a:pt x="1939" y="5815"/>
                  </a:cubicBezTo>
                  <a:cubicBezTo>
                    <a:pt x="2204" y="5846"/>
                    <a:pt x="2474" y="5874"/>
                    <a:pt x="2738" y="5874"/>
                  </a:cubicBezTo>
                  <a:cubicBezTo>
                    <a:pt x="3039" y="5874"/>
                    <a:pt x="3334" y="5838"/>
                    <a:pt x="3610" y="5731"/>
                  </a:cubicBezTo>
                  <a:cubicBezTo>
                    <a:pt x="3949" y="5604"/>
                    <a:pt x="4248" y="5335"/>
                    <a:pt x="4391" y="5015"/>
                  </a:cubicBezTo>
                  <a:lnTo>
                    <a:pt x="4391" y="5015"/>
                  </a:lnTo>
                  <a:cubicBezTo>
                    <a:pt x="4458" y="5228"/>
                    <a:pt x="4607" y="5428"/>
                    <a:pt x="4796" y="5548"/>
                  </a:cubicBezTo>
                  <a:cubicBezTo>
                    <a:pt x="5163" y="5782"/>
                    <a:pt x="5631" y="5782"/>
                    <a:pt x="6066" y="5782"/>
                  </a:cubicBezTo>
                  <a:lnTo>
                    <a:pt x="7937" y="5765"/>
                  </a:lnTo>
                  <a:cubicBezTo>
                    <a:pt x="7965" y="5767"/>
                    <a:pt x="7992" y="5768"/>
                    <a:pt x="8019" y="5768"/>
                  </a:cubicBezTo>
                  <a:cubicBezTo>
                    <a:pt x="8205" y="5768"/>
                    <a:pt x="8380" y="5719"/>
                    <a:pt x="8555" y="5631"/>
                  </a:cubicBezTo>
                  <a:cubicBezTo>
                    <a:pt x="8772" y="5464"/>
                    <a:pt x="8823" y="5147"/>
                    <a:pt x="8856" y="4863"/>
                  </a:cubicBezTo>
                  <a:cubicBezTo>
                    <a:pt x="8956" y="3860"/>
                    <a:pt x="9040" y="2791"/>
                    <a:pt x="8589" y="1905"/>
                  </a:cubicBezTo>
                  <a:cubicBezTo>
                    <a:pt x="8188" y="1103"/>
                    <a:pt x="7369" y="569"/>
                    <a:pt x="6517" y="285"/>
                  </a:cubicBezTo>
                  <a:cubicBezTo>
                    <a:pt x="5665" y="0"/>
                    <a:pt x="4746" y="134"/>
                    <a:pt x="3843" y="67"/>
                  </a:cubicBezTo>
                  <a:cubicBezTo>
                    <a:pt x="3806" y="66"/>
                    <a:pt x="3768" y="66"/>
                    <a:pt x="3730" y="66"/>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03" name="Google Shape;2029;p42"/>
            <p:cNvSpPr/>
            <p:nvPr/>
          </p:nvSpPr>
          <p:spPr>
            <a:xfrm>
              <a:off x="7009946" y="1236590"/>
              <a:ext cx="116214" cy="491262"/>
            </a:xfrm>
            <a:custGeom>
              <a:avLst/>
              <a:gdLst/>
              <a:ahLst/>
              <a:cxnLst/>
              <a:rect l="l" t="t" r="r" b="b"/>
              <a:pathLst>
                <a:path w="3626" h="15328" extrusionOk="0">
                  <a:moveTo>
                    <a:pt x="1967" y="0"/>
                  </a:moveTo>
                  <a:cubicBezTo>
                    <a:pt x="1663" y="0"/>
                    <a:pt x="1368" y="104"/>
                    <a:pt x="1136" y="313"/>
                  </a:cubicBezTo>
                  <a:cubicBezTo>
                    <a:pt x="819" y="613"/>
                    <a:pt x="568" y="981"/>
                    <a:pt x="401" y="1399"/>
                  </a:cubicBezTo>
                  <a:lnTo>
                    <a:pt x="0" y="4406"/>
                  </a:lnTo>
                  <a:lnTo>
                    <a:pt x="301" y="8617"/>
                  </a:lnTo>
                  <a:lnTo>
                    <a:pt x="268" y="15267"/>
                  </a:lnTo>
                  <a:cubicBezTo>
                    <a:pt x="345" y="15308"/>
                    <a:pt x="430" y="15327"/>
                    <a:pt x="520" y="15327"/>
                  </a:cubicBezTo>
                  <a:cubicBezTo>
                    <a:pt x="1232" y="15327"/>
                    <a:pt x="2288" y="14157"/>
                    <a:pt x="2674" y="13579"/>
                  </a:cubicBezTo>
                  <a:cubicBezTo>
                    <a:pt x="3091" y="12928"/>
                    <a:pt x="3125" y="12109"/>
                    <a:pt x="3041" y="11340"/>
                  </a:cubicBezTo>
                  <a:cubicBezTo>
                    <a:pt x="2941" y="10572"/>
                    <a:pt x="2740" y="9820"/>
                    <a:pt x="2724" y="9051"/>
                  </a:cubicBezTo>
                  <a:cubicBezTo>
                    <a:pt x="2707" y="7798"/>
                    <a:pt x="3175" y="6595"/>
                    <a:pt x="3392" y="5359"/>
                  </a:cubicBezTo>
                  <a:cubicBezTo>
                    <a:pt x="3626" y="4022"/>
                    <a:pt x="3576" y="2652"/>
                    <a:pt x="3225" y="1332"/>
                  </a:cubicBezTo>
                  <a:cubicBezTo>
                    <a:pt x="3091" y="814"/>
                    <a:pt x="2857" y="262"/>
                    <a:pt x="2373" y="62"/>
                  </a:cubicBezTo>
                  <a:cubicBezTo>
                    <a:pt x="2239" y="21"/>
                    <a:pt x="2102" y="0"/>
                    <a:pt x="1967"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grpSp>
      <p:pic>
        <p:nvPicPr>
          <p:cNvPr id="4" name="Grafik 3"/>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363769" y="2656907"/>
            <a:ext cx="639992" cy="519368"/>
          </a:xfrm>
          <a:prstGeom prst="rect">
            <a:avLst/>
          </a:prstGeom>
        </p:spPr>
      </p:pic>
      <p:pic>
        <p:nvPicPr>
          <p:cNvPr id="116789" name="Graphic 116788" descr="Food Delivery outline">
            <a:extLst>
              <a:ext uri="{FF2B5EF4-FFF2-40B4-BE49-F238E27FC236}">
                <a16:creationId xmlns:a16="http://schemas.microsoft.com/office/drawing/2014/main" id="{1C29EEA7-B585-FE5D-FF43-66EEEA190C2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75504" y="1843773"/>
            <a:ext cx="1219200" cy="1219200"/>
          </a:xfrm>
          <a:prstGeom prst="rect">
            <a:avLst/>
          </a:prstGeom>
        </p:spPr>
      </p:pic>
      <p:pic>
        <p:nvPicPr>
          <p:cNvPr id="116790" name="Grafik 95">
            <a:extLst>
              <a:ext uri="{FF2B5EF4-FFF2-40B4-BE49-F238E27FC236}">
                <a16:creationId xmlns:a16="http://schemas.microsoft.com/office/drawing/2014/main" id="{42CEF6B4-6699-9F4C-6BD7-9C7A18BD6EDF}"/>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b="28617"/>
          <a:stretch/>
        </p:blipFill>
        <p:spPr>
          <a:xfrm>
            <a:off x="10470912" y="2225211"/>
            <a:ext cx="1268637" cy="905091"/>
          </a:xfrm>
          <a:prstGeom prst="rect">
            <a:avLst/>
          </a:prstGeom>
        </p:spPr>
      </p:pic>
      <p:pic>
        <p:nvPicPr>
          <p:cNvPr id="116794" name="Graphic 116793" descr="Philanthropy with solid fill">
            <a:extLst>
              <a:ext uri="{FF2B5EF4-FFF2-40B4-BE49-F238E27FC236}">
                <a16:creationId xmlns:a16="http://schemas.microsoft.com/office/drawing/2014/main" id="{A2B78641-EE2C-C705-67C8-648F93EE4A7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77155" y="4233311"/>
            <a:ext cx="1219200" cy="1219200"/>
          </a:xfrm>
          <a:prstGeom prst="rect">
            <a:avLst/>
          </a:prstGeom>
        </p:spPr>
      </p:pic>
      <p:pic>
        <p:nvPicPr>
          <p:cNvPr id="116796" name="Graphic 116795" descr="Contract with solid fill">
            <a:extLst>
              <a:ext uri="{FF2B5EF4-FFF2-40B4-BE49-F238E27FC236}">
                <a16:creationId xmlns:a16="http://schemas.microsoft.com/office/drawing/2014/main" id="{712CB738-E388-DE97-19E2-ADC836A2958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596798" y="3254959"/>
            <a:ext cx="1509445" cy="1509445"/>
          </a:xfrm>
          <a:prstGeom prst="rect">
            <a:avLst/>
          </a:prstGeom>
        </p:spPr>
      </p:pic>
      <p:pic>
        <p:nvPicPr>
          <p:cNvPr id="116798" name="Graphic 116797" descr="Marketing with solid fill">
            <a:extLst>
              <a:ext uri="{FF2B5EF4-FFF2-40B4-BE49-F238E27FC236}">
                <a16:creationId xmlns:a16="http://schemas.microsoft.com/office/drawing/2014/main" id="{E709AD23-3154-8739-922A-96B97CD9DAC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997921" y="3917313"/>
            <a:ext cx="1219200" cy="1219200"/>
          </a:xfrm>
          <a:prstGeom prst="rect">
            <a:avLst/>
          </a:prstGeom>
        </p:spPr>
      </p:pic>
      <p:pic>
        <p:nvPicPr>
          <p:cNvPr id="2050" name="Graphic 2049" descr="Money with solid fill">
            <a:extLst>
              <a:ext uri="{FF2B5EF4-FFF2-40B4-BE49-F238E27FC236}">
                <a16:creationId xmlns:a16="http://schemas.microsoft.com/office/drawing/2014/main" id="{07F8C63C-7255-3BC5-D42F-FBB2679B9B8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198780" y="2758857"/>
            <a:ext cx="1219200" cy="1219200"/>
          </a:xfrm>
          <a:prstGeom prst="rect">
            <a:avLst/>
          </a:prstGeom>
        </p:spPr>
      </p:pic>
      <p:pic>
        <p:nvPicPr>
          <p:cNvPr id="2052" name="Graphic 2051" descr="Catering with solid fill">
            <a:extLst>
              <a:ext uri="{FF2B5EF4-FFF2-40B4-BE49-F238E27FC236}">
                <a16:creationId xmlns:a16="http://schemas.microsoft.com/office/drawing/2014/main" id="{97575577-2A08-E79F-9FF3-6339E96E041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458161" y="2026490"/>
            <a:ext cx="1113367" cy="1113367"/>
          </a:xfrm>
          <a:prstGeom prst="rect">
            <a:avLst/>
          </a:prstGeom>
        </p:spPr>
      </p:pic>
      <p:pic>
        <p:nvPicPr>
          <p:cNvPr id="2054" name="Graphic 2053" descr="Restaurant outline">
            <a:extLst>
              <a:ext uri="{FF2B5EF4-FFF2-40B4-BE49-F238E27FC236}">
                <a16:creationId xmlns:a16="http://schemas.microsoft.com/office/drawing/2014/main" id="{A8639548-F95F-FDEC-B6FA-8DD0AEA49CDC}"/>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667555" y="1374525"/>
            <a:ext cx="1219200" cy="1219200"/>
          </a:xfrm>
          <a:prstGeom prst="rect">
            <a:avLst/>
          </a:prstGeom>
        </p:spPr>
      </p:pic>
      <p:pic>
        <p:nvPicPr>
          <p:cNvPr id="2059" name="Graphic 2058" descr="Laptop outline">
            <a:extLst>
              <a:ext uri="{FF2B5EF4-FFF2-40B4-BE49-F238E27FC236}">
                <a16:creationId xmlns:a16="http://schemas.microsoft.com/office/drawing/2014/main" id="{18D5A767-36CB-2CF7-666B-D378DAFE531B}"/>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110705" y="1580713"/>
            <a:ext cx="1219200" cy="1219200"/>
          </a:xfrm>
          <a:prstGeom prst="rect">
            <a:avLst/>
          </a:prstGeom>
        </p:spPr>
      </p:pic>
      <p:grpSp>
        <p:nvGrpSpPr>
          <p:cNvPr id="2064" name="Group 2063">
            <a:extLst>
              <a:ext uri="{FF2B5EF4-FFF2-40B4-BE49-F238E27FC236}">
                <a16:creationId xmlns:a16="http://schemas.microsoft.com/office/drawing/2014/main" id="{E44FE9E5-7A44-9D33-9A14-5B33BCDF576C}"/>
              </a:ext>
            </a:extLst>
          </p:cNvPr>
          <p:cNvGrpSpPr/>
          <p:nvPr/>
        </p:nvGrpSpPr>
        <p:grpSpPr>
          <a:xfrm>
            <a:off x="7343186" y="2822356"/>
            <a:ext cx="2060660" cy="1330248"/>
            <a:chOff x="6730085" y="2548596"/>
            <a:chExt cx="1188362" cy="746320"/>
          </a:xfrm>
        </p:grpSpPr>
        <p:pic>
          <p:nvPicPr>
            <p:cNvPr id="116792" name="Graphic 116791" descr="Home outline">
              <a:extLst>
                <a:ext uri="{FF2B5EF4-FFF2-40B4-BE49-F238E27FC236}">
                  <a16:creationId xmlns:a16="http://schemas.microsoft.com/office/drawing/2014/main" id="{24D5CDA9-E06F-3DEF-4EF6-42C21CEEEFB8}"/>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730085" y="2548596"/>
              <a:ext cx="738719" cy="738719"/>
            </a:xfrm>
            <a:prstGeom prst="rect">
              <a:avLst/>
            </a:prstGeom>
          </p:spPr>
        </p:pic>
        <p:pic>
          <p:nvPicPr>
            <p:cNvPr id="2063" name="Graphic 2062" descr="Home outline">
              <a:extLst>
                <a:ext uri="{FF2B5EF4-FFF2-40B4-BE49-F238E27FC236}">
                  <a16:creationId xmlns:a16="http://schemas.microsoft.com/office/drawing/2014/main" id="{3F7C18EE-5535-5C61-0160-DB9E77E7A6EC}"/>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179728" y="2556197"/>
              <a:ext cx="738719" cy="738719"/>
            </a:xfrm>
            <a:prstGeom prst="rect">
              <a:avLst/>
            </a:prstGeom>
          </p:spPr>
        </p:pic>
      </p:grpSp>
      <p:sp>
        <p:nvSpPr>
          <p:cNvPr id="2062" name="TextBox 2061">
            <a:extLst>
              <a:ext uri="{FF2B5EF4-FFF2-40B4-BE49-F238E27FC236}">
                <a16:creationId xmlns:a16="http://schemas.microsoft.com/office/drawing/2014/main" id="{B1EE9532-772C-DF26-6DD3-C6C337F68514}"/>
              </a:ext>
            </a:extLst>
          </p:cNvPr>
          <p:cNvSpPr txBox="1"/>
          <p:nvPr/>
        </p:nvSpPr>
        <p:spPr>
          <a:xfrm>
            <a:off x="1893346" y="1792819"/>
            <a:ext cx="3408905" cy="4524315"/>
          </a:xfrm>
          <a:prstGeom prst="rect">
            <a:avLst/>
          </a:prstGeom>
          <a:noFill/>
        </p:spPr>
        <p:txBody>
          <a:bodyPr wrap="square" rtlCol="0">
            <a:spAutoFit/>
          </a:bodyPr>
          <a:lstStyle/>
          <a:p>
            <a:r>
              <a:rPr lang="en-GB" sz="2400" dirty="0">
                <a:solidFill>
                  <a:schemeClr val="accent4">
                    <a:lumMod val="75000"/>
                  </a:schemeClr>
                </a:solidFill>
                <a:latin typeface="Poppins" panose="00000500000000000000" pitchFamily="2" charset="0"/>
                <a:cs typeface="Poppins" panose="00000500000000000000" pitchFamily="2" charset="0"/>
              </a:rPr>
              <a:t>Computer</a:t>
            </a:r>
          </a:p>
          <a:p>
            <a:r>
              <a:rPr lang="en-GB" sz="2400" dirty="0">
                <a:solidFill>
                  <a:schemeClr val="accent4">
                    <a:lumMod val="75000"/>
                  </a:schemeClr>
                </a:solidFill>
                <a:latin typeface="Poppins" panose="00000500000000000000" pitchFamily="2" charset="0"/>
                <a:cs typeface="Poppins" panose="00000500000000000000" pitchFamily="2" charset="0"/>
              </a:rPr>
              <a:t>Kitchen Tools &amp; Equipment, Furniture etc.</a:t>
            </a:r>
          </a:p>
          <a:p>
            <a:r>
              <a:rPr lang="en-GB" sz="2400" dirty="0">
                <a:solidFill>
                  <a:schemeClr val="accent4">
                    <a:lumMod val="75000"/>
                  </a:schemeClr>
                </a:solidFill>
                <a:latin typeface="Poppins" panose="00000500000000000000" pitchFamily="2" charset="0"/>
                <a:cs typeface="Poppins" panose="00000500000000000000" pitchFamily="2" charset="0"/>
              </a:rPr>
              <a:t>Vehicle</a:t>
            </a:r>
          </a:p>
          <a:p>
            <a:r>
              <a:rPr lang="en-GB" sz="2400" dirty="0">
                <a:solidFill>
                  <a:schemeClr val="accent4">
                    <a:lumMod val="75000"/>
                  </a:schemeClr>
                </a:solidFill>
                <a:latin typeface="Poppins" panose="00000500000000000000" pitchFamily="2" charset="0"/>
                <a:cs typeface="Poppins" panose="00000500000000000000" pitchFamily="2" charset="0"/>
              </a:rPr>
              <a:t>Premises</a:t>
            </a:r>
          </a:p>
          <a:p>
            <a:r>
              <a:rPr lang="en-GB" sz="2400" dirty="0">
                <a:solidFill>
                  <a:schemeClr val="accent4">
                    <a:lumMod val="75000"/>
                  </a:schemeClr>
                </a:solidFill>
                <a:latin typeface="Poppins" panose="00000500000000000000" pitchFamily="2" charset="0"/>
                <a:cs typeface="Poppins" panose="00000500000000000000" pitchFamily="2" charset="0"/>
              </a:rPr>
              <a:t>Legal Fees</a:t>
            </a:r>
          </a:p>
          <a:p>
            <a:r>
              <a:rPr lang="en-GB" sz="2400" dirty="0">
                <a:solidFill>
                  <a:schemeClr val="accent4">
                    <a:lumMod val="75000"/>
                  </a:schemeClr>
                </a:solidFill>
                <a:latin typeface="Poppins" panose="00000500000000000000" pitchFamily="2" charset="0"/>
                <a:cs typeface="Poppins" panose="00000500000000000000" pitchFamily="2" charset="0"/>
              </a:rPr>
              <a:t>Licences</a:t>
            </a:r>
          </a:p>
          <a:p>
            <a:r>
              <a:rPr lang="en-GB" sz="2400" dirty="0">
                <a:solidFill>
                  <a:schemeClr val="accent4">
                    <a:lumMod val="75000"/>
                  </a:schemeClr>
                </a:solidFill>
                <a:latin typeface="Poppins" panose="00000500000000000000" pitchFamily="2" charset="0"/>
                <a:cs typeface="Poppins" panose="00000500000000000000" pitchFamily="2" charset="0"/>
              </a:rPr>
              <a:t>Advertising</a:t>
            </a:r>
          </a:p>
          <a:p>
            <a:r>
              <a:rPr lang="en-GB" sz="2400" dirty="0">
                <a:solidFill>
                  <a:schemeClr val="accent4">
                    <a:lumMod val="75000"/>
                  </a:schemeClr>
                </a:solidFill>
                <a:latin typeface="Poppins" panose="00000500000000000000" pitchFamily="2" charset="0"/>
                <a:cs typeface="Poppins" panose="00000500000000000000" pitchFamily="2" charset="0"/>
              </a:rPr>
              <a:t>Working Capital</a:t>
            </a:r>
          </a:p>
          <a:p>
            <a:r>
              <a:rPr lang="en-GB" sz="2400" dirty="0">
                <a:solidFill>
                  <a:schemeClr val="accent4">
                    <a:lumMod val="75000"/>
                  </a:schemeClr>
                </a:solidFill>
                <a:latin typeface="Poppins" panose="00000500000000000000" pitchFamily="2" charset="0"/>
                <a:cs typeface="Poppins" panose="00000500000000000000" pitchFamily="2" charset="0"/>
              </a:rPr>
              <a:t>Other Expenses</a:t>
            </a:r>
          </a:p>
          <a:p>
            <a:endParaRPr lang="en-GB" sz="2400" dirty="0"/>
          </a:p>
        </p:txBody>
      </p:sp>
      <p:sp>
        <p:nvSpPr>
          <p:cNvPr id="2066" name="TextBox 2065">
            <a:extLst>
              <a:ext uri="{FF2B5EF4-FFF2-40B4-BE49-F238E27FC236}">
                <a16:creationId xmlns:a16="http://schemas.microsoft.com/office/drawing/2014/main" id="{935A6AA8-3312-E771-D0F2-9BF7047290EE}"/>
              </a:ext>
            </a:extLst>
          </p:cNvPr>
          <p:cNvSpPr txBox="1"/>
          <p:nvPr/>
        </p:nvSpPr>
        <p:spPr>
          <a:xfrm>
            <a:off x="1888902" y="5461740"/>
            <a:ext cx="6735247" cy="954300"/>
          </a:xfrm>
          <a:prstGeom prst="rect">
            <a:avLst/>
          </a:prstGeom>
          <a:noFill/>
        </p:spPr>
        <p:txBody>
          <a:bodyPr wrap="square">
            <a:spAutoFit/>
          </a:bodyPr>
          <a:lstStyle/>
          <a:p>
            <a:r>
              <a:rPr lang="en-GB" sz="1867" i="1" dirty="0">
                <a:solidFill>
                  <a:schemeClr val="bg1">
                    <a:lumMod val="25000"/>
                  </a:schemeClr>
                </a:solidFill>
                <a:latin typeface="Poppins" panose="00000500000000000000" pitchFamily="2" charset="0"/>
                <a:ea typeface="Times New Roman" panose="02020603050405020304" pitchFamily="18" charset="0"/>
              </a:rPr>
              <a:t>Write down for each category the </a:t>
            </a:r>
            <a:r>
              <a:rPr lang="en-GB" sz="1867" b="1" i="1" dirty="0">
                <a:solidFill>
                  <a:schemeClr val="bg1">
                    <a:lumMod val="25000"/>
                  </a:schemeClr>
                </a:solidFill>
                <a:latin typeface="Poppins" panose="00000500000000000000" pitchFamily="2" charset="0"/>
                <a:ea typeface="Times New Roman" panose="02020603050405020304" pitchFamily="18" charset="0"/>
              </a:rPr>
              <a:t>items Sophie</a:t>
            </a:r>
            <a:r>
              <a:rPr lang="en-GB" sz="1867" i="1" dirty="0">
                <a:solidFill>
                  <a:schemeClr val="bg1">
                    <a:lumMod val="25000"/>
                  </a:schemeClr>
                </a:solidFill>
                <a:latin typeface="Poppins" panose="00000500000000000000" pitchFamily="2" charset="0"/>
                <a:ea typeface="Times New Roman" panose="02020603050405020304" pitchFamily="18" charset="0"/>
              </a:rPr>
              <a:t> needs and the amount of </a:t>
            </a:r>
            <a:r>
              <a:rPr lang="en-GB" sz="1867" b="1" i="1" dirty="0">
                <a:solidFill>
                  <a:schemeClr val="bg1">
                    <a:lumMod val="25000"/>
                  </a:schemeClr>
                </a:solidFill>
                <a:latin typeface="Poppins" panose="00000500000000000000" pitchFamily="2" charset="0"/>
                <a:ea typeface="Times New Roman" panose="02020603050405020304" pitchFamily="18" charset="0"/>
              </a:rPr>
              <a:t>money</a:t>
            </a:r>
            <a:r>
              <a:rPr lang="en-GB" sz="1867" i="1" dirty="0">
                <a:solidFill>
                  <a:schemeClr val="bg1">
                    <a:lumMod val="25000"/>
                  </a:schemeClr>
                </a:solidFill>
                <a:latin typeface="Poppins" panose="00000500000000000000" pitchFamily="2" charset="0"/>
                <a:ea typeface="Times New Roman" panose="02020603050405020304" pitchFamily="18" charset="0"/>
              </a:rPr>
              <a:t> needed to offer a delivery service.  Calculate the total.</a:t>
            </a:r>
            <a:endParaRPr lang="en-GB" sz="2400" dirty="0">
              <a:solidFill>
                <a:schemeClr val="bg1">
                  <a:lumMod val="25000"/>
                </a:schemeClr>
              </a:solidFill>
            </a:endParaRPr>
          </a:p>
        </p:txBody>
      </p:sp>
    </p:spTree>
    <p:extLst>
      <p:ext uri="{BB962C8B-B14F-4D97-AF65-F5344CB8AC3E}">
        <p14:creationId xmlns:p14="http://schemas.microsoft.com/office/powerpoint/2010/main" val="130479486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A9F5F8-0F5F-4630-904F-765B3883EBB0}"/>
              </a:ext>
            </a:extLst>
          </p:cNvPr>
          <p:cNvSpPr>
            <a:spLocks noGrp="1"/>
          </p:cNvSpPr>
          <p:nvPr>
            <p:ph type="title"/>
          </p:nvPr>
        </p:nvSpPr>
        <p:spPr>
          <a:xfrm>
            <a:off x="1121736" y="477792"/>
            <a:ext cx="10811521" cy="763600"/>
          </a:xfrm>
        </p:spPr>
        <p:txBody>
          <a:bodyPr/>
          <a:lstStyle/>
          <a:p>
            <a:r>
              <a:rPr lang="fr-FR" sz="3200" b="1" dirty="0">
                <a:latin typeface="Josefin Sans" panose="020B0604020202020204" charset="0"/>
                <a:cs typeface="Arial" pitchFamily="2"/>
              </a:rPr>
              <a:t>EXERCISE: </a:t>
            </a:r>
            <a:r>
              <a:rPr lang="fr-FR" sz="3200" dirty="0">
                <a:latin typeface="Josefin Sans" panose="020B0604020202020204" charset="0"/>
                <a:cs typeface="Arial" pitchFamily="2"/>
              </a:rPr>
              <a:t>Expenditure on Sophie’s Goal</a:t>
            </a:r>
            <a:endParaRPr lang="fr-FR" sz="3200" dirty="0">
              <a:latin typeface="Josefin Sans" panose="020B0604020202020204" charset="0"/>
            </a:endParaRPr>
          </a:p>
        </p:txBody>
      </p:sp>
      <p:sp>
        <p:nvSpPr>
          <p:cNvPr id="3" name="Inhaltsplatzhalter 2">
            <a:extLst>
              <a:ext uri="{FF2B5EF4-FFF2-40B4-BE49-F238E27FC236}">
                <a16:creationId xmlns:a16="http://schemas.microsoft.com/office/drawing/2014/main" id="{CCFE7669-35F1-4019-B311-55C1E8C2795A}"/>
              </a:ext>
            </a:extLst>
          </p:cNvPr>
          <p:cNvSpPr>
            <a:spLocks noGrp="1"/>
          </p:cNvSpPr>
          <p:nvPr>
            <p:ph idx="1"/>
          </p:nvPr>
        </p:nvSpPr>
        <p:spPr>
          <a:xfrm>
            <a:off x="1141739" y="1339057"/>
            <a:ext cx="10815231" cy="5454868"/>
          </a:xfrm>
        </p:spPr>
        <p:txBody>
          <a:bodyPr/>
          <a:lstStyle/>
          <a:p>
            <a:pPr marL="0" indent="0">
              <a:spcAft>
                <a:spcPts val="600"/>
              </a:spcAft>
              <a:buNone/>
              <a:defRPr/>
            </a:pPr>
            <a:endParaRPr lang="fr-FR" sz="1600" b="1" dirty="0">
              <a:solidFill>
                <a:srgbClr val="47362D"/>
              </a:solidFill>
              <a:cs typeface="Times New Roman" pitchFamily="18" charset="0"/>
            </a:endParaRPr>
          </a:p>
          <a:p>
            <a:pPr marL="0" indent="0">
              <a:spcAft>
                <a:spcPts val="600"/>
              </a:spcAft>
              <a:buNone/>
              <a:defRPr/>
            </a:pPr>
            <a:endParaRPr lang="fr-FR" sz="1600" b="1" dirty="0">
              <a:solidFill>
                <a:srgbClr val="47362D"/>
              </a:solidFill>
              <a:cs typeface="Times New Roman" pitchFamily="18" charset="0"/>
            </a:endParaRPr>
          </a:p>
          <a:p>
            <a:pPr marL="0" indent="0">
              <a:spcAft>
                <a:spcPts val="600"/>
              </a:spcAft>
              <a:buNone/>
              <a:defRPr/>
            </a:pPr>
            <a:endParaRPr lang="fr-FR" sz="1600" b="1" dirty="0">
              <a:solidFill>
                <a:srgbClr val="47362D"/>
              </a:solidFill>
              <a:cs typeface="Times New Roman" pitchFamily="18" charset="0"/>
            </a:endParaRPr>
          </a:p>
          <a:p>
            <a:pPr marL="0" indent="0">
              <a:spcAft>
                <a:spcPts val="600"/>
              </a:spcAft>
              <a:buNone/>
              <a:defRPr/>
            </a:pPr>
            <a:endParaRPr lang="fr-FR" sz="1600" b="1" dirty="0">
              <a:solidFill>
                <a:srgbClr val="47362D"/>
              </a:solidFill>
              <a:cs typeface="Times New Roman" pitchFamily="18" charset="0"/>
            </a:endParaRPr>
          </a:p>
          <a:p>
            <a:pPr marL="0" indent="0">
              <a:spcAft>
                <a:spcPts val="600"/>
              </a:spcAft>
              <a:buNone/>
              <a:defRPr/>
            </a:pPr>
            <a:endParaRPr lang="fr-FR" sz="1600" b="1" dirty="0">
              <a:solidFill>
                <a:srgbClr val="47362D"/>
              </a:solidFill>
              <a:cs typeface="Times New Roman" pitchFamily="18" charset="0"/>
            </a:endParaRPr>
          </a:p>
          <a:p>
            <a:pPr marL="0" indent="0">
              <a:spcBef>
                <a:spcPts val="400"/>
              </a:spcBef>
              <a:spcAft>
                <a:spcPts val="400"/>
              </a:spcAft>
              <a:buClr>
                <a:srgbClr val="FF0000"/>
              </a:buClr>
              <a:defRPr/>
            </a:pPr>
            <a:endParaRPr lang="de-DE" sz="1600" dirty="0">
              <a:solidFill>
                <a:srgbClr val="47362D"/>
              </a:solidFill>
              <a:cs typeface="Times New Roman" pitchFamily="18" charset="0"/>
            </a:endParaRPr>
          </a:p>
          <a:p>
            <a:pPr marL="0" indent="0">
              <a:spcBef>
                <a:spcPts val="400"/>
              </a:spcBef>
              <a:spcAft>
                <a:spcPts val="400"/>
              </a:spcAft>
              <a:buClr>
                <a:srgbClr val="FF3300"/>
              </a:buClr>
              <a:buNone/>
              <a:defRPr/>
            </a:pPr>
            <a:endParaRPr lang="fr-FR" sz="1600" b="1" dirty="0">
              <a:solidFill>
                <a:srgbClr val="47362D"/>
              </a:solidFill>
            </a:endParaRPr>
          </a:p>
          <a:p>
            <a:pPr marL="0" indent="0">
              <a:spcBef>
                <a:spcPts val="400"/>
              </a:spcBef>
              <a:spcAft>
                <a:spcPts val="400"/>
              </a:spcAft>
              <a:buClr>
                <a:srgbClr val="FF3300"/>
              </a:buClr>
              <a:buNone/>
              <a:defRPr/>
            </a:pPr>
            <a:r>
              <a:rPr lang="fr-FR" sz="1600" b="1" dirty="0">
                <a:solidFill>
                  <a:srgbClr val="47362D"/>
                </a:solidFill>
              </a:rPr>
              <a:t>Caution: </a:t>
            </a:r>
          </a:p>
          <a:p>
            <a:pPr marL="457189">
              <a:spcBef>
                <a:spcPts val="400"/>
              </a:spcBef>
              <a:spcAft>
                <a:spcPts val="400"/>
              </a:spcAft>
              <a:buClr>
                <a:schemeClr val="accent3"/>
              </a:buClr>
              <a:defRPr/>
            </a:pPr>
            <a:r>
              <a:rPr lang="fr-FR" sz="1600" dirty="0">
                <a:solidFill>
                  <a:srgbClr val="47362D"/>
                </a:solidFill>
              </a:rPr>
              <a:t>Be </a:t>
            </a:r>
            <a:r>
              <a:rPr lang="fr-FR" sz="1600" dirty="0" err="1">
                <a:solidFill>
                  <a:srgbClr val="47362D"/>
                </a:solidFill>
              </a:rPr>
              <a:t>realistic</a:t>
            </a:r>
            <a:r>
              <a:rPr lang="fr-FR" sz="1600" dirty="0">
                <a:solidFill>
                  <a:srgbClr val="47362D"/>
                </a:solidFill>
              </a:rPr>
              <a:t> and </a:t>
            </a:r>
            <a:r>
              <a:rPr lang="fr-FR" sz="1600" dirty="0" err="1">
                <a:solidFill>
                  <a:srgbClr val="47362D"/>
                </a:solidFill>
              </a:rPr>
              <a:t>economical</a:t>
            </a:r>
            <a:endParaRPr lang="fr-FR" sz="1600" dirty="0">
              <a:solidFill>
                <a:srgbClr val="47362D"/>
              </a:solidFill>
            </a:endParaRPr>
          </a:p>
          <a:p>
            <a:pPr marL="457189">
              <a:spcBef>
                <a:spcPts val="400"/>
              </a:spcBef>
              <a:spcAft>
                <a:spcPts val="400"/>
              </a:spcAft>
              <a:buClr>
                <a:schemeClr val="accent3"/>
              </a:buClr>
              <a:defRPr/>
            </a:pPr>
            <a:r>
              <a:rPr lang="fr-FR" sz="1600" dirty="0" err="1">
                <a:solidFill>
                  <a:srgbClr val="47362D"/>
                </a:solidFill>
              </a:rPr>
              <a:t>Ask</a:t>
            </a:r>
            <a:r>
              <a:rPr lang="fr-FR" sz="1600" dirty="0">
                <a:solidFill>
                  <a:srgbClr val="47362D"/>
                </a:solidFill>
              </a:rPr>
              <a:t> </a:t>
            </a:r>
            <a:r>
              <a:rPr lang="fr-FR" sz="1600" dirty="0" err="1">
                <a:solidFill>
                  <a:srgbClr val="47362D"/>
                </a:solidFill>
              </a:rPr>
              <a:t>yourself</a:t>
            </a:r>
            <a:r>
              <a:rPr lang="fr-FR" sz="1600" dirty="0">
                <a:solidFill>
                  <a:srgbClr val="47362D"/>
                </a:solidFill>
              </a:rPr>
              <a:t>: </a:t>
            </a:r>
            <a:r>
              <a:rPr lang="fr-FR" sz="1600" dirty="0" err="1">
                <a:solidFill>
                  <a:srgbClr val="47362D"/>
                </a:solidFill>
                <a:cs typeface="Times New Roman" pitchFamily="18" charset="0"/>
              </a:rPr>
              <a:t>does</a:t>
            </a:r>
            <a:r>
              <a:rPr lang="fr-FR" sz="1600" dirty="0">
                <a:solidFill>
                  <a:srgbClr val="47362D"/>
                </a:solidFill>
                <a:cs typeface="Times New Roman" pitchFamily="18" charset="0"/>
              </a:rPr>
              <a:t> Sophie </a:t>
            </a:r>
            <a:r>
              <a:rPr lang="fr-FR" sz="1600" dirty="0" err="1">
                <a:solidFill>
                  <a:srgbClr val="47362D"/>
                </a:solidFill>
                <a:cs typeface="Times New Roman" pitchFamily="18" charset="0"/>
              </a:rPr>
              <a:t>really</a:t>
            </a:r>
            <a:r>
              <a:rPr lang="fr-FR" sz="1600" dirty="0">
                <a:solidFill>
                  <a:srgbClr val="47362D"/>
                </a:solidFill>
                <a:cs typeface="Times New Roman" pitchFamily="18" charset="0"/>
              </a:rPr>
              <a:t> </a:t>
            </a:r>
            <a:r>
              <a:rPr lang="fr-FR" sz="1600" dirty="0" err="1">
                <a:solidFill>
                  <a:srgbClr val="47362D"/>
                </a:solidFill>
                <a:cs typeface="Times New Roman" pitchFamily="18" charset="0"/>
              </a:rPr>
              <a:t>need</a:t>
            </a:r>
            <a:r>
              <a:rPr lang="fr-FR" sz="1600" dirty="0">
                <a:solidFill>
                  <a:srgbClr val="47362D"/>
                </a:solidFill>
                <a:cs typeface="Times New Roman" pitchFamily="18" charset="0"/>
              </a:rPr>
              <a:t> all the items </a:t>
            </a:r>
            <a:r>
              <a:rPr lang="fr-FR" sz="1600" dirty="0" err="1">
                <a:solidFill>
                  <a:srgbClr val="47362D"/>
                </a:solidFill>
                <a:cs typeface="Times New Roman" pitchFamily="18" charset="0"/>
              </a:rPr>
              <a:t>you</a:t>
            </a:r>
            <a:r>
              <a:rPr lang="fr-FR" sz="1600" dirty="0">
                <a:solidFill>
                  <a:srgbClr val="47362D"/>
                </a:solidFill>
                <a:cs typeface="Times New Roman" pitchFamily="18" charset="0"/>
              </a:rPr>
              <a:t> have </a:t>
            </a:r>
            <a:r>
              <a:rPr lang="fr-FR" sz="1600" dirty="0" err="1">
                <a:solidFill>
                  <a:srgbClr val="47362D"/>
                </a:solidFill>
                <a:cs typeface="Times New Roman" pitchFamily="18" charset="0"/>
              </a:rPr>
              <a:t>listed</a:t>
            </a:r>
            <a:r>
              <a:rPr lang="fr-FR" sz="1600" dirty="0">
                <a:solidFill>
                  <a:srgbClr val="47362D"/>
                </a:solidFill>
                <a:cs typeface="Times New Roman" pitchFamily="18" charset="0"/>
              </a:rPr>
              <a:t> or </a:t>
            </a:r>
            <a:r>
              <a:rPr lang="fr-FR" sz="1600" dirty="0" err="1">
                <a:solidFill>
                  <a:srgbClr val="47362D"/>
                </a:solidFill>
                <a:cs typeface="Times New Roman" pitchFamily="18" charset="0"/>
              </a:rPr>
              <a:t>could</a:t>
            </a:r>
            <a:r>
              <a:rPr lang="fr-FR" sz="1600" dirty="0">
                <a:solidFill>
                  <a:srgbClr val="47362D"/>
                </a:solidFill>
                <a:cs typeface="Times New Roman" pitchFamily="18" charset="0"/>
              </a:rPr>
              <a:t> </a:t>
            </a:r>
            <a:r>
              <a:rPr lang="fr-FR" sz="1600" dirty="0" err="1">
                <a:solidFill>
                  <a:srgbClr val="47362D"/>
                </a:solidFill>
                <a:cs typeface="Times New Roman" pitchFamily="18" charset="0"/>
              </a:rPr>
              <a:t>she</a:t>
            </a:r>
            <a:r>
              <a:rPr lang="fr-FR" sz="1600" dirty="0">
                <a:solidFill>
                  <a:srgbClr val="47362D"/>
                </a:solidFill>
                <a:cs typeface="Times New Roman" pitchFamily="18" charset="0"/>
              </a:rPr>
              <a:t> use </a:t>
            </a:r>
            <a:r>
              <a:rPr lang="fr-FR" sz="1600" b="1" dirty="0" err="1">
                <a:solidFill>
                  <a:srgbClr val="47362D"/>
                </a:solidFill>
                <a:cs typeface="Times New Roman" pitchFamily="18" charset="0"/>
              </a:rPr>
              <a:t>bootstrapping</a:t>
            </a:r>
            <a:r>
              <a:rPr lang="fr-FR" sz="1600" b="1" dirty="0">
                <a:solidFill>
                  <a:srgbClr val="47362D"/>
                </a:solidFill>
                <a:cs typeface="Times New Roman" pitchFamily="18" charset="0"/>
              </a:rPr>
              <a:t> </a:t>
            </a:r>
            <a:r>
              <a:rPr lang="fr-FR" sz="1600" dirty="0">
                <a:solidFill>
                  <a:srgbClr val="47362D"/>
                </a:solidFill>
                <a:cs typeface="Times New Roman" pitchFamily="18" charset="0"/>
              </a:rPr>
              <a:t>to </a:t>
            </a:r>
            <a:r>
              <a:rPr lang="fr-FR" sz="1600" dirty="0" err="1">
                <a:solidFill>
                  <a:srgbClr val="47362D"/>
                </a:solidFill>
                <a:cs typeface="Times New Roman" pitchFamily="18" charset="0"/>
              </a:rPr>
              <a:t>reduce</a:t>
            </a:r>
            <a:r>
              <a:rPr lang="fr-FR" sz="1600" dirty="0">
                <a:solidFill>
                  <a:srgbClr val="47362D"/>
                </a:solidFill>
                <a:cs typeface="Times New Roman" pitchFamily="18" charset="0"/>
              </a:rPr>
              <a:t> </a:t>
            </a:r>
            <a:r>
              <a:rPr lang="fr-FR" sz="1600" dirty="0" err="1">
                <a:solidFill>
                  <a:srgbClr val="47362D"/>
                </a:solidFill>
                <a:cs typeface="Times New Roman" pitchFamily="18" charset="0"/>
              </a:rPr>
              <a:t>costs</a:t>
            </a:r>
            <a:r>
              <a:rPr lang="fr-FR" sz="1600" dirty="0">
                <a:solidFill>
                  <a:srgbClr val="47362D"/>
                </a:solidFill>
                <a:cs typeface="Times New Roman" pitchFamily="18" charset="0"/>
              </a:rPr>
              <a:t>? </a:t>
            </a:r>
          </a:p>
          <a:p>
            <a:pPr marL="457189">
              <a:spcBef>
                <a:spcPts val="400"/>
              </a:spcBef>
              <a:spcAft>
                <a:spcPts val="400"/>
              </a:spcAft>
              <a:buClr>
                <a:schemeClr val="accent3"/>
              </a:buClr>
              <a:defRPr/>
            </a:pPr>
            <a:r>
              <a:rPr lang="fr-FR" sz="1600" dirty="0">
                <a:solidFill>
                  <a:srgbClr val="47362D"/>
                </a:solidFill>
              </a:rPr>
              <a:t>Have you identified any potential obstacles that could occur as Sophie pursues her goal? </a:t>
            </a:r>
            <a:br>
              <a:rPr lang="fr-FR" sz="1600" dirty="0">
                <a:solidFill>
                  <a:srgbClr val="47362D"/>
                </a:solidFill>
              </a:rPr>
            </a:br>
            <a:endParaRPr lang="fr-FR" sz="1600" dirty="0">
              <a:solidFill>
                <a:srgbClr val="47362D"/>
              </a:solidFill>
              <a:cs typeface="Times New Roman" pitchFamily="18" charset="0"/>
            </a:endParaRPr>
          </a:p>
          <a:p>
            <a:endParaRPr lang="fr-FR" sz="1600" dirty="0">
              <a:solidFill>
                <a:srgbClr val="47362D"/>
              </a:solidFill>
            </a:endParaRPr>
          </a:p>
        </p:txBody>
      </p:sp>
      <p:sp>
        <p:nvSpPr>
          <p:cNvPr id="8" name="Textfeld 7">
            <a:extLst>
              <a:ext uri="{FF2B5EF4-FFF2-40B4-BE49-F238E27FC236}">
                <a16:creationId xmlns:a16="http://schemas.microsoft.com/office/drawing/2014/main" id="{4EC1EE54-1E91-4236-9359-1D6DF2369FAD}"/>
              </a:ext>
            </a:extLst>
          </p:cNvPr>
          <p:cNvSpPr txBox="1"/>
          <p:nvPr/>
        </p:nvSpPr>
        <p:spPr>
          <a:xfrm>
            <a:off x="8694356" y="6249857"/>
            <a:ext cx="3800475" cy="446276"/>
          </a:xfrm>
          <a:prstGeom prst="rect">
            <a:avLst/>
          </a:prstGeom>
          <a:noFill/>
        </p:spPr>
        <p:txBody>
          <a:bodyPr wrap="square" rtlCol="0">
            <a:spAutoFit/>
          </a:bodyPr>
          <a:lstStyle/>
          <a:p>
            <a:r>
              <a:rPr lang="fr-FR" sz="900" dirty="0">
                <a:solidFill>
                  <a:schemeClr val="bg1"/>
                </a:solidFill>
              </a:rPr>
              <a:t>www.mada2047.com/rn7-photos.html</a:t>
            </a:r>
          </a:p>
          <a:p>
            <a:endParaRPr lang="fr-FR" sz="1400" dirty="0"/>
          </a:p>
        </p:txBody>
      </p:sp>
      <p:grpSp>
        <p:nvGrpSpPr>
          <p:cNvPr id="17" name="Google Shape;9266;p64"/>
          <p:cNvGrpSpPr/>
          <p:nvPr/>
        </p:nvGrpSpPr>
        <p:grpSpPr>
          <a:xfrm>
            <a:off x="10160475" y="187972"/>
            <a:ext cx="922960" cy="787195"/>
            <a:chOff x="7390435" y="3680868"/>
            <a:chExt cx="372073" cy="355243"/>
          </a:xfrm>
          <a:solidFill>
            <a:schemeClr val="tx1"/>
          </a:solidFill>
        </p:grpSpPr>
        <p:sp>
          <p:nvSpPr>
            <p:cNvPr id="18"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19"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20"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21"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22"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23"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26" name="Google Shape;9647;p65"/>
          <p:cNvSpPr/>
          <p:nvPr/>
        </p:nvSpPr>
        <p:spPr>
          <a:xfrm>
            <a:off x="11267895" y="195241"/>
            <a:ext cx="692965" cy="664023"/>
          </a:xfrm>
          <a:custGeom>
            <a:avLst/>
            <a:gdLst/>
            <a:ahLst/>
            <a:cxnLst/>
            <a:rect l="l" t="t" r="r" b="b"/>
            <a:pathLst>
              <a:path w="11478" h="11413" extrusionOk="0">
                <a:moveTo>
                  <a:pt x="1401" y="515"/>
                </a:moveTo>
                <a:cubicBezTo>
                  <a:pt x="1616" y="515"/>
                  <a:pt x="1834" y="595"/>
                  <a:pt x="2000" y="756"/>
                </a:cubicBezTo>
                <a:lnTo>
                  <a:pt x="2548" y="1304"/>
                </a:lnTo>
                <a:lnTo>
                  <a:pt x="1358" y="2494"/>
                </a:lnTo>
                <a:lnTo>
                  <a:pt x="810" y="1947"/>
                </a:lnTo>
                <a:cubicBezTo>
                  <a:pt x="476" y="1625"/>
                  <a:pt x="476" y="1078"/>
                  <a:pt x="810" y="756"/>
                </a:cubicBezTo>
                <a:cubicBezTo>
                  <a:pt x="971" y="595"/>
                  <a:pt x="1185" y="515"/>
                  <a:pt x="1401" y="515"/>
                </a:cubicBezTo>
                <a:close/>
                <a:moveTo>
                  <a:pt x="2798" y="1566"/>
                </a:moveTo>
                <a:lnTo>
                  <a:pt x="3251" y="2006"/>
                </a:lnTo>
                <a:lnTo>
                  <a:pt x="2655" y="2602"/>
                </a:lnTo>
                <a:lnTo>
                  <a:pt x="2060" y="3197"/>
                </a:lnTo>
                <a:lnTo>
                  <a:pt x="1608" y="2756"/>
                </a:lnTo>
                <a:lnTo>
                  <a:pt x="2798" y="1566"/>
                </a:lnTo>
                <a:close/>
                <a:moveTo>
                  <a:pt x="10132" y="9031"/>
                </a:moveTo>
                <a:lnTo>
                  <a:pt x="10811" y="10757"/>
                </a:lnTo>
                <a:lnTo>
                  <a:pt x="9085" y="10091"/>
                </a:lnTo>
                <a:lnTo>
                  <a:pt x="10132" y="9031"/>
                </a:lnTo>
                <a:close/>
                <a:moveTo>
                  <a:pt x="4036" y="5685"/>
                </a:moveTo>
                <a:lnTo>
                  <a:pt x="5763" y="7412"/>
                </a:lnTo>
                <a:lnTo>
                  <a:pt x="5418" y="7757"/>
                </a:lnTo>
                <a:lnTo>
                  <a:pt x="5001" y="7340"/>
                </a:lnTo>
                <a:cubicBezTo>
                  <a:pt x="4965" y="7299"/>
                  <a:pt x="4920" y="7278"/>
                  <a:pt x="4876" y="7278"/>
                </a:cubicBezTo>
                <a:cubicBezTo>
                  <a:pt x="4831" y="7278"/>
                  <a:pt x="4787" y="7299"/>
                  <a:pt x="4751" y="7340"/>
                </a:cubicBezTo>
                <a:cubicBezTo>
                  <a:pt x="4679" y="7412"/>
                  <a:pt x="4679" y="7519"/>
                  <a:pt x="4751" y="7590"/>
                </a:cubicBezTo>
                <a:lnTo>
                  <a:pt x="5168" y="8007"/>
                </a:lnTo>
                <a:lnTo>
                  <a:pt x="4763" y="8412"/>
                </a:lnTo>
                <a:lnTo>
                  <a:pt x="3822" y="7471"/>
                </a:lnTo>
                <a:cubicBezTo>
                  <a:pt x="3786" y="7436"/>
                  <a:pt x="3742" y="7418"/>
                  <a:pt x="3697" y="7418"/>
                </a:cubicBezTo>
                <a:cubicBezTo>
                  <a:pt x="3652" y="7418"/>
                  <a:pt x="3608" y="7436"/>
                  <a:pt x="3572" y="7471"/>
                </a:cubicBezTo>
                <a:cubicBezTo>
                  <a:pt x="3501" y="7543"/>
                  <a:pt x="3501" y="7650"/>
                  <a:pt x="3572" y="7721"/>
                </a:cubicBezTo>
                <a:lnTo>
                  <a:pt x="4513" y="8662"/>
                </a:lnTo>
                <a:lnTo>
                  <a:pt x="4108" y="9067"/>
                </a:lnTo>
                <a:lnTo>
                  <a:pt x="3691" y="8638"/>
                </a:lnTo>
                <a:cubicBezTo>
                  <a:pt x="3655" y="8602"/>
                  <a:pt x="3611" y="8584"/>
                  <a:pt x="3566" y="8584"/>
                </a:cubicBezTo>
                <a:cubicBezTo>
                  <a:pt x="3521" y="8584"/>
                  <a:pt x="3477" y="8602"/>
                  <a:pt x="3441" y="8638"/>
                </a:cubicBezTo>
                <a:cubicBezTo>
                  <a:pt x="3358" y="8721"/>
                  <a:pt x="3358" y="8817"/>
                  <a:pt x="3441" y="8900"/>
                </a:cubicBezTo>
                <a:lnTo>
                  <a:pt x="3858" y="9317"/>
                </a:lnTo>
                <a:lnTo>
                  <a:pt x="3453" y="9710"/>
                </a:lnTo>
                <a:lnTo>
                  <a:pt x="3036" y="9293"/>
                </a:lnTo>
                <a:cubicBezTo>
                  <a:pt x="3001" y="9257"/>
                  <a:pt x="2956" y="9239"/>
                  <a:pt x="2911" y="9239"/>
                </a:cubicBezTo>
                <a:cubicBezTo>
                  <a:pt x="2867" y="9239"/>
                  <a:pt x="2822" y="9257"/>
                  <a:pt x="2786" y="9293"/>
                </a:cubicBezTo>
                <a:cubicBezTo>
                  <a:pt x="2703" y="9376"/>
                  <a:pt x="2703" y="9471"/>
                  <a:pt x="2786" y="9555"/>
                </a:cubicBezTo>
                <a:lnTo>
                  <a:pt x="3203" y="9972"/>
                </a:lnTo>
                <a:lnTo>
                  <a:pt x="2798" y="10364"/>
                </a:lnTo>
                <a:lnTo>
                  <a:pt x="1858" y="9436"/>
                </a:lnTo>
                <a:cubicBezTo>
                  <a:pt x="1822" y="9394"/>
                  <a:pt x="1777" y="9373"/>
                  <a:pt x="1733" y="9373"/>
                </a:cubicBezTo>
                <a:cubicBezTo>
                  <a:pt x="1688" y="9373"/>
                  <a:pt x="1643" y="9394"/>
                  <a:pt x="1608" y="9436"/>
                </a:cubicBezTo>
                <a:cubicBezTo>
                  <a:pt x="1536" y="9507"/>
                  <a:pt x="1536" y="9614"/>
                  <a:pt x="1608" y="9686"/>
                </a:cubicBezTo>
                <a:lnTo>
                  <a:pt x="2548" y="10626"/>
                </a:lnTo>
                <a:lnTo>
                  <a:pt x="2191" y="10984"/>
                </a:lnTo>
                <a:cubicBezTo>
                  <a:pt x="2155" y="11007"/>
                  <a:pt x="2096" y="11043"/>
                  <a:pt x="2048" y="11043"/>
                </a:cubicBezTo>
                <a:cubicBezTo>
                  <a:pt x="2012" y="11043"/>
                  <a:pt x="1953" y="11019"/>
                  <a:pt x="1917" y="10984"/>
                </a:cubicBezTo>
                <a:lnTo>
                  <a:pt x="465" y="9519"/>
                </a:lnTo>
                <a:cubicBezTo>
                  <a:pt x="381" y="9448"/>
                  <a:pt x="381" y="9329"/>
                  <a:pt x="465" y="9257"/>
                </a:cubicBezTo>
                <a:lnTo>
                  <a:pt x="4036" y="5685"/>
                </a:lnTo>
                <a:close/>
                <a:moveTo>
                  <a:pt x="9428" y="0"/>
                </a:moveTo>
                <a:cubicBezTo>
                  <a:pt x="9290" y="0"/>
                  <a:pt x="9150" y="54"/>
                  <a:pt x="9037" y="161"/>
                </a:cubicBezTo>
                <a:lnTo>
                  <a:pt x="6299" y="2899"/>
                </a:lnTo>
                <a:cubicBezTo>
                  <a:pt x="6227" y="2971"/>
                  <a:pt x="6227" y="3078"/>
                  <a:pt x="6299" y="3149"/>
                </a:cubicBezTo>
                <a:cubicBezTo>
                  <a:pt x="6334" y="3185"/>
                  <a:pt x="6379" y="3203"/>
                  <a:pt x="6424" y="3203"/>
                </a:cubicBezTo>
                <a:cubicBezTo>
                  <a:pt x="6468" y="3203"/>
                  <a:pt x="6513" y="3185"/>
                  <a:pt x="6549" y="3149"/>
                </a:cubicBezTo>
                <a:lnTo>
                  <a:pt x="9287" y="411"/>
                </a:lnTo>
                <a:cubicBezTo>
                  <a:pt x="9323" y="387"/>
                  <a:pt x="9382" y="351"/>
                  <a:pt x="9418" y="351"/>
                </a:cubicBezTo>
                <a:cubicBezTo>
                  <a:pt x="9466" y="351"/>
                  <a:pt x="9525" y="363"/>
                  <a:pt x="9561" y="411"/>
                </a:cubicBezTo>
                <a:lnTo>
                  <a:pt x="11013" y="1875"/>
                </a:lnTo>
                <a:cubicBezTo>
                  <a:pt x="11049" y="1899"/>
                  <a:pt x="11073" y="1959"/>
                  <a:pt x="11073" y="2006"/>
                </a:cubicBezTo>
                <a:cubicBezTo>
                  <a:pt x="11073" y="2054"/>
                  <a:pt x="11061" y="2113"/>
                  <a:pt x="11013" y="2137"/>
                </a:cubicBezTo>
                <a:lnTo>
                  <a:pt x="10656" y="2494"/>
                </a:lnTo>
                <a:lnTo>
                  <a:pt x="9716" y="1554"/>
                </a:lnTo>
                <a:cubicBezTo>
                  <a:pt x="9680" y="1518"/>
                  <a:pt x="9635" y="1500"/>
                  <a:pt x="9591" y="1500"/>
                </a:cubicBezTo>
                <a:cubicBezTo>
                  <a:pt x="9546" y="1500"/>
                  <a:pt x="9501" y="1518"/>
                  <a:pt x="9466" y="1554"/>
                </a:cubicBezTo>
                <a:cubicBezTo>
                  <a:pt x="9394" y="1637"/>
                  <a:pt x="9394" y="1732"/>
                  <a:pt x="9466" y="1816"/>
                </a:cubicBezTo>
                <a:lnTo>
                  <a:pt x="10406" y="2744"/>
                </a:lnTo>
                <a:lnTo>
                  <a:pt x="10001" y="3149"/>
                </a:lnTo>
                <a:lnTo>
                  <a:pt x="9585" y="2733"/>
                </a:lnTo>
                <a:cubicBezTo>
                  <a:pt x="9549" y="2697"/>
                  <a:pt x="9504" y="2679"/>
                  <a:pt x="9460" y="2679"/>
                </a:cubicBezTo>
                <a:cubicBezTo>
                  <a:pt x="9415" y="2679"/>
                  <a:pt x="9370" y="2697"/>
                  <a:pt x="9335" y="2733"/>
                </a:cubicBezTo>
                <a:cubicBezTo>
                  <a:pt x="9263" y="2804"/>
                  <a:pt x="9263" y="2911"/>
                  <a:pt x="9335" y="2983"/>
                </a:cubicBezTo>
                <a:lnTo>
                  <a:pt x="9751" y="3399"/>
                </a:lnTo>
                <a:lnTo>
                  <a:pt x="9347" y="3804"/>
                </a:lnTo>
                <a:lnTo>
                  <a:pt x="8930" y="3387"/>
                </a:lnTo>
                <a:cubicBezTo>
                  <a:pt x="8894" y="3352"/>
                  <a:pt x="8850" y="3334"/>
                  <a:pt x="8805" y="3334"/>
                </a:cubicBezTo>
                <a:cubicBezTo>
                  <a:pt x="8760" y="3334"/>
                  <a:pt x="8716" y="3352"/>
                  <a:pt x="8680" y="3387"/>
                </a:cubicBezTo>
                <a:cubicBezTo>
                  <a:pt x="8597" y="3459"/>
                  <a:pt x="8597" y="3566"/>
                  <a:pt x="8680" y="3637"/>
                </a:cubicBezTo>
                <a:lnTo>
                  <a:pt x="9097" y="4054"/>
                </a:lnTo>
                <a:lnTo>
                  <a:pt x="8692" y="4459"/>
                </a:lnTo>
                <a:lnTo>
                  <a:pt x="7751" y="3518"/>
                </a:lnTo>
                <a:cubicBezTo>
                  <a:pt x="7715" y="3483"/>
                  <a:pt x="7671" y="3465"/>
                  <a:pt x="7626" y="3465"/>
                </a:cubicBezTo>
                <a:cubicBezTo>
                  <a:pt x="7581" y="3465"/>
                  <a:pt x="7537" y="3483"/>
                  <a:pt x="7501" y="3518"/>
                </a:cubicBezTo>
                <a:cubicBezTo>
                  <a:pt x="7430" y="3602"/>
                  <a:pt x="7430" y="3697"/>
                  <a:pt x="7501" y="3780"/>
                </a:cubicBezTo>
                <a:lnTo>
                  <a:pt x="8442" y="4709"/>
                </a:lnTo>
                <a:lnTo>
                  <a:pt x="8037" y="5114"/>
                </a:lnTo>
                <a:lnTo>
                  <a:pt x="7620" y="4697"/>
                </a:lnTo>
                <a:cubicBezTo>
                  <a:pt x="7584" y="4661"/>
                  <a:pt x="7540" y="4644"/>
                  <a:pt x="7495" y="4644"/>
                </a:cubicBezTo>
                <a:cubicBezTo>
                  <a:pt x="7451" y="4644"/>
                  <a:pt x="7406" y="4661"/>
                  <a:pt x="7370" y="4697"/>
                </a:cubicBezTo>
                <a:cubicBezTo>
                  <a:pt x="7287" y="4769"/>
                  <a:pt x="7287" y="4876"/>
                  <a:pt x="7370" y="4947"/>
                </a:cubicBezTo>
                <a:lnTo>
                  <a:pt x="7787" y="5364"/>
                </a:lnTo>
                <a:lnTo>
                  <a:pt x="7442" y="5709"/>
                </a:lnTo>
                <a:lnTo>
                  <a:pt x="5715" y="3983"/>
                </a:lnTo>
                <a:lnTo>
                  <a:pt x="6037" y="3661"/>
                </a:lnTo>
                <a:cubicBezTo>
                  <a:pt x="6120" y="3578"/>
                  <a:pt x="6120" y="3483"/>
                  <a:pt x="6037" y="3399"/>
                </a:cubicBezTo>
                <a:cubicBezTo>
                  <a:pt x="6001" y="3364"/>
                  <a:pt x="5956" y="3346"/>
                  <a:pt x="5912" y="3346"/>
                </a:cubicBezTo>
                <a:cubicBezTo>
                  <a:pt x="5867" y="3346"/>
                  <a:pt x="5822" y="3364"/>
                  <a:pt x="5787" y="3399"/>
                </a:cubicBezTo>
                <a:lnTo>
                  <a:pt x="5465" y="3733"/>
                </a:lnTo>
                <a:lnTo>
                  <a:pt x="2239" y="506"/>
                </a:lnTo>
                <a:cubicBezTo>
                  <a:pt x="2012" y="280"/>
                  <a:pt x="1715" y="161"/>
                  <a:pt x="1381" y="161"/>
                </a:cubicBezTo>
                <a:cubicBezTo>
                  <a:pt x="1072" y="161"/>
                  <a:pt x="762" y="280"/>
                  <a:pt x="536" y="506"/>
                </a:cubicBezTo>
                <a:cubicBezTo>
                  <a:pt x="310" y="732"/>
                  <a:pt x="191" y="1030"/>
                  <a:pt x="191" y="1351"/>
                </a:cubicBezTo>
                <a:cubicBezTo>
                  <a:pt x="191" y="1661"/>
                  <a:pt x="310" y="1971"/>
                  <a:pt x="536" y="2197"/>
                </a:cubicBezTo>
                <a:lnTo>
                  <a:pt x="3774" y="5447"/>
                </a:lnTo>
                <a:lnTo>
                  <a:pt x="203" y="9019"/>
                </a:lnTo>
                <a:cubicBezTo>
                  <a:pt x="0" y="9221"/>
                  <a:pt x="0" y="9567"/>
                  <a:pt x="203" y="9793"/>
                </a:cubicBezTo>
                <a:lnTo>
                  <a:pt x="1667" y="11246"/>
                </a:lnTo>
                <a:cubicBezTo>
                  <a:pt x="1774" y="11353"/>
                  <a:pt x="1905" y="11412"/>
                  <a:pt x="2048" y="11412"/>
                </a:cubicBezTo>
                <a:cubicBezTo>
                  <a:pt x="2203" y="11412"/>
                  <a:pt x="2334" y="11353"/>
                  <a:pt x="2441" y="11246"/>
                </a:cubicBezTo>
                <a:lnTo>
                  <a:pt x="6013" y="7674"/>
                </a:lnTo>
                <a:lnTo>
                  <a:pt x="6263" y="7924"/>
                </a:lnTo>
                <a:cubicBezTo>
                  <a:pt x="6299" y="7965"/>
                  <a:pt x="6343" y="7986"/>
                  <a:pt x="6389" y="7986"/>
                </a:cubicBezTo>
                <a:cubicBezTo>
                  <a:pt x="6436" y="7986"/>
                  <a:pt x="6483" y="7965"/>
                  <a:pt x="6525" y="7924"/>
                </a:cubicBezTo>
                <a:cubicBezTo>
                  <a:pt x="6596" y="7852"/>
                  <a:pt x="6596" y="7745"/>
                  <a:pt x="6525" y="7674"/>
                </a:cubicBezTo>
                <a:lnTo>
                  <a:pt x="6168" y="7316"/>
                </a:lnTo>
                <a:cubicBezTo>
                  <a:pt x="6168" y="7305"/>
                  <a:pt x="6144" y="7305"/>
                  <a:pt x="6132" y="7293"/>
                </a:cubicBezTo>
                <a:lnTo>
                  <a:pt x="6096" y="7257"/>
                </a:lnTo>
                <a:lnTo>
                  <a:pt x="2310" y="3471"/>
                </a:lnTo>
                <a:lnTo>
                  <a:pt x="2786" y="2995"/>
                </a:lnTo>
                <a:lnTo>
                  <a:pt x="3084" y="3292"/>
                </a:lnTo>
                <a:cubicBezTo>
                  <a:pt x="3108" y="3316"/>
                  <a:pt x="3155" y="3328"/>
                  <a:pt x="3203" y="3328"/>
                </a:cubicBezTo>
                <a:cubicBezTo>
                  <a:pt x="3239" y="3328"/>
                  <a:pt x="3286" y="3316"/>
                  <a:pt x="3322" y="3292"/>
                </a:cubicBezTo>
                <a:cubicBezTo>
                  <a:pt x="3393" y="3209"/>
                  <a:pt x="3393" y="3114"/>
                  <a:pt x="3322" y="3030"/>
                </a:cubicBezTo>
                <a:lnTo>
                  <a:pt x="3024" y="2733"/>
                </a:lnTo>
                <a:lnTo>
                  <a:pt x="3501" y="2256"/>
                </a:lnTo>
                <a:lnTo>
                  <a:pt x="5358" y="4126"/>
                </a:lnTo>
                <a:lnTo>
                  <a:pt x="7311" y="6066"/>
                </a:lnTo>
                <a:lnTo>
                  <a:pt x="7323" y="6090"/>
                </a:lnTo>
                <a:lnTo>
                  <a:pt x="7334" y="6102"/>
                </a:lnTo>
                <a:lnTo>
                  <a:pt x="9942" y="8710"/>
                </a:lnTo>
                <a:lnTo>
                  <a:pt x="9466" y="9186"/>
                </a:lnTo>
                <a:lnTo>
                  <a:pt x="6846" y="6554"/>
                </a:lnTo>
                <a:lnTo>
                  <a:pt x="5810" y="5519"/>
                </a:lnTo>
                <a:lnTo>
                  <a:pt x="3965" y="3673"/>
                </a:lnTo>
                <a:cubicBezTo>
                  <a:pt x="3923" y="3637"/>
                  <a:pt x="3879" y="3620"/>
                  <a:pt x="3834" y="3620"/>
                </a:cubicBezTo>
                <a:cubicBezTo>
                  <a:pt x="3789" y="3620"/>
                  <a:pt x="3745" y="3637"/>
                  <a:pt x="3703" y="3673"/>
                </a:cubicBezTo>
                <a:cubicBezTo>
                  <a:pt x="3632" y="3745"/>
                  <a:pt x="3632" y="3852"/>
                  <a:pt x="3703" y="3923"/>
                </a:cubicBezTo>
                <a:lnTo>
                  <a:pt x="9239" y="9460"/>
                </a:lnTo>
                <a:lnTo>
                  <a:pt x="8763" y="9936"/>
                </a:lnTo>
                <a:lnTo>
                  <a:pt x="7096" y="8269"/>
                </a:lnTo>
                <a:cubicBezTo>
                  <a:pt x="7061" y="8233"/>
                  <a:pt x="7016" y="8215"/>
                  <a:pt x="6971" y="8215"/>
                </a:cubicBezTo>
                <a:cubicBezTo>
                  <a:pt x="6927" y="8215"/>
                  <a:pt x="6882" y="8233"/>
                  <a:pt x="6846" y="8269"/>
                </a:cubicBezTo>
                <a:cubicBezTo>
                  <a:pt x="6775" y="8340"/>
                  <a:pt x="6775" y="8448"/>
                  <a:pt x="6846" y="8519"/>
                </a:cubicBezTo>
                <a:lnTo>
                  <a:pt x="8632" y="10305"/>
                </a:lnTo>
                <a:cubicBezTo>
                  <a:pt x="8644" y="10329"/>
                  <a:pt x="8680" y="10341"/>
                  <a:pt x="8692" y="10353"/>
                </a:cubicBezTo>
                <a:lnTo>
                  <a:pt x="10799" y="11174"/>
                </a:lnTo>
                <a:cubicBezTo>
                  <a:pt x="10835" y="11186"/>
                  <a:pt x="10883" y="11186"/>
                  <a:pt x="10906" y="11186"/>
                </a:cubicBezTo>
                <a:cubicBezTo>
                  <a:pt x="10990" y="11186"/>
                  <a:pt x="11061" y="11162"/>
                  <a:pt x="11121" y="11103"/>
                </a:cubicBezTo>
                <a:cubicBezTo>
                  <a:pt x="11192" y="11019"/>
                  <a:pt x="11228" y="10900"/>
                  <a:pt x="11180" y="10805"/>
                </a:cubicBezTo>
                <a:lnTo>
                  <a:pt x="10359" y="8686"/>
                </a:lnTo>
                <a:cubicBezTo>
                  <a:pt x="10347" y="8662"/>
                  <a:pt x="10323" y="8638"/>
                  <a:pt x="10311" y="8626"/>
                </a:cubicBezTo>
                <a:lnTo>
                  <a:pt x="7692" y="6007"/>
                </a:lnTo>
                <a:lnTo>
                  <a:pt x="11264" y="2435"/>
                </a:lnTo>
                <a:cubicBezTo>
                  <a:pt x="11478" y="2185"/>
                  <a:pt x="11478" y="1840"/>
                  <a:pt x="11264" y="1625"/>
                </a:cubicBezTo>
                <a:lnTo>
                  <a:pt x="9811" y="161"/>
                </a:lnTo>
                <a:cubicBezTo>
                  <a:pt x="9704" y="54"/>
                  <a:pt x="9567" y="0"/>
                  <a:pt x="9428" y="0"/>
                </a:cubicBezTo>
                <a:close/>
              </a:path>
            </a:pathLst>
          </a:custGeom>
          <a:solidFill>
            <a:srgbClr val="000000"/>
          </a:solidFill>
          <a:ln w="3175">
            <a:noFill/>
          </a:ln>
        </p:spPr>
        <p:txBody>
          <a:bodyPr spcFirstLastPara="1" wrap="square" lIns="121900" tIns="121900" rIns="121900" bIns="121900" anchor="ctr" anchorCtr="0">
            <a:noAutofit/>
          </a:bodyPr>
          <a:lstStyle/>
          <a:p>
            <a:endParaRPr sz="2400"/>
          </a:p>
        </p:txBody>
      </p:sp>
      <p:grpSp>
        <p:nvGrpSpPr>
          <p:cNvPr id="16" name="Gruppieren 15"/>
          <p:cNvGrpSpPr/>
          <p:nvPr/>
        </p:nvGrpSpPr>
        <p:grpSpPr>
          <a:xfrm>
            <a:off x="130117" y="162554"/>
            <a:ext cx="972127" cy="802009"/>
            <a:chOff x="97587" y="121915"/>
            <a:chExt cx="729095" cy="601507"/>
          </a:xfrm>
        </p:grpSpPr>
        <p:grpSp>
          <p:nvGrpSpPr>
            <p:cNvPr id="24" name="Gruppieren 23"/>
            <p:cNvGrpSpPr/>
            <p:nvPr/>
          </p:nvGrpSpPr>
          <p:grpSpPr>
            <a:xfrm>
              <a:off x="97587" y="121915"/>
              <a:ext cx="729095" cy="601507"/>
              <a:chOff x="2016744" y="-182666"/>
              <a:chExt cx="5143500" cy="4481945"/>
            </a:xfrm>
          </p:grpSpPr>
          <p:pic>
            <p:nvPicPr>
              <p:cNvPr id="28" name="Grafik 27"/>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2016744" y="-182666"/>
                <a:ext cx="5143500" cy="4481945"/>
              </a:xfrm>
              <a:prstGeom prst="rect">
                <a:avLst/>
              </a:prstGeom>
            </p:spPr>
          </p:pic>
          <p:sp>
            <p:nvSpPr>
              <p:cNvPr id="29" name="Rechteck 28"/>
              <p:cNvSpPr/>
              <p:nvPr userDrawn="1"/>
            </p:nvSpPr>
            <p:spPr>
              <a:xfrm>
                <a:off x="3263729" y="914895"/>
                <a:ext cx="2309427" cy="27811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
          <p:nvSpPr>
            <p:cNvPr id="27" name="Rechteck 26"/>
            <p:cNvSpPr/>
            <p:nvPr/>
          </p:nvSpPr>
          <p:spPr>
            <a:xfrm>
              <a:off x="350038" y="269215"/>
              <a:ext cx="307596"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
        <p:nvSpPr>
          <p:cNvPr id="30" name="Textfeld 29"/>
          <p:cNvSpPr txBox="1"/>
          <p:nvPr/>
        </p:nvSpPr>
        <p:spPr>
          <a:xfrm>
            <a:off x="231141" y="178438"/>
            <a:ext cx="996345" cy="830997"/>
          </a:xfrm>
          <a:prstGeom prst="rect">
            <a:avLst/>
          </a:prstGeom>
          <a:noFill/>
        </p:spPr>
        <p:txBody>
          <a:bodyPr wrap="square" rtlCol="0">
            <a:spAutoFit/>
          </a:bodyPr>
          <a:lstStyle/>
          <a:p>
            <a:r>
              <a:rPr lang="de-DE" sz="2400" dirty="0">
                <a:latin typeface="Poppins" panose="020B0604020202020204" charset="0"/>
                <a:cs typeface="Poppins" panose="020B0604020202020204" charset="0"/>
              </a:rPr>
              <a:t>WS</a:t>
            </a:r>
          </a:p>
          <a:p>
            <a:r>
              <a:rPr lang="de-DE" sz="2400" dirty="0">
                <a:latin typeface="Poppins" panose="020B0604020202020204" charset="0"/>
                <a:cs typeface="Poppins" panose="020B0604020202020204" charset="0"/>
              </a:rPr>
              <a:t> 25a </a:t>
            </a:r>
            <a:endParaRPr lang="en-GB" sz="2400" dirty="0">
              <a:latin typeface="Poppins" panose="020B0604020202020204" charset="0"/>
              <a:cs typeface="Poppins" panose="020B0604020202020204" charset="0"/>
            </a:endParaRPr>
          </a:p>
        </p:txBody>
      </p:sp>
      <p:grpSp>
        <p:nvGrpSpPr>
          <p:cNvPr id="59" name="Google Shape;8797;p63"/>
          <p:cNvGrpSpPr/>
          <p:nvPr/>
        </p:nvGrpSpPr>
        <p:grpSpPr>
          <a:xfrm>
            <a:off x="415106" y="4491801"/>
            <a:ext cx="197108" cy="389321"/>
            <a:chOff x="3527539" y="4476677"/>
            <a:chExt cx="159232" cy="314510"/>
          </a:xfrm>
          <a:solidFill>
            <a:srgbClr val="000000"/>
          </a:solidFill>
        </p:grpSpPr>
        <p:sp>
          <p:nvSpPr>
            <p:cNvPr id="60"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61"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62" name="Google Shape;8797;p63"/>
          <p:cNvGrpSpPr/>
          <p:nvPr/>
        </p:nvGrpSpPr>
        <p:grpSpPr>
          <a:xfrm>
            <a:off x="730981" y="4491801"/>
            <a:ext cx="197108" cy="389321"/>
            <a:chOff x="3527539" y="4476677"/>
            <a:chExt cx="159232" cy="314510"/>
          </a:xfrm>
          <a:solidFill>
            <a:srgbClr val="000000"/>
          </a:solidFill>
        </p:grpSpPr>
        <p:sp>
          <p:nvSpPr>
            <p:cNvPr id="63"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64"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65" name="Google Shape;8797;p63"/>
          <p:cNvGrpSpPr/>
          <p:nvPr/>
        </p:nvGrpSpPr>
        <p:grpSpPr>
          <a:xfrm>
            <a:off x="414654" y="4037030"/>
            <a:ext cx="197108" cy="389321"/>
            <a:chOff x="3527539" y="4476677"/>
            <a:chExt cx="159232" cy="314510"/>
          </a:xfrm>
          <a:solidFill>
            <a:srgbClr val="000000"/>
          </a:solidFill>
        </p:grpSpPr>
        <p:sp>
          <p:nvSpPr>
            <p:cNvPr id="66"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67"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68" name="Google Shape;8797;p63"/>
          <p:cNvGrpSpPr/>
          <p:nvPr/>
        </p:nvGrpSpPr>
        <p:grpSpPr>
          <a:xfrm>
            <a:off x="730981" y="4037030"/>
            <a:ext cx="197108" cy="389321"/>
            <a:chOff x="3527539" y="4476677"/>
            <a:chExt cx="159232" cy="314510"/>
          </a:xfrm>
          <a:solidFill>
            <a:srgbClr val="000000"/>
          </a:solidFill>
        </p:grpSpPr>
        <p:sp>
          <p:nvSpPr>
            <p:cNvPr id="69"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70"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pic>
        <p:nvPicPr>
          <p:cNvPr id="49" name="Grafik 48"/>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9971002" y="5534744"/>
            <a:ext cx="1356249" cy="1100627"/>
          </a:xfrm>
          <a:prstGeom prst="rect">
            <a:avLst/>
          </a:prstGeom>
        </p:spPr>
      </p:pic>
      <p:graphicFrame>
        <p:nvGraphicFramePr>
          <p:cNvPr id="14" name="Table 13">
            <a:extLst>
              <a:ext uri="{FF2B5EF4-FFF2-40B4-BE49-F238E27FC236}">
                <a16:creationId xmlns:a16="http://schemas.microsoft.com/office/drawing/2014/main" id="{DAB36F94-0F56-0648-3D65-2EC6034C8B31}"/>
              </a:ext>
            </a:extLst>
          </p:cNvPr>
          <p:cNvGraphicFramePr>
            <a:graphicFrameLocks noGrp="1"/>
          </p:cNvGraphicFramePr>
          <p:nvPr/>
        </p:nvGraphicFramePr>
        <p:xfrm>
          <a:off x="2642238" y="1457776"/>
          <a:ext cx="8094134" cy="2673180"/>
        </p:xfrm>
        <a:graphic>
          <a:graphicData uri="http://schemas.openxmlformats.org/drawingml/2006/table">
            <a:tbl>
              <a:tblPr firstRow="1" firstCol="1" bandRow="1"/>
              <a:tblGrid>
                <a:gridCol w="2697480">
                  <a:extLst>
                    <a:ext uri="{9D8B030D-6E8A-4147-A177-3AD203B41FA5}">
                      <a16:colId xmlns:a16="http://schemas.microsoft.com/office/drawing/2014/main" val="1055505942"/>
                    </a:ext>
                  </a:extLst>
                </a:gridCol>
                <a:gridCol w="2698327">
                  <a:extLst>
                    <a:ext uri="{9D8B030D-6E8A-4147-A177-3AD203B41FA5}">
                      <a16:colId xmlns:a16="http://schemas.microsoft.com/office/drawing/2014/main" val="1002798229"/>
                    </a:ext>
                  </a:extLst>
                </a:gridCol>
                <a:gridCol w="2698327">
                  <a:extLst>
                    <a:ext uri="{9D8B030D-6E8A-4147-A177-3AD203B41FA5}">
                      <a16:colId xmlns:a16="http://schemas.microsoft.com/office/drawing/2014/main" val="3123905450"/>
                    </a:ext>
                  </a:extLst>
                </a:gridCol>
              </a:tblGrid>
              <a:tr h="405892">
                <a:tc>
                  <a:txBody>
                    <a:bodyPr/>
                    <a:lstStyle/>
                    <a:p>
                      <a:pPr>
                        <a:lnSpc>
                          <a:spcPct val="107000"/>
                        </a:lnSpc>
                        <a:spcAft>
                          <a:spcPts val="800"/>
                        </a:spcAft>
                      </a:pPr>
                      <a:r>
                        <a:rPr lang="en-US" sz="1100" dirty="0">
                          <a:effectLst/>
                        </a:rPr>
                        <a:t>SOURCES OF FUNDING</a:t>
                      </a:r>
                      <a:endParaRPr lang="en-GB" sz="1500" dirty="0">
                        <a:effectLst/>
                        <a:latin typeface="Calibri" panose="020F0502020204030204" pitchFamily="34" charset="0"/>
                        <a:ea typeface="Calibri" panose="020F0502020204030204" pitchFamily="34" charset="0"/>
                        <a:cs typeface="Times New Roman" panose="02020603050405020304" pitchFamily="18" charset="0"/>
                      </a:endParaRPr>
                    </a:p>
                  </a:txBody>
                  <a:tcPr marT="143933" marB="95673"/>
                </a:tc>
                <a:tc>
                  <a:txBody>
                    <a:bodyPr/>
                    <a:lstStyle/>
                    <a:p>
                      <a:pPr>
                        <a:lnSpc>
                          <a:spcPct val="107000"/>
                        </a:lnSpc>
                        <a:spcAft>
                          <a:spcPts val="800"/>
                        </a:spcAft>
                      </a:pPr>
                      <a:r>
                        <a:rPr lang="en-US" sz="1100" dirty="0">
                          <a:effectLst/>
                        </a:rPr>
                        <a:t>ADVANTAGES </a:t>
                      </a:r>
                      <a:endParaRPr lang="en-GB" sz="1500" dirty="0">
                        <a:effectLst/>
                        <a:latin typeface="Calibri" panose="020F0502020204030204" pitchFamily="34" charset="0"/>
                        <a:ea typeface="Calibri" panose="020F0502020204030204" pitchFamily="34" charset="0"/>
                        <a:cs typeface="Times New Roman" panose="02020603050405020304" pitchFamily="18" charset="0"/>
                      </a:endParaRPr>
                    </a:p>
                  </a:txBody>
                  <a:tcPr marT="143933" marB="95673"/>
                </a:tc>
                <a:tc>
                  <a:txBody>
                    <a:bodyPr/>
                    <a:lstStyle/>
                    <a:p>
                      <a:pPr>
                        <a:lnSpc>
                          <a:spcPct val="107000"/>
                        </a:lnSpc>
                        <a:spcAft>
                          <a:spcPts val="800"/>
                        </a:spcAft>
                      </a:pPr>
                      <a:r>
                        <a:rPr lang="en-US" sz="1100" dirty="0">
                          <a:effectLst/>
                        </a:rPr>
                        <a:t>DISADVANTAGES</a:t>
                      </a:r>
                      <a:endParaRPr lang="en-GB" sz="1500" dirty="0">
                        <a:effectLst/>
                        <a:latin typeface="Calibri" panose="020F0502020204030204" pitchFamily="34" charset="0"/>
                        <a:ea typeface="Calibri" panose="020F0502020204030204" pitchFamily="34" charset="0"/>
                        <a:cs typeface="Times New Roman" panose="02020603050405020304" pitchFamily="18" charset="0"/>
                      </a:endParaRPr>
                    </a:p>
                  </a:txBody>
                  <a:tcPr marT="143933" marB="95673"/>
                </a:tc>
                <a:extLst>
                  <a:ext uri="{0D108BD9-81ED-4DB2-BD59-A6C34878D82A}">
                    <a16:rowId xmlns:a16="http://schemas.microsoft.com/office/drawing/2014/main" val="3472933677"/>
                  </a:ext>
                </a:extLst>
              </a:tr>
              <a:tr h="2262124">
                <a:tc>
                  <a:txBody>
                    <a:bodyPr/>
                    <a:lstStyle/>
                    <a:p>
                      <a:pPr>
                        <a:lnSpc>
                          <a:spcPct val="107000"/>
                        </a:lnSpc>
                        <a:spcAft>
                          <a:spcPts val="800"/>
                        </a:spcAft>
                      </a:pPr>
                      <a:endParaRPr lang="en-GB" sz="1500" dirty="0">
                        <a:effectLst/>
                        <a:latin typeface="Calibri" panose="020F0502020204030204" pitchFamily="34" charset="0"/>
                        <a:ea typeface="Calibri" panose="020F0502020204030204" pitchFamily="34" charset="0"/>
                        <a:cs typeface="Times New Roman" panose="02020603050405020304" pitchFamily="18" charset="0"/>
                      </a:endParaRPr>
                    </a:p>
                  </a:txBody>
                  <a:tcPr marT="143933" marB="95673"/>
                </a:tc>
                <a:tc>
                  <a:txBody>
                    <a:bodyPr/>
                    <a:lstStyle/>
                    <a:p>
                      <a:pPr>
                        <a:lnSpc>
                          <a:spcPct val="107000"/>
                        </a:lnSpc>
                        <a:spcAft>
                          <a:spcPts val="800"/>
                        </a:spcAft>
                      </a:pPr>
                      <a:r>
                        <a:rPr lang="en-US" sz="1100" dirty="0">
                          <a:effectLst/>
                        </a:rPr>
                        <a:t>1. </a:t>
                      </a:r>
                      <a:endParaRPr lang="en-GB" sz="1500" dirty="0">
                        <a:effectLst/>
                      </a:endParaRPr>
                    </a:p>
                    <a:p>
                      <a:pPr>
                        <a:lnSpc>
                          <a:spcPct val="107000"/>
                        </a:lnSpc>
                        <a:spcAft>
                          <a:spcPts val="800"/>
                        </a:spcAft>
                      </a:pPr>
                      <a:r>
                        <a:rPr lang="en-US" sz="1100" dirty="0">
                          <a:effectLst/>
                        </a:rPr>
                        <a:t> </a:t>
                      </a:r>
                      <a:endParaRPr lang="en-GB" sz="1500" dirty="0">
                        <a:effectLst/>
                      </a:endParaRPr>
                    </a:p>
                    <a:p>
                      <a:pPr>
                        <a:lnSpc>
                          <a:spcPct val="107000"/>
                        </a:lnSpc>
                        <a:spcAft>
                          <a:spcPts val="800"/>
                        </a:spcAft>
                      </a:pPr>
                      <a:r>
                        <a:rPr lang="en-US" sz="1100" dirty="0">
                          <a:effectLst/>
                        </a:rPr>
                        <a:t>2. </a:t>
                      </a:r>
                      <a:endParaRPr lang="en-GB" sz="1500" dirty="0">
                        <a:effectLst/>
                      </a:endParaRPr>
                    </a:p>
                    <a:p>
                      <a:pPr>
                        <a:lnSpc>
                          <a:spcPct val="107000"/>
                        </a:lnSpc>
                        <a:spcAft>
                          <a:spcPts val="800"/>
                        </a:spcAft>
                      </a:pPr>
                      <a:r>
                        <a:rPr lang="en-US" sz="1100" dirty="0">
                          <a:effectLst/>
                        </a:rPr>
                        <a:t> </a:t>
                      </a:r>
                      <a:endParaRPr lang="en-GB" sz="1500" dirty="0">
                        <a:effectLst/>
                      </a:endParaRPr>
                    </a:p>
                    <a:p>
                      <a:pPr>
                        <a:lnSpc>
                          <a:spcPct val="107000"/>
                        </a:lnSpc>
                        <a:spcAft>
                          <a:spcPts val="800"/>
                        </a:spcAft>
                      </a:pPr>
                      <a:r>
                        <a:rPr lang="en-US" sz="1100" dirty="0">
                          <a:effectLst/>
                        </a:rPr>
                        <a:t>3. </a:t>
                      </a:r>
                      <a:endParaRPr lang="en-GB" sz="1500" dirty="0">
                        <a:effectLst/>
                      </a:endParaRPr>
                    </a:p>
                    <a:p>
                      <a:pPr>
                        <a:lnSpc>
                          <a:spcPct val="107000"/>
                        </a:lnSpc>
                        <a:spcAft>
                          <a:spcPts val="800"/>
                        </a:spcAft>
                      </a:pPr>
                      <a:r>
                        <a:rPr lang="en-US" sz="1100" dirty="0">
                          <a:effectLst/>
                        </a:rPr>
                        <a:t> </a:t>
                      </a:r>
                      <a:endParaRPr lang="en-GB" sz="1500" dirty="0">
                        <a:effectLst/>
                      </a:endParaRPr>
                    </a:p>
                    <a:p>
                      <a:pPr>
                        <a:lnSpc>
                          <a:spcPct val="107000"/>
                        </a:lnSpc>
                        <a:spcAft>
                          <a:spcPts val="800"/>
                        </a:spcAft>
                      </a:pPr>
                      <a:r>
                        <a:rPr lang="en-US" sz="1100" dirty="0">
                          <a:effectLst/>
                        </a:rPr>
                        <a:t>4. </a:t>
                      </a:r>
                      <a:endParaRPr lang="en-GB" sz="1500" dirty="0">
                        <a:effectLst/>
                        <a:latin typeface="Calibri" panose="020F0502020204030204" pitchFamily="34" charset="0"/>
                        <a:ea typeface="Calibri" panose="020F0502020204030204" pitchFamily="34" charset="0"/>
                        <a:cs typeface="Times New Roman" panose="02020603050405020304" pitchFamily="18" charset="0"/>
                      </a:endParaRPr>
                    </a:p>
                  </a:txBody>
                  <a:tcPr marT="143933" marB="95673"/>
                </a:tc>
                <a:tc>
                  <a:txBody>
                    <a:bodyPr/>
                    <a:lstStyle/>
                    <a:p>
                      <a:pPr>
                        <a:lnSpc>
                          <a:spcPct val="107000"/>
                        </a:lnSpc>
                        <a:spcAft>
                          <a:spcPts val="800"/>
                        </a:spcAft>
                      </a:pPr>
                      <a:r>
                        <a:rPr lang="en-US" sz="1100" dirty="0">
                          <a:effectLst/>
                        </a:rPr>
                        <a:t>1. </a:t>
                      </a:r>
                      <a:endParaRPr lang="en-GB" sz="1500" dirty="0">
                        <a:effectLst/>
                      </a:endParaRPr>
                    </a:p>
                    <a:p>
                      <a:pPr>
                        <a:lnSpc>
                          <a:spcPct val="107000"/>
                        </a:lnSpc>
                        <a:spcAft>
                          <a:spcPts val="800"/>
                        </a:spcAft>
                      </a:pPr>
                      <a:r>
                        <a:rPr lang="en-US" sz="1100" dirty="0">
                          <a:effectLst/>
                        </a:rPr>
                        <a:t> </a:t>
                      </a:r>
                      <a:endParaRPr lang="en-GB" sz="1500" dirty="0">
                        <a:effectLst/>
                      </a:endParaRPr>
                    </a:p>
                    <a:p>
                      <a:pPr>
                        <a:lnSpc>
                          <a:spcPct val="107000"/>
                        </a:lnSpc>
                        <a:spcAft>
                          <a:spcPts val="800"/>
                        </a:spcAft>
                      </a:pPr>
                      <a:r>
                        <a:rPr lang="en-US" sz="1100" dirty="0">
                          <a:effectLst/>
                        </a:rPr>
                        <a:t>2. </a:t>
                      </a:r>
                      <a:endParaRPr lang="en-GB" sz="1500" dirty="0">
                        <a:effectLst/>
                      </a:endParaRPr>
                    </a:p>
                    <a:p>
                      <a:pPr>
                        <a:lnSpc>
                          <a:spcPct val="107000"/>
                        </a:lnSpc>
                        <a:spcAft>
                          <a:spcPts val="800"/>
                        </a:spcAft>
                      </a:pPr>
                      <a:r>
                        <a:rPr lang="en-US" sz="1100" dirty="0">
                          <a:effectLst/>
                        </a:rPr>
                        <a:t> </a:t>
                      </a:r>
                      <a:endParaRPr lang="en-GB" sz="1500" dirty="0">
                        <a:effectLst/>
                      </a:endParaRPr>
                    </a:p>
                    <a:p>
                      <a:pPr>
                        <a:lnSpc>
                          <a:spcPct val="107000"/>
                        </a:lnSpc>
                        <a:spcAft>
                          <a:spcPts val="800"/>
                        </a:spcAft>
                      </a:pPr>
                      <a:r>
                        <a:rPr lang="en-US" sz="1100" dirty="0">
                          <a:effectLst/>
                        </a:rPr>
                        <a:t>3. </a:t>
                      </a:r>
                      <a:endParaRPr lang="en-GB" sz="1500" dirty="0">
                        <a:effectLst/>
                      </a:endParaRPr>
                    </a:p>
                    <a:p>
                      <a:pPr>
                        <a:lnSpc>
                          <a:spcPct val="107000"/>
                        </a:lnSpc>
                        <a:spcAft>
                          <a:spcPts val="800"/>
                        </a:spcAft>
                      </a:pPr>
                      <a:r>
                        <a:rPr lang="en-US" sz="1100" dirty="0">
                          <a:effectLst/>
                        </a:rPr>
                        <a:t> </a:t>
                      </a:r>
                      <a:endParaRPr lang="en-GB" sz="1500" dirty="0">
                        <a:effectLst/>
                      </a:endParaRPr>
                    </a:p>
                    <a:p>
                      <a:pPr>
                        <a:lnSpc>
                          <a:spcPct val="107000"/>
                        </a:lnSpc>
                        <a:spcAft>
                          <a:spcPts val="800"/>
                        </a:spcAft>
                      </a:pPr>
                      <a:r>
                        <a:rPr lang="en-US" sz="1100" dirty="0">
                          <a:effectLst/>
                        </a:rPr>
                        <a:t>4. </a:t>
                      </a:r>
                      <a:endParaRPr lang="en-GB" sz="1500" dirty="0">
                        <a:effectLst/>
                        <a:latin typeface="Calibri" panose="020F0502020204030204" pitchFamily="34" charset="0"/>
                        <a:ea typeface="Calibri" panose="020F0502020204030204" pitchFamily="34" charset="0"/>
                        <a:cs typeface="Times New Roman" panose="02020603050405020304" pitchFamily="18" charset="0"/>
                      </a:endParaRPr>
                    </a:p>
                  </a:txBody>
                  <a:tcPr marT="143933" marB="95673"/>
                </a:tc>
                <a:extLst>
                  <a:ext uri="{0D108BD9-81ED-4DB2-BD59-A6C34878D82A}">
                    <a16:rowId xmlns:a16="http://schemas.microsoft.com/office/drawing/2014/main" val="3501292841"/>
                  </a:ext>
                </a:extLst>
              </a:tr>
            </a:tbl>
          </a:graphicData>
        </a:graphic>
      </p:graphicFrame>
      <p:grpSp>
        <p:nvGrpSpPr>
          <p:cNvPr id="15" name="Google Shape;9210;p64">
            <a:extLst>
              <a:ext uri="{FF2B5EF4-FFF2-40B4-BE49-F238E27FC236}">
                <a16:creationId xmlns:a16="http://schemas.microsoft.com/office/drawing/2014/main" id="{244D002A-AE60-9825-E2F6-9B34E7A73F28}"/>
              </a:ext>
            </a:extLst>
          </p:cNvPr>
          <p:cNvGrpSpPr/>
          <p:nvPr/>
        </p:nvGrpSpPr>
        <p:grpSpPr>
          <a:xfrm>
            <a:off x="7396704" y="1478521"/>
            <a:ext cx="474133" cy="353483"/>
            <a:chOff x="0" y="0"/>
            <a:chExt cx="356195" cy="265631"/>
          </a:xfrm>
        </p:grpSpPr>
        <p:sp>
          <p:nvSpPr>
            <p:cNvPr id="25" name="Google Shape;9211;p64">
              <a:extLst>
                <a:ext uri="{FF2B5EF4-FFF2-40B4-BE49-F238E27FC236}">
                  <a16:creationId xmlns:a16="http://schemas.microsoft.com/office/drawing/2014/main" id="{835C598C-F6B8-211C-FBF4-65DE6E554399}"/>
                </a:ext>
              </a:extLst>
            </p:cNvPr>
            <p:cNvSpPr/>
            <p:nvPr/>
          </p:nvSpPr>
          <p:spPr>
            <a:xfrm>
              <a:off x="0" y="88851"/>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solidFill>
                <a:schemeClr val="tx1"/>
              </a:solidFill>
            </a:ln>
          </p:spPr>
          <p:txBody>
            <a:bodyPr spcFirstLastPara="1" wrap="square" lIns="121900" tIns="121900" rIns="121900" bIns="121900" anchor="ctr" anchorCtr="0">
              <a:noAutofit/>
            </a:bodyPr>
            <a:lstStyle/>
            <a:p>
              <a:endParaRPr lang="en-GB" sz="2400"/>
            </a:p>
          </p:txBody>
        </p:sp>
        <p:sp>
          <p:nvSpPr>
            <p:cNvPr id="31" name="Google Shape;9212;p64">
              <a:extLst>
                <a:ext uri="{FF2B5EF4-FFF2-40B4-BE49-F238E27FC236}">
                  <a16:creationId xmlns:a16="http://schemas.microsoft.com/office/drawing/2014/main" id="{13399B3C-F8CB-9ED0-0F12-AC53D6A79A65}"/>
                </a:ext>
              </a:extLst>
            </p:cNvPr>
            <p:cNvSpPr/>
            <p:nvPr/>
          </p:nvSpPr>
          <p:spPr>
            <a:xfrm>
              <a:off x="88469" y="0"/>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solidFill>
                <a:schemeClr val="tx1"/>
              </a:solidFill>
            </a:ln>
          </p:spPr>
          <p:txBody>
            <a:bodyPr spcFirstLastPara="1" wrap="square" lIns="121900" tIns="121900" rIns="121900" bIns="121900" anchor="ctr" anchorCtr="0">
              <a:noAutofit/>
            </a:bodyPr>
            <a:lstStyle/>
            <a:p>
              <a:endParaRPr lang="en-GB" sz="2400"/>
            </a:p>
          </p:txBody>
        </p:sp>
      </p:grpSp>
      <p:grpSp>
        <p:nvGrpSpPr>
          <p:cNvPr id="32" name="Google Shape;9262;p64">
            <a:extLst>
              <a:ext uri="{FF2B5EF4-FFF2-40B4-BE49-F238E27FC236}">
                <a16:creationId xmlns:a16="http://schemas.microsoft.com/office/drawing/2014/main" id="{D6544256-7500-0E72-10C4-7BBCB6190DFC}"/>
              </a:ext>
            </a:extLst>
          </p:cNvPr>
          <p:cNvGrpSpPr/>
          <p:nvPr/>
        </p:nvGrpSpPr>
        <p:grpSpPr>
          <a:xfrm>
            <a:off x="10126935" y="1484026"/>
            <a:ext cx="394627" cy="376919"/>
            <a:chOff x="0" y="0"/>
            <a:chExt cx="317645" cy="318757"/>
          </a:xfrm>
        </p:grpSpPr>
        <p:sp>
          <p:nvSpPr>
            <p:cNvPr id="33" name="Google Shape;9263;p64">
              <a:extLst>
                <a:ext uri="{FF2B5EF4-FFF2-40B4-BE49-F238E27FC236}">
                  <a16:creationId xmlns:a16="http://schemas.microsoft.com/office/drawing/2014/main" id="{29D99E84-4923-5A5E-E827-70DEF6EAE603}"/>
                </a:ext>
              </a:extLst>
            </p:cNvPr>
            <p:cNvSpPr/>
            <p:nvPr/>
          </p:nvSpPr>
          <p:spPr>
            <a:xfrm>
              <a:off x="113429" y="1143"/>
              <a:ext cx="204216" cy="317614"/>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657E93"/>
            </a:solidFill>
            <a:ln>
              <a:solidFill>
                <a:schemeClr val="tx1"/>
              </a:solidFill>
            </a:ln>
          </p:spPr>
          <p:txBody>
            <a:bodyPr spcFirstLastPara="1" wrap="square" lIns="121900" tIns="121900" rIns="121900" bIns="121900" anchor="ctr" anchorCtr="0">
              <a:noAutofit/>
            </a:bodyPr>
            <a:lstStyle/>
            <a:p>
              <a:endParaRPr lang="en-GB" sz="2400"/>
            </a:p>
          </p:txBody>
        </p:sp>
        <p:sp>
          <p:nvSpPr>
            <p:cNvPr id="34" name="Google Shape;9264;p64">
              <a:extLst>
                <a:ext uri="{FF2B5EF4-FFF2-40B4-BE49-F238E27FC236}">
                  <a16:creationId xmlns:a16="http://schemas.microsoft.com/office/drawing/2014/main" id="{C253529C-EC02-AA65-82BC-791B45330210}"/>
                </a:ext>
              </a:extLst>
            </p:cNvPr>
            <p:cNvSpPr/>
            <p:nvPr/>
          </p:nvSpPr>
          <p:spPr>
            <a:xfrm>
              <a:off x="0" y="0"/>
              <a:ext cx="195134" cy="316883"/>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657E93"/>
            </a:solidFill>
            <a:ln>
              <a:solidFill>
                <a:schemeClr val="tx1"/>
              </a:solidFill>
            </a:ln>
          </p:spPr>
          <p:txBody>
            <a:bodyPr spcFirstLastPara="1" wrap="square" lIns="121900" tIns="121900" rIns="121900" bIns="121900" anchor="ctr" anchorCtr="0">
              <a:noAutofit/>
            </a:bodyPr>
            <a:lstStyle/>
            <a:p>
              <a:endParaRPr lang="en-GB" sz="2400"/>
            </a:p>
          </p:txBody>
        </p:sp>
      </p:grpSp>
      <p:graphicFrame>
        <p:nvGraphicFramePr>
          <p:cNvPr id="35" name="Table 34">
            <a:extLst>
              <a:ext uri="{FF2B5EF4-FFF2-40B4-BE49-F238E27FC236}">
                <a16:creationId xmlns:a16="http://schemas.microsoft.com/office/drawing/2014/main" id="{4938DE8C-50B7-53BA-543E-6919DE6BB389}"/>
              </a:ext>
            </a:extLst>
          </p:cNvPr>
          <p:cNvGraphicFramePr>
            <a:graphicFrameLocks noGrp="1"/>
          </p:cNvGraphicFramePr>
          <p:nvPr/>
        </p:nvGraphicFramePr>
        <p:xfrm>
          <a:off x="96538" y="1478522"/>
          <a:ext cx="2261895" cy="2167044"/>
        </p:xfrm>
        <a:graphic>
          <a:graphicData uri="http://schemas.openxmlformats.org/drawingml/2006/table">
            <a:tbl>
              <a:tblPr firstRow="1" firstCol="1" bandRow="1"/>
              <a:tblGrid>
                <a:gridCol w="2261895">
                  <a:extLst>
                    <a:ext uri="{9D8B030D-6E8A-4147-A177-3AD203B41FA5}">
                      <a16:colId xmlns:a16="http://schemas.microsoft.com/office/drawing/2014/main" val="441565719"/>
                    </a:ext>
                  </a:extLst>
                </a:gridCol>
              </a:tblGrid>
              <a:tr h="2167044">
                <a:tc>
                  <a:txBody>
                    <a:bodyPr/>
                    <a:lstStyle/>
                    <a:p>
                      <a:pPr algn="r">
                        <a:lnSpc>
                          <a:spcPct val="107000"/>
                        </a:lnSpc>
                        <a:spcAft>
                          <a:spcPts val="800"/>
                        </a:spcAft>
                      </a:pPr>
                      <a:r>
                        <a:rPr lang="fr-FR" sz="1500" dirty="0">
                          <a:effectLst/>
                          <a:latin typeface="Poppins" panose="00000500000000000000" pitchFamily="2" charset="0"/>
                          <a:cs typeface="Poppins" panose="00000500000000000000" pitchFamily="2" charset="0"/>
                        </a:rPr>
                        <a:t>INSTRUCTION:</a:t>
                      </a:r>
                      <a:endParaRPr lang="en-GB" sz="1500" dirty="0">
                        <a:effectLst/>
                        <a:latin typeface="Poppins" panose="00000500000000000000" pitchFamily="2" charset="0"/>
                        <a:cs typeface="Poppins" panose="00000500000000000000" pitchFamily="2" charset="0"/>
                      </a:endParaRPr>
                    </a:p>
                    <a:p>
                      <a:pPr algn="r">
                        <a:lnSpc>
                          <a:spcPct val="107000"/>
                        </a:lnSpc>
                        <a:spcAft>
                          <a:spcPts val="800"/>
                        </a:spcAft>
                      </a:pPr>
                      <a:r>
                        <a:rPr lang="en-GB" sz="1500" dirty="0">
                          <a:effectLst/>
                          <a:latin typeface="Poppins" panose="00000500000000000000" pitchFamily="2" charset="0"/>
                          <a:cs typeface="Poppins" panose="00000500000000000000" pitchFamily="2" charset="0"/>
                        </a:rPr>
                        <a:t>List the EXISTING sources of funding available to Sophie. Discuss the advantages and disadvantages of each source</a:t>
                      </a:r>
                      <a:r>
                        <a:rPr lang="fr-FR" sz="1500" dirty="0">
                          <a:effectLst/>
                          <a:latin typeface="Poppins" panose="00000500000000000000" pitchFamily="2" charset="0"/>
                          <a:cs typeface="Poppins" panose="00000500000000000000" pitchFamily="2" charset="0"/>
                        </a:rPr>
                        <a:t>.</a:t>
                      </a:r>
                      <a:endParaRPr lang="en-GB" sz="1500" dirty="0">
                        <a:effectLst/>
                        <a:latin typeface="Poppins" panose="00000500000000000000" pitchFamily="2" charset="0"/>
                        <a:cs typeface="Poppins" panose="00000500000000000000" pitchFamily="2" charset="0"/>
                      </a:endParaRPr>
                    </a:p>
                    <a:p>
                      <a:pPr algn="r">
                        <a:lnSpc>
                          <a:spcPct val="107000"/>
                        </a:lnSpc>
                        <a:spcAft>
                          <a:spcPts val="800"/>
                        </a:spcAft>
                      </a:pPr>
                      <a:r>
                        <a:rPr lang="fr-FR" sz="1500" dirty="0">
                          <a:effectLst/>
                          <a:latin typeface="Poppins" panose="00000500000000000000" pitchFamily="2" charset="0"/>
                          <a:cs typeface="Poppins" panose="00000500000000000000" pitchFamily="2" charset="0"/>
                        </a:rPr>
                        <a:t> </a:t>
                      </a:r>
                      <a:endParaRPr lang="en-GB" sz="1500" dirty="0">
                        <a:effectLst/>
                        <a:latin typeface="Poppins" panose="00000500000000000000" pitchFamily="2" charset="0"/>
                        <a:ea typeface="Calibri" panose="020F0502020204030204" pitchFamily="34" charset="0"/>
                        <a:cs typeface="Poppins" panose="00000500000000000000" pitchFamily="2" charset="0"/>
                      </a:endParaRPr>
                    </a:p>
                  </a:txBody>
                  <a:tcPr marT="0" marB="0"/>
                </a:tc>
                <a:extLst>
                  <a:ext uri="{0D108BD9-81ED-4DB2-BD59-A6C34878D82A}">
                    <a16:rowId xmlns:a16="http://schemas.microsoft.com/office/drawing/2014/main" val="294122077"/>
                  </a:ext>
                </a:extLst>
              </a:tr>
            </a:tbl>
          </a:graphicData>
        </a:graphic>
      </p:graphicFrame>
    </p:spTree>
    <p:extLst>
      <p:ext uri="{BB962C8B-B14F-4D97-AF65-F5344CB8AC3E}">
        <p14:creationId xmlns:p14="http://schemas.microsoft.com/office/powerpoint/2010/main" val="4031781213"/>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1384259" y="1327244"/>
            <a:ext cx="9505951" cy="4897439"/>
          </a:xfrm>
        </p:spPr>
        <p:txBody>
          <a:bodyPr>
            <a:normAutofit fontScale="92500" lnSpcReduction="20000"/>
          </a:bodyPr>
          <a:lstStyle/>
          <a:p>
            <a:pPr marL="152396" indent="0" algn="just">
              <a:buNone/>
              <a:defRPr/>
            </a:pPr>
            <a:r>
              <a:rPr lang="fr-FR" altLang="de-DE" sz="1600" dirty="0">
                <a:solidFill>
                  <a:srgbClr val="000000"/>
                </a:solidFill>
                <a:cs typeface="Times New Roman" charset="0"/>
              </a:rPr>
              <a:t>Instruction:</a:t>
            </a:r>
          </a:p>
          <a:p>
            <a:pPr marL="152396" indent="0" algn="just">
              <a:buNone/>
              <a:defRPr/>
            </a:pPr>
            <a:endParaRPr lang="fr-FR" altLang="de-DE" sz="1600" i="1" dirty="0">
              <a:solidFill>
                <a:srgbClr val="000000"/>
              </a:solidFill>
              <a:cs typeface="Times New Roman" charset="0"/>
            </a:endParaRPr>
          </a:p>
          <a:p>
            <a:pPr marL="457189">
              <a:spcAft>
                <a:spcPts val="1800"/>
              </a:spcAft>
              <a:buClr>
                <a:schemeClr val="accent3"/>
              </a:buClr>
              <a:buFont typeface="+mj-lt"/>
              <a:buAutoNum type="arabicPeriod"/>
              <a:defRPr/>
            </a:pPr>
            <a:r>
              <a:rPr lang="fr-FR" altLang="de-DE" sz="1600" dirty="0">
                <a:solidFill>
                  <a:srgbClr val="000000"/>
                </a:solidFill>
                <a:cs typeface="Times New Roman" charset="0"/>
              </a:rPr>
              <a:t>Next, make a list of </a:t>
            </a:r>
            <a:r>
              <a:rPr lang="fr-FR" altLang="de-DE" sz="1600" i="1" dirty="0">
                <a:solidFill>
                  <a:srgbClr val="000000"/>
                </a:solidFill>
                <a:cs typeface="Times New Roman" charset="0"/>
              </a:rPr>
              <a:t>unusual </a:t>
            </a:r>
            <a:r>
              <a:rPr lang="fr-FR" altLang="de-DE" sz="1600" dirty="0">
                <a:solidFill>
                  <a:srgbClr val="000000"/>
                </a:solidFill>
                <a:cs typeface="Times New Roman" charset="0"/>
              </a:rPr>
              <a:t>financial sources - think of ALL the possible ways to get or save money that others </a:t>
            </a:r>
            <a:r>
              <a:rPr lang="fr-FR" altLang="de-DE" sz="1600" dirty="0">
                <a:cs typeface="Times New Roman" charset="0"/>
              </a:rPr>
              <a:t>would not think of</a:t>
            </a:r>
            <a:r>
              <a:rPr lang="fr-FR" altLang="de-DE" sz="1600" dirty="0">
                <a:solidFill>
                  <a:srgbClr val="000000"/>
                </a:solidFill>
                <a:cs typeface="Times New Roman" charset="0"/>
              </a:rPr>
              <a:t>!  </a:t>
            </a:r>
            <a:r>
              <a:rPr lang="fr-FR" altLang="de-DE" sz="1600" dirty="0" err="1">
                <a:solidFill>
                  <a:srgbClr val="000000"/>
                </a:solidFill>
                <a:cs typeface="Times New Roman" charset="0"/>
              </a:rPr>
              <a:t>Discuss</a:t>
            </a:r>
            <a:r>
              <a:rPr lang="fr-FR" altLang="de-DE" sz="1600" dirty="0">
                <a:solidFill>
                  <a:srgbClr val="000000"/>
                </a:solidFill>
                <a:cs typeface="Times New Roman" charset="0"/>
              </a:rPr>
              <a:t> and record the advantages and disadvantages of these sources.</a:t>
            </a:r>
          </a:p>
          <a:p>
            <a:pPr marL="0" indent="0">
              <a:spcAft>
                <a:spcPts val="1800"/>
              </a:spcAft>
              <a:buClr>
                <a:srgbClr val="FF0000"/>
              </a:buClr>
              <a:buNone/>
              <a:defRPr/>
            </a:pPr>
            <a:endParaRPr lang="fr-FR" altLang="de-DE" sz="1600" b="1" dirty="0">
              <a:solidFill>
                <a:srgbClr val="000000"/>
              </a:solidFill>
              <a:cs typeface="Times New Roman" charset="0"/>
              <a:sym typeface="Wingdings" panose="05000000000000000000" pitchFamily="2" charset="2"/>
            </a:endParaRPr>
          </a:p>
          <a:p>
            <a:pPr marL="0" indent="0">
              <a:spcAft>
                <a:spcPts val="1800"/>
              </a:spcAft>
              <a:buClr>
                <a:srgbClr val="FF0000"/>
              </a:buClr>
              <a:buNone/>
              <a:defRPr/>
            </a:pPr>
            <a:endParaRPr lang="fr-FR" altLang="de-DE" sz="1600" b="1" dirty="0">
              <a:solidFill>
                <a:srgbClr val="000000"/>
              </a:solidFill>
              <a:cs typeface="Times New Roman" charset="0"/>
              <a:sym typeface="Wingdings" panose="05000000000000000000" pitchFamily="2" charset="2"/>
            </a:endParaRPr>
          </a:p>
          <a:p>
            <a:pPr marL="0" indent="0">
              <a:spcAft>
                <a:spcPts val="1800"/>
              </a:spcAft>
              <a:buClr>
                <a:srgbClr val="FF0000"/>
              </a:buClr>
              <a:buNone/>
              <a:defRPr/>
            </a:pPr>
            <a:endParaRPr lang="fr-FR" altLang="de-DE" sz="1600" b="1" dirty="0">
              <a:solidFill>
                <a:srgbClr val="000000"/>
              </a:solidFill>
              <a:cs typeface="Times New Roman" charset="0"/>
              <a:sym typeface="Wingdings" panose="05000000000000000000" pitchFamily="2" charset="2"/>
            </a:endParaRPr>
          </a:p>
          <a:p>
            <a:pPr marL="0" indent="0">
              <a:spcAft>
                <a:spcPts val="1800"/>
              </a:spcAft>
              <a:buClr>
                <a:srgbClr val="FF0000"/>
              </a:buClr>
              <a:buNone/>
              <a:defRPr/>
            </a:pPr>
            <a:endParaRPr lang="fr-FR" altLang="de-DE" sz="1600" b="1" dirty="0">
              <a:solidFill>
                <a:srgbClr val="000000"/>
              </a:solidFill>
              <a:cs typeface="Times New Roman" charset="0"/>
              <a:sym typeface="Wingdings" panose="05000000000000000000" pitchFamily="2" charset="2"/>
            </a:endParaRPr>
          </a:p>
          <a:p>
            <a:pPr marL="0" indent="0">
              <a:spcAft>
                <a:spcPts val="1800"/>
              </a:spcAft>
              <a:buClr>
                <a:srgbClr val="FF0000"/>
              </a:buClr>
              <a:buNone/>
              <a:defRPr/>
            </a:pPr>
            <a:endParaRPr lang="fr-FR" altLang="de-DE" sz="1600" b="1" dirty="0">
              <a:solidFill>
                <a:srgbClr val="000000"/>
              </a:solidFill>
              <a:cs typeface="Times New Roman" charset="0"/>
              <a:sym typeface="Wingdings" panose="05000000000000000000" pitchFamily="2" charset="2"/>
            </a:endParaRPr>
          </a:p>
          <a:p>
            <a:pPr marL="0" indent="0">
              <a:spcAft>
                <a:spcPts val="1800"/>
              </a:spcAft>
              <a:buClr>
                <a:srgbClr val="FF0000"/>
              </a:buClr>
              <a:buNone/>
              <a:defRPr/>
            </a:pPr>
            <a:r>
              <a:rPr lang="fr-FR" altLang="de-DE" sz="1600" b="1" dirty="0">
                <a:solidFill>
                  <a:srgbClr val="000000"/>
                </a:solidFill>
                <a:cs typeface="Times New Roman" charset="0"/>
                <a:sym typeface="Wingdings" panose="05000000000000000000" pitchFamily="2" charset="2"/>
              </a:rPr>
              <a:t>    </a:t>
            </a:r>
          </a:p>
          <a:p>
            <a:pPr marL="0" indent="0">
              <a:spcAft>
                <a:spcPts val="1800"/>
              </a:spcAft>
              <a:buClr>
                <a:srgbClr val="FF0000"/>
              </a:buClr>
              <a:buNone/>
              <a:defRPr/>
            </a:pPr>
            <a:r>
              <a:rPr lang="fr-FR" altLang="de-DE" sz="1600" b="1" dirty="0">
                <a:solidFill>
                  <a:srgbClr val="000000"/>
                </a:solidFill>
                <a:cs typeface="Times New Roman" charset="0"/>
                <a:sym typeface="Wingdings" panose="05000000000000000000" pitchFamily="2" charset="2"/>
              </a:rPr>
              <a:t>    Competition: </a:t>
            </a:r>
            <a:r>
              <a:rPr lang="fr-FR" altLang="de-DE" sz="1600" dirty="0">
                <a:solidFill>
                  <a:srgbClr val="000000"/>
                </a:solidFill>
                <a:cs typeface="Times New Roman" charset="0"/>
                <a:sym typeface="Wingdings" panose="05000000000000000000" pitchFamily="2" charset="2"/>
              </a:rPr>
              <a:t>Which group will find the most innovative financial sources for Sophie? </a:t>
            </a:r>
            <a:endParaRPr lang="fr-FR" altLang="de-DE" sz="1600" dirty="0">
              <a:solidFill>
                <a:srgbClr val="000000"/>
              </a:solidFill>
              <a:cs typeface="Times New Roman" charset="0"/>
            </a:endParaRPr>
          </a:p>
          <a:p>
            <a:pPr marL="0" indent="0">
              <a:buClr>
                <a:srgbClr val="C00000"/>
              </a:buClr>
              <a:defRPr/>
            </a:pPr>
            <a:endParaRPr lang="fr-FR" altLang="de-DE" sz="2000" dirty="0">
              <a:solidFill>
                <a:srgbClr val="000000"/>
              </a:solidFill>
              <a:cs typeface="Times New Roman" charset="0"/>
            </a:endParaRPr>
          </a:p>
        </p:txBody>
      </p:sp>
      <p:grpSp>
        <p:nvGrpSpPr>
          <p:cNvPr id="15" name="Google Shape;9266;p64"/>
          <p:cNvGrpSpPr/>
          <p:nvPr/>
        </p:nvGrpSpPr>
        <p:grpSpPr>
          <a:xfrm>
            <a:off x="10160475" y="187972"/>
            <a:ext cx="922960" cy="787195"/>
            <a:chOff x="7390435" y="3680868"/>
            <a:chExt cx="372073" cy="355243"/>
          </a:xfrm>
          <a:solidFill>
            <a:schemeClr val="tx1"/>
          </a:solidFill>
        </p:grpSpPr>
        <p:sp>
          <p:nvSpPr>
            <p:cNvPr id="16"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17"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18"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19"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20"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21"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24" name="Titel 1">
            <a:extLst>
              <a:ext uri="{FF2B5EF4-FFF2-40B4-BE49-F238E27FC236}">
                <a16:creationId xmlns:a16="http://schemas.microsoft.com/office/drawing/2014/main" id="{39A9F5F8-0F5F-4630-904F-765B3883EBB0}"/>
              </a:ext>
            </a:extLst>
          </p:cNvPr>
          <p:cNvSpPr txBox="1">
            <a:spLocks/>
          </p:cNvSpPr>
          <p:nvPr/>
        </p:nvSpPr>
        <p:spPr>
          <a:xfrm>
            <a:off x="1485988" y="405960"/>
            <a:ext cx="10811521"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r>
              <a:rPr lang="fr-FR" sz="3600" dirty="0">
                <a:latin typeface="Josefin Sans" panose="020B0604020202020204" charset="0"/>
                <a:cs typeface="Arial" pitchFamily="2"/>
              </a:rPr>
              <a:t>EXERCISE: </a:t>
            </a:r>
            <a:r>
              <a:rPr lang="fr-FR" sz="3600" b="0" dirty="0" err="1">
                <a:latin typeface="Josefin Sans" panose="020B0604020202020204" charset="0"/>
                <a:cs typeface="Arial" pitchFamily="2"/>
              </a:rPr>
              <a:t>Expenditure</a:t>
            </a:r>
            <a:r>
              <a:rPr lang="fr-FR" sz="3600" b="0" dirty="0">
                <a:latin typeface="Josefin Sans" panose="020B0604020202020204" charset="0"/>
                <a:cs typeface="Arial" pitchFamily="2"/>
              </a:rPr>
              <a:t> on </a:t>
            </a:r>
            <a:r>
              <a:rPr lang="fr-FR" sz="3600" b="0" dirty="0" err="1">
                <a:latin typeface="Josefin Sans" panose="020B0604020202020204" charset="0"/>
                <a:cs typeface="Arial" pitchFamily="2"/>
              </a:rPr>
              <a:t>Sophie’s</a:t>
            </a:r>
            <a:r>
              <a:rPr lang="fr-FR" sz="3600" b="0" dirty="0">
                <a:latin typeface="Josefin Sans" panose="020B0604020202020204" charset="0"/>
                <a:cs typeface="Arial" pitchFamily="2"/>
              </a:rPr>
              <a:t> Goal</a:t>
            </a:r>
            <a:endParaRPr lang="fr-FR" sz="3600" b="0" dirty="0">
              <a:latin typeface="Josefin Sans" panose="020B0604020202020204" charset="0"/>
            </a:endParaRPr>
          </a:p>
        </p:txBody>
      </p:sp>
      <p:grpSp>
        <p:nvGrpSpPr>
          <p:cNvPr id="25" name="Google Shape;12748;p70"/>
          <p:cNvGrpSpPr/>
          <p:nvPr/>
        </p:nvGrpSpPr>
        <p:grpSpPr>
          <a:xfrm>
            <a:off x="10320554" y="5630673"/>
            <a:ext cx="705903" cy="732345"/>
            <a:chOff x="7576605" y="1983877"/>
            <a:chExt cx="276698" cy="333133"/>
          </a:xfrm>
          <a:solidFill>
            <a:schemeClr val="tx1"/>
          </a:solidFill>
        </p:grpSpPr>
        <p:sp>
          <p:nvSpPr>
            <p:cNvPr id="26" name="Google Shape;12749;p70"/>
            <p:cNvSpPr/>
            <p:nvPr/>
          </p:nvSpPr>
          <p:spPr>
            <a:xfrm>
              <a:off x="7576605" y="1983877"/>
              <a:ext cx="276698" cy="333133"/>
            </a:xfrm>
            <a:custGeom>
              <a:avLst/>
              <a:gdLst/>
              <a:ahLst/>
              <a:cxnLst/>
              <a:rect l="l" t="t" r="r" b="b"/>
              <a:pathLst>
                <a:path w="8693" h="10466" extrusionOk="0">
                  <a:moveTo>
                    <a:pt x="417" y="1024"/>
                  </a:moveTo>
                  <a:cubicBezTo>
                    <a:pt x="655" y="1024"/>
                    <a:pt x="894" y="1143"/>
                    <a:pt x="1036" y="1358"/>
                  </a:cubicBezTo>
                  <a:lnTo>
                    <a:pt x="1156" y="1536"/>
                  </a:lnTo>
                  <a:cubicBezTo>
                    <a:pt x="1275" y="1715"/>
                    <a:pt x="1477" y="1822"/>
                    <a:pt x="1703" y="1822"/>
                  </a:cubicBezTo>
                  <a:lnTo>
                    <a:pt x="1703" y="2477"/>
                  </a:lnTo>
                  <a:cubicBezTo>
                    <a:pt x="1703" y="2941"/>
                    <a:pt x="1775" y="3406"/>
                    <a:pt x="1906" y="3834"/>
                  </a:cubicBezTo>
                  <a:cubicBezTo>
                    <a:pt x="1810" y="3763"/>
                    <a:pt x="1656" y="3703"/>
                    <a:pt x="1513" y="3644"/>
                  </a:cubicBezTo>
                  <a:cubicBezTo>
                    <a:pt x="1215" y="3525"/>
                    <a:pt x="894" y="3394"/>
                    <a:pt x="655" y="3144"/>
                  </a:cubicBezTo>
                  <a:cubicBezTo>
                    <a:pt x="394" y="2846"/>
                    <a:pt x="274" y="2417"/>
                    <a:pt x="274" y="1822"/>
                  </a:cubicBezTo>
                  <a:lnTo>
                    <a:pt x="274" y="1179"/>
                  </a:lnTo>
                  <a:cubicBezTo>
                    <a:pt x="274" y="1132"/>
                    <a:pt x="286" y="1108"/>
                    <a:pt x="322" y="1072"/>
                  </a:cubicBezTo>
                  <a:cubicBezTo>
                    <a:pt x="346" y="1048"/>
                    <a:pt x="394" y="1024"/>
                    <a:pt x="417" y="1024"/>
                  </a:cubicBezTo>
                  <a:close/>
                  <a:moveTo>
                    <a:pt x="8204" y="1024"/>
                  </a:moveTo>
                  <a:cubicBezTo>
                    <a:pt x="8252" y="1024"/>
                    <a:pt x="8275" y="1048"/>
                    <a:pt x="8311" y="1072"/>
                  </a:cubicBezTo>
                  <a:cubicBezTo>
                    <a:pt x="8335" y="1108"/>
                    <a:pt x="8359" y="1143"/>
                    <a:pt x="8359" y="1179"/>
                  </a:cubicBezTo>
                  <a:lnTo>
                    <a:pt x="8359" y="1822"/>
                  </a:lnTo>
                  <a:lnTo>
                    <a:pt x="8383" y="1822"/>
                  </a:lnTo>
                  <a:cubicBezTo>
                    <a:pt x="8383" y="2417"/>
                    <a:pt x="8252" y="2858"/>
                    <a:pt x="8002" y="3144"/>
                  </a:cubicBezTo>
                  <a:cubicBezTo>
                    <a:pt x="7775" y="3394"/>
                    <a:pt x="7466" y="3525"/>
                    <a:pt x="7144" y="3644"/>
                  </a:cubicBezTo>
                  <a:cubicBezTo>
                    <a:pt x="7002" y="3703"/>
                    <a:pt x="6871" y="3763"/>
                    <a:pt x="6716" y="3834"/>
                  </a:cubicBezTo>
                  <a:cubicBezTo>
                    <a:pt x="6847" y="3394"/>
                    <a:pt x="6930" y="2929"/>
                    <a:pt x="6930" y="2477"/>
                  </a:cubicBezTo>
                  <a:lnTo>
                    <a:pt x="6930" y="1822"/>
                  </a:lnTo>
                  <a:cubicBezTo>
                    <a:pt x="7144" y="1822"/>
                    <a:pt x="7359" y="1715"/>
                    <a:pt x="7478" y="1536"/>
                  </a:cubicBezTo>
                  <a:lnTo>
                    <a:pt x="7597" y="1358"/>
                  </a:lnTo>
                  <a:cubicBezTo>
                    <a:pt x="7728" y="1167"/>
                    <a:pt x="7966" y="1024"/>
                    <a:pt x="8204" y="1024"/>
                  </a:cubicBezTo>
                  <a:close/>
                  <a:moveTo>
                    <a:pt x="6954" y="334"/>
                  </a:moveTo>
                  <a:lnTo>
                    <a:pt x="6954" y="703"/>
                  </a:lnTo>
                  <a:lnTo>
                    <a:pt x="5632" y="703"/>
                  </a:lnTo>
                  <a:cubicBezTo>
                    <a:pt x="5537" y="703"/>
                    <a:pt x="5478" y="774"/>
                    <a:pt x="5478" y="846"/>
                  </a:cubicBezTo>
                  <a:cubicBezTo>
                    <a:pt x="5478" y="929"/>
                    <a:pt x="5561" y="1001"/>
                    <a:pt x="5632" y="1001"/>
                  </a:cubicBezTo>
                  <a:lnTo>
                    <a:pt x="6632" y="1001"/>
                  </a:lnTo>
                  <a:lnTo>
                    <a:pt x="6632" y="2477"/>
                  </a:lnTo>
                  <a:cubicBezTo>
                    <a:pt x="6632" y="3810"/>
                    <a:pt x="5989" y="5072"/>
                    <a:pt x="4906" y="5882"/>
                  </a:cubicBezTo>
                  <a:lnTo>
                    <a:pt x="4799" y="5954"/>
                  </a:lnTo>
                  <a:cubicBezTo>
                    <a:pt x="4763" y="5954"/>
                    <a:pt x="4739" y="5942"/>
                    <a:pt x="4704" y="5942"/>
                  </a:cubicBezTo>
                  <a:lnTo>
                    <a:pt x="3954" y="5942"/>
                  </a:lnTo>
                  <a:cubicBezTo>
                    <a:pt x="3918" y="5942"/>
                    <a:pt x="3894" y="5942"/>
                    <a:pt x="3858" y="5954"/>
                  </a:cubicBezTo>
                  <a:lnTo>
                    <a:pt x="3751" y="5882"/>
                  </a:lnTo>
                  <a:cubicBezTo>
                    <a:pt x="2668" y="5096"/>
                    <a:pt x="2025" y="3810"/>
                    <a:pt x="2025" y="2477"/>
                  </a:cubicBezTo>
                  <a:lnTo>
                    <a:pt x="2025" y="1001"/>
                  </a:lnTo>
                  <a:lnTo>
                    <a:pt x="4918" y="1001"/>
                  </a:lnTo>
                  <a:cubicBezTo>
                    <a:pt x="5001" y="1001"/>
                    <a:pt x="5061" y="929"/>
                    <a:pt x="5061" y="846"/>
                  </a:cubicBezTo>
                  <a:cubicBezTo>
                    <a:pt x="5061" y="774"/>
                    <a:pt x="4989" y="703"/>
                    <a:pt x="4918" y="703"/>
                  </a:cubicBezTo>
                  <a:lnTo>
                    <a:pt x="1715" y="703"/>
                  </a:lnTo>
                  <a:lnTo>
                    <a:pt x="1715" y="334"/>
                  </a:lnTo>
                  <a:close/>
                  <a:moveTo>
                    <a:pt x="4704" y="6263"/>
                  </a:moveTo>
                  <a:cubicBezTo>
                    <a:pt x="4763" y="6263"/>
                    <a:pt x="4811" y="6311"/>
                    <a:pt x="4811" y="6370"/>
                  </a:cubicBezTo>
                  <a:lnTo>
                    <a:pt x="4811" y="6477"/>
                  </a:lnTo>
                  <a:cubicBezTo>
                    <a:pt x="4811" y="6537"/>
                    <a:pt x="4763" y="6585"/>
                    <a:pt x="4704" y="6585"/>
                  </a:cubicBezTo>
                  <a:lnTo>
                    <a:pt x="3954" y="6585"/>
                  </a:lnTo>
                  <a:cubicBezTo>
                    <a:pt x="3882" y="6585"/>
                    <a:pt x="3846" y="6537"/>
                    <a:pt x="3846" y="6477"/>
                  </a:cubicBezTo>
                  <a:lnTo>
                    <a:pt x="3846" y="6370"/>
                  </a:lnTo>
                  <a:cubicBezTo>
                    <a:pt x="3846" y="6311"/>
                    <a:pt x="3882" y="6263"/>
                    <a:pt x="3954" y="6263"/>
                  </a:cubicBezTo>
                  <a:close/>
                  <a:moveTo>
                    <a:pt x="4513" y="6882"/>
                  </a:moveTo>
                  <a:lnTo>
                    <a:pt x="4513" y="8382"/>
                  </a:lnTo>
                  <a:lnTo>
                    <a:pt x="4156" y="8382"/>
                  </a:lnTo>
                  <a:lnTo>
                    <a:pt x="4156" y="6882"/>
                  </a:lnTo>
                  <a:close/>
                  <a:moveTo>
                    <a:pt x="5287" y="8692"/>
                  </a:moveTo>
                  <a:cubicBezTo>
                    <a:pt x="5394" y="8692"/>
                    <a:pt x="5478" y="8787"/>
                    <a:pt x="5478" y="8882"/>
                  </a:cubicBezTo>
                  <a:lnTo>
                    <a:pt x="5478" y="9061"/>
                  </a:lnTo>
                  <a:lnTo>
                    <a:pt x="4108" y="9061"/>
                  </a:lnTo>
                  <a:cubicBezTo>
                    <a:pt x="4025" y="9061"/>
                    <a:pt x="3965" y="9144"/>
                    <a:pt x="3965" y="9216"/>
                  </a:cubicBezTo>
                  <a:cubicBezTo>
                    <a:pt x="3965" y="9287"/>
                    <a:pt x="4037" y="9359"/>
                    <a:pt x="4108" y="9359"/>
                  </a:cubicBezTo>
                  <a:lnTo>
                    <a:pt x="6204" y="9359"/>
                  </a:lnTo>
                  <a:cubicBezTo>
                    <a:pt x="6228" y="9359"/>
                    <a:pt x="6240" y="9383"/>
                    <a:pt x="6251" y="9394"/>
                  </a:cubicBezTo>
                  <a:lnTo>
                    <a:pt x="6406" y="10133"/>
                  </a:lnTo>
                  <a:cubicBezTo>
                    <a:pt x="6406" y="10156"/>
                    <a:pt x="6406" y="10168"/>
                    <a:pt x="6382" y="10168"/>
                  </a:cubicBezTo>
                  <a:cubicBezTo>
                    <a:pt x="6382" y="10168"/>
                    <a:pt x="6370" y="10180"/>
                    <a:pt x="6359" y="10180"/>
                  </a:cubicBezTo>
                  <a:lnTo>
                    <a:pt x="2299" y="10180"/>
                  </a:lnTo>
                  <a:cubicBezTo>
                    <a:pt x="2287" y="10180"/>
                    <a:pt x="2263" y="10168"/>
                    <a:pt x="2263" y="10168"/>
                  </a:cubicBezTo>
                  <a:cubicBezTo>
                    <a:pt x="2263" y="10168"/>
                    <a:pt x="2251" y="10145"/>
                    <a:pt x="2251" y="10133"/>
                  </a:cubicBezTo>
                  <a:lnTo>
                    <a:pt x="2394" y="9394"/>
                  </a:lnTo>
                  <a:cubicBezTo>
                    <a:pt x="2394" y="9371"/>
                    <a:pt x="2418" y="9359"/>
                    <a:pt x="2441" y="9359"/>
                  </a:cubicBezTo>
                  <a:lnTo>
                    <a:pt x="3394" y="9359"/>
                  </a:lnTo>
                  <a:cubicBezTo>
                    <a:pt x="3489" y="9359"/>
                    <a:pt x="3549" y="9287"/>
                    <a:pt x="3549" y="9216"/>
                  </a:cubicBezTo>
                  <a:cubicBezTo>
                    <a:pt x="3549" y="9144"/>
                    <a:pt x="3477" y="9061"/>
                    <a:pt x="3394" y="9061"/>
                  </a:cubicBezTo>
                  <a:lnTo>
                    <a:pt x="3192" y="9061"/>
                  </a:lnTo>
                  <a:lnTo>
                    <a:pt x="3192" y="8882"/>
                  </a:lnTo>
                  <a:cubicBezTo>
                    <a:pt x="3192" y="8787"/>
                    <a:pt x="3275" y="8692"/>
                    <a:pt x="3382" y="8692"/>
                  </a:cubicBezTo>
                  <a:close/>
                  <a:moveTo>
                    <a:pt x="1715" y="0"/>
                  </a:moveTo>
                  <a:cubicBezTo>
                    <a:pt x="1548" y="0"/>
                    <a:pt x="1417" y="131"/>
                    <a:pt x="1417" y="298"/>
                  </a:cubicBezTo>
                  <a:lnTo>
                    <a:pt x="1417" y="703"/>
                  </a:lnTo>
                  <a:cubicBezTo>
                    <a:pt x="1417" y="870"/>
                    <a:pt x="1548" y="1001"/>
                    <a:pt x="1715" y="1001"/>
                  </a:cubicBezTo>
                  <a:lnTo>
                    <a:pt x="1751" y="1001"/>
                  </a:lnTo>
                  <a:lnTo>
                    <a:pt x="1751" y="1501"/>
                  </a:lnTo>
                  <a:cubicBezTo>
                    <a:pt x="1632" y="1501"/>
                    <a:pt x="1525" y="1441"/>
                    <a:pt x="1453" y="1334"/>
                  </a:cubicBezTo>
                  <a:lnTo>
                    <a:pt x="1334" y="1155"/>
                  </a:lnTo>
                  <a:cubicBezTo>
                    <a:pt x="1132" y="881"/>
                    <a:pt x="810" y="715"/>
                    <a:pt x="465" y="703"/>
                  </a:cubicBezTo>
                  <a:cubicBezTo>
                    <a:pt x="346" y="703"/>
                    <a:pt x="227" y="739"/>
                    <a:pt x="144" y="834"/>
                  </a:cubicBezTo>
                  <a:cubicBezTo>
                    <a:pt x="48" y="917"/>
                    <a:pt x="1" y="1036"/>
                    <a:pt x="1" y="1155"/>
                  </a:cubicBezTo>
                  <a:lnTo>
                    <a:pt x="1" y="1798"/>
                  </a:lnTo>
                  <a:cubicBezTo>
                    <a:pt x="1" y="3334"/>
                    <a:pt x="798" y="3656"/>
                    <a:pt x="1429" y="3918"/>
                  </a:cubicBezTo>
                  <a:cubicBezTo>
                    <a:pt x="1787" y="4060"/>
                    <a:pt x="2096" y="4180"/>
                    <a:pt x="2251" y="4489"/>
                  </a:cubicBezTo>
                  <a:cubicBezTo>
                    <a:pt x="2299" y="4584"/>
                    <a:pt x="2287" y="4656"/>
                    <a:pt x="2215" y="4715"/>
                  </a:cubicBezTo>
                  <a:cubicBezTo>
                    <a:pt x="2164" y="4767"/>
                    <a:pt x="2075" y="4806"/>
                    <a:pt x="1994" y="4806"/>
                  </a:cubicBezTo>
                  <a:cubicBezTo>
                    <a:pt x="1963" y="4806"/>
                    <a:pt x="1932" y="4800"/>
                    <a:pt x="1906" y="4787"/>
                  </a:cubicBezTo>
                  <a:cubicBezTo>
                    <a:pt x="1798" y="4751"/>
                    <a:pt x="1775" y="4608"/>
                    <a:pt x="1787" y="4489"/>
                  </a:cubicBezTo>
                  <a:cubicBezTo>
                    <a:pt x="1787" y="4406"/>
                    <a:pt x="1727" y="4334"/>
                    <a:pt x="1644" y="4334"/>
                  </a:cubicBezTo>
                  <a:cubicBezTo>
                    <a:pt x="1548" y="4334"/>
                    <a:pt x="1477" y="4394"/>
                    <a:pt x="1477" y="4477"/>
                  </a:cubicBezTo>
                  <a:cubicBezTo>
                    <a:pt x="1477" y="4608"/>
                    <a:pt x="1489" y="4942"/>
                    <a:pt x="1787" y="5072"/>
                  </a:cubicBezTo>
                  <a:cubicBezTo>
                    <a:pt x="1846" y="5108"/>
                    <a:pt x="1929" y="5120"/>
                    <a:pt x="2001" y="5120"/>
                  </a:cubicBezTo>
                  <a:cubicBezTo>
                    <a:pt x="2168" y="5120"/>
                    <a:pt x="2322" y="5061"/>
                    <a:pt x="2441" y="4930"/>
                  </a:cubicBezTo>
                  <a:cubicBezTo>
                    <a:pt x="2465" y="4906"/>
                    <a:pt x="2477" y="4894"/>
                    <a:pt x="2477" y="4882"/>
                  </a:cubicBezTo>
                  <a:cubicBezTo>
                    <a:pt x="2775" y="5346"/>
                    <a:pt x="3156" y="5763"/>
                    <a:pt x="3608" y="6096"/>
                  </a:cubicBezTo>
                  <a:lnTo>
                    <a:pt x="3632" y="6120"/>
                  </a:lnTo>
                  <a:cubicBezTo>
                    <a:pt x="3596" y="6180"/>
                    <a:pt x="3573" y="6251"/>
                    <a:pt x="3573" y="6323"/>
                  </a:cubicBezTo>
                  <a:lnTo>
                    <a:pt x="3573" y="6430"/>
                  </a:lnTo>
                  <a:cubicBezTo>
                    <a:pt x="3573" y="6620"/>
                    <a:pt x="3715" y="6775"/>
                    <a:pt x="3870" y="6835"/>
                  </a:cubicBezTo>
                  <a:lnTo>
                    <a:pt x="3870" y="8347"/>
                  </a:lnTo>
                  <a:lnTo>
                    <a:pt x="3394" y="8347"/>
                  </a:lnTo>
                  <a:cubicBezTo>
                    <a:pt x="3108" y="8347"/>
                    <a:pt x="2894" y="8573"/>
                    <a:pt x="2894" y="8859"/>
                  </a:cubicBezTo>
                  <a:lnTo>
                    <a:pt x="2894" y="9037"/>
                  </a:lnTo>
                  <a:lnTo>
                    <a:pt x="2453" y="9037"/>
                  </a:lnTo>
                  <a:cubicBezTo>
                    <a:pt x="2299" y="9037"/>
                    <a:pt x="2144" y="9156"/>
                    <a:pt x="2120" y="9311"/>
                  </a:cubicBezTo>
                  <a:lnTo>
                    <a:pt x="1965" y="10061"/>
                  </a:lnTo>
                  <a:cubicBezTo>
                    <a:pt x="1953" y="10168"/>
                    <a:pt x="1965" y="10264"/>
                    <a:pt x="2037" y="10347"/>
                  </a:cubicBezTo>
                  <a:cubicBezTo>
                    <a:pt x="2096" y="10418"/>
                    <a:pt x="2203" y="10466"/>
                    <a:pt x="2310" y="10466"/>
                  </a:cubicBezTo>
                  <a:lnTo>
                    <a:pt x="6370" y="10466"/>
                  </a:lnTo>
                  <a:cubicBezTo>
                    <a:pt x="6478" y="10466"/>
                    <a:pt x="6585" y="10418"/>
                    <a:pt x="6644" y="10347"/>
                  </a:cubicBezTo>
                  <a:cubicBezTo>
                    <a:pt x="6704" y="10264"/>
                    <a:pt x="6728" y="10168"/>
                    <a:pt x="6716" y="10061"/>
                  </a:cubicBezTo>
                  <a:lnTo>
                    <a:pt x="6561" y="9311"/>
                  </a:lnTo>
                  <a:cubicBezTo>
                    <a:pt x="6537" y="9156"/>
                    <a:pt x="6382" y="9037"/>
                    <a:pt x="6228" y="9037"/>
                  </a:cubicBezTo>
                  <a:lnTo>
                    <a:pt x="5787" y="9037"/>
                  </a:lnTo>
                  <a:lnTo>
                    <a:pt x="5787" y="8859"/>
                  </a:lnTo>
                  <a:cubicBezTo>
                    <a:pt x="5787" y="8573"/>
                    <a:pt x="5573" y="8347"/>
                    <a:pt x="5287" y="8347"/>
                  </a:cubicBezTo>
                  <a:lnTo>
                    <a:pt x="4811" y="8347"/>
                  </a:lnTo>
                  <a:lnTo>
                    <a:pt x="4811" y="6835"/>
                  </a:lnTo>
                  <a:cubicBezTo>
                    <a:pt x="4989" y="6787"/>
                    <a:pt x="5108" y="6620"/>
                    <a:pt x="5108" y="6430"/>
                  </a:cubicBezTo>
                  <a:lnTo>
                    <a:pt x="5108" y="6323"/>
                  </a:lnTo>
                  <a:cubicBezTo>
                    <a:pt x="5108" y="6251"/>
                    <a:pt x="5073" y="6180"/>
                    <a:pt x="5049" y="6120"/>
                  </a:cubicBezTo>
                  <a:lnTo>
                    <a:pt x="5073" y="6096"/>
                  </a:lnTo>
                  <a:cubicBezTo>
                    <a:pt x="5537" y="5763"/>
                    <a:pt x="5906" y="5358"/>
                    <a:pt x="6204" y="4882"/>
                  </a:cubicBezTo>
                  <a:cubicBezTo>
                    <a:pt x="6228" y="4894"/>
                    <a:pt x="6228" y="4906"/>
                    <a:pt x="6240" y="4930"/>
                  </a:cubicBezTo>
                  <a:cubicBezTo>
                    <a:pt x="6359" y="5049"/>
                    <a:pt x="6525" y="5120"/>
                    <a:pt x="6680" y="5120"/>
                  </a:cubicBezTo>
                  <a:cubicBezTo>
                    <a:pt x="6763" y="5120"/>
                    <a:pt x="6835" y="5108"/>
                    <a:pt x="6894" y="5072"/>
                  </a:cubicBezTo>
                  <a:cubicBezTo>
                    <a:pt x="7192" y="4942"/>
                    <a:pt x="7204" y="4608"/>
                    <a:pt x="7204" y="4477"/>
                  </a:cubicBezTo>
                  <a:cubicBezTo>
                    <a:pt x="7204" y="4394"/>
                    <a:pt x="7132" y="4334"/>
                    <a:pt x="7037" y="4334"/>
                  </a:cubicBezTo>
                  <a:cubicBezTo>
                    <a:pt x="6954" y="4334"/>
                    <a:pt x="6894" y="4406"/>
                    <a:pt x="6894" y="4489"/>
                  </a:cubicBezTo>
                  <a:cubicBezTo>
                    <a:pt x="6894" y="4596"/>
                    <a:pt x="6882" y="4727"/>
                    <a:pt x="6775" y="4787"/>
                  </a:cubicBezTo>
                  <a:cubicBezTo>
                    <a:pt x="6749" y="4800"/>
                    <a:pt x="6718" y="4806"/>
                    <a:pt x="6687" y="4806"/>
                  </a:cubicBezTo>
                  <a:cubicBezTo>
                    <a:pt x="6606" y="4806"/>
                    <a:pt x="6517" y="4767"/>
                    <a:pt x="6466" y="4715"/>
                  </a:cubicBezTo>
                  <a:cubicBezTo>
                    <a:pt x="6406" y="4656"/>
                    <a:pt x="6382" y="4584"/>
                    <a:pt x="6430" y="4489"/>
                  </a:cubicBezTo>
                  <a:cubicBezTo>
                    <a:pt x="6585" y="4191"/>
                    <a:pt x="6894" y="4060"/>
                    <a:pt x="7252" y="3918"/>
                  </a:cubicBezTo>
                  <a:cubicBezTo>
                    <a:pt x="7894" y="3656"/>
                    <a:pt x="8680" y="3334"/>
                    <a:pt x="8680" y="1798"/>
                  </a:cubicBezTo>
                  <a:lnTo>
                    <a:pt x="8680" y="1155"/>
                  </a:lnTo>
                  <a:cubicBezTo>
                    <a:pt x="8692" y="1048"/>
                    <a:pt x="8633" y="941"/>
                    <a:pt x="8561" y="846"/>
                  </a:cubicBezTo>
                  <a:cubicBezTo>
                    <a:pt x="8478" y="762"/>
                    <a:pt x="8347" y="715"/>
                    <a:pt x="8240" y="715"/>
                  </a:cubicBezTo>
                  <a:cubicBezTo>
                    <a:pt x="7894" y="715"/>
                    <a:pt x="7561" y="881"/>
                    <a:pt x="7371" y="1179"/>
                  </a:cubicBezTo>
                  <a:lnTo>
                    <a:pt x="7252" y="1358"/>
                  </a:lnTo>
                  <a:cubicBezTo>
                    <a:pt x="7180" y="1465"/>
                    <a:pt x="7073" y="1524"/>
                    <a:pt x="6954" y="1524"/>
                  </a:cubicBezTo>
                  <a:lnTo>
                    <a:pt x="6954" y="1012"/>
                  </a:lnTo>
                  <a:lnTo>
                    <a:pt x="6990" y="1012"/>
                  </a:lnTo>
                  <a:cubicBezTo>
                    <a:pt x="7144" y="1012"/>
                    <a:pt x="7287" y="881"/>
                    <a:pt x="7287" y="715"/>
                  </a:cubicBezTo>
                  <a:lnTo>
                    <a:pt x="7287" y="298"/>
                  </a:lnTo>
                  <a:cubicBezTo>
                    <a:pt x="7287" y="131"/>
                    <a:pt x="7144" y="0"/>
                    <a:pt x="6990" y="0"/>
                  </a:cubicBezTo>
                  <a:close/>
                </a:path>
              </a:pathLst>
            </a:custGeom>
            <a:grpFill/>
            <a:ln>
              <a:noFill/>
            </a:ln>
          </p:spPr>
          <p:txBody>
            <a:bodyPr spcFirstLastPara="1" wrap="square" lIns="121900" tIns="121900" rIns="121900" bIns="121900" anchor="ctr" anchorCtr="0">
              <a:noAutofit/>
            </a:bodyPr>
            <a:lstStyle/>
            <a:p>
              <a:endParaRPr sz="2400"/>
            </a:p>
          </p:txBody>
        </p:sp>
        <p:sp>
          <p:nvSpPr>
            <p:cNvPr id="27" name="Google Shape;12750;p70"/>
            <p:cNvSpPr/>
            <p:nvPr/>
          </p:nvSpPr>
          <p:spPr>
            <a:xfrm>
              <a:off x="7670981" y="2041871"/>
              <a:ext cx="87182" cy="83076"/>
            </a:xfrm>
            <a:custGeom>
              <a:avLst/>
              <a:gdLst/>
              <a:ahLst/>
              <a:cxnLst/>
              <a:rect l="l" t="t" r="r" b="b"/>
              <a:pathLst>
                <a:path w="2739" h="2610" extrusionOk="0">
                  <a:moveTo>
                    <a:pt x="1334" y="476"/>
                  </a:moveTo>
                  <a:lnTo>
                    <a:pt x="1572" y="953"/>
                  </a:lnTo>
                  <a:cubicBezTo>
                    <a:pt x="1608" y="1012"/>
                    <a:pt x="1655" y="1036"/>
                    <a:pt x="1715" y="1048"/>
                  </a:cubicBezTo>
                  <a:lnTo>
                    <a:pt x="2251" y="1131"/>
                  </a:lnTo>
                  <a:lnTo>
                    <a:pt x="1893" y="1500"/>
                  </a:lnTo>
                  <a:cubicBezTo>
                    <a:pt x="1846" y="1548"/>
                    <a:pt x="1834" y="1607"/>
                    <a:pt x="1834" y="1667"/>
                  </a:cubicBezTo>
                  <a:lnTo>
                    <a:pt x="1917" y="2203"/>
                  </a:lnTo>
                  <a:lnTo>
                    <a:pt x="1441" y="1941"/>
                  </a:lnTo>
                  <a:cubicBezTo>
                    <a:pt x="1417" y="1929"/>
                    <a:pt x="1381" y="1929"/>
                    <a:pt x="1358" y="1929"/>
                  </a:cubicBezTo>
                  <a:cubicBezTo>
                    <a:pt x="1322" y="1929"/>
                    <a:pt x="1298" y="1929"/>
                    <a:pt x="1262" y="1941"/>
                  </a:cubicBezTo>
                  <a:lnTo>
                    <a:pt x="786" y="2203"/>
                  </a:lnTo>
                  <a:lnTo>
                    <a:pt x="786" y="2203"/>
                  </a:lnTo>
                  <a:lnTo>
                    <a:pt x="881" y="1667"/>
                  </a:lnTo>
                  <a:cubicBezTo>
                    <a:pt x="893" y="1607"/>
                    <a:pt x="869" y="1548"/>
                    <a:pt x="822" y="1500"/>
                  </a:cubicBezTo>
                  <a:lnTo>
                    <a:pt x="429" y="1131"/>
                  </a:lnTo>
                  <a:lnTo>
                    <a:pt x="965" y="1048"/>
                  </a:lnTo>
                  <a:cubicBezTo>
                    <a:pt x="1024" y="1036"/>
                    <a:pt x="1084" y="1012"/>
                    <a:pt x="1108" y="953"/>
                  </a:cubicBezTo>
                  <a:lnTo>
                    <a:pt x="1334" y="476"/>
                  </a:lnTo>
                  <a:close/>
                  <a:moveTo>
                    <a:pt x="1370" y="0"/>
                  </a:moveTo>
                  <a:cubicBezTo>
                    <a:pt x="1298" y="0"/>
                    <a:pt x="1239" y="36"/>
                    <a:pt x="1203" y="95"/>
                  </a:cubicBezTo>
                  <a:lnTo>
                    <a:pt x="881" y="750"/>
                  </a:lnTo>
                  <a:lnTo>
                    <a:pt x="167" y="857"/>
                  </a:lnTo>
                  <a:cubicBezTo>
                    <a:pt x="96" y="869"/>
                    <a:pt x="36" y="917"/>
                    <a:pt x="12" y="976"/>
                  </a:cubicBezTo>
                  <a:cubicBezTo>
                    <a:pt x="0" y="1048"/>
                    <a:pt x="12" y="1107"/>
                    <a:pt x="60" y="1167"/>
                  </a:cubicBezTo>
                  <a:lnTo>
                    <a:pt x="584" y="1679"/>
                  </a:lnTo>
                  <a:lnTo>
                    <a:pt x="465" y="2393"/>
                  </a:lnTo>
                  <a:cubicBezTo>
                    <a:pt x="453" y="2465"/>
                    <a:pt x="477" y="2524"/>
                    <a:pt x="536" y="2572"/>
                  </a:cubicBezTo>
                  <a:cubicBezTo>
                    <a:pt x="568" y="2597"/>
                    <a:pt x="603" y="2609"/>
                    <a:pt x="638" y="2609"/>
                  </a:cubicBezTo>
                  <a:cubicBezTo>
                    <a:pt x="669" y="2609"/>
                    <a:pt x="699" y="2600"/>
                    <a:pt x="727" y="2584"/>
                  </a:cubicBezTo>
                  <a:lnTo>
                    <a:pt x="1370" y="2238"/>
                  </a:lnTo>
                  <a:lnTo>
                    <a:pt x="2012" y="2584"/>
                  </a:lnTo>
                  <a:cubicBezTo>
                    <a:pt x="2036" y="2596"/>
                    <a:pt x="2072" y="2596"/>
                    <a:pt x="2096" y="2596"/>
                  </a:cubicBezTo>
                  <a:cubicBezTo>
                    <a:pt x="2143" y="2596"/>
                    <a:pt x="2179" y="2584"/>
                    <a:pt x="2203" y="2572"/>
                  </a:cubicBezTo>
                  <a:cubicBezTo>
                    <a:pt x="2262" y="2524"/>
                    <a:pt x="2298" y="2465"/>
                    <a:pt x="2274" y="2393"/>
                  </a:cubicBezTo>
                  <a:lnTo>
                    <a:pt x="2155" y="1679"/>
                  </a:lnTo>
                  <a:lnTo>
                    <a:pt x="2679" y="1167"/>
                  </a:lnTo>
                  <a:cubicBezTo>
                    <a:pt x="2727" y="1107"/>
                    <a:pt x="2739" y="1048"/>
                    <a:pt x="2727" y="976"/>
                  </a:cubicBezTo>
                  <a:cubicBezTo>
                    <a:pt x="2715" y="905"/>
                    <a:pt x="2655" y="857"/>
                    <a:pt x="2572" y="857"/>
                  </a:cubicBezTo>
                  <a:lnTo>
                    <a:pt x="1858" y="750"/>
                  </a:lnTo>
                  <a:lnTo>
                    <a:pt x="1536" y="95"/>
                  </a:lnTo>
                  <a:cubicBezTo>
                    <a:pt x="1500" y="36"/>
                    <a:pt x="1441" y="0"/>
                    <a:pt x="1370" y="0"/>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28" name="Google Shape;9647;p65"/>
          <p:cNvSpPr/>
          <p:nvPr/>
        </p:nvSpPr>
        <p:spPr>
          <a:xfrm>
            <a:off x="11267895" y="195241"/>
            <a:ext cx="692965" cy="664023"/>
          </a:xfrm>
          <a:custGeom>
            <a:avLst/>
            <a:gdLst/>
            <a:ahLst/>
            <a:cxnLst/>
            <a:rect l="l" t="t" r="r" b="b"/>
            <a:pathLst>
              <a:path w="11478" h="11413" extrusionOk="0">
                <a:moveTo>
                  <a:pt x="1401" y="515"/>
                </a:moveTo>
                <a:cubicBezTo>
                  <a:pt x="1616" y="515"/>
                  <a:pt x="1834" y="595"/>
                  <a:pt x="2000" y="756"/>
                </a:cubicBezTo>
                <a:lnTo>
                  <a:pt x="2548" y="1304"/>
                </a:lnTo>
                <a:lnTo>
                  <a:pt x="1358" y="2494"/>
                </a:lnTo>
                <a:lnTo>
                  <a:pt x="810" y="1947"/>
                </a:lnTo>
                <a:cubicBezTo>
                  <a:pt x="476" y="1625"/>
                  <a:pt x="476" y="1078"/>
                  <a:pt x="810" y="756"/>
                </a:cubicBezTo>
                <a:cubicBezTo>
                  <a:pt x="971" y="595"/>
                  <a:pt x="1185" y="515"/>
                  <a:pt x="1401" y="515"/>
                </a:cubicBezTo>
                <a:close/>
                <a:moveTo>
                  <a:pt x="2798" y="1566"/>
                </a:moveTo>
                <a:lnTo>
                  <a:pt x="3251" y="2006"/>
                </a:lnTo>
                <a:lnTo>
                  <a:pt x="2655" y="2602"/>
                </a:lnTo>
                <a:lnTo>
                  <a:pt x="2060" y="3197"/>
                </a:lnTo>
                <a:lnTo>
                  <a:pt x="1608" y="2756"/>
                </a:lnTo>
                <a:lnTo>
                  <a:pt x="2798" y="1566"/>
                </a:lnTo>
                <a:close/>
                <a:moveTo>
                  <a:pt x="10132" y="9031"/>
                </a:moveTo>
                <a:lnTo>
                  <a:pt x="10811" y="10757"/>
                </a:lnTo>
                <a:lnTo>
                  <a:pt x="9085" y="10091"/>
                </a:lnTo>
                <a:lnTo>
                  <a:pt x="10132" y="9031"/>
                </a:lnTo>
                <a:close/>
                <a:moveTo>
                  <a:pt x="4036" y="5685"/>
                </a:moveTo>
                <a:lnTo>
                  <a:pt x="5763" y="7412"/>
                </a:lnTo>
                <a:lnTo>
                  <a:pt x="5418" y="7757"/>
                </a:lnTo>
                <a:lnTo>
                  <a:pt x="5001" y="7340"/>
                </a:lnTo>
                <a:cubicBezTo>
                  <a:pt x="4965" y="7299"/>
                  <a:pt x="4920" y="7278"/>
                  <a:pt x="4876" y="7278"/>
                </a:cubicBezTo>
                <a:cubicBezTo>
                  <a:pt x="4831" y="7278"/>
                  <a:pt x="4787" y="7299"/>
                  <a:pt x="4751" y="7340"/>
                </a:cubicBezTo>
                <a:cubicBezTo>
                  <a:pt x="4679" y="7412"/>
                  <a:pt x="4679" y="7519"/>
                  <a:pt x="4751" y="7590"/>
                </a:cubicBezTo>
                <a:lnTo>
                  <a:pt x="5168" y="8007"/>
                </a:lnTo>
                <a:lnTo>
                  <a:pt x="4763" y="8412"/>
                </a:lnTo>
                <a:lnTo>
                  <a:pt x="3822" y="7471"/>
                </a:lnTo>
                <a:cubicBezTo>
                  <a:pt x="3786" y="7436"/>
                  <a:pt x="3742" y="7418"/>
                  <a:pt x="3697" y="7418"/>
                </a:cubicBezTo>
                <a:cubicBezTo>
                  <a:pt x="3652" y="7418"/>
                  <a:pt x="3608" y="7436"/>
                  <a:pt x="3572" y="7471"/>
                </a:cubicBezTo>
                <a:cubicBezTo>
                  <a:pt x="3501" y="7543"/>
                  <a:pt x="3501" y="7650"/>
                  <a:pt x="3572" y="7721"/>
                </a:cubicBezTo>
                <a:lnTo>
                  <a:pt x="4513" y="8662"/>
                </a:lnTo>
                <a:lnTo>
                  <a:pt x="4108" y="9067"/>
                </a:lnTo>
                <a:lnTo>
                  <a:pt x="3691" y="8638"/>
                </a:lnTo>
                <a:cubicBezTo>
                  <a:pt x="3655" y="8602"/>
                  <a:pt x="3611" y="8584"/>
                  <a:pt x="3566" y="8584"/>
                </a:cubicBezTo>
                <a:cubicBezTo>
                  <a:pt x="3521" y="8584"/>
                  <a:pt x="3477" y="8602"/>
                  <a:pt x="3441" y="8638"/>
                </a:cubicBezTo>
                <a:cubicBezTo>
                  <a:pt x="3358" y="8721"/>
                  <a:pt x="3358" y="8817"/>
                  <a:pt x="3441" y="8900"/>
                </a:cubicBezTo>
                <a:lnTo>
                  <a:pt x="3858" y="9317"/>
                </a:lnTo>
                <a:lnTo>
                  <a:pt x="3453" y="9710"/>
                </a:lnTo>
                <a:lnTo>
                  <a:pt x="3036" y="9293"/>
                </a:lnTo>
                <a:cubicBezTo>
                  <a:pt x="3001" y="9257"/>
                  <a:pt x="2956" y="9239"/>
                  <a:pt x="2911" y="9239"/>
                </a:cubicBezTo>
                <a:cubicBezTo>
                  <a:pt x="2867" y="9239"/>
                  <a:pt x="2822" y="9257"/>
                  <a:pt x="2786" y="9293"/>
                </a:cubicBezTo>
                <a:cubicBezTo>
                  <a:pt x="2703" y="9376"/>
                  <a:pt x="2703" y="9471"/>
                  <a:pt x="2786" y="9555"/>
                </a:cubicBezTo>
                <a:lnTo>
                  <a:pt x="3203" y="9972"/>
                </a:lnTo>
                <a:lnTo>
                  <a:pt x="2798" y="10364"/>
                </a:lnTo>
                <a:lnTo>
                  <a:pt x="1858" y="9436"/>
                </a:lnTo>
                <a:cubicBezTo>
                  <a:pt x="1822" y="9394"/>
                  <a:pt x="1777" y="9373"/>
                  <a:pt x="1733" y="9373"/>
                </a:cubicBezTo>
                <a:cubicBezTo>
                  <a:pt x="1688" y="9373"/>
                  <a:pt x="1643" y="9394"/>
                  <a:pt x="1608" y="9436"/>
                </a:cubicBezTo>
                <a:cubicBezTo>
                  <a:pt x="1536" y="9507"/>
                  <a:pt x="1536" y="9614"/>
                  <a:pt x="1608" y="9686"/>
                </a:cubicBezTo>
                <a:lnTo>
                  <a:pt x="2548" y="10626"/>
                </a:lnTo>
                <a:lnTo>
                  <a:pt x="2191" y="10984"/>
                </a:lnTo>
                <a:cubicBezTo>
                  <a:pt x="2155" y="11007"/>
                  <a:pt x="2096" y="11043"/>
                  <a:pt x="2048" y="11043"/>
                </a:cubicBezTo>
                <a:cubicBezTo>
                  <a:pt x="2012" y="11043"/>
                  <a:pt x="1953" y="11019"/>
                  <a:pt x="1917" y="10984"/>
                </a:cubicBezTo>
                <a:lnTo>
                  <a:pt x="465" y="9519"/>
                </a:lnTo>
                <a:cubicBezTo>
                  <a:pt x="381" y="9448"/>
                  <a:pt x="381" y="9329"/>
                  <a:pt x="465" y="9257"/>
                </a:cubicBezTo>
                <a:lnTo>
                  <a:pt x="4036" y="5685"/>
                </a:lnTo>
                <a:close/>
                <a:moveTo>
                  <a:pt x="9428" y="0"/>
                </a:moveTo>
                <a:cubicBezTo>
                  <a:pt x="9290" y="0"/>
                  <a:pt x="9150" y="54"/>
                  <a:pt x="9037" y="161"/>
                </a:cubicBezTo>
                <a:lnTo>
                  <a:pt x="6299" y="2899"/>
                </a:lnTo>
                <a:cubicBezTo>
                  <a:pt x="6227" y="2971"/>
                  <a:pt x="6227" y="3078"/>
                  <a:pt x="6299" y="3149"/>
                </a:cubicBezTo>
                <a:cubicBezTo>
                  <a:pt x="6334" y="3185"/>
                  <a:pt x="6379" y="3203"/>
                  <a:pt x="6424" y="3203"/>
                </a:cubicBezTo>
                <a:cubicBezTo>
                  <a:pt x="6468" y="3203"/>
                  <a:pt x="6513" y="3185"/>
                  <a:pt x="6549" y="3149"/>
                </a:cubicBezTo>
                <a:lnTo>
                  <a:pt x="9287" y="411"/>
                </a:lnTo>
                <a:cubicBezTo>
                  <a:pt x="9323" y="387"/>
                  <a:pt x="9382" y="351"/>
                  <a:pt x="9418" y="351"/>
                </a:cubicBezTo>
                <a:cubicBezTo>
                  <a:pt x="9466" y="351"/>
                  <a:pt x="9525" y="363"/>
                  <a:pt x="9561" y="411"/>
                </a:cubicBezTo>
                <a:lnTo>
                  <a:pt x="11013" y="1875"/>
                </a:lnTo>
                <a:cubicBezTo>
                  <a:pt x="11049" y="1899"/>
                  <a:pt x="11073" y="1959"/>
                  <a:pt x="11073" y="2006"/>
                </a:cubicBezTo>
                <a:cubicBezTo>
                  <a:pt x="11073" y="2054"/>
                  <a:pt x="11061" y="2113"/>
                  <a:pt x="11013" y="2137"/>
                </a:cubicBezTo>
                <a:lnTo>
                  <a:pt x="10656" y="2494"/>
                </a:lnTo>
                <a:lnTo>
                  <a:pt x="9716" y="1554"/>
                </a:lnTo>
                <a:cubicBezTo>
                  <a:pt x="9680" y="1518"/>
                  <a:pt x="9635" y="1500"/>
                  <a:pt x="9591" y="1500"/>
                </a:cubicBezTo>
                <a:cubicBezTo>
                  <a:pt x="9546" y="1500"/>
                  <a:pt x="9501" y="1518"/>
                  <a:pt x="9466" y="1554"/>
                </a:cubicBezTo>
                <a:cubicBezTo>
                  <a:pt x="9394" y="1637"/>
                  <a:pt x="9394" y="1732"/>
                  <a:pt x="9466" y="1816"/>
                </a:cubicBezTo>
                <a:lnTo>
                  <a:pt x="10406" y="2744"/>
                </a:lnTo>
                <a:lnTo>
                  <a:pt x="10001" y="3149"/>
                </a:lnTo>
                <a:lnTo>
                  <a:pt x="9585" y="2733"/>
                </a:lnTo>
                <a:cubicBezTo>
                  <a:pt x="9549" y="2697"/>
                  <a:pt x="9504" y="2679"/>
                  <a:pt x="9460" y="2679"/>
                </a:cubicBezTo>
                <a:cubicBezTo>
                  <a:pt x="9415" y="2679"/>
                  <a:pt x="9370" y="2697"/>
                  <a:pt x="9335" y="2733"/>
                </a:cubicBezTo>
                <a:cubicBezTo>
                  <a:pt x="9263" y="2804"/>
                  <a:pt x="9263" y="2911"/>
                  <a:pt x="9335" y="2983"/>
                </a:cubicBezTo>
                <a:lnTo>
                  <a:pt x="9751" y="3399"/>
                </a:lnTo>
                <a:lnTo>
                  <a:pt x="9347" y="3804"/>
                </a:lnTo>
                <a:lnTo>
                  <a:pt x="8930" y="3387"/>
                </a:lnTo>
                <a:cubicBezTo>
                  <a:pt x="8894" y="3352"/>
                  <a:pt x="8850" y="3334"/>
                  <a:pt x="8805" y="3334"/>
                </a:cubicBezTo>
                <a:cubicBezTo>
                  <a:pt x="8760" y="3334"/>
                  <a:pt x="8716" y="3352"/>
                  <a:pt x="8680" y="3387"/>
                </a:cubicBezTo>
                <a:cubicBezTo>
                  <a:pt x="8597" y="3459"/>
                  <a:pt x="8597" y="3566"/>
                  <a:pt x="8680" y="3637"/>
                </a:cubicBezTo>
                <a:lnTo>
                  <a:pt x="9097" y="4054"/>
                </a:lnTo>
                <a:lnTo>
                  <a:pt x="8692" y="4459"/>
                </a:lnTo>
                <a:lnTo>
                  <a:pt x="7751" y="3518"/>
                </a:lnTo>
                <a:cubicBezTo>
                  <a:pt x="7715" y="3483"/>
                  <a:pt x="7671" y="3465"/>
                  <a:pt x="7626" y="3465"/>
                </a:cubicBezTo>
                <a:cubicBezTo>
                  <a:pt x="7581" y="3465"/>
                  <a:pt x="7537" y="3483"/>
                  <a:pt x="7501" y="3518"/>
                </a:cubicBezTo>
                <a:cubicBezTo>
                  <a:pt x="7430" y="3602"/>
                  <a:pt x="7430" y="3697"/>
                  <a:pt x="7501" y="3780"/>
                </a:cubicBezTo>
                <a:lnTo>
                  <a:pt x="8442" y="4709"/>
                </a:lnTo>
                <a:lnTo>
                  <a:pt x="8037" y="5114"/>
                </a:lnTo>
                <a:lnTo>
                  <a:pt x="7620" y="4697"/>
                </a:lnTo>
                <a:cubicBezTo>
                  <a:pt x="7584" y="4661"/>
                  <a:pt x="7540" y="4644"/>
                  <a:pt x="7495" y="4644"/>
                </a:cubicBezTo>
                <a:cubicBezTo>
                  <a:pt x="7451" y="4644"/>
                  <a:pt x="7406" y="4661"/>
                  <a:pt x="7370" y="4697"/>
                </a:cubicBezTo>
                <a:cubicBezTo>
                  <a:pt x="7287" y="4769"/>
                  <a:pt x="7287" y="4876"/>
                  <a:pt x="7370" y="4947"/>
                </a:cubicBezTo>
                <a:lnTo>
                  <a:pt x="7787" y="5364"/>
                </a:lnTo>
                <a:lnTo>
                  <a:pt x="7442" y="5709"/>
                </a:lnTo>
                <a:lnTo>
                  <a:pt x="5715" y="3983"/>
                </a:lnTo>
                <a:lnTo>
                  <a:pt x="6037" y="3661"/>
                </a:lnTo>
                <a:cubicBezTo>
                  <a:pt x="6120" y="3578"/>
                  <a:pt x="6120" y="3483"/>
                  <a:pt x="6037" y="3399"/>
                </a:cubicBezTo>
                <a:cubicBezTo>
                  <a:pt x="6001" y="3364"/>
                  <a:pt x="5956" y="3346"/>
                  <a:pt x="5912" y="3346"/>
                </a:cubicBezTo>
                <a:cubicBezTo>
                  <a:pt x="5867" y="3346"/>
                  <a:pt x="5822" y="3364"/>
                  <a:pt x="5787" y="3399"/>
                </a:cubicBezTo>
                <a:lnTo>
                  <a:pt x="5465" y="3733"/>
                </a:lnTo>
                <a:lnTo>
                  <a:pt x="2239" y="506"/>
                </a:lnTo>
                <a:cubicBezTo>
                  <a:pt x="2012" y="280"/>
                  <a:pt x="1715" y="161"/>
                  <a:pt x="1381" y="161"/>
                </a:cubicBezTo>
                <a:cubicBezTo>
                  <a:pt x="1072" y="161"/>
                  <a:pt x="762" y="280"/>
                  <a:pt x="536" y="506"/>
                </a:cubicBezTo>
                <a:cubicBezTo>
                  <a:pt x="310" y="732"/>
                  <a:pt x="191" y="1030"/>
                  <a:pt x="191" y="1351"/>
                </a:cubicBezTo>
                <a:cubicBezTo>
                  <a:pt x="191" y="1661"/>
                  <a:pt x="310" y="1971"/>
                  <a:pt x="536" y="2197"/>
                </a:cubicBezTo>
                <a:lnTo>
                  <a:pt x="3774" y="5447"/>
                </a:lnTo>
                <a:lnTo>
                  <a:pt x="203" y="9019"/>
                </a:lnTo>
                <a:cubicBezTo>
                  <a:pt x="0" y="9221"/>
                  <a:pt x="0" y="9567"/>
                  <a:pt x="203" y="9793"/>
                </a:cubicBezTo>
                <a:lnTo>
                  <a:pt x="1667" y="11246"/>
                </a:lnTo>
                <a:cubicBezTo>
                  <a:pt x="1774" y="11353"/>
                  <a:pt x="1905" y="11412"/>
                  <a:pt x="2048" y="11412"/>
                </a:cubicBezTo>
                <a:cubicBezTo>
                  <a:pt x="2203" y="11412"/>
                  <a:pt x="2334" y="11353"/>
                  <a:pt x="2441" y="11246"/>
                </a:cubicBezTo>
                <a:lnTo>
                  <a:pt x="6013" y="7674"/>
                </a:lnTo>
                <a:lnTo>
                  <a:pt x="6263" y="7924"/>
                </a:lnTo>
                <a:cubicBezTo>
                  <a:pt x="6299" y="7965"/>
                  <a:pt x="6343" y="7986"/>
                  <a:pt x="6389" y="7986"/>
                </a:cubicBezTo>
                <a:cubicBezTo>
                  <a:pt x="6436" y="7986"/>
                  <a:pt x="6483" y="7965"/>
                  <a:pt x="6525" y="7924"/>
                </a:cubicBezTo>
                <a:cubicBezTo>
                  <a:pt x="6596" y="7852"/>
                  <a:pt x="6596" y="7745"/>
                  <a:pt x="6525" y="7674"/>
                </a:cubicBezTo>
                <a:lnTo>
                  <a:pt x="6168" y="7316"/>
                </a:lnTo>
                <a:cubicBezTo>
                  <a:pt x="6168" y="7305"/>
                  <a:pt x="6144" y="7305"/>
                  <a:pt x="6132" y="7293"/>
                </a:cubicBezTo>
                <a:lnTo>
                  <a:pt x="6096" y="7257"/>
                </a:lnTo>
                <a:lnTo>
                  <a:pt x="2310" y="3471"/>
                </a:lnTo>
                <a:lnTo>
                  <a:pt x="2786" y="2995"/>
                </a:lnTo>
                <a:lnTo>
                  <a:pt x="3084" y="3292"/>
                </a:lnTo>
                <a:cubicBezTo>
                  <a:pt x="3108" y="3316"/>
                  <a:pt x="3155" y="3328"/>
                  <a:pt x="3203" y="3328"/>
                </a:cubicBezTo>
                <a:cubicBezTo>
                  <a:pt x="3239" y="3328"/>
                  <a:pt x="3286" y="3316"/>
                  <a:pt x="3322" y="3292"/>
                </a:cubicBezTo>
                <a:cubicBezTo>
                  <a:pt x="3393" y="3209"/>
                  <a:pt x="3393" y="3114"/>
                  <a:pt x="3322" y="3030"/>
                </a:cubicBezTo>
                <a:lnTo>
                  <a:pt x="3024" y="2733"/>
                </a:lnTo>
                <a:lnTo>
                  <a:pt x="3501" y="2256"/>
                </a:lnTo>
                <a:lnTo>
                  <a:pt x="5358" y="4126"/>
                </a:lnTo>
                <a:lnTo>
                  <a:pt x="7311" y="6066"/>
                </a:lnTo>
                <a:lnTo>
                  <a:pt x="7323" y="6090"/>
                </a:lnTo>
                <a:lnTo>
                  <a:pt x="7334" y="6102"/>
                </a:lnTo>
                <a:lnTo>
                  <a:pt x="9942" y="8710"/>
                </a:lnTo>
                <a:lnTo>
                  <a:pt x="9466" y="9186"/>
                </a:lnTo>
                <a:lnTo>
                  <a:pt x="6846" y="6554"/>
                </a:lnTo>
                <a:lnTo>
                  <a:pt x="5810" y="5519"/>
                </a:lnTo>
                <a:lnTo>
                  <a:pt x="3965" y="3673"/>
                </a:lnTo>
                <a:cubicBezTo>
                  <a:pt x="3923" y="3637"/>
                  <a:pt x="3879" y="3620"/>
                  <a:pt x="3834" y="3620"/>
                </a:cubicBezTo>
                <a:cubicBezTo>
                  <a:pt x="3789" y="3620"/>
                  <a:pt x="3745" y="3637"/>
                  <a:pt x="3703" y="3673"/>
                </a:cubicBezTo>
                <a:cubicBezTo>
                  <a:pt x="3632" y="3745"/>
                  <a:pt x="3632" y="3852"/>
                  <a:pt x="3703" y="3923"/>
                </a:cubicBezTo>
                <a:lnTo>
                  <a:pt x="9239" y="9460"/>
                </a:lnTo>
                <a:lnTo>
                  <a:pt x="8763" y="9936"/>
                </a:lnTo>
                <a:lnTo>
                  <a:pt x="7096" y="8269"/>
                </a:lnTo>
                <a:cubicBezTo>
                  <a:pt x="7061" y="8233"/>
                  <a:pt x="7016" y="8215"/>
                  <a:pt x="6971" y="8215"/>
                </a:cubicBezTo>
                <a:cubicBezTo>
                  <a:pt x="6927" y="8215"/>
                  <a:pt x="6882" y="8233"/>
                  <a:pt x="6846" y="8269"/>
                </a:cubicBezTo>
                <a:cubicBezTo>
                  <a:pt x="6775" y="8340"/>
                  <a:pt x="6775" y="8448"/>
                  <a:pt x="6846" y="8519"/>
                </a:cubicBezTo>
                <a:lnTo>
                  <a:pt x="8632" y="10305"/>
                </a:lnTo>
                <a:cubicBezTo>
                  <a:pt x="8644" y="10329"/>
                  <a:pt x="8680" y="10341"/>
                  <a:pt x="8692" y="10353"/>
                </a:cubicBezTo>
                <a:lnTo>
                  <a:pt x="10799" y="11174"/>
                </a:lnTo>
                <a:cubicBezTo>
                  <a:pt x="10835" y="11186"/>
                  <a:pt x="10883" y="11186"/>
                  <a:pt x="10906" y="11186"/>
                </a:cubicBezTo>
                <a:cubicBezTo>
                  <a:pt x="10990" y="11186"/>
                  <a:pt x="11061" y="11162"/>
                  <a:pt x="11121" y="11103"/>
                </a:cubicBezTo>
                <a:cubicBezTo>
                  <a:pt x="11192" y="11019"/>
                  <a:pt x="11228" y="10900"/>
                  <a:pt x="11180" y="10805"/>
                </a:cubicBezTo>
                <a:lnTo>
                  <a:pt x="10359" y="8686"/>
                </a:lnTo>
                <a:cubicBezTo>
                  <a:pt x="10347" y="8662"/>
                  <a:pt x="10323" y="8638"/>
                  <a:pt x="10311" y="8626"/>
                </a:cubicBezTo>
                <a:lnTo>
                  <a:pt x="7692" y="6007"/>
                </a:lnTo>
                <a:lnTo>
                  <a:pt x="11264" y="2435"/>
                </a:lnTo>
                <a:cubicBezTo>
                  <a:pt x="11478" y="2185"/>
                  <a:pt x="11478" y="1840"/>
                  <a:pt x="11264" y="1625"/>
                </a:cubicBezTo>
                <a:lnTo>
                  <a:pt x="9811" y="161"/>
                </a:lnTo>
                <a:cubicBezTo>
                  <a:pt x="9704" y="54"/>
                  <a:pt x="9567" y="0"/>
                  <a:pt x="9428" y="0"/>
                </a:cubicBezTo>
                <a:close/>
              </a:path>
            </a:pathLst>
          </a:custGeom>
          <a:solidFill>
            <a:srgbClr val="000000"/>
          </a:solidFill>
          <a:ln w="3175">
            <a:noFill/>
          </a:ln>
        </p:spPr>
        <p:txBody>
          <a:bodyPr spcFirstLastPara="1" wrap="square" lIns="121900" tIns="121900" rIns="121900" bIns="121900" anchor="ctr" anchorCtr="0">
            <a:noAutofit/>
          </a:bodyPr>
          <a:lstStyle/>
          <a:p>
            <a:endParaRPr sz="2400"/>
          </a:p>
        </p:txBody>
      </p:sp>
      <p:grpSp>
        <p:nvGrpSpPr>
          <p:cNvPr id="29" name="Gruppieren 28"/>
          <p:cNvGrpSpPr/>
          <p:nvPr/>
        </p:nvGrpSpPr>
        <p:grpSpPr>
          <a:xfrm>
            <a:off x="130117" y="162554"/>
            <a:ext cx="972127" cy="802009"/>
            <a:chOff x="97587" y="121915"/>
            <a:chExt cx="729095" cy="601507"/>
          </a:xfrm>
        </p:grpSpPr>
        <p:grpSp>
          <p:nvGrpSpPr>
            <p:cNvPr id="30" name="Gruppieren 29"/>
            <p:cNvGrpSpPr/>
            <p:nvPr/>
          </p:nvGrpSpPr>
          <p:grpSpPr>
            <a:xfrm>
              <a:off x="97587" y="121915"/>
              <a:ext cx="729095" cy="601507"/>
              <a:chOff x="2016744" y="-182666"/>
              <a:chExt cx="5143500" cy="4481945"/>
            </a:xfrm>
          </p:grpSpPr>
          <p:pic>
            <p:nvPicPr>
              <p:cNvPr id="32" name="Grafik 31"/>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2016744" y="-182666"/>
                <a:ext cx="5143500" cy="4481945"/>
              </a:xfrm>
              <a:prstGeom prst="rect">
                <a:avLst/>
              </a:prstGeom>
            </p:spPr>
          </p:pic>
          <p:sp>
            <p:nvSpPr>
              <p:cNvPr id="33" name="Rechteck 32"/>
              <p:cNvSpPr/>
              <p:nvPr userDrawn="1"/>
            </p:nvSpPr>
            <p:spPr>
              <a:xfrm>
                <a:off x="3263729" y="914895"/>
                <a:ext cx="2309427" cy="27811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
          <p:nvSpPr>
            <p:cNvPr id="31" name="Rechteck 30"/>
            <p:cNvSpPr/>
            <p:nvPr/>
          </p:nvSpPr>
          <p:spPr>
            <a:xfrm>
              <a:off x="350038" y="269215"/>
              <a:ext cx="307596"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
        <p:nvSpPr>
          <p:cNvPr id="34" name="Textfeld 33"/>
          <p:cNvSpPr txBox="1"/>
          <p:nvPr/>
        </p:nvSpPr>
        <p:spPr>
          <a:xfrm>
            <a:off x="105615" y="258265"/>
            <a:ext cx="938540" cy="830997"/>
          </a:xfrm>
          <a:prstGeom prst="rect">
            <a:avLst/>
          </a:prstGeom>
          <a:noFill/>
        </p:spPr>
        <p:txBody>
          <a:bodyPr wrap="square" rtlCol="0">
            <a:spAutoFit/>
          </a:bodyPr>
          <a:lstStyle/>
          <a:p>
            <a:pPr algn="ctr"/>
            <a:r>
              <a:rPr lang="de-DE" sz="2400" dirty="0">
                <a:latin typeface="Poppins" panose="020B0604020202020204" charset="0"/>
                <a:cs typeface="Poppins" panose="020B0604020202020204" charset="0"/>
              </a:rPr>
              <a:t>WS 25b </a:t>
            </a:r>
            <a:endParaRPr lang="en-GB" sz="2400" dirty="0">
              <a:latin typeface="Poppins" panose="020B0604020202020204" charset="0"/>
              <a:cs typeface="Poppins" panose="020B0604020202020204" charset="0"/>
            </a:endParaRPr>
          </a:p>
        </p:txBody>
      </p:sp>
      <p:grpSp>
        <p:nvGrpSpPr>
          <p:cNvPr id="47" name="Google Shape;8797;p63"/>
          <p:cNvGrpSpPr/>
          <p:nvPr/>
        </p:nvGrpSpPr>
        <p:grpSpPr>
          <a:xfrm>
            <a:off x="288966" y="1592294"/>
            <a:ext cx="197108" cy="389321"/>
            <a:chOff x="3527539" y="4476677"/>
            <a:chExt cx="159232" cy="314510"/>
          </a:xfrm>
          <a:solidFill>
            <a:srgbClr val="000000"/>
          </a:solidFill>
        </p:grpSpPr>
        <p:sp>
          <p:nvSpPr>
            <p:cNvPr id="48"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49"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0" name="Google Shape;8797;p63"/>
          <p:cNvGrpSpPr/>
          <p:nvPr/>
        </p:nvGrpSpPr>
        <p:grpSpPr>
          <a:xfrm>
            <a:off x="604841" y="1592294"/>
            <a:ext cx="197108" cy="389321"/>
            <a:chOff x="3527539" y="4476677"/>
            <a:chExt cx="159232" cy="314510"/>
          </a:xfrm>
          <a:solidFill>
            <a:srgbClr val="000000"/>
          </a:solidFill>
        </p:grpSpPr>
        <p:sp>
          <p:nvSpPr>
            <p:cNvPr id="51"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52"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3" name="Google Shape;8797;p63"/>
          <p:cNvGrpSpPr/>
          <p:nvPr/>
        </p:nvGrpSpPr>
        <p:grpSpPr>
          <a:xfrm>
            <a:off x="288514" y="1137524"/>
            <a:ext cx="197108" cy="389321"/>
            <a:chOff x="3527539" y="4476677"/>
            <a:chExt cx="159232" cy="314510"/>
          </a:xfrm>
          <a:solidFill>
            <a:srgbClr val="000000"/>
          </a:solidFill>
        </p:grpSpPr>
        <p:sp>
          <p:nvSpPr>
            <p:cNvPr id="54"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55"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6" name="Google Shape;8797;p63"/>
          <p:cNvGrpSpPr/>
          <p:nvPr/>
        </p:nvGrpSpPr>
        <p:grpSpPr>
          <a:xfrm>
            <a:off x="604841" y="1137524"/>
            <a:ext cx="197108" cy="389321"/>
            <a:chOff x="3527539" y="4476677"/>
            <a:chExt cx="159232" cy="314510"/>
          </a:xfrm>
          <a:solidFill>
            <a:srgbClr val="000000"/>
          </a:solidFill>
        </p:grpSpPr>
        <p:sp>
          <p:nvSpPr>
            <p:cNvPr id="57"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58"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pic>
        <p:nvPicPr>
          <p:cNvPr id="4" name="Picture 3">
            <a:extLst>
              <a:ext uri="{FF2B5EF4-FFF2-40B4-BE49-F238E27FC236}">
                <a16:creationId xmlns:a16="http://schemas.microsoft.com/office/drawing/2014/main" id="{8E7B0C42-6376-5E5D-2CEE-D757234212A2}"/>
              </a:ext>
            </a:extLst>
          </p:cNvPr>
          <p:cNvPicPr>
            <a:picLocks noChangeAspect="1"/>
          </p:cNvPicPr>
          <p:nvPr/>
        </p:nvPicPr>
        <p:blipFill>
          <a:blip r:embed="rId4"/>
          <a:stretch>
            <a:fillRect/>
          </a:stretch>
        </p:blipFill>
        <p:spPr>
          <a:xfrm>
            <a:off x="1729236" y="2580033"/>
            <a:ext cx="8089900" cy="2921000"/>
          </a:xfrm>
          <a:prstGeom prst="rect">
            <a:avLst/>
          </a:prstGeom>
        </p:spPr>
      </p:pic>
    </p:spTree>
    <p:extLst>
      <p:ext uri="{BB962C8B-B14F-4D97-AF65-F5344CB8AC3E}">
        <p14:creationId xmlns:p14="http://schemas.microsoft.com/office/powerpoint/2010/main" val="697821231"/>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a:spLocks noGrp="1" noChangeArrowheads="1"/>
          </p:cNvSpPr>
          <p:nvPr>
            <p:ph idx="1"/>
          </p:nvPr>
        </p:nvSpPr>
        <p:spPr>
          <a:xfrm>
            <a:off x="1344600" y="1558801"/>
            <a:ext cx="9738835" cy="4897439"/>
          </a:xfrm>
        </p:spPr>
        <p:txBody>
          <a:bodyPr>
            <a:normAutofit fontScale="85000" lnSpcReduction="20000"/>
          </a:bodyPr>
          <a:lstStyle/>
          <a:p>
            <a:pPr marL="0" indent="0">
              <a:buNone/>
              <a:defRPr/>
            </a:pPr>
            <a:r>
              <a:rPr lang="fr-FR" sz="2000" b="1" dirty="0">
                <a:solidFill>
                  <a:srgbClr val="47362D"/>
                </a:solidFill>
                <a:cs typeface="Times New Roman" pitchFamily="18" charset="0"/>
              </a:rPr>
              <a:t>Instruction:</a:t>
            </a:r>
          </a:p>
          <a:p>
            <a:pPr marL="0" indent="0">
              <a:buNone/>
              <a:defRPr/>
            </a:pPr>
            <a:endParaRPr lang="fr-FR" sz="2000" b="1" dirty="0">
              <a:solidFill>
                <a:srgbClr val="47362D"/>
              </a:solidFill>
              <a:cs typeface="Times New Roman" pitchFamily="18" charset="0"/>
            </a:endParaRPr>
          </a:p>
          <a:p>
            <a:pPr marL="0" indent="0">
              <a:buNone/>
              <a:defRPr/>
            </a:pPr>
            <a:r>
              <a:rPr lang="fr-FR" sz="1867" dirty="0">
                <a:solidFill>
                  <a:srgbClr val="47362D"/>
                </a:solidFill>
                <a:cs typeface="Times New Roman" pitchFamily="18" charset="0"/>
              </a:rPr>
              <a:t>Work in </a:t>
            </a:r>
            <a:r>
              <a:rPr lang="fr-FR" sz="1867" b="1" dirty="0">
                <a:solidFill>
                  <a:schemeClr val="accent5"/>
                </a:solidFill>
                <a:cs typeface="Times New Roman" pitchFamily="18" charset="0"/>
              </a:rPr>
              <a:t>groups of two (02):</a:t>
            </a:r>
            <a:endParaRPr lang="fr-FR" sz="1867" b="1" dirty="0">
              <a:solidFill>
                <a:srgbClr val="47362D"/>
              </a:solidFill>
              <a:cs typeface="Times New Roman" pitchFamily="18" charset="0"/>
            </a:endParaRPr>
          </a:p>
          <a:p>
            <a:pPr marL="457189">
              <a:buFont typeface="+mj-lt"/>
              <a:buAutoNum type="arabicPeriod"/>
              <a:defRPr/>
            </a:pPr>
            <a:endParaRPr lang="fr-FR" sz="1867" dirty="0">
              <a:solidFill>
                <a:srgbClr val="47362D"/>
              </a:solidFill>
              <a:cs typeface="Times New Roman" pitchFamily="18" charset="0"/>
            </a:endParaRPr>
          </a:p>
          <a:p>
            <a:pPr marL="457189">
              <a:spcAft>
                <a:spcPts val="800"/>
              </a:spcAft>
              <a:buClr>
                <a:schemeClr val="accent3"/>
              </a:buClr>
              <a:buFont typeface="+mj-lt"/>
              <a:buAutoNum type="arabicPeriod"/>
              <a:defRPr/>
            </a:pPr>
            <a:r>
              <a:rPr lang="fr-FR" sz="1867" dirty="0">
                <a:solidFill>
                  <a:srgbClr val="47362D"/>
                </a:solidFill>
                <a:cs typeface="Times New Roman" pitchFamily="18" charset="0"/>
              </a:rPr>
              <a:t>Use the objective you have </a:t>
            </a:r>
            <a:r>
              <a:rPr lang="fr-FR" sz="1867" dirty="0" err="1">
                <a:solidFill>
                  <a:srgbClr val="47362D"/>
                </a:solidFill>
                <a:cs typeface="Times New Roman" pitchFamily="18" charset="0"/>
              </a:rPr>
              <a:t>formulated</a:t>
            </a:r>
            <a:r>
              <a:rPr lang="fr-FR" sz="1867" dirty="0">
                <a:solidFill>
                  <a:srgbClr val="47362D"/>
                </a:solidFill>
                <a:cs typeface="Times New Roman" pitchFamily="18" charset="0"/>
              </a:rPr>
              <a:t> (WS 21).</a:t>
            </a:r>
          </a:p>
          <a:p>
            <a:pPr marL="457189">
              <a:buClr>
                <a:schemeClr val="accent3"/>
              </a:buClr>
              <a:buFont typeface="+mj-lt"/>
              <a:buAutoNum type="arabicPeriod"/>
              <a:defRPr/>
            </a:pPr>
            <a:r>
              <a:rPr lang="fr-FR" sz="1867" dirty="0">
                <a:solidFill>
                  <a:srgbClr val="47362D"/>
                </a:solidFill>
                <a:cs typeface="Times New Roman" pitchFamily="18" charset="0"/>
              </a:rPr>
              <a:t>What are the investments you need to finance?   </a:t>
            </a:r>
          </a:p>
          <a:p>
            <a:pPr marL="457189">
              <a:buClr>
                <a:schemeClr val="accent3"/>
              </a:buClr>
              <a:buFont typeface="+mj-lt"/>
              <a:buAutoNum type="arabicPeriod"/>
              <a:defRPr/>
            </a:pPr>
            <a:r>
              <a:rPr lang="fr-FR" sz="1867" dirty="0">
                <a:solidFill>
                  <a:srgbClr val="47362D"/>
                </a:solidFill>
                <a:cs typeface="Times New Roman" pitchFamily="18" charset="0"/>
              </a:rPr>
              <a:t>Write down for each category the items and costs needed to achieve your goal. </a:t>
            </a:r>
          </a:p>
          <a:p>
            <a:pPr marL="457189">
              <a:buClr>
                <a:schemeClr val="accent3"/>
              </a:buClr>
              <a:buFont typeface="+mj-lt"/>
              <a:buAutoNum type="arabicPeriod"/>
              <a:defRPr/>
            </a:pPr>
            <a:r>
              <a:rPr lang="fr-FR" sz="1867" dirty="0">
                <a:solidFill>
                  <a:srgbClr val="47362D"/>
                </a:solidFill>
                <a:cs typeface="Times New Roman" pitchFamily="18" charset="0"/>
              </a:rPr>
              <a:t>Calculate the total.</a:t>
            </a:r>
          </a:p>
          <a:p>
            <a:pPr marL="457189">
              <a:buClr>
                <a:schemeClr val="accent3"/>
              </a:buClr>
              <a:buFont typeface="+mj-lt"/>
              <a:buAutoNum type="arabicPeriod"/>
              <a:defRPr/>
            </a:pPr>
            <a:r>
              <a:rPr lang="fr-FR" sz="1867" dirty="0">
                <a:solidFill>
                  <a:srgbClr val="47362D"/>
                </a:solidFill>
                <a:cs typeface="Times New Roman" pitchFamily="18" charset="0"/>
              </a:rPr>
              <a:t>Present your results to a partner. </a:t>
            </a:r>
          </a:p>
          <a:p>
            <a:pPr marL="0" indent="0">
              <a:spcAft>
                <a:spcPts val="800"/>
              </a:spcAft>
              <a:buClr>
                <a:srgbClr val="FF3300"/>
              </a:buClr>
              <a:defRPr/>
            </a:pPr>
            <a:endParaRPr lang="fr-FR" sz="1867" dirty="0">
              <a:solidFill>
                <a:srgbClr val="47362D"/>
              </a:solidFill>
              <a:cs typeface="Times New Roman" pitchFamily="18" charset="0"/>
            </a:endParaRPr>
          </a:p>
          <a:p>
            <a:pPr marL="0" indent="0">
              <a:spcAft>
                <a:spcPts val="800"/>
              </a:spcAft>
              <a:buClr>
                <a:srgbClr val="FF3300"/>
              </a:buClr>
              <a:buNone/>
              <a:defRPr/>
            </a:pPr>
            <a:r>
              <a:rPr lang="fr-FR" sz="1867" b="1" dirty="0">
                <a:solidFill>
                  <a:srgbClr val="47362D"/>
                </a:solidFill>
              </a:rPr>
              <a:t>Caution: </a:t>
            </a:r>
          </a:p>
          <a:p>
            <a:pPr>
              <a:spcAft>
                <a:spcPts val="800"/>
              </a:spcAft>
              <a:buClr>
                <a:schemeClr val="accent3"/>
              </a:buClr>
              <a:defRPr/>
            </a:pPr>
            <a:r>
              <a:rPr lang="fr-FR" sz="1867" dirty="0">
                <a:solidFill>
                  <a:srgbClr val="47362D"/>
                </a:solidFill>
              </a:rPr>
              <a:t>Be realistic and economical! </a:t>
            </a:r>
          </a:p>
          <a:p>
            <a:pPr>
              <a:spcAft>
                <a:spcPts val="800"/>
              </a:spcAft>
              <a:buClr>
                <a:schemeClr val="accent3"/>
              </a:buClr>
              <a:defRPr/>
            </a:pPr>
            <a:r>
              <a:rPr lang="fr-FR" sz="1867" dirty="0">
                <a:solidFill>
                  <a:srgbClr val="47362D"/>
                </a:solidFill>
              </a:rPr>
              <a:t>Ask yourself: </a:t>
            </a:r>
            <a:r>
              <a:rPr lang="fr-FR" sz="1867" dirty="0">
                <a:solidFill>
                  <a:srgbClr val="47362D"/>
                </a:solidFill>
                <a:cs typeface="Times New Roman" pitchFamily="18" charset="0"/>
              </a:rPr>
              <a:t>Do you really need all the items you have listed or could you use bootstrapping to cut costs?</a:t>
            </a:r>
          </a:p>
          <a:p>
            <a:pPr>
              <a:spcAft>
                <a:spcPts val="800"/>
              </a:spcAft>
              <a:buClr>
                <a:schemeClr val="accent3"/>
              </a:buClr>
              <a:defRPr/>
            </a:pPr>
            <a:r>
              <a:rPr lang="fr-FR" sz="1867" dirty="0">
                <a:solidFill>
                  <a:srgbClr val="47362D"/>
                </a:solidFill>
              </a:rPr>
              <a:t>Have you identified potential problems that may arise in the pursuit of your goal?</a:t>
            </a:r>
            <a:endParaRPr lang="fr-FR" sz="1867" dirty="0">
              <a:solidFill>
                <a:srgbClr val="47362D"/>
              </a:solidFill>
              <a:cs typeface="Times New Roman" pitchFamily="18" charset="0"/>
            </a:endParaRPr>
          </a:p>
          <a:p>
            <a:pPr marL="495288" indent="-495288">
              <a:defRPr/>
            </a:pPr>
            <a:endParaRPr lang="fr-FR" dirty="0">
              <a:solidFill>
                <a:srgbClr val="47362D"/>
              </a:solidFill>
            </a:endParaRPr>
          </a:p>
        </p:txBody>
      </p:sp>
      <p:grpSp>
        <p:nvGrpSpPr>
          <p:cNvPr id="16" name="Google Shape;9266;p64"/>
          <p:cNvGrpSpPr/>
          <p:nvPr/>
        </p:nvGrpSpPr>
        <p:grpSpPr>
          <a:xfrm>
            <a:off x="10160475" y="187972"/>
            <a:ext cx="922960" cy="787195"/>
            <a:chOff x="7390435" y="3680868"/>
            <a:chExt cx="372073" cy="355243"/>
          </a:xfrm>
          <a:solidFill>
            <a:schemeClr val="tx1"/>
          </a:solidFill>
        </p:grpSpPr>
        <p:sp>
          <p:nvSpPr>
            <p:cNvPr id="17"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18"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19"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20"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21"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22"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25" name="Rectangle 2"/>
          <p:cNvSpPr txBox="1">
            <a:spLocks noChangeArrowheads="1"/>
          </p:cNvSpPr>
          <p:nvPr/>
        </p:nvSpPr>
        <p:spPr>
          <a:xfrm>
            <a:off x="964878" y="796567"/>
            <a:ext cx="11014721"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defRPr/>
            </a:pPr>
            <a:r>
              <a:rPr lang="fr-FR" sz="3467" dirty="0">
                <a:latin typeface="Josefin Sans" panose="020B0604020202020204" charset="0"/>
                <a:cs typeface="Arial" pitchFamily="2"/>
              </a:rPr>
              <a:t>EXERCISE: </a:t>
            </a:r>
            <a:r>
              <a:rPr lang="fr-FR" sz="3467" b="0" dirty="0">
                <a:latin typeface="Josefin Sans" panose="020B0604020202020204" charset="0"/>
                <a:cs typeface="Arial" pitchFamily="2"/>
              </a:rPr>
              <a:t>"Spending on </a:t>
            </a:r>
            <a:r>
              <a:rPr lang="fr-FR" sz="3467" b="0" dirty="0" err="1">
                <a:latin typeface="Josefin Sans" panose="020B0604020202020204" charset="0"/>
                <a:cs typeface="Arial" pitchFamily="2"/>
              </a:rPr>
              <a:t>Your</a:t>
            </a:r>
            <a:r>
              <a:rPr lang="fr-FR" sz="3467" b="0" dirty="0">
                <a:latin typeface="Josefin Sans" panose="020B0604020202020204" charset="0"/>
                <a:cs typeface="Arial" pitchFamily="2"/>
              </a:rPr>
              <a:t> </a:t>
            </a:r>
            <a:r>
              <a:rPr lang="fr-FR" sz="3467" b="0" dirty="0" err="1">
                <a:latin typeface="Josefin Sans" panose="020B0604020202020204" charset="0"/>
                <a:cs typeface="Arial" pitchFamily="2"/>
              </a:rPr>
              <a:t>Personal</a:t>
            </a:r>
            <a:r>
              <a:rPr lang="fr-FR" sz="3467" b="0" dirty="0">
                <a:latin typeface="Josefin Sans" panose="020B0604020202020204" charset="0"/>
                <a:cs typeface="Arial" pitchFamily="2"/>
              </a:rPr>
              <a:t> Goal</a:t>
            </a:r>
            <a:endParaRPr lang="fr-FR" sz="3467" b="0" dirty="0">
              <a:solidFill>
                <a:schemeClr val="tx2">
                  <a:satMod val="130000"/>
                </a:schemeClr>
              </a:solidFill>
              <a:latin typeface="Josefin Sans" panose="020B0604020202020204" charset="0"/>
              <a:cs typeface="Times New Roman" pitchFamily="18" charset="0"/>
            </a:endParaRPr>
          </a:p>
        </p:txBody>
      </p:sp>
      <p:sp>
        <p:nvSpPr>
          <p:cNvPr id="14" name="Google Shape;9647;p65"/>
          <p:cNvSpPr/>
          <p:nvPr/>
        </p:nvSpPr>
        <p:spPr>
          <a:xfrm>
            <a:off x="11267895" y="195241"/>
            <a:ext cx="692965" cy="664023"/>
          </a:xfrm>
          <a:custGeom>
            <a:avLst/>
            <a:gdLst/>
            <a:ahLst/>
            <a:cxnLst/>
            <a:rect l="l" t="t" r="r" b="b"/>
            <a:pathLst>
              <a:path w="11478" h="11413" extrusionOk="0">
                <a:moveTo>
                  <a:pt x="1401" y="515"/>
                </a:moveTo>
                <a:cubicBezTo>
                  <a:pt x="1616" y="515"/>
                  <a:pt x="1834" y="595"/>
                  <a:pt x="2000" y="756"/>
                </a:cubicBezTo>
                <a:lnTo>
                  <a:pt x="2548" y="1304"/>
                </a:lnTo>
                <a:lnTo>
                  <a:pt x="1358" y="2494"/>
                </a:lnTo>
                <a:lnTo>
                  <a:pt x="810" y="1947"/>
                </a:lnTo>
                <a:cubicBezTo>
                  <a:pt x="476" y="1625"/>
                  <a:pt x="476" y="1078"/>
                  <a:pt x="810" y="756"/>
                </a:cubicBezTo>
                <a:cubicBezTo>
                  <a:pt x="971" y="595"/>
                  <a:pt x="1185" y="515"/>
                  <a:pt x="1401" y="515"/>
                </a:cubicBezTo>
                <a:close/>
                <a:moveTo>
                  <a:pt x="2798" y="1566"/>
                </a:moveTo>
                <a:lnTo>
                  <a:pt x="3251" y="2006"/>
                </a:lnTo>
                <a:lnTo>
                  <a:pt x="2655" y="2602"/>
                </a:lnTo>
                <a:lnTo>
                  <a:pt x="2060" y="3197"/>
                </a:lnTo>
                <a:lnTo>
                  <a:pt x="1608" y="2756"/>
                </a:lnTo>
                <a:lnTo>
                  <a:pt x="2798" y="1566"/>
                </a:lnTo>
                <a:close/>
                <a:moveTo>
                  <a:pt x="10132" y="9031"/>
                </a:moveTo>
                <a:lnTo>
                  <a:pt x="10811" y="10757"/>
                </a:lnTo>
                <a:lnTo>
                  <a:pt x="9085" y="10091"/>
                </a:lnTo>
                <a:lnTo>
                  <a:pt x="10132" y="9031"/>
                </a:lnTo>
                <a:close/>
                <a:moveTo>
                  <a:pt x="4036" y="5685"/>
                </a:moveTo>
                <a:lnTo>
                  <a:pt x="5763" y="7412"/>
                </a:lnTo>
                <a:lnTo>
                  <a:pt x="5418" y="7757"/>
                </a:lnTo>
                <a:lnTo>
                  <a:pt x="5001" y="7340"/>
                </a:lnTo>
                <a:cubicBezTo>
                  <a:pt x="4965" y="7299"/>
                  <a:pt x="4920" y="7278"/>
                  <a:pt x="4876" y="7278"/>
                </a:cubicBezTo>
                <a:cubicBezTo>
                  <a:pt x="4831" y="7278"/>
                  <a:pt x="4787" y="7299"/>
                  <a:pt x="4751" y="7340"/>
                </a:cubicBezTo>
                <a:cubicBezTo>
                  <a:pt x="4679" y="7412"/>
                  <a:pt x="4679" y="7519"/>
                  <a:pt x="4751" y="7590"/>
                </a:cubicBezTo>
                <a:lnTo>
                  <a:pt x="5168" y="8007"/>
                </a:lnTo>
                <a:lnTo>
                  <a:pt x="4763" y="8412"/>
                </a:lnTo>
                <a:lnTo>
                  <a:pt x="3822" y="7471"/>
                </a:lnTo>
                <a:cubicBezTo>
                  <a:pt x="3786" y="7436"/>
                  <a:pt x="3742" y="7418"/>
                  <a:pt x="3697" y="7418"/>
                </a:cubicBezTo>
                <a:cubicBezTo>
                  <a:pt x="3652" y="7418"/>
                  <a:pt x="3608" y="7436"/>
                  <a:pt x="3572" y="7471"/>
                </a:cubicBezTo>
                <a:cubicBezTo>
                  <a:pt x="3501" y="7543"/>
                  <a:pt x="3501" y="7650"/>
                  <a:pt x="3572" y="7721"/>
                </a:cubicBezTo>
                <a:lnTo>
                  <a:pt x="4513" y="8662"/>
                </a:lnTo>
                <a:lnTo>
                  <a:pt x="4108" y="9067"/>
                </a:lnTo>
                <a:lnTo>
                  <a:pt x="3691" y="8638"/>
                </a:lnTo>
                <a:cubicBezTo>
                  <a:pt x="3655" y="8602"/>
                  <a:pt x="3611" y="8584"/>
                  <a:pt x="3566" y="8584"/>
                </a:cubicBezTo>
                <a:cubicBezTo>
                  <a:pt x="3521" y="8584"/>
                  <a:pt x="3477" y="8602"/>
                  <a:pt x="3441" y="8638"/>
                </a:cubicBezTo>
                <a:cubicBezTo>
                  <a:pt x="3358" y="8721"/>
                  <a:pt x="3358" y="8817"/>
                  <a:pt x="3441" y="8900"/>
                </a:cubicBezTo>
                <a:lnTo>
                  <a:pt x="3858" y="9317"/>
                </a:lnTo>
                <a:lnTo>
                  <a:pt x="3453" y="9710"/>
                </a:lnTo>
                <a:lnTo>
                  <a:pt x="3036" y="9293"/>
                </a:lnTo>
                <a:cubicBezTo>
                  <a:pt x="3001" y="9257"/>
                  <a:pt x="2956" y="9239"/>
                  <a:pt x="2911" y="9239"/>
                </a:cubicBezTo>
                <a:cubicBezTo>
                  <a:pt x="2867" y="9239"/>
                  <a:pt x="2822" y="9257"/>
                  <a:pt x="2786" y="9293"/>
                </a:cubicBezTo>
                <a:cubicBezTo>
                  <a:pt x="2703" y="9376"/>
                  <a:pt x="2703" y="9471"/>
                  <a:pt x="2786" y="9555"/>
                </a:cubicBezTo>
                <a:lnTo>
                  <a:pt x="3203" y="9972"/>
                </a:lnTo>
                <a:lnTo>
                  <a:pt x="2798" y="10364"/>
                </a:lnTo>
                <a:lnTo>
                  <a:pt x="1858" y="9436"/>
                </a:lnTo>
                <a:cubicBezTo>
                  <a:pt x="1822" y="9394"/>
                  <a:pt x="1777" y="9373"/>
                  <a:pt x="1733" y="9373"/>
                </a:cubicBezTo>
                <a:cubicBezTo>
                  <a:pt x="1688" y="9373"/>
                  <a:pt x="1643" y="9394"/>
                  <a:pt x="1608" y="9436"/>
                </a:cubicBezTo>
                <a:cubicBezTo>
                  <a:pt x="1536" y="9507"/>
                  <a:pt x="1536" y="9614"/>
                  <a:pt x="1608" y="9686"/>
                </a:cubicBezTo>
                <a:lnTo>
                  <a:pt x="2548" y="10626"/>
                </a:lnTo>
                <a:lnTo>
                  <a:pt x="2191" y="10984"/>
                </a:lnTo>
                <a:cubicBezTo>
                  <a:pt x="2155" y="11007"/>
                  <a:pt x="2096" y="11043"/>
                  <a:pt x="2048" y="11043"/>
                </a:cubicBezTo>
                <a:cubicBezTo>
                  <a:pt x="2012" y="11043"/>
                  <a:pt x="1953" y="11019"/>
                  <a:pt x="1917" y="10984"/>
                </a:cubicBezTo>
                <a:lnTo>
                  <a:pt x="465" y="9519"/>
                </a:lnTo>
                <a:cubicBezTo>
                  <a:pt x="381" y="9448"/>
                  <a:pt x="381" y="9329"/>
                  <a:pt x="465" y="9257"/>
                </a:cubicBezTo>
                <a:lnTo>
                  <a:pt x="4036" y="5685"/>
                </a:lnTo>
                <a:close/>
                <a:moveTo>
                  <a:pt x="9428" y="0"/>
                </a:moveTo>
                <a:cubicBezTo>
                  <a:pt x="9290" y="0"/>
                  <a:pt x="9150" y="54"/>
                  <a:pt x="9037" y="161"/>
                </a:cubicBezTo>
                <a:lnTo>
                  <a:pt x="6299" y="2899"/>
                </a:lnTo>
                <a:cubicBezTo>
                  <a:pt x="6227" y="2971"/>
                  <a:pt x="6227" y="3078"/>
                  <a:pt x="6299" y="3149"/>
                </a:cubicBezTo>
                <a:cubicBezTo>
                  <a:pt x="6334" y="3185"/>
                  <a:pt x="6379" y="3203"/>
                  <a:pt x="6424" y="3203"/>
                </a:cubicBezTo>
                <a:cubicBezTo>
                  <a:pt x="6468" y="3203"/>
                  <a:pt x="6513" y="3185"/>
                  <a:pt x="6549" y="3149"/>
                </a:cubicBezTo>
                <a:lnTo>
                  <a:pt x="9287" y="411"/>
                </a:lnTo>
                <a:cubicBezTo>
                  <a:pt x="9323" y="387"/>
                  <a:pt x="9382" y="351"/>
                  <a:pt x="9418" y="351"/>
                </a:cubicBezTo>
                <a:cubicBezTo>
                  <a:pt x="9466" y="351"/>
                  <a:pt x="9525" y="363"/>
                  <a:pt x="9561" y="411"/>
                </a:cubicBezTo>
                <a:lnTo>
                  <a:pt x="11013" y="1875"/>
                </a:lnTo>
                <a:cubicBezTo>
                  <a:pt x="11049" y="1899"/>
                  <a:pt x="11073" y="1959"/>
                  <a:pt x="11073" y="2006"/>
                </a:cubicBezTo>
                <a:cubicBezTo>
                  <a:pt x="11073" y="2054"/>
                  <a:pt x="11061" y="2113"/>
                  <a:pt x="11013" y="2137"/>
                </a:cubicBezTo>
                <a:lnTo>
                  <a:pt x="10656" y="2494"/>
                </a:lnTo>
                <a:lnTo>
                  <a:pt x="9716" y="1554"/>
                </a:lnTo>
                <a:cubicBezTo>
                  <a:pt x="9680" y="1518"/>
                  <a:pt x="9635" y="1500"/>
                  <a:pt x="9591" y="1500"/>
                </a:cubicBezTo>
                <a:cubicBezTo>
                  <a:pt x="9546" y="1500"/>
                  <a:pt x="9501" y="1518"/>
                  <a:pt x="9466" y="1554"/>
                </a:cubicBezTo>
                <a:cubicBezTo>
                  <a:pt x="9394" y="1637"/>
                  <a:pt x="9394" y="1732"/>
                  <a:pt x="9466" y="1816"/>
                </a:cubicBezTo>
                <a:lnTo>
                  <a:pt x="10406" y="2744"/>
                </a:lnTo>
                <a:lnTo>
                  <a:pt x="10001" y="3149"/>
                </a:lnTo>
                <a:lnTo>
                  <a:pt x="9585" y="2733"/>
                </a:lnTo>
                <a:cubicBezTo>
                  <a:pt x="9549" y="2697"/>
                  <a:pt x="9504" y="2679"/>
                  <a:pt x="9460" y="2679"/>
                </a:cubicBezTo>
                <a:cubicBezTo>
                  <a:pt x="9415" y="2679"/>
                  <a:pt x="9370" y="2697"/>
                  <a:pt x="9335" y="2733"/>
                </a:cubicBezTo>
                <a:cubicBezTo>
                  <a:pt x="9263" y="2804"/>
                  <a:pt x="9263" y="2911"/>
                  <a:pt x="9335" y="2983"/>
                </a:cubicBezTo>
                <a:lnTo>
                  <a:pt x="9751" y="3399"/>
                </a:lnTo>
                <a:lnTo>
                  <a:pt x="9347" y="3804"/>
                </a:lnTo>
                <a:lnTo>
                  <a:pt x="8930" y="3387"/>
                </a:lnTo>
                <a:cubicBezTo>
                  <a:pt x="8894" y="3352"/>
                  <a:pt x="8850" y="3334"/>
                  <a:pt x="8805" y="3334"/>
                </a:cubicBezTo>
                <a:cubicBezTo>
                  <a:pt x="8760" y="3334"/>
                  <a:pt x="8716" y="3352"/>
                  <a:pt x="8680" y="3387"/>
                </a:cubicBezTo>
                <a:cubicBezTo>
                  <a:pt x="8597" y="3459"/>
                  <a:pt x="8597" y="3566"/>
                  <a:pt x="8680" y="3637"/>
                </a:cubicBezTo>
                <a:lnTo>
                  <a:pt x="9097" y="4054"/>
                </a:lnTo>
                <a:lnTo>
                  <a:pt x="8692" y="4459"/>
                </a:lnTo>
                <a:lnTo>
                  <a:pt x="7751" y="3518"/>
                </a:lnTo>
                <a:cubicBezTo>
                  <a:pt x="7715" y="3483"/>
                  <a:pt x="7671" y="3465"/>
                  <a:pt x="7626" y="3465"/>
                </a:cubicBezTo>
                <a:cubicBezTo>
                  <a:pt x="7581" y="3465"/>
                  <a:pt x="7537" y="3483"/>
                  <a:pt x="7501" y="3518"/>
                </a:cubicBezTo>
                <a:cubicBezTo>
                  <a:pt x="7430" y="3602"/>
                  <a:pt x="7430" y="3697"/>
                  <a:pt x="7501" y="3780"/>
                </a:cubicBezTo>
                <a:lnTo>
                  <a:pt x="8442" y="4709"/>
                </a:lnTo>
                <a:lnTo>
                  <a:pt x="8037" y="5114"/>
                </a:lnTo>
                <a:lnTo>
                  <a:pt x="7620" y="4697"/>
                </a:lnTo>
                <a:cubicBezTo>
                  <a:pt x="7584" y="4661"/>
                  <a:pt x="7540" y="4644"/>
                  <a:pt x="7495" y="4644"/>
                </a:cubicBezTo>
                <a:cubicBezTo>
                  <a:pt x="7451" y="4644"/>
                  <a:pt x="7406" y="4661"/>
                  <a:pt x="7370" y="4697"/>
                </a:cubicBezTo>
                <a:cubicBezTo>
                  <a:pt x="7287" y="4769"/>
                  <a:pt x="7287" y="4876"/>
                  <a:pt x="7370" y="4947"/>
                </a:cubicBezTo>
                <a:lnTo>
                  <a:pt x="7787" y="5364"/>
                </a:lnTo>
                <a:lnTo>
                  <a:pt x="7442" y="5709"/>
                </a:lnTo>
                <a:lnTo>
                  <a:pt x="5715" y="3983"/>
                </a:lnTo>
                <a:lnTo>
                  <a:pt x="6037" y="3661"/>
                </a:lnTo>
                <a:cubicBezTo>
                  <a:pt x="6120" y="3578"/>
                  <a:pt x="6120" y="3483"/>
                  <a:pt x="6037" y="3399"/>
                </a:cubicBezTo>
                <a:cubicBezTo>
                  <a:pt x="6001" y="3364"/>
                  <a:pt x="5956" y="3346"/>
                  <a:pt x="5912" y="3346"/>
                </a:cubicBezTo>
                <a:cubicBezTo>
                  <a:pt x="5867" y="3346"/>
                  <a:pt x="5822" y="3364"/>
                  <a:pt x="5787" y="3399"/>
                </a:cubicBezTo>
                <a:lnTo>
                  <a:pt x="5465" y="3733"/>
                </a:lnTo>
                <a:lnTo>
                  <a:pt x="2239" y="506"/>
                </a:lnTo>
                <a:cubicBezTo>
                  <a:pt x="2012" y="280"/>
                  <a:pt x="1715" y="161"/>
                  <a:pt x="1381" y="161"/>
                </a:cubicBezTo>
                <a:cubicBezTo>
                  <a:pt x="1072" y="161"/>
                  <a:pt x="762" y="280"/>
                  <a:pt x="536" y="506"/>
                </a:cubicBezTo>
                <a:cubicBezTo>
                  <a:pt x="310" y="732"/>
                  <a:pt x="191" y="1030"/>
                  <a:pt x="191" y="1351"/>
                </a:cubicBezTo>
                <a:cubicBezTo>
                  <a:pt x="191" y="1661"/>
                  <a:pt x="310" y="1971"/>
                  <a:pt x="536" y="2197"/>
                </a:cubicBezTo>
                <a:lnTo>
                  <a:pt x="3774" y="5447"/>
                </a:lnTo>
                <a:lnTo>
                  <a:pt x="203" y="9019"/>
                </a:lnTo>
                <a:cubicBezTo>
                  <a:pt x="0" y="9221"/>
                  <a:pt x="0" y="9567"/>
                  <a:pt x="203" y="9793"/>
                </a:cubicBezTo>
                <a:lnTo>
                  <a:pt x="1667" y="11246"/>
                </a:lnTo>
                <a:cubicBezTo>
                  <a:pt x="1774" y="11353"/>
                  <a:pt x="1905" y="11412"/>
                  <a:pt x="2048" y="11412"/>
                </a:cubicBezTo>
                <a:cubicBezTo>
                  <a:pt x="2203" y="11412"/>
                  <a:pt x="2334" y="11353"/>
                  <a:pt x="2441" y="11246"/>
                </a:cubicBezTo>
                <a:lnTo>
                  <a:pt x="6013" y="7674"/>
                </a:lnTo>
                <a:lnTo>
                  <a:pt x="6263" y="7924"/>
                </a:lnTo>
                <a:cubicBezTo>
                  <a:pt x="6299" y="7965"/>
                  <a:pt x="6343" y="7986"/>
                  <a:pt x="6389" y="7986"/>
                </a:cubicBezTo>
                <a:cubicBezTo>
                  <a:pt x="6436" y="7986"/>
                  <a:pt x="6483" y="7965"/>
                  <a:pt x="6525" y="7924"/>
                </a:cubicBezTo>
                <a:cubicBezTo>
                  <a:pt x="6596" y="7852"/>
                  <a:pt x="6596" y="7745"/>
                  <a:pt x="6525" y="7674"/>
                </a:cubicBezTo>
                <a:lnTo>
                  <a:pt x="6168" y="7316"/>
                </a:lnTo>
                <a:cubicBezTo>
                  <a:pt x="6168" y="7305"/>
                  <a:pt x="6144" y="7305"/>
                  <a:pt x="6132" y="7293"/>
                </a:cubicBezTo>
                <a:lnTo>
                  <a:pt x="6096" y="7257"/>
                </a:lnTo>
                <a:lnTo>
                  <a:pt x="2310" y="3471"/>
                </a:lnTo>
                <a:lnTo>
                  <a:pt x="2786" y="2995"/>
                </a:lnTo>
                <a:lnTo>
                  <a:pt x="3084" y="3292"/>
                </a:lnTo>
                <a:cubicBezTo>
                  <a:pt x="3108" y="3316"/>
                  <a:pt x="3155" y="3328"/>
                  <a:pt x="3203" y="3328"/>
                </a:cubicBezTo>
                <a:cubicBezTo>
                  <a:pt x="3239" y="3328"/>
                  <a:pt x="3286" y="3316"/>
                  <a:pt x="3322" y="3292"/>
                </a:cubicBezTo>
                <a:cubicBezTo>
                  <a:pt x="3393" y="3209"/>
                  <a:pt x="3393" y="3114"/>
                  <a:pt x="3322" y="3030"/>
                </a:cubicBezTo>
                <a:lnTo>
                  <a:pt x="3024" y="2733"/>
                </a:lnTo>
                <a:lnTo>
                  <a:pt x="3501" y="2256"/>
                </a:lnTo>
                <a:lnTo>
                  <a:pt x="5358" y="4126"/>
                </a:lnTo>
                <a:lnTo>
                  <a:pt x="7311" y="6066"/>
                </a:lnTo>
                <a:lnTo>
                  <a:pt x="7323" y="6090"/>
                </a:lnTo>
                <a:lnTo>
                  <a:pt x="7334" y="6102"/>
                </a:lnTo>
                <a:lnTo>
                  <a:pt x="9942" y="8710"/>
                </a:lnTo>
                <a:lnTo>
                  <a:pt x="9466" y="9186"/>
                </a:lnTo>
                <a:lnTo>
                  <a:pt x="6846" y="6554"/>
                </a:lnTo>
                <a:lnTo>
                  <a:pt x="5810" y="5519"/>
                </a:lnTo>
                <a:lnTo>
                  <a:pt x="3965" y="3673"/>
                </a:lnTo>
                <a:cubicBezTo>
                  <a:pt x="3923" y="3637"/>
                  <a:pt x="3879" y="3620"/>
                  <a:pt x="3834" y="3620"/>
                </a:cubicBezTo>
                <a:cubicBezTo>
                  <a:pt x="3789" y="3620"/>
                  <a:pt x="3745" y="3637"/>
                  <a:pt x="3703" y="3673"/>
                </a:cubicBezTo>
                <a:cubicBezTo>
                  <a:pt x="3632" y="3745"/>
                  <a:pt x="3632" y="3852"/>
                  <a:pt x="3703" y="3923"/>
                </a:cubicBezTo>
                <a:lnTo>
                  <a:pt x="9239" y="9460"/>
                </a:lnTo>
                <a:lnTo>
                  <a:pt x="8763" y="9936"/>
                </a:lnTo>
                <a:lnTo>
                  <a:pt x="7096" y="8269"/>
                </a:lnTo>
                <a:cubicBezTo>
                  <a:pt x="7061" y="8233"/>
                  <a:pt x="7016" y="8215"/>
                  <a:pt x="6971" y="8215"/>
                </a:cubicBezTo>
                <a:cubicBezTo>
                  <a:pt x="6927" y="8215"/>
                  <a:pt x="6882" y="8233"/>
                  <a:pt x="6846" y="8269"/>
                </a:cubicBezTo>
                <a:cubicBezTo>
                  <a:pt x="6775" y="8340"/>
                  <a:pt x="6775" y="8448"/>
                  <a:pt x="6846" y="8519"/>
                </a:cubicBezTo>
                <a:lnTo>
                  <a:pt x="8632" y="10305"/>
                </a:lnTo>
                <a:cubicBezTo>
                  <a:pt x="8644" y="10329"/>
                  <a:pt x="8680" y="10341"/>
                  <a:pt x="8692" y="10353"/>
                </a:cubicBezTo>
                <a:lnTo>
                  <a:pt x="10799" y="11174"/>
                </a:lnTo>
                <a:cubicBezTo>
                  <a:pt x="10835" y="11186"/>
                  <a:pt x="10883" y="11186"/>
                  <a:pt x="10906" y="11186"/>
                </a:cubicBezTo>
                <a:cubicBezTo>
                  <a:pt x="10990" y="11186"/>
                  <a:pt x="11061" y="11162"/>
                  <a:pt x="11121" y="11103"/>
                </a:cubicBezTo>
                <a:cubicBezTo>
                  <a:pt x="11192" y="11019"/>
                  <a:pt x="11228" y="10900"/>
                  <a:pt x="11180" y="10805"/>
                </a:cubicBezTo>
                <a:lnTo>
                  <a:pt x="10359" y="8686"/>
                </a:lnTo>
                <a:cubicBezTo>
                  <a:pt x="10347" y="8662"/>
                  <a:pt x="10323" y="8638"/>
                  <a:pt x="10311" y="8626"/>
                </a:cubicBezTo>
                <a:lnTo>
                  <a:pt x="7692" y="6007"/>
                </a:lnTo>
                <a:lnTo>
                  <a:pt x="11264" y="2435"/>
                </a:lnTo>
                <a:cubicBezTo>
                  <a:pt x="11478" y="2185"/>
                  <a:pt x="11478" y="1840"/>
                  <a:pt x="11264" y="1625"/>
                </a:cubicBezTo>
                <a:lnTo>
                  <a:pt x="9811" y="161"/>
                </a:lnTo>
                <a:cubicBezTo>
                  <a:pt x="9704" y="54"/>
                  <a:pt x="9567" y="0"/>
                  <a:pt x="9428" y="0"/>
                </a:cubicBezTo>
                <a:close/>
              </a:path>
            </a:pathLst>
          </a:custGeom>
          <a:solidFill>
            <a:srgbClr val="000000"/>
          </a:solidFill>
          <a:ln w="3175">
            <a:noFill/>
          </a:ln>
        </p:spPr>
        <p:txBody>
          <a:bodyPr spcFirstLastPara="1" wrap="square" lIns="121900" tIns="121900" rIns="121900" bIns="121900" anchor="ctr" anchorCtr="0">
            <a:noAutofit/>
          </a:bodyPr>
          <a:lstStyle/>
          <a:p>
            <a:endParaRPr sz="2400"/>
          </a:p>
        </p:txBody>
      </p:sp>
      <p:grpSp>
        <p:nvGrpSpPr>
          <p:cNvPr id="15" name="Gruppieren 14"/>
          <p:cNvGrpSpPr/>
          <p:nvPr/>
        </p:nvGrpSpPr>
        <p:grpSpPr>
          <a:xfrm>
            <a:off x="130117" y="162554"/>
            <a:ext cx="972127" cy="802009"/>
            <a:chOff x="97587" y="121915"/>
            <a:chExt cx="729095" cy="601507"/>
          </a:xfrm>
        </p:grpSpPr>
        <p:grpSp>
          <p:nvGrpSpPr>
            <p:cNvPr id="23" name="Gruppieren 22"/>
            <p:cNvGrpSpPr/>
            <p:nvPr/>
          </p:nvGrpSpPr>
          <p:grpSpPr>
            <a:xfrm>
              <a:off x="97587" y="121915"/>
              <a:ext cx="729095" cy="601507"/>
              <a:chOff x="2016744" y="-182666"/>
              <a:chExt cx="5143500" cy="4481945"/>
            </a:xfrm>
          </p:grpSpPr>
          <p:pic>
            <p:nvPicPr>
              <p:cNvPr id="27" name="Grafik 26"/>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2016744" y="-182666"/>
                <a:ext cx="5143500" cy="4481945"/>
              </a:xfrm>
              <a:prstGeom prst="rect">
                <a:avLst/>
              </a:prstGeom>
            </p:spPr>
          </p:pic>
          <p:sp>
            <p:nvSpPr>
              <p:cNvPr id="28" name="Rechteck 27"/>
              <p:cNvSpPr/>
              <p:nvPr userDrawn="1"/>
            </p:nvSpPr>
            <p:spPr>
              <a:xfrm>
                <a:off x="3263729" y="914895"/>
                <a:ext cx="2309427" cy="27811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
          <p:nvSpPr>
            <p:cNvPr id="26" name="Rechteck 25"/>
            <p:cNvSpPr/>
            <p:nvPr/>
          </p:nvSpPr>
          <p:spPr>
            <a:xfrm>
              <a:off x="350038" y="269215"/>
              <a:ext cx="307596"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
        <p:nvSpPr>
          <p:cNvPr id="29" name="Textfeld 28"/>
          <p:cNvSpPr txBox="1"/>
          <p:nvPr/>
        </p:nvSpPr>
        <p:spPr>
          <a:xfrm>
            <a:off x="116766" y="272209"/>
            <a:ext cx="938540" cy="830997"/>
          </a:xfrm>
          <a:prstGeom prst="rect">
            <a:avLst/>
          </a:prstGeom>
          <a:noFill/>
        </p:spPr>
        <p:txBody>
          <a:bodyPr wrap="square" rtlCol="0">
            <a:spAutoFit/>
          </a:bodyPr>
          <a:lstStyle/>
          <a:p>
            <a:pPr algn="ctr"/>
            <a:r>
              <a:rPr lang="de-DE" sz="2400" dirty="0">
                <a:latin typeface="Poppins" panose="020B0604020202020204" charset="0"/>
                <a:cs typeface="Poppins" panose="020B0604020202020204" charset="0"/>
              </a:rPr>
              <a:t>WS 26 </a:t>
            </a:r>
            <a:endParaRPr lang="en-GB" sz="2400" dirty="0">
              <a:latin typeface="Poppins" panose="020B0604020202020204" charset="0"/>
              <a:cs typeface="Poppins" panose="020B0604020202020204" charset="0"/>
            </a:endParaRPr>
          </a:p>
        </p:txBody>
      </p:sp>
      <p:grpSp>
        <p:nvGrpSpPr>
          <p:cNvPr id="48" name="Google Shape;8797;p63"/>
          <p:cNvGrpSpPr/>
          <p:nvPr/>
        </p:nvGrpSpPr>
        <p:grpSpPr>
          <a:xfrm>
            <a:off x="288514" y="1137524"/>
            <a:ext cx="197108" cy="389321"/>
            <a:chOff x="3527539" y="4476677"/>
            <a:chExt cx="159232" cy="314510"/>
          </a:xfrm>
          <a:solidFill>
            <a:srgbClr val="000000"/>
          </a:solidFill>
        </p:grpSpPr>
        <p:sp>
          <p:nvSpPr>
            <p:cNvPr id="49"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50"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1" name="Google Shape;8797;p63"/>
          <p:cNvGrpSpPr/>
          <p:nvPr/>
        </p:nvGrpSpPr>
        <p:grpSpPr>
          <a:xfrm>
            <a:off x="604841" y="1137524"/>
            <a:ext cx="197108" cy="389321"/>
            <a:chOff x="3527539" y="4476677"/>
            <a:chExt cx="159232" cy="314510"/>
          </a:xfrm>
          <a:solidFill>
            <a:srgbClr val="000000"/>
          </a:solidFill>
        </p:grpSpPr>
        <p:sp>
          <p:nvSpPr>
            <p:cNvPr id="52"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53"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spTree>
    <p:extLst>
      <p:ext uri="{BB962C8B-B14F-4D97-AF65-F5344CB8AC3E}">
        <p14:creationId xmlns:p14="http://schemas.microsoft.com/office/powerpoint/2010/main" val="2981086310"/>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a:defRPr/>
            </a:pPr>
            <a:r>
              <a:rPr lang="fr-FR" noProof="0" dirty="0">
                <a:solidFill>
                  <a:schemeClr val="tx2">
                    <a:satMod val="130000"/>
                  </a:schemeClr>
                </a:solidFill>
              </a:rPr>
              <a:t>Exercise: </a:t>
            </a:r>
            <a:r>
              <a:rPr lang="fr-FR" dirty="0">
                <a:solidFill>
                  <a:schemeClr val="tx2">
                    <a:satMod val="130000"/>
                  </a:schemeClr>
                </a:solidFill>
              </a:rPr>
              <a:t>Financial sources for your goal</a:t>
            </a:r>
            <a:endParaRPr lang="fr-FR" noProof="0" dirty="0">
              <a:solidFill>
                <a:schemeClr val="tx2">
                  <a:satMod val="130000"/>
                </a:schemeClr>
              </a:solidFill>
            </a:endParaRPr>
          </a:p>
        </p:txBody>
      </p:sp>
      <p:sp>
        <p:nvSpPr>
          <p:cNvPr id="18435" name="Rectangle 3"/>
          <p:cNvSpPr>
            <a:spLocks noGrp="1" noChangeArrowheads="1"/>
          </p:cNvSpPr>
          <p:nvPr>
            <p:ph idx="1"/>
          </p:nvPr>
        </p:nvSpPr>
        <p:spPr>
          <a:xfrm>
            <a:off x="1344600" y="1558801"/>
            <a:ext cx="10431800" cy="4897439"/>
          </a:xfrm>
        </p:spPr>
        <p:txBody>
          <a:bodyPr/>
          <a:lstStyle/>
          <a:p>
            <a:pPr marL="152396" indent="0" algn="just">
              <a:buNone/>
              <a:defRPr/>
            </a:pPr>
            <a:r>
              <a:rPr lang="fr-FR" altLang="de-DE" sz="1733" b="1" dirty="0">
                <a:solidFill>
                  <a:srgbClr val="47362D"/>
                </a:solidFill>
                <a:cs typeface="Times New Roman" charset="0"/>
              </a:rPr>
              <a:t>Instruction:</a:t>
            </a:r>
            <a:endParaRPr lang="fr-FR" altLang="de-DE" sz="1733" b="1" i="1" dirty="0">
              <a:solidFill>
                <a:srgbClr val="47362D"/>
              </a:solidFill>
              <a:cs typeface="Times New Roman" charset="0"/>
            </a:endParaRPr>
          </a:p>
          <a:p>
            <a:pPr marL="152396" indent="0" algn="just">
              <a:buNone/>
              <a:defRPr/>
            </a:pPr>
            <a:r>
              <a:rPr lang="fr-FR" altLang="de-DE" sz="1733" dirty="0">
                <a:solidFill>
                  <a:srgbClr val="47362D"/>
                </a:solidFill>
                <a:cs typeface="Times New Roman" charset="0"/>
              </a:rPr>
              <a:t>Working in the same groups as before. </a:t>
            </a:r>
          </a:p>
          <a:p>
            <a:pPr algn="just" eaLnBrk="1" hangingPunct="1">
              <a:defRPr/>
            </a:pPr>
            <a:endParaRPr lang="fr-FR" altLang="de-DE" sz="1733" dirty="0">
              <a:solidFill>
                <a:srgbClr val="47362D"/>
              </a:solidFill>
              <a:cs typeface="Times New Roman" charset="0"/>
            </a:endParaRPr>
          </a:p>
          <a:p>
            <a:pPr marL="457189">
              <a:spcAft>
                <a:spcPts val="800"/>
              </a:spcAft>
              <a:buClr>
                <a:schemeClr val="accent3"/>
              </a:buClr>
              <a:buFont typeface="+mj-lt"/>
              <a:buAutoNum type="arabicPeriod"/>
              <a:defRPr/>
            </a:pPr>
            <a:r>
              <a:rPr lang="fr-FR" altLang="de-DE" sz="1733" dirty="0">
                <a:solidFill>
                  <a:srgbClr val="47362D"/>
                </a:solidFill>
                <a:cs typeface="Times New Roman" charset="0"/>
              </a:rPr>
              <a:t>Note down your </a:t>
            </a:r>
            <a:r>
              <a:rPr lang="fr-FR" altLang="de-DE" sz="1733" i="1" dirty="0">
                <a:solidFill>
                  <a:srgbClr val="47362D"/>
                </a:solidFill>
                <a:cs typeface="Times New Roman" charset="0"/>
              </a:rPr>
              <a:t>existing </a:t>
            </a:r>
            <a:r>
              <a:rPr lang="fr-FR" altLang="de-DE" sz="1733" dirty="0">
                <a:solidFill>
                  <a:srgbClr val="47362D"/>
                </a:solidFill>
                <a:cs typeface="Times New Roman" charset="0"/>
              </a:rPr>
              <a:t>financial sources for achieving your goals. Discuss and note the advantages and disadvantages of each of these sources.</a:t>
            </a:r>
          </a:p>
          <a:p>
            <a:pPr marL="457189">
              <a:spcAft>
                <a:spcPts val="1200"/>
              </a:spcAft>
              <a:buClr>
                <a:schemeClr val="accent3"/>
              </a:buClr>
              <a:buFont typeface="+mj-lt"/>
              <a:buAutoNum type="arabicPeriod"/>
              <a:defRPr/>
            </a:pPr>
            <a:r>
              <a:rPr lang="fr-FR" altLang="de-DE" sz="1733" dirty="0">
                <a:solidFill>
                  <a:srgbClr val="47362D"/>
                </a:solidFill>
                <a:cs typeface="Times New Roman" charset="0"/>
              </a:rPr>
              <a:t>Next, make a list of unusual financial sources - think of </a:t>
            </a:r>
            <a:r>
              <a:rPr lang="fr-FR" altLang="de-DE" sz="1733" b="1" dirty="0">
                <a:solidFill>
                  <a:schemeClr val="accent5"/>
                </a:solidFill>
                <a:cs typeface="Times New Roman" charset="0"/>
              </a:rPr>
              <a:t>ALL </a:t>
            </a:r>
            <a:r>
              <a:rPr lang="fr-FR" altLang="de-DE" sz="1733" dirty="0">
                <a:solidFill>
                  <a:srgbClr val="47362D"/>
                </a:solidFill>
                <a:cs typeface="Times New Roman" charset="0"/>
              </a:rPr>
              <a:t>the possible ways to get or save money that others may not think of.  Discuss and note the advantages and disadvantages of these sources. </a:t>
            </a:r>
          </a:p>
          <a:p>
            <a:pPr marL="0" indent="0">
              <a:spcAft>
                <a:spcPts val="1200"/>
              </a:spcAft>
              <a:buClr>
                <a:schemeClr val="accent3"/>
              </a:buClr>
              <a:buNone/>
              <a:defRPr/>
            </a:pPr>
            <a:r>
              <a:rPr lang="fr-FR" altLang="de-DE" sz="1733" b="1" dirty="0">
                <a:solidFill>
                  <a:srgbClr val="47362D"/>
                </a:solidFill>
                <a:cs typeface="Times New Roman" charset="0"/>
              </a:rPr>
              <a:t>Ask yourself: </a:t>
            </a:r>
          </a:p>
          <a:p>
            <a:pPr marL="753732" indent="-285744">
              <a:spcAft>
                <a:spcPts val="400"/>
              </a:spcAft>
              <a:buClr>
                <a:schemeClr val="accent3"/>
              </a:buClr>
              <a:defRPr/>
            </a:pPr>
            <a:r>
              <a:rPr lang="fr-FR" sz="1733" dirty="0">
                <a:solidFill>
                  <a:srgbClr val="47362D"/>
                </a:solidFill>
              </a:rPr>
              <a:t>Are these sources really new and not just a copy of what others are already doing?</a:t>
            </a:r>
          </a:p>
          <a:p>
            <a:pPr marL="753732" indent="-285744">
              <a:spcAft>
                <a:spcPts val="400"/>
              </a:spcAft>
              <a:buClr>
                <a:schemeClr val="accent3"/>
              </a:buClr>
              <a:defRPr/>
            </a:pPr>
            <a:r>
              <a:rPr lang="fr-FR" sz="1733" dirty="0">
                <a:solidFill>
                  <a:srgbClr val="47362D"/>
                </a:solidFill>
              </a:rPr>
              <a:t>Do you think these sources will work in the future?</a:t>
            </a:r>
          </a:p>
          <a:p>
            <a:pPr marL="753732" indent="-285744">
              <a:spcAft>
                <a:spcPts val="400"/>
              </a:spcAft>
              <a:buClr>
                <a:schemeClr val="accent3"/>
              </a:buClr>
              <a:defRPr/>
            </a:pPr>
            <a:r>
              <a:rPr lang="fr-FR" sz="1733" dirty="0">
                <a:solidFill>
                  <a:srgbClr val="47362D"/>
                </a:solidFill>
              </a:rPr>
              <a:t>Do these sources really help me to overcome the financial challenges of my business?</a:t>
            </a:r>
            <a:endParaRPr lang="de-DE" altLang="de-DE" sz="1733" dirty="0">
              <a:solidFill>
                <a:srgbClr val="47362D"/>
              </a:solidFill>
              <a:cs typeface="Times New Roman" charset="0"/>
            </a:endParaRPr>
          </a:p>
        </p:txBody>
      </p:sp>
      <p:grpSp>
        <p:nvGrpSpPr>
          <p:cNvPr id="17" name="Google Shape;9266;p64"/>
          <p:cNvGrpSpPr/>
          <p:nvPr/>
        </p:nvGrpSpPr>
        <p:grpSpPr>
          <a:xfrm>
            <a:off x="10160475" y="187972"/>
            <a:ext cx="922960" cy="787195"/>
            <a:chOff x="7390435" y="3680868"/>
            <a:chExt cx="372073" cy="355243"/>
          </a:xfrm>
          <a:solidFill>
            <a:schemeClr val="tx1"/>
          </a:solidFill>
        </p:grpSpPr>
        <p:sp>
          <p:nvSpPr>
            <p:cNvPr id="18"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19"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20"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21"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22"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23"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26" name="Google Shape;9647;p65"/>
          <p:cNvSpPr/>
          <p:nvPr/>
        </p:nvSpPr>
        <p:spPr>
          <a:xfrm>
            <a:off x="11267895" y="195241"/>
            <a:ext cx="692965" cy="664023"/>
          </a:xfrm>
          <a:custGeom>
            <a:avLst/>
            <a:gdLst/>
            <a:ahLst/>
            <a:cxnLst/>
            <a:rect l="l" t="t" r="r" b="b"/>
            <a:pathLst>
              <a:path w="11478" h="11413" extrusionOk="0">
                <a:moveTo>
                  <a:pt x="1401" y="515"/>
                </a:moveTo>
                <a:cubicBezTo>
                  <a:pt x="1616" y="515"/>
                  <a:pt x="1834" y="595"/>
                  <a:pt x="2000" y="756"/>
                </a:cubicBezTo>
                <a:lnTo>
                  <a:pt x="2548" y="1304"/>
                </a:lnTo>
                <a:lnTo>
                  <a:pt x="1358" y="2494"/>
                </a:lnTo>
                <a:lnTo>
                  <a:pt x="810" y="1947"/>
                </a:lnTo>
                <a:cubicBezTo>
                  <a:pt x="476" y="1625"/>
                  <a:pt x="476" y="1078"/>
                  <a:pt x="810" y="756"/>
                </a:cubicBezTo>
                <a:cubicBezTo>
                  <a:pt x="971" y="595"/>
                  <a:pt x="1185" y="515"/>
                  <a:pt x="1401" y="515"/>
                </a:cubicBezTo>
                <a:close/>
                <a:moveTo>
                  <a:pt x="2798" y="1566"/>
                </a:moveTo>
                <a:lnTo>
                  <a:pt x="3251" y="2006"/>
                </a:lnTo>
                <a:lnTo>
                  <a:pt x="2655" y="2602"/>
                </a:lnTo>
                <a:lnTo>
                  <a:pt x="2060" y="3197"/>
                </a:lnTo>
                <a:lnTo>
                  <a:pt x="1608" y="2756"/>
                </a:lnTo>
                <a:lnTo>
                  <a:pt x="2798" y="1566"/>
                </a:lnTo>
                <a:close/>
                <a:moveTo>
                  <a:pt x="10132" y="9031"/>
                </a:moveTo>
                <a:lnTo>
                  <a:pt x="10811" y="10757"/>
                </a:lnTo>
                <a:lnTo>
                  <a:pt x="9085" y="10091"/>
                </a:lnTo>
                <a:lnTo>
                  <a:pt x="10132" y="9031"/>
                </a:lnTo>
                <a:close/>
                <a:moveTo>
                  <a:pt x="4036" y="5685"/>
                </a:moveTo>
                <a:lnTo>
                  <a:pt x="5763" y="7412"/>
                </a:lnTo>
                <a:lnTo>
                  <a:pt x="5418" y="7757"/>
                </a:lnTo>
                <a:lnTo>
                  <a:pt x="5001" y="7340"/>
                </a:lnTo>
                <a:cubicBezTo>
                  <a:pt x="4965" y="7299"/>
                  <a:pt x="4920" y="7278"/>
                  <a:pt x="4876" y="7278"/>
                </a:cubicBezTo>
                <a:cubicBezTo>
                  <a:pt x="4831" y="7278"/>
                  <a:pt x="4787" y="7299"/>
                  <a:pt x="4751" y="7340"/>
                </a:cubicBezTo>
                <a:cubicBezTo>
                  <a:pt x="4679" y="7412"/>
                  <a:pt x="4679" y="7519"/>
                  <a:pt x="4751" y="7590"/>
                </a:cubicBezTo>
                <a:lnTo>
                  <a:pt x="5168" y="8007"/>
                </a:lnTo>
                <a:lnTo>
                  <a:pt x="4763" y="8412"/>
                </a:lnTo>
                <a:lnTo>
                  <a:pt x="3822" y="7471"/>
                </a:lnTo>
                <a:cubicBezTo>
                  <a:pt x="3786" y="7436"/>
                  <a:pt x="3742" y="7418"/>
                  <a:pt x="3697" y="7418"/>
                </a:cubicBezTo>
                <a:cubicBezTo>
                  <a:pt x="3652" y="7418"/>
                  <a:pt x="3608" y="7436"/>
                  <a:pt x="3572" y="7471"/>
                </a:cubicBezTo>
                <a:cubicBezTo>
                  <a:pt x="3501" y="7543"/>
                  <a:pt x="3501" y="7650"/>
                  <a:pt x="3572" y="7721"/>
                </a:cubicBezTo>
                <a:lnTo>
                  <a:pt x="4513" y="8662"/>
                </a:lnTo>
                <a:lnTo>
                  <a:pt x="4108" y="9067"/>
                </a:lnTo>
                <a:lnTo>
                  <a:pt x="3691" y="8638"/>
                </a:lnTo>
                <a:cubicBezTo>
                  <a:pt x="3655" y="8602"/>
                  <a:pt x="3611" y="8584"/>
                  <a:pt x="3566" y="8584"/>
                </a:cubicBezTo>
                <a:cubicBezTo>
                  <a:pt x="3521" y="8584"/>
                  <a:pt x="3477" y="8602"/>
                  <a:pt x="3441" y="8638"/>
                </a:cubicBezTo>
                <a:cubicBezTo>
                  <a:pt x="3358" y="8721"/>
                  <a:pt x="3358" y="8817"/>
                  <a:pt x="3441" y="8900"/>
                </a:cubicBezTo>
                <a:lnTo>
                  <a:pt x="3858" y="9317"/>
                </a:lnTo>
                <a:lnTo>
                  <a:pt x="3453" y="9710"/>
                </a:lnTo>
                <a:lnTo>
                  <a:pt x="3036" y="9293"/>
                </a:lnTo>
                <a:cubicBezTo>
                  <a:pt x="3001" y="9257"/>
                  <a:pt x="2956" y="9239"/>
                  <a:pt x="2911" y="9239"/>
                </a:cubicBezTo>
                <a:cubicBezTo>
                  <a:pt x="2867" y="9239"/>
                  <a:pt x="2822" y="9257"/>
                  <a:pt x="2786" y="9293"/>
                </a:cubicBezTo>
                <a:cubicBezTo>
                  <a:pt x="2703" y="9376"/>
                  <a:pt x="2703" y="9471"/>
                  <a:pt x="2786" y="9555"/>
                </a:cubicBezTo>
                <a:lnTo>
                  <a:pt x="3203" y="9972"/>
                </a:lnTo>
                <a:lnTo>
                  <a:pt x="2798" y="10364"/>
                </a:lnTo>
                <a:lnTo>
                  <a:pt x="1858" y="9436"/>
                </a:lnTo>
                <a:cubicBezTo>
                  <a:pt x="1822" y="9394"/>
                  <a:pt x="1777" y="9373"/>
                  <a:pt x="1733" y="9373"/>
                </a:cubicBezTo>
                <a:cubicBezTo>
                  <a:pt x="1688" y="9373"/>
                  <a:pt x="1643" y="9394"/>
                  <a:pt x="1608" y="9436"/>
                </a:cubicBezTo>
                <a:cubicBezTo>
                  <a:pt x="1536" y="9507"/>
                  <a:pt x="1536" y="9614"/>
                  <a:pt x="1608" y="9686"/>
                </a:cubicBezTo>
                <a:lnTo>
                  <a:pt x="2548" y="10626"/>
                </a:lnTo>
                <a:lnTo>
                  <a:pt x="2191" y="10984"/>
                </a:lnTo>
                <a:cubicBezTo>
                  <a:pt x="2155" y="11007"/>
                  <a:pt x="2096" y="11043"/>
                  <a:pt x="2048" y="11043"/>
                </a:cubicBezTo>
                <a:cubicBezTo>
                  <a:pt x="2012" y="11043"/>
                  <a:pt x="1953" y="11019"/>
                  <a:pt x="1917" y="10984"/>
                </a:cubicBezTo>
                <a:lnTo>
                  <a:pt x="465" y="9519"/>
                </a:lnTo>
                <a:cubicBezTo>
                  <a:pt x="381" y="9448"/>
                  <a:pt x="381" y="9329"/>
                  <a:pt x="465" y="9257"/>
                </a:cubicBezTo>
                <a:lnTo>
                  <a:pt x="4036" y="5685"/>
                </a:lnTo>
                <a:close/>
                <a:moveTo>
                  <a:pt x="9428" y="0"/>
                </a:moveTo>
                <a:cubicBezTo>
                  <a:pt x="9290" y="0"/>
                  <a:pt x="9150" y="54"/>
                  <a:pt x="9037" y="161"/>
                </a:cubicBezTo>
                <a:lnTo>
                  <a:pt x="6299" y="2899"/>
                </a:lnTo>
                <a:cubicBezTo>
                  <a:pt x="6227" y="2971"/>
                  <a:pt x="6227" y="3078"/>
                  <a:pt x="6299" y="3149"/>
                </a:cubicBezTo>
                <a:cubicBezTo>
                  <a:pt x="6334" y="3185"/>
                  <a:pt x="6379" y="3203"/>
                  <a:pt x="6424" y="3203"/>
                </a:cubicBezTo>
                <a:cubicBezTo>
                  <a:pt x="6468" y="3203"/>
                  <a:pt x="6513" y="3185"/>
                  <a:pt x="6549" y="3149"/>
                </a:cubicBezTo>
                <a:lnTo>
                  <a:pt x="9287" y="411"/>
                </a:lnTo>
                <a:cubicBezTo>
                  <a:pt x="9323" y="387"/>
                  <a:pt x="9382" y="351"/>
                  <a:pt x="9418" y="351"/>
                </a:cubicBezTo>
                <a:cubicBezTo>
                  <a:pt x="9466" y="351"/>
                  <a:pt x="9525" y="363"/>
                  <a:pt x="9561" y="411"/>
                </a:cubicBezTo>
                <a:lnTo>
                  <a:pt x="11013" y="1875"/>
                </a:lnTo>
                <a:cubicBezTo>
                  <a:pt x="11049" y="1899"/>
                  <a:pt x="11073" y="1959"/>
                  <a:pt x="11073" y="2006"/>
                </a:cubicBezTo>
                <a:cubicBezTo>
                  <a:pt x="11073" y="2054"/>
                  <a:pt x="11061" y="2113"/>
                  <a:pt x="11013" y="2137"/>
                </a:cubicBezTo>
                <a:lnTo>
                  <a:pt x="10656" y="2494"/>
                </a:lnTo>
                <a:lnTo>
                  <a:pt x="9716" y="1554"/>
                </a:lnTo>
                <a:cubicBezTo>
                  <a:pt x="9680" y="1518"/>
                  <a:pt x="9635" y="1500"/>
                  <a:pt x="9591" y="1500"/>
                </a:cubicBezTo>
                <a:cubicBezTo>
                  <a:pt x="9546" y="1500"/>
                  <a:pt x="9501" y="1518"/>
                  <a:pt x="9466" y="1554"/>
                </a:cubicBezTo>
                <a:cubicBezTo>
                  <a:pt x="9394" y="1637"/>
                  <a:pt x="9394" y="1732"/>
                  <a:pt x="9466" y="1816"/>
                </a:cubicBezTo>
                <a:lnTo>
                  <a:pt x="10406" y="2744"/>
                </a:lnTo>
                <a:lnTo>
                  <a:pt x="10001" y="3149"/>
                </a:lnTo>
                <a:lnTo>
                  <a:pt x="9585" y="2733"/>
                </a:lnTo>
                <a:cubicBezTo>
                  <a:pt x="9549" y="2697"/>
                  <a:pt x="9504" y="2679"/>
                  <a:pt x="9460" y="2679"/>
                </a:cubicBezTo>
                <a:cubicBezTo>
                  <a:pt x="9415" y="2679"/>
                  <a:pt x="9370" y="2697"/>
                  <a:pt x="9335" y="2733"/>
                </a:cubicBezTo>
                <a:cubicBezTo>
                  <a:pt x="9263" y="2804"/>
                  <a:pt x="9263" y="2911"/>
                  <a:pt x="9335" y="2983"/>
                </a:cubicBezTo>
                <a:lnTo>
                  <a:pt x="9751" y="3399"/>
                </a:lnTo>
                <a:lnTo>
                  <a:pt x="9347" y="3804"/>
                </a:lnTo>
                <a:lnTo>
                  <a:pt x="8930" y="3387"/>
                </a:lnTo>
                <a:cubicBezTo>
                  <a:pt x="8894" y="3352"/>
                  <a:pt x="8850" y="3334"/>
                  <a:pt x="8805" y="3334"/>
                </a:cubicBezTo>
                <a:cubicBezTo>
                  <a:pt x="8760" y="3334"/>
                  <a:pt x="8716" y="3352"/>
                  <a:pt x="8680" y="3387"/>
                </a:cubicBezTo>
                <a:cubicBezTo>
                  <a:pt x="8597" y="3459"/>
                  <a:pt x="8597" y="3566"/>
                  <a:pt x="8680" y="3637"/>
                </a:cubicBezTo>
                <a:lnTo>
                  <a:pt x="9097" y="4054"/>
                </a:lnTo>
                <a:lnTo>
                  <a:pt x="8692" y="4459"/>
                </a:lnTo>
                <a:lnTo>
                  <a:pt x="7751" y="3518"/>
                </a:lnTo>
                <a:cubicBezTo>
                  <a:pt x="7715" y="3483"/>
                  <a:pt x="7671" y="3465"/>
                  <a:pt x="7626" y="3465"/>
                </a:cubicBezTo>
                <a:cubicBezTo>
                  <a:pt x="7581" y="3465"/>
                  <a:pt x="7537" y="3483"/>
                  <a:pt x="7501" y="3518"/>
                </a:cubicBezTo>
                <a:cubicBezTo>
                  <a:pt x="7430" y="3602"/>
                  <a:pt x="7430" y="3697"/>
                  <a:pt x="7501" y="3780"/>
                </a:cubicBezTo>
                <a:lnTo>
                  <a:pt x="8442" y="4709"/>
                </a:lnTo>
                <a:lnTo>
                  <a:pt x="8037" y="5114"/>
                </a:lnTo>
                <a:lnTo>
                  <a:pt x="7620" y="4697"/>
                </a:lnTo>
                <a:cubicBezTo>
                  <a:pt x="7584" y="4661"/>
                  <a:pt x="7540" y="4644"/>
                  <a:pt x="7495" y="4644"/>
                </a:cubicBezTo>
                <a:cubicBezTo>
                  <a:pt x="7451" y="4644"/>
                  <a:pt x="7406" y="4661"/>
                  <a:pt x="7370" y="4697"/>
                </a:cubicBezTo>
                <a:cubicBezTo>
                  <a:pt x="7287" y="4769"/>
                  <a:pt x="7287" y="4876"/>
                  <a:pt x="7370" y="4947"/>
                </a:cubicBezTo>
                <a:lnTo>
                  <a:pt x="7787" y="5364"/>
                </a:lnTo>
                <a:lnTo>
                  <a:pt x="7442" y="5709"/>
                </a:lnTo>
                <a:lnTo>
                  <a:pt x="5715" y="3983"/>
                </a:lnTo>
                <a:lnTo>
                  <a:pt x="6037" y="3661"/>
                </a:lnTo>
                <a:cubicBezTo>
                  <a:pt x="6120" y="3578"/>
                  <a:pt x="6120" y="3483"/>
                  <a:pt x="6037" y="3399"/>
                </a:cubicBezTo>
                <a:cubicBezTo>
                  <a:pt x="6001" y="3364"/>
                  <a:pt x="5956" y="3346"/>
                  <a:pt x="5912" y="3346"/>
                </a:cubicBezTo>
                <a:cubicBezTo>
                  <a:pt x="5867" y="3346"/>
                  <a:pt x="5822" y="3364"/>
                  <a:pt x="5787" y="3399"/>
                </a:cubicBezTo>
                <a:lnTo>
                  <a:pt x="5465" y="3733"/>
                </a:lnTo>
                <a:lnTo>
                  <a:pt x="2239" y="506"/>
                </a:lnTo>
                <a:cubicBezTo>
                  <a:pt x="2012" y="280"/>
                  <a:pt x="1715" y="161"/>
                  <a:pt x="1381" y="161"/>
                </a:cubicBezTo>
                <a:cubicBezTo>
                  <a:pt x="1072" y="161"/>
                  <a:pt x="762" y="280"/>
                  <a:pt x="536" y="506"/>
                </a:cubicBezTo>
                <a:cubicBezTo>
                  <a:pt x="310" y="732"/>
                  <a:pt x="191" y="1030"/>
                  <a:pt x="191" y="1351"/>
                </a:cubicBezTo>
                <a:cubicBezTo>
                  <a:pt x="191" y="1661"/>
                  <a:pt x="310" y="1971"/>
                  <a:pt x="536" y="2197"/>
                </a:cubicBezTo>
                <a:lnTo>
                  <a:pt x="3774" y="5447"/>
                </a:lnTo>
                <a:lnTo>
                  <a:pt x="203" y="9019"/>
                </a:lnTo>
                <a:cubicBezTo>
                  <a:pt x="0" y="9221"/>
                  <a:pt x="0" y="9567"/>
                  <a:pt x="203" y="9793"/>
                </a:cubicBezTo>
                <a:lnTo>
                  <a:pt x="1667" y="11246"/>
                </a:lnTo>
                <a:cubicBezTo>
                  <a:pt x="1774" y="11353"/>
                  <a:pt x="1905" y="11412"/>
                  <a:pt x="2048" y="11412"/>
                </a:cubicBezTo>
                <a:cubicBezTo>
                  <a:pt x="2203" y="11412"/>
                  <a:pt x="2334" y="11353"/>
                  <a:pt x="2441" y="11246"/>
                </a:cubicBezTo>
                <a:lnTo>
                  <a:pt x="6013" y="7674"/>
                </a:lnTo>
                <a:lnTo>
                  <a:pt x="6263" y="7924"/>
                </a:lnTo>
                <a:cubicBezTo>
                  <a:pt x="6299" y="7965"/>
                  <a:pt x="6343" y="7986"/>
                  <a:pt x="6389" y="7986"/>
                </a:cubicBezTo>
                <a:cubicBezTo>
                  <a:pt x="6436" y="7986"/>
                  <a:pt x="6483" y="7965"/>
                  <a:pt x="6525" y="7924"/>
                </a:cubicBezTo>
                <a:cubicBezTo>
                  <a:pt x="6596" y="7852"/>
                  <a:pt x="6596" y="7745"/>
                  <a:pt x="6525" y="7674"/>
                </a:cubicBezTo>
                <a:lnTo>
                  <a:pt x="6168" y="7316"/>
                </a:lnTo>
                <a:cubicBezTo>
                  <a:pt x="6168" y="7305"/>
                  <a:pt x="6144" y="7305"/>
                  <a:pt x="6132" y="7293"/>
                </a:cubicBezTo>
                <a:lnTo>
                  <a:pt x="6096" y="7257"/>
                </a:lnTo>
                <a:lnTo>
                  <a:pt x="2310" y="3471"/>
                </a:lnTo>
                <a:lnTo>
                  <a:pt x="2786" y="2995"/>
                </a:lnTo>
                <a:lnTo>
                  <a:pt x="3084" y="3292"/>
                </a:lnTo>
                <a:cubicBezTo>
                  <a:pt x="3108" y="3316"/>
                  <a:pt x="3155" y="3328"/>
                  <a:pt x="3203" y="3328"/>
                </a:cubicBezTo>
                <a:cubicBezTo>
                  <a:pt x="3239" y="3328"/>
                  <a:pt x="3286" y="3316"/>
                  <a:pt x="3322" y="3292"/>
                </a:cubicBezTo>
                <a:cubicBezTo>
                  <a:pt x="3393" y="3209"/>
                  <a:pt x="3393" y="3114"/>
                  <a:pt x="3322" y="3030"/>
                </a:cubicBezTo>
                <a:lnTo>
                  <a:pt x="3024" y="2733"/>
                </a:lnTo>
                <a:lnTo>
                  <a:pt x="3501" y="2256"/>
                </a:lnTo>
                <a:lnTo>
                  <a:pt x="5358" y="4126"/>
                </a:lnTo>
                <a:lnTo>
                  <a:pt x="7311" y="6066"/>
                </a:lnTo>
                <a:lnTo>
                  <a:pt x="7323" y="6090"/>
                </a:lnTo>
                <a:lnTo>
                  <a:pt x="7334" y="6102"/>
                </a:lnTo>
                <a:lnTo>
                  <a:pt x="9942" y="8710"/>
                </a:lnTo>
                <a:lnTo>
                  <a:pt x="9466" y="9186"/>
                </a:lnTo>
                <a:lnTo>
                  <a:pt x="6846" y="6554"/>
                </a:lnTo>
                <a:lnTo>
                  <a:pt x="5810" y="5519"/>
                </a:lnTo>
                <a:lnTo>
                  <a:pt x="3965" y="3673"/>
                </a:lnTo>
                <a:cubicBezTo>
                  <a:pt x="3923" y="3637"/>
                  <a:pt x="3879" y="3620"/>
                  <a:pt x="3834" y="3620"/>
                </a:cubicBezTo>
                <a:cubicBezTo>
                  <a:pt x="3789" y="3620"/>
                  <a:pt x="3745" y="3637"/>
                  <a:pt x="3703" y="3673"/>
                </a:cubicBezTo>
                <a:cubicBezTo>
                  <a:pt x="3632" y="3745"/>
                  <a:pt x="3632" y="3852"/>
                  <a:pt x="3703" y="3923"/>
                </a:cubicBezTo>
                <a:lnTo>
                  <a:pt x="9239" y="9460"/>
                </a:lnTo>
                <a:lnTo>
                  <a:pt x="8763" y="9936"/>
                </a:lnTo>
                <a:lnTo>
                  <a:pt x="7096" y="8269"/>
                </a:lnTo>
                <a:cubicBezTo>
                  <a:pt x="7061" y="8233"/>
                  <a:pt x="7016" y="8215"/>
                  <a:pt x="6971" y="8215"/>
                </a:cubicBezTo>
                <a:cubicBezTo>
                  <a:pt x="6927" y="8215"/>
                  <a:pt x="6882" y="8233"/>
                  <a:pt x="6846" y="8269"/>
                </a:cubicBezTo>
                <a:cubicBezTo>
                  <a:pt x="6775" y="8340"/>
                  <a:pt x="6775" y="8448"/>
                  <a:pt x="6846" y="8519"/>
                </a:cubicBezTo>
                <a:lnTo>
                  <a:pt x="8632" y="10305"/>
                </a:lnTo>
                <a:cubicBezTo>
                  <a:pt x="8644" y="10329"/>
                  <a:pt x="8680" y="10341"/>
                  <a:pt x="8692" y="10353"/>
                </a:cubicBezTo>
                <a:lnTo>
                  <a:pt x="10799" y="11174"/>
                </a:lnTo>
                <a:cubicBezTo>
                  <a:pt x="10835" y="11186"/>
                  <a:pt x="10883" y="11186"/>
                  <a:pt x="10906" y="11186"/>
                </a:cubicBezTo>
                <a:cubicBezTo>
                  <a:pt x="10990" y="11186"/>
                  <a:pt x="11061" y="11162"/>
                  <a:pt x="11121" y="11103"/>
                </a:cubicBezTo>
                <a:cubicBezTo>
                  <a:pt x="11192" y="11019"/>
                  <a:pt x="11228" y="10900"/>
                  <a:pt x="11180" y="10805"/>
                </a:cubicBezTo>
                <a:lnTo>
                  <a:pt x="10359" y="8686"/>
                </a:lnTo>
                <a:cubicBezTo>
                  <a:pt x="10347" y="8662"/>
                  <a:pt x="10323" y="8638"/>
                  <a:pt x="10311" y="8626"/>
                </a:cubicBezTo>
                <a:lnTo>
                  <a:pt x="7692" y="6007"/>
                </a:lnTo>
                <a:lnTo>
                  <a:pt x="11264" y="2435"/>
                </a:lnTo>
                <a:cubicBezTo>
                  <a:pt x="11478" y="2185"/>
                  <a:pt x="11478" y="1840"/>
                  <a:pt x="11264" y="1625"/>
                </a:cubicBezTo>
                <a:lnTo>
                  <a:pt x="9811" y="161"/>
                </a:lnTo>
                <a:cubicBezTo>
                  <a:pt x="9704" y="54"/>
                  <a:pt x="9567" y="0"/>
                  <a:pt x="9428" y="0"/>
                </a:cubicBezTo>
                <a:close/>
              </a:path>
            </a:pathLst>
          </a:custGeom>
          <a:solidFill>
            <a:srgbClr val="000000"/>
          </a:solidFill>
          <a:ln w="3175">
            <a:noFill/>
          </a:ln>
        </p:spPr>
        <p:txBody>
          <a:bodyPr spcFirstLastPara="1" wrap="square" lIns="121900" tIns="121900" rIns="121900" bIns="121900" anchor="ctr" anchorCtr="0">
            <a:noAutofit/>
          </a:bodyPr>
          <a:lstStyle/>
          <a:p>
            <a:endParaRPr sz="2400"/>
          </a:p>
        </p:txBody>
      </p:sp>
      <p:grpSp>
        <p:nvGrpSpPr>
          <p:cNvPr id="15" name="Gruppieren 14"/>
          <p:cNvGrpSpPr/>
          <p:nvPr/>
        </p:nvGrpSpPr>
        <p:grpSpPr>
          <a:xfrm>
            <a:off x="130117" y="162554"/>
            <a:ext cx="972127" cy="802009"/>
            <a:chOff x="97587" y="121915"/>
            <a:chExt cx="729095" cy="601507"/>
          </a:xfrm>
        </p:grpSpPr>
        <p:grpSp>
          <p:nvGrpSpPr>
            <p:cNvPr id="24" name="Gruppieren 23"/>
            <p:cNvGrpSpPr/>
            <p:nvPr/>
          </p:nvGrpSpPr>
          <p:grpSpPr>
            <a:xfrm>
              <a:off x="97587" y="121915"/>
              <a:ext cx="729095" cy="601507"/>
              <a:chOff x="2016744" y="-182666"/>
              <a:chExt cx="5143500" cy="4481945"/>
            </a:xfrm>
          </p:grpSpPr>
          <p:pic>
            <p:nvPicPr>
              <p:cNvPr id="28" name="Grafik 27"/>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2016744" y="-182666"/>
                <a:ext cx="5143500" cy="4481945"/>
              </a:xfrm>
              <a:prstGeom prst="rect">
                <a:avLst/>
              </a:prstGeom>
            </p:spPr>
          </p:pic>
          <p:sp>
            <p:nvSpPr>
              <p:cNvPr id="29" name="Rechteck 28"/>
              <p:cNvSpPr/>
              <p:nvPr userDrawn="1"/>
            </p:nvSpPr>
            <p:spPr>
              <a:xfrm>
                <a:off x="3263729" y="914895"/>
                <a:ext cx="2309427" cy="27811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
          <p:nvSpPr>
            <p:cNvPr id="27" name="Rechteck 26"/>
            <p:cNvSpPr/>
            <p:nvPr/>
          </p:nvSpPr>
          <p:spPr>
            <a:xfrm>
              <a:off x="350038" y="269215"/>
              <a:ext cx="307596"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
        <p:nvSpPr>
          <p:cNvPr id="30" name="Textfeld 29"/>
          <p:cNvSpPr txBox="1"/>
          <p:nvPr/>
        </p:nvSpPr>
        <p:spPr>
          <a:xfrm>
            <a:off x="124019" y="286918"/>
            <a:ext cx="938540" cy="830997"/>
          </a:xfrm>
          <a:prstGeom prst="rect">
            <a:avLst/>
          </a:prstGeom>
          <a:noFill/>
        </p:spPr>
        <p:txBody>
          <a:bodyPr wrap="square" rtlCol="0">
            <a:spAutoFit/>
          </a:bodyPr>
          <a:lstStyle/>
          <a:p>
            <a:pPr algn="ctr"/>
            <a:r>
              <a:rPr lang="de-DE" sz="2400" dirty="0">
                <a:latin typeface="Poppins" panose="020B0604020202020204" charset="0"/>
                <a:cs typeface="Poppins" panose="020B0604020202020204" charset="0"/>
              </a:rPr>
              <a:t>WS 27 </a:t>
            </a:r>
            <a:endParaRPr lang="en-GB" sz="2400" dirty="0">
              <a:latin typeface="Poppins" panose="020B0604020202020204" charset="0"/>
              <a:cs typeface="Poppins" panose="020B0604020202020204" charset="0"/>
            </a:endParaRPr>
          </a:p>
        </p:txBody>
      </p:sp>
      <p:grpSp>
        <p:nvGrpSpPr>
          <p:cNvPr id="50" name="Google Shape;8797;p63"/>
          <p:cNvGrpSpPr/>
          <p:nvPr/>
        </p:nvGrpSpPr>
        <p:grpSpPr>
          <a:xfrm>
            <a:off x="288514" y="1137524"/>
            <a:ext cx="197108" cy="389321"/>
            <a:chOff x="3527539" y="4476677"/>
            <a:chExt cx="159232" cy="314510"/>
          </a:xfrm>
          <a:solidFill>
            <a:srgbClr val="000000"/>
          </a:solidFill>
        </p:grpSpPr>
        <p:sp>
          <p:nvSpPr>
            <p:cNvPr id="51"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52"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3" name="Google Shape;8797;p63"/>
          <p:cNvGrpSpPr/>
          <p:nvPr/>
        </p:nvGrpSpPr>
        <p:grpSpPr>
          <a:xfrm>
            <a:off x="604841" y="1137524"/>
            <a:ext cx="197108" cy="389321"/>
            <a:chOff x="3527539" y="4476677"/>
            <a:chExt cx="159232" cy="314510"/>
          </a:xfrm>
          <a:solidFill>
            <a:srgbClr val="000000"/>
          </a:solidFill>
        </p:grpSpPr>
        <p:sp>
          <p:nvSpPr>
            <p:cNvPr id="54"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55"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spTree>
    <p:extLst>
      <p:ext uri="{BB962C8B-B14F-4D97-AF65-F5344CB8AC3E}">
        <p14:creationId xmlns:p14="http://schemas.microsoft.com/office/powerpoint/2010/main" val="1510927830"/>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3025" y="317500"/>
            <a:ext cx="8245475" cy="700088"/>
          </a:xfrm>
        </p:spPr>
        <p:txBody>
          <a:bodyPr>
            <a:normAutofit fontScale="90000"/>
          </a:bodyPr>
          <a:lstStyle/>
          <a:p>
            <a:pPr>
              <a:defRPr/>
            </a:pPr>
            <a:r>
              <a:rPr lang="fr-FR" noProof="0" dirty="0">
                <a:latin typeface="Josefin Sans" panose="020B0604020202020204" charset="0"/>
              </a:rPr>
              <a:t>EXERCISE: </a:t>
            </a:r>
            <a:r>
              <a:rPr lang="fr-FR" b="0" dirty="0" err="1">
                <a:latin typeface="Josefin Sans" panose="020B0604020202020204" charset="0"/>
                <a:cs typeface="Arial" pitchFamily="2"/>
              </a:rPr>
              <a:t>Acquire</a:t>
            </a:r>
            <a:r>
              <a:rPr lang="fr-FR" b="0" dirty="0">
                <a:latin typeface="Josefin Sans" panose="020B0604020202020204" charset="0"/>
                <a:cs typeface="Arial" pitchFamily="2"/>
              </a:rPr>
              <a:t> Finances - </a:t>
            </a:r>
            <a:r>
              <a:rPr lang="fr-FR" b="0" dirty="0" err="1">
                <a:latin typeface="Josefin Sans" panose="020B0604020202020204" charset="0"/>
                <a:cs typeface="Arial" pitchFamily="2"/>
              </a:rPr>
              <a:t>Research</a:t>
            </a:r>
            <a:endParaRPr lang="fr-FR" b="0" noProof="0" dirty="0">
              <a:solidFill>
                <a:schemeClr val="tx2">
                  <a:satMod val="130000"/>
                </a:schemeClr>
              </a:solidFill>
              <a:latin typeface="Josefin Sans" panose="020B0604020202020204" charset="0"/>
            </a:endParaRPr>
          </a:p>
        </p:txBody>
      </p:sp>
      <p:sp>
        <p:nvSpPr>
          <p:cNvPr id="108546" name="Content Placeholder 2"/>
          <p:cNvSpPr>
            <a:spLocks noGrp="1"/>
          </p:cNvSpPr>
          <p:nvPr>
            <p:ph idx="1"/>
          </p:nvPr>
        </p:nvSpPr>
        <p:spPr>
          <a:xfrm>
            <a:off x="3764280" y="1303586"/>
            <a:ext cx="8279952" cy="4897439"/>
          </a:xfrm>
        </p:spPr>
        <p:txBody>
          <a:bodyPr/>
          <a:lstStyle/>
          <a:p>
            <a:pPr marL="0" indent="0">
              <a:spcBef>
                <a:spcPts val="300"/>
              </a:spcBef>
              <a:buClr>
                <a:srgbClr val="FF3300"/>
              </a:buClr>
              <a:buNone/>
            </a:pPr>
            <a:r>
              <a:rPr lang="fr-FR" altLang="de-DE" sz="2000" b="1" dirty="0">
                <a:solidFill>
                  <a:srgbClr val="47362D"/>
                </a:solidFill>
              </a:rPr>
              <a:t>Instruction:</a:t>
            </a:r>
          </a:p>
          <a:p>
            <a:pPr marL="190495" lvl="1" indent="0">
              <a:spcBef>
                <a:spcPts val="300"/>
              </a:spcBef>
              <a:buNone/>
            </a:pPr>
            <a:endParaRPr lang="fr-FR" altLang="de-DE" sz="2000" dirty="0">
              <a:solidFill>
                <a:srgbClr val="47362D"/>
              </a:solidFill>
            </a:endParaRPr>
          </a:p>
          <a:p>
            <a:pPr marL="190495" lvl="1" indent="0">
              <a:spcBef>
                <a:spcPts val="300"/>
              </a:spcBef>
              <a:buNone/>
            </a:pPr>
            <a:endParaRPr lang="fr-FR" altLang="de-DE" sz="2000" dirty="0">
              <a:solidFill>
                <a:srgbClr val="47362D"/>
              </a:solidFill>
            </a:endParaRPr>
          </a:p>
          <a:p>
            <a:pPr marL="211661" indent="0">
              <a:buNone/>
            </a:pPr>
            <a:endParaRPr lang="de-DE" sz="1600" dirty="0"/>
          </a:p>
          <a:p>
            <a:pPr marL="211661" indent="0">
              <a:buNone/>
            </a:pPr>
            <a:r>
              <a:rPr lang="de-DE" sz="1600" dirty="0"/>
              <a:t>Look for additional sources of finances – particular those which do not require you to pay interest.</a:t>
            </a:r>
          </a:p>
          <a:p>
            <a:pPr marL="211661" indent="0">
              <a:buNone/>
            </a:pPr>
            <a:r>
              <a:rPr lang="de-DE" sz="1600" dirty="0"/>
              <a:t>Think of new bootstrapping opportunities/ideas.</a:t>
            </a:r>
          </a:p>
          <a:p>
            <a:pPr marL="211661" indent="0">
              <a:buNone/>
            </a:pPr>
            <a:r>
              <a:rPr lang="de-DE" sz="1600" dirty="0"/>
              <a:t>Go and ask other entrepreneurs how they acquired their starting capital?</a:t>
            </a:r>
          </a:p>
          <a:p>
            <a:pPr marL="211661" indent="0">
              <a:buNone/>
            </a:pPr>
            <a:r>
              <a:rPr lang="de-DE" sz="1600" dirty="0"/>
              <a:t>Go and start your idea with money you have earned and saved</a:t>
            </a:r>
          </a:p>
          <a:p>
            <a:pPr marL="190495" lvl="1" indent="0">
              <a:spcBef>
                <a:spcPts val="300"/>
              </a:spcBef>
              <a:buNone/>
            </a:pPr>
            <a:endParaRPr lang="fr-FR" altLang="de-DE" sz="2000" dirty="0">
              <a:solidFill>
                <a:srgbClr val="47362D"/>
              </a:solidFill>
            </a:endParaRPr>
          </a:p>
        </p:txBody>
      </p:sp>
      <p:grpSp>
        <p:nvGrpSpPr>
          <p:cNvPr id="14" name="Google Shape;9266;p64"/>
          <p:cNvGrpSpPr/>
          <p:nvPr/>
        </p:nvGrpSpPr>
        <p:grpSpPr>
          <a:xfrm>
            <a:off x="10160475" y="187972"/>
            <a:ext cx="922960" cy="787195"/>
            <a:chOff x="7390435" y="3680868"/>
            <a:chExt cx="372073" cy="355243"/>
          </a:xfrm>
          <a:solidFill>
            <a:schemeClr val="tx1"/>
          </a:solidFill>
        </p:grpSpPr>
        <p:sp>
          <p:nvSpPr>
            <p:cNvPr id="15"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16"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17"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18"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19"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20"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22" name="Google Shape;9647;p65"/>
          <p:cNvSpPr/>
          <p:nvPr/>
        </p:nvSpPr>
        <p:spPr>
          <a:xfrm>
            <a:off x="11267895" y="195241"/>
            <a:ext cx="692965" cy="664023"/>
          </a:xfrm>
          <a:custGeom>
            <a:avLst/>
            <a:gdLst/>
            <a:ahLst/>
            <a:cxnLst/>
            <a:rect l="l" t="t" r="r" b="b"/>
            <a:pathLst>
              <a:path w="11478" h="11413" extrusionOk="0">
                <a:moveTo>
                  <a:pt x="1401" y="515"/>
                </a:moveTo>
                <a:cubicBezTo>
                  <a:pt x="1616" y="515"/>
                  <a:pt x="1834" y="595"/>
                  <a:pt x="2000" y="756"/>
                </a:cubicBezTo>
                <a:lnTo>
                  <a:pt x="2548" y="1304"/>
                </a:lnTo>
                <a:lnTo>
                  <a:pt x="1358" y="2494"/>
                </a:lnTo>
                <a:lnTo>
                  <a:pt x="810" y="1947"/>
                </a:lnTo>
                <a:cubicBezTo>
                  <a:pt x="476" y="1625"/>
                  <a:pt x="476" y="1078"/>
                  <a:pt x="810" y="756"/>
                </a:cubicBezTo>
                <a:cubicBezTo>
                  <a:pt x="971" y="595"/>
                  <a:pt x="1185" y="515"/>
                  <a:pt x="1401" y="515"/>
                </a:cubicBezTo>
                <a:close/>
                <a:moveTo>
                  <a:pt x="2798" y="1566"/>
                </a:moveTo>
                <a:lnTo>
                  <a:pt x="3251" y="2006"/>
                </a:lnTo>
                <a:lnTo>
                  <a:pt x="2655" y="2602"/>
                </a:lnTo>
                <a:lnTo>
                  <a:pt x="2060" y="3197"/>
                </a:lnTo>
                <a:lnTo>
                  <a:pt x="1608" y="2756"/>
                </a:lnTo>
                <a:lnTo>
                  <a:pt x="2798" y="1566"/>
                </a:lnTo>
                <a:close/>
                <a:moveTo>
                  <a:pt x="10132" y="9031"/>
                </a:moveTo>
                <a:lnTo>
                  <a:pt x="10811" y="10757"/>
                </a:lnTo>
                <a:lnTo>
                  <a:pt x="9085" y="10091"/>
                </a:lnTo>
                <a:lnTo>
                  <a:pt x="10132" y="9031"/>
                </a:lnTo>
                <a:close/>
                <a:moveTo>
                  <a:pt x="4036" y="5685"/>
                </a:moveTo>
                <a:lnTo>
                  <a:pt x="5763" y="7412"/>
                </a:lnTo>
                <a:lnTo>
                  <a:pt x="5418" y="7757"/>
                </a:lnTo>
                <a:lnTo>
                  <a:pt x="5001" y="7340"/>
                </a:lnTo>
                <a:cubicBezTo>
                  <a:pt x="4965" y="7299"/>
                  <a:pt x="4920" y="7278"/>
                  <a:pt x="4876" y="7278"/>
                </a:cubicBezTo>
                <a:cubicBezTo>
                  <a:pt x="4831" y="7278"/>
                  <a:pt x="4787" y="7299"/>
                  <a:pt x="4751" y="7340"/>
                </a:cubicBezTo>
                <a:cubicBezTo>
                  <a:pt x="4679" y="7412"/>
                  <a:pt x="4679" y="7519"/>
                  <a:pt x="4751" y="7590"/>
                </a:cubicBezTo>
                <a:lnTo>
                  <a:pt x="5168" y="8007"/>
                </a:lnTo>
                <a:lnTo>
                  <a:pt x="4763" y="8412"/>
                </a:lnTo>
                <a:lnTo>
                  <a:pt x="3822" y="7471"/>
                </a:lnTo>
                <a:cubicBezTo>
                  <a:pt x="3786" y="7436"/>
                  <a:pt x="3742" y="7418"/>
                  <a:pt x="3697" y="7418"/>
                </a:cubicBezTo>
                <a:cubicBezTo>
                  <a:pt x="3652" y="7418"/>
                  <a:pt x="3608" y="7436"/>
                  <a:pt x="3572" y="7471"/>
                </a:cubicBezTo>
                <a:cubicBezTo>
                  <a:pt x="3501" y="7543"/>
                  <a:pt x="3501" y="7650"/>
                  <a:pt x="3572" y="7721"/>
                </a:cubicBezTo>
                <a:lnTo>
                  <a:pt x="4513" y="8662"/>
                </a:lnTo>
                <a:lnTo>
                  <a:pt x="4108" y="9067"/>
                </a:lnTo>
                <a:lnTo>
                  <a:pt x="3691" y="8638"/>
                </a:lnTo>
                <a:cubicBezTo>
                  <a:pt x="3655" y="8602"/>
                  <a:pt x="3611" y="8584"/>
                  <a:pt x="3566" y="8584"/>
                </a:cubicBezTo>
                <a:cubicBezTo>
                  <a:pt x="3521" y="8584"/>
                  <a:pt x="3477" y="8602"/>
                  <a:pt x="3441" y="8638"/>
                </a:cubicBezTo>
                <a:cubicBezTo>
                  <a:pt x="3358" y="8721"/>
                  <a:pt x="3358" y="8817"/>
                  <a:pt x="3441" y="8900"/>
                </a:cubicBezTo>
                <a:lnTo>
                  <a:pt x="3858" y="9317"/>
                </a:lnTo>
                <a:lnTo>
                  <a:pt x="3453" y="9710"/>
                </a:lnTo>
                <a:lnTo>
                  <a:pt x="3036" y="9293"/>
                </a:lnTo>
                <a:cubicBezTo>
                  <a:pt x="3001" y="9257"/>
                  <a:pt x="2956" y="9239"/>
                  <a:pt x="2911" y="9239"/>
                </a:cubicBezTo>
                <a:cubicBezTo>
                  <a:pt x="2867" y="9239"/>
                  <a:pt x="2822" y="9257"/>
                  <a:pt x="2786" y="9293"/>
                </a:cubicBezTo>
                <a:cubicBezTo>
                  <a:pt x="2703" y="9376"/>
                  <a:pt x="2703" y="9471"/>
                  <a:pt x="2786" y="9555"/>
                </a:cubicBezTo>
                <a:lnTo>
                  <a:pt x="3203" y="9972"/>
                </a:lnTo>
                <a:lnTo>
                  <a:pt x="2798" y="10364"/>
                </a:lnTo>
                <a:lnTo>
                  <a:pt x="1858" y="9436"/>
                </a:lnTo>
                <a:cubicBezTo>
                  <a:pt x="1822" y="9394"/>
                  <a:pt x="1777" y="9373"/>
                  <a:pt x="1733" y="9373"/>
                </a:cubicBezTo>
                <a:cubicBezTo>
                  <a:pt x="1688" y="9373"/>
                  <a:pt x="1643" y="9394"/>
                  <a:pt x="1608" y="9436"/>
                </a:cubicBezTo>
                <a:cubicBezTo>
                  <a:pt x="1536" y="9507"/>
                  <a:pt x="1536" y="9614"/>
                  <a:pt x="1608" y="9686"/>
                </a:cubicBezTo>
                <a:lnTo>
                  <a:pt x="2548" y="10626"/>
                </a:lnTo>
                <a:lnTo>
                  <a:pt x="2191" y="10984"/>
                </a:lnTo>
                <a:cubicBezTo>
                  <a:pt x="2155" y="11007"/>
                  <a:pt x="2096" y="11043"/>
                  <a:pt x="2048" y="11043"/>
                </a:cubicBezTo>
                <a:cubicBezTo>
                  <a:pt x="2012" y="11043"/>
                  <a:pt x="1953" y="11019"/>
                  <a:pt x="1917" y="10984"/>
                </a:cubicBezTo>
                <a:lnTo>
                  <a:pt x="465" y="9519"/>
                </a:lnTo>
                <a:cubicBezTo>
                  <a:pt x="381" y="9448"/>
                  <a:pt x="381" y="9329"/>
                  <a:pt x="465" y="9257"/>
                </a:cubicBezTo>
                <a:lnTo>
                  <a:pt x="4036" y="5685"/>
                </a:lnTo>
                <a:close/>
                <a:moveTo>
                  <a:pt x="9428" y="0"/>
                </a:moveTo>
                <a:cubicBezTo>
                  <a:pt x="9290" y="0"/>
                  <a:pt x="9150" y="54"/>
                  <a:pt x="9037" y="161"/>
                </a:cubicBezTo>
                <a:lnTo>
                  <a:pt x="6299" y="2899"/>
                </a:lnTo>
                <a:cubicBezTo>
                  <a:pt x="6227" y="2971"/>
                  <a:pt x="6227" y="3078"/>
                  <a:pt x="6299" y="3149"/>
                </a:cubicBezTo>
                <a:cubicBezTo>
                  <a:pt x="6334" y="3185"/>
                  <a:pt x="6379" y="3203"/>
                  <a:pt x="6424" y="3203"/>
                </a:cubicBezTo>
                <a:cubicBezTo>
                  <a:pt x="6468" y="3203"/>
                  <a:pt x="6513" y="3185"/>
                  <a:pt x="6549" y="3149"/>
                </a:cubicBezTo>
                <a:lnTo>
                  <a:pt x="9287" y="411"/>
                </a:lnTo>
                <a:cubicBezTo>
                  <a:pt x="9323" y="387"/>
                  <a:pt x="9382" y="351"/>
                  <a:pt x="9418" y="351"/>
                </a:cubicBezTo>
                <a:cubicBezTo>
                  <a:pt x="9466" y="351"/>
                  <a:pt x="9525" y="363"/>
                  <a:pt x="9561" y="411"/>
                </a:cubicBezTo>
                <a:lnTo>
                  <a:pt x="11013" y="1875"/>
                </a:lnTo>
                <a:cubicBezTo>
                  <a:pt x="11049" y="1899"/>
                  <a:pt x="11073" y="1959"/>
                  <a:pt x="11073" y="2006"/>
                </a:cubicBezTo>
                <a:cubicBezTo>
                  <a:pt x="11073" y="2054"/>
                  <a:pt x="11061" y="2113"/>
                  <a:pt x="11013" y="2137"/>
                </a:cubicBezTo>
                <a:lnTo>
                  <a:pt x="10656" y="2494"/>
                </a:lnTo>
                <a:lnTo>
                  <a:pt x="9716" y="1554"/>
                </a:lnTo>
                <a:cubicBezTo>
                  <a:pt x="9680" y="1518"/>
                  <a:pt x="9635" y="1500"/>
                  <a:pt x="9591" y="1500"/>
                </a:cubicBezTo>
                <a:cubicBezTo>
                  <a:pt x="9546" y="1500"/>
                  <a:pt x="9501" y="1518"/>
                  <a:pt x="9466" y="1554"/>
                </a:cubicBezTo>
                <a:cubicBezTo>
                  <a:pt x="9394" y="1637"/>
                  <a:pt x="9394" y="1732"/>
                  <a:pt x="9466" y="1816"/>
                </a:cubicBezTo>
                <a:lnTo>
                  <a:pt x="10406" y="2744"/>
                </a:lnTo>
                <a:lnTo>
                  <a:pt x="10001" y="3149"/>
                </a:lnTo>
                <a:lnTo>
                  <a:pt x="9585" y="2733"/>
                </a:lnTo>
                <a:cubicBezTo>
                  <a:pt x="9549" y="2697"/>
                  <a:pt x="9504" y="2679"/>
                  <a:pt x="9460" y="2679"/>
                </a:cubicBezTo>
                <a:cubicBezTo>
                  <a:pt x="9415" y="2679"/>
                  <a:pt x="9370" y="2697"/>
                  <a:pt x="9335" y="2733"/>
                </a:cubicBezTo>
                <a:cubicBezTo>
                  <a:pt x="9263" y="2804"/>
                  <a:pt x="9263" y="2911"/>
                  <a:pt x="9335" y="2983"/>
                </a:cubicBezTo>
                <a:lnTo>
                  <a:pt x="9751" y="3399"/>
                </a:lnTo>
                <a:lnTo>
                  <a:pt x="9347" y="3804"/>
                </a:lnTo>
                <a:lnTo>
                  <a:pt x="8930" y="3387"/>
                </a:lnTo>
                <a:cubicBezTo>
                  <a:pt x="8894" y="3352"/>
                  <a:pt x="8850" y="3334"/>
                  <a:pt x="8805" y="3334"/>
                </a:cubicBezTo>
                <a:cubicBezTo>
                  <a:pt x="8760" y="3334"/>
                  <a:pt x="8716" y="3352"/>
                  <a:pt x="8680" y="3387"/>
                </a:cubicBezTo>
                <a:cubicBezTo>
                  <a:pt x="8597" y="3459"/>
                  <a:pt x="8597" y="3566"/>
                  <a:pt x="8680" y="3637"/>
                </a:cubicBezTo>
                <a:lnTo>
                  <a:pt x="9097" y="4054"/>
                </a:lnTo>
                <a:lnTo>
                  <a:pt x="8692" y="4459"/>
                </a:lnTo>
                <a:lnTo>
                  <a:pt x="7751" y="3518"/>
                </a:lnTo>
                <a:cubicBezTo>
                  <a:pt x="7715" y="3483"/>
                  <a:pt x="7671" y="3465"/>
                  <a:pt x="7626" y="3465"/>
                </a:cubicBezTo>
                <a:cubicBezTo>
                  <a:pt x="7581" y="3465"/>
                  <a:pt x="7537" y="3483"/>
                  <a:pt x="7501" y="3518"/>
                </a:cubicBezTo>
                <a:cubicBezTo>
                  <a:pt x="7430" y="3602"/>
                  <a:pt x="7430" y="3697"/>
                  <a:pt x="7501" y="3780"/>
                </a:cubicBezTo>
                <a:lnTo>
                  <a:pt x="8442" y="4709"/>
                </a:lnTo>
                <a:lnTo>
                  <a:pt x="8037" y="5114"/>
                </a:lnTo>
                <a:lnTo>
                  <a:pt x="7620" y="4697"/>
                </a:lnTo>
                <a:cubicBezTo>
                  <a:pt x="7584" y="4661"/>
                  <a:pt x="7540" y="4644"/>
                  <a:pt x="7495" y="4644"/>
                </a:cubicBezTo>
                <a:cubicBezTo>
                  <a:pt x="7451" y="4644"/>
                  <a:pt x="7406" y="4661"/>
                  <a:pt x="7370" y="4697"/>
                </a:cubicBezTo>
                <a:cubicBezTo>
                  <a:pt x="7287" y="4769"/>
                  <a:pt x="7287" y="4876"/>
                  <a:pt x="7370" y="4947"/>
                </a:cubicBezTo>
                <a:lnTo>
                  <a:pt x="7787" y="5364"/>
                </a:lnTo>
                <a:lnTo>
                  <a:pt x="7442" y="5709"/>
                </a:lnTo>
                <a:lnTo>
                  <a:pt x="5715" y="3983"/>
                </a:lnTo>
                <a:lnTo>
                  <a:pt x="6037" y="3661"/>
                </a:lnTo>
                <a:cubicBezTo>
                  <a:pt x="6120" y="3578"/>
                  <a:pt x="6120" y="3483"/>
                  <a:pt x="6037" y="3399"/>
                </a:cubicBezTo>
                <a:cubicBezTo>
                  <a:pt x="6001" y="3364"/>
                  <a:pt x="5956" y="3346"/>
                  <a:pt x="5912" y="3346"/>
                </a:cubicBezTo>
                <a:cubicBezTo>
                  <a:pt x="5867" y="3346"/>
                  <a:pt x="5822" y="3364"/>
                  <a:pt x="5787" y="3399"/>
                </a:cubicBezTo>
                <a:lnTo>
                  <a:pt x="5465" y="3733"/>
                </a:lnTo>
                <a:lnTo>
                  <a:pt x="2239" y="506"/>
                </a:lnTo>
                <a:cubicBezTo>
                  <a:pt x="2012" y="280"/>
                  <a:pt x="1715" y="161"/>
                  <a:pt x="1381" y="161"/>
                </a:cubicBezTo>
                <a:cubicBezTo>
                  <a:pt x="1072" y="161"/>
                  <a:pt x="762" y="280"/>
                  <a:pt x="536" y="506"/>
                </a:cubicBezTo>
                <a:cubicBezTo>
                  <a:pt x="310" y="732"/>
                  <a:pt x="191" y="1030"/>
                  <a:pt x="191" y="1351"/>
                </a:cubicBezTo>
                <a:cubicBezTo>
                  <a:pt x="191" y="1661"/>
                  <a:pt x="310" y="1971"/>
                  <a:pt x="536" y="2197"/>
                </a:cubicBezTo>
                <a:lnTo>
                  <a:pt x="3774" y="5447"/>
                </a:lnTo>
                <a:lnTo>
                  <a:pt x="203" y="9019"/>
                </a:lnTo>
                <a:cubicBezTo>
                  <a:pt x="0" y="9221"/>
                  <a:pt x="0" y="9567"/>
                  <a:pt x="203" y="9793"/>
                </a:cubicBezTo>
                <a:lnTo>
                  <a:pt x="1667" y="11246"/>
                </a:lnTo>
                <a:cubicBezTo>
                  <a:pt x="1774" y="11353"/>
                  <a:pt x="1905" y="11412"/>
                  <a:pt x="2048" y="11412"/>
                </a:cubicBezTo>
                <a:cubicBezTo>
                  <a:pt x="2203" y="11412"/>
                  <a:pt x="2334" y="11353"/>
                  <a:pt x="2441" y="11246"/>
                </a:cubicBezTo>
                <a:lnTo>
                  <a:pt x="6013" y="7674"/>
                </a:lnTo>
                <a:lnTo>
                  <a:pt x="6263" y="7924"/>
                </a:lnTo>
                <a:cubicBezTo>
                  <a:pt x="6299" y="7965"/>
                  <a:pt x="6343" y="7986"/>
                  <a:pt x="6389" y="7986"/>
                </a:cubicBezTo>
                <a:cubicBezTo>
                  <a:pt x="6436" y="7986"/>
                  <a:pt x="6483" y="7965"/>
                  <a:pt x="6525" y="7924"/>
                </a:cubicBezTo>
                <a:cubicBezTo>
                  <a:pt x="6596" y="7852"/>
                  <a:pt x="6596" y="7745"/>
                  <a:pt x="6525" y="7674"/>
                </a:cubicBezTo>
                <a:lnTo>
                  <a:pt x="6168" y="7316"/>
                </a:lnTo>
                <a:cubicBezTo>
                  <a:pt x="6168" y="7305"/>
                  <a:pt x="6144" y="7305"/>
                  <a:pt x="6132" y="7293"/>
                </a:cubicBezTo>
                <a:lnTo>
                  <a:pt x="6096" y="7257"/>
                </a:lnTo>
                <a:lnTo>
                  <a:pt x="2310" y="3471"/>
                </a:lnTo>
                <a:lnTo>
                  <a:pt x="2786" y="2995"/>
                </a:lnTo>
                <a:lnTo>
                  <a:pt x="3084" y="3292"/>
                </a:lnTo>
                <a:cubicBezTo>
                  <a:pt x="3108" y="3316"/>
                  <a:pt x="3155" y="3328"/>
                  <a:pt x="3203" y="3328"/>
                </a:cubicBezTo>
                <a:cubicBezTo>
                  <a:pt x="3239" y="3328"/>
                  <a:pt x="3286" y="3316"/>
                  <a:pt x="3322" y="3292"/>
                </a:cubicBezTo>
                <a:cubicBezTo>
                  <a:pt x="3393" y="3209"/>
                  <a:pt x="3393" y="3114"/>
                  <a:pt x="3322" y="3030"/>
                </a:cubicBezTo>
                <a:lnTo>
                  <a:pt x="3024" y="2733"/>
                </a:lnTo>
                <a:lnTo>
                  <a:pt x="3501" y="2256"/>
                </a:lnTo>
                <a:lnTo>
                  <a:pt x="5358" y="4126"/>
                </a:lnTo>
                <a:lnTo>
                  <a:pt x="7311" y="6066"/>
                </a:lnTo>
                <a:lnTo>
                  <a:pt x="7323" y="6090"/>
                </a:lnTo>
                <a:lnTo>
                  <a:pt x="7334" y="6102"/>
                </a:lnTo>
                <a:lnTo>
                  <a:pt x="9942" y="8710"/>
                </a:lnTo>
                <a:lnTo>
                  <a:pt x="9466" y="9186"/>
                </a:lnTo>
                <a:lnTo>
                  <a:pt x="6846" y="6554"/>
                </a:lnTo>
                <a:lnTo>
                  <a:pt x="5810" y="5519"/>
                </a:lnTo>
                <a:lnTo>
                  <a:pt x="3965" y="3673"/>
                </a:lnTo>
                <a:cubicBezTo>
                  <a:pt x="3923" y="3637"/>
                  <a:pt x="3879" y="3620"/>
                  <a:pt x="3834" y="3620"/>
                </a:cubicBezTo>
                <a:cubicBezTo>
                  <a:pt x="3789" y="3620"/>
                  <a:pt x="3745" y="3637"/>
                  <a:pt x="3703" y="3673"/>
                </a:cubicBezTo>
                <a:cubicBezTo>
                  <a:pt x="3632" y="3745"/>
                  <a:pt x="3632" y="3852"/>
                  <a:pt x="3703" y="3923"/>
                </a:cubicBezTo>
                <a:lnTo>
                  <a:pt x="9239" y="9460"/>
                </a:lnTo>
                <a:lnTo>
                  <a:pt x="8763" y="9936"/>
                </a:lnTo>
                <a:lnTo>
                  <a:pt x="7096" y="8269"/>
                </a:lnTo>
                <a:cubicBezTo>
                  <a:pt x="7061" y="8233"/>
                  <a:pt x="7016" y="8215"/>
                  <a:pt x="6971" y="8215"/>
                </a:cubicBezTo>
                <a:cubicBezTo>
                  <a:pt x="6927" y="8215"/>
                  <a:pt x="6882" y="8233"/>
                  <a:pt x="6846" y="8269"/>
                </a:cubicBezTo>
                <a:cubicBezTo>
                  <a:pt x="6775" y="8340"/>
                  <a:pt x="6775" y="8448"/>
                  <a:pt x="6846" y="8519"/>
                </a:cubicBezTo>
                <a:lnTo>
                  <a:pt x="8632" y="10305"/>
                </a:lnTo>
                <a:cubicBezTo>
                  <a:pt x="8644" y="10329"/>
                  <a:pt x="8680" y="10341"/>
                  <a:pt x="8692" y="10353"/>
                </a:cubicBezTo>
                <a:lnTo>
                  <a:pt x="10799" y="11174"/>
                </a:lnTo>
                <a:cubicBezTo>
                  <a:pt x="10835" y="11186"/>
                  <a:pt x="10883" y="11186"/>
                  <a:pt x="10906" y="11186"/>
                </a:cubicBezTo>
                <a:cubicBezTo>
                  <a:pt x="10990" y="11186"/>
                  <a:pt x="11061" y="11162"/>
                  <a:pt x="11121" y="11103"/>
                </a:cubicBezTo>
                <a:cubicBezTo>
                  <a:pt x="11192" y="11019"/>
                  <a:pt x="11228" y="10900"/>
                  <a:pt x="11180" y="10805"/>
                </a:cubicBezTo>
                <a:lnTo>
                  <a:pt x="10359" y="8686"/>
                </a:lnTo>
                <a:cubicBezTo>
                  <a:pt x="10347" y="8662"/>
                  <a:pt x="10323" y="8638"/>
                  <a:pt x="10311" y="8626"/>
                </a:cubicBezTo>
                <a:lnTo>
                  <a:pt x="7692" y="6007"/>
                </a:lnTo>
                <a:lnTo>
                  <a:pt x="11264" y="2435"/>
                </a:lnTo>
                <a:cubicBezTo>
                  <a:pt x="11478" y="2185"/>
                  <a:pt x="11478" y="1840"/>
                  <a:pt x="11264" y="1625"/>
                </a:cubicBezTo>
                <a:lnTo>
                  <a:pt x="9811" y="161"/>
                </a:lnTo>
                <a:cubicBezTo>
                  <a:pt x="9704" y="54"/>
                  <a:pt x="9567" y="0"/>
                  <a:pt x="9428" y="0"/>
                </a:cubicBezTo>
                <a:close/>
              </a:path>
            </a:pathLst>
          </a:custGeom>
          <a:solidFill>
            <a:srgbClr val="000000"/>
          </a:solidFill>
          <a:ln w="3175">
            <a:noFill/>
          </a:ln>
        </p:spPr>
        <p:txBody>
          <a:bodyPr spcFirstLastPara="1" wrap="square" lIns="121900" tIns="121900" rIns="121900" bIns="121900" anchor="ctr" anchorCtr="0">
            <a:noAutofit/>
          </a:bodyPr>
          <a:lstStyle/>
          <a:p>
            <a:endParaRPr sz="2400"/>
          </a:p>
        </p:txBody>
      </p:sp>
      <p:grpSp>
        <p:nvGrpSpPr>
          <p:cNvPr id="21" name="Gruppieren 20"/>
          <p:cNvGrpSpPr/>
          <p:nvPr/>
        </p:nvGrpSpPr>
        <p:grpSpPr>
          <a:xfrm>
            <a:off x="130117" y="162554"/>
            <a:ext cx="972127" cy="802009"/>
            <a:chOff x="97587" y="121915"/>
            <a:chExt cx="729095" cy="601507"/>
          </a:xfrm>
        </p:grpSpPr>
        <p:grpSp>
          <p:nvGrpSpPr>
            <p:cNvPr id="23" name="Gruppieren 22"/>
            <p:cNvGrpSpPr/>
            <p:nvPr/>
          </p:nvGrpSpPr>
          <p:grpSpPr>
            <a:xfrm>
              <a:off x="97587" y="121915"/>
              <a:ext cx="729095" cy="601507"/>
              <a:chOff x="2016744" y="-182666"/>
              <a:chExt cx="5143500" cy="4481945"/>
            </a:xfrm>
          </p:grpSpPr>
          <p:pic>
            <p:nvPicPr>
              <p:cNvPr id="25" name="Grafik 24"/>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2016744" y="-182666"/>
                <a:ext cx="5143500" cy="4481945"/>
              </a:xfrm>
              <a:prstGeom prst="rect">
                <a:avLst/>
              </a:prstGeom>
            </p:spPr>
          </p:pic>
          <p:sp>
            <p:nvSpPr>
              <p:cNvPr id="26" name="Rechteck 25"/>
              <p:cNvSpPr/>
              <p:nvPr userDrawn="1"/>
            </p:nvSpPr>
            <p:spPr>
              <a:xfrm>
                <a:off x="3263729" y="914895"/>
                <a:ext cx="2309427" cy="27811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
          <p:nvSpPr>
            <p:cNvPr id="24" name="Rechteck 23"/>
            <p:cNvSpPr/>
            <p:nvPr/>
          </p:nvSpPr>
          <p:spPr>
            <a:xfrm>
              <a:off x="350038" y="269215"/>
              <a:ext cx="307596"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
        <p:nvSpPr>
          <p:cNvPr id="27" name="Textfeld 26"/>
          <p:cNvSpPr txBox="1"/>
          <p:nvPr/>
        </p:nvSpPr>
        <p:spPr>
          <a:xfrm>
            <a:off x="149025" y="258975"/>
            <a:ext cx="938540" cy="830997"/>
          </a:xfrm>
          <a:prstGeom prst="rect">
            <a:avLst/>
          </a:prstGeom>
          <a:noFill/>
        </p:spPr>
        <p:txBody>
          <a:bodyPr wrap="square" rtlCol="0">
            <a:spAutoFit/>
          </a:bodyPr>
          <a:lstStyle/>
          <a:p>
            <a:pPr algn="ctr"/>
            <a:r>
              <a:rPr lang="de-DE" sz="2400" dirty="0">
                <a:latin typeface="Poppins" panose="020B0604020202020204" charset="0"/>
                <a:cs typeface="Poppins" panose="020B0604020202020204" charset="0"/>
              </a:rPr>
              <a:t>WS 28 </a:t>
            </a:r>
            <a:endParaRPr lang="en-GB" sz="2400" dirty="0">
              <a:latin typeface="Poppins" panose="020B0604020202020204" charset="0"/>
              <a:cs typeface="Poppins" panose="020B0604020202020204" charset="0"/>
            </a:endParaRPr>
          </a:p>
        </p:txBody>
      </p:sp>
      <p:grpSp>
        <p:nvGrpSpPr>
          <p:cNvPr id="34" name="Google Shape;8797;p63"/>
          <p:cNvGrpSpPr/>
          <p:nvPr/>
        </p:nvGrpSpPr>
        <p:grpSpPr>
          <a:xfrm>
            <a:off x="288514" y="1137524"/>
            <a:ext cx="197108" cy="389321"/>
            <a:chOff x="3527539" y="4476677"/>
            <a:chExt cx="159232" cy="314510"/>
          </a:xfrm>
          <a:solidFill>
            <a:srgbClr val="000000"/>
          </a:solidFill>
        </p:grpSpPr>
        <p:sp>
          <p:nvSpPr>
            <p:cNvPr id="35"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36"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80" name="Gruppieren 79"/>
          <p:cNvGrpSpPr/>
          <p:nvPr/>
        </p:nvGrpSpPr>
        <p:grpSpPr>
          <a:xfrm>
            <a:off x="-24547" y="1504998"/>
            <a:ext cx="3788828" cy="4532009"/>
            <a:chOff x="-18411" y="1128748"/>
            <a:chExt cx="2841621" cy="3399007"/>
          </a:xfrm>
        </p:grpSpPr>
        <p:pic>
          <p:nvPicPr>
            <p:cNvPr id="81" name="Grafik 80"/>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47650" y="1128748"/>
              <a:ext cx="2575560" cy="2352675"/>
            </a:xfrm>
            <a:prstGeom prst="rect">
              <a:avLst/>
            </a:prstGeom>
          </p:spPr>
        </p:pic>
        <p:grpSp>
          <p:nvGrpSpPr>
            <p:cNvPr id="82" name="Gruppieren 81"/>
            <p:cNvGrpSpPr/>
            <p:nvPr/>
          </p:nvGrpSpPr>
          <p:grpSpPr>
            <a:xfrm>
              <a:off x="-18411" y="2158281"/>
              <a:ext cx="1240243" cy="2369474"/>
              <a:chOff x="920194" y="3218722"/>
              <a:chExt cx="700216" cy="1924778"/>
            </a:xfrm>
          </p:grpSpPr>
          <p:sp>
            <p:nvSpPr>
              <p:cNvPr id="84" name="Google Shape;1535;p34"/>
              <p:cNvSpPr/>
              <p:nvPr/>
            </p:nvSpPr>
            <p:spPr>
              <a:xfrm flipH="1">
                <a:off x="1593898" y="3218722"/>
                <a:ext cx="26512" cy="16588"/>
              </a:xfrm>
              <a:custGeom>
                <a:avLst/>
                <a:gdLst/>
                <a:ahLst/>
                <a:cxnLst/>
                <a:rect l="l" t="t" r="r" b="b"/>
                <a:pathLst>
                  <a:path w="1798" h="1125" extrusionOk="0">
                    <a:moveTo>
                      <a:pt x="124" y="1"/>
                    </a:moveTo>
                    <a:cubicBezTo>
                      <a:pt x="65" y="1"/>
                      <a:pt x="3" y="53"/>
                      <a:pt x="3" y="116"/>
                    </a:cubicBezTo>
                    <a:cubicBezTo>
                      <a:pt x="0" y="685"/>
                      <a:pt x="663" y="1124"/>
                      <a:pt x="1240" y="1124"/>
                    </a:cubicBezTo>
                    <a:cubicBezTo>
                      <a:pt x="1422" y="1124"/>
                      <a:pt x="1596" y="1080"/>
                      <a:pt x="1737" y="982"/>
                    </a:cubicBezTo>
                    <a:cubicBezTo>
                      <a:pt x="1797" y="941"/>
                      <a:pt x="1777" y="847"/>
                      <a:pt x="1701" y="845"/>
                    </a:cubicBezTo>
                    <a:lnTo>
                      <a:pt x="1701" y="843"/>
                    </a:lnTo>
                    <a:cubicBezTo>
                      <a:pt x="1359" y="835"/>
                      <a:pt x="1043" y="863"/>
                      <a:pt x="738" y="675"/>
                    </a:cubicBezTo>
                    <a:cubicBezTo>
                      <a:pt x="475" y="511"/>
                      <a:pt x="381" y="263"/>
                      <a:pt x="197" y="36"/>
                    </a:cubicBezTo>
                    <a:cubicBezTo>
                      <a:pt x="177" y="11"/>
                      <a:pt x="151" y="1"/>
                      <a:pt x="124" y="1"/>
                    </a:cubicBezTo>
                    <a:close/>
                  </a:path>
                </a:pathLst>
              </a:custGeom>
              <a:solidFill>
                <a:srgbClr val="9B5334"/>
              </a:solidFill>
              <a:ln>
                <a:noFill/>
              </a:ln>
            </p:spPr>
            <p:txBody>
              <a:bodyPr spcFirstLastPara="1" wrap="square" lIns="121900" tIns="121900" rIns="121900" bIns="121900" anchor="ctr" anchorCtr="0">
                <a:noAutofit/>
              </a:bodyPr>
              <a:lstStyle/>
              <a:p>
                <a:endParaRPr sz="2400"/>
              </a:p>
            </p:txBody>
          </p:sp>
          <p:grpSp>
            <p:nvGrpSpPr>
              <p:cNvPr id="85" name="Google Shape;1537;p34"/>
              <p:cNvGrpSpPr/>
              <p:nvPr/>
            </p:nvGrpSpPr>
            <p:grpSpPr>
              <a:xfrm>
                <a:off x="920194" y="3406395"/>
                <a:ext cx="622016" cy="1737105"/>
                <a:chOff x="9447275" y="4222050"/>
                <a:chExt cx="775000" cy="2187450"/>
              </a:xfrm>
            </p:grpSpPr>
            <p:sp>
              <p:nvSpPr>
                <p:cNvPr id="90" name="Google Shape;1538;p34"/>
                <p:cNvSpPr/>
                <p:nvPr/>
              </p:nvSpPr>
              <p:spPr>
                <a:xfrm>
                  <a:off x="10012825" y="4694675"/>
                  <a:ext cx="209450" cy="394650"/>
                </a:xfrm>
                <a:custGeom>
                  <a:avLst/>
                  <a:gdLst/>
                  <a:ahLst/>
                  <a:cxnLst/>
                  <a:rect l="l" t="t" r="r" b="b"/>
                  <a:pathLst>
                    <a:path w="8378" h="15786" extrusionOk="0">
                      <a:moveTo>
                        <a:pt x="3149" y="1"/>
                      </a:moveTo>
                      <a:lnTo>
                        <a:pt x="1" y="10699"/>
                      </a:lnTo>
                      <a:lnTo>
                        <a:pt x="1628" y="15542"/>
                      </a:lnTo>
                      <a:cubicBezTo>
                        <a:pt x="1620" y="15653"/>
                        <a:pt x="2193" y="15786"/>
                        <a:pt x="2984" y="15786"/>
                      </a:cubicBezTo>
                      <a:cubicBezTo>
                        <a:pt x="4451" y="15786"/>
                        <a:pt x="6668" y="15329"/>
                        <a:pt x="7341" y="13432"/>
                      </a:cubicBezTo>
                      <a:cubicBezTo>
                        <a:pt x="8377" y="10510"/>
                        <a:pt x="3149" y="1"/>
                        <a:pt x="3149" y="1"/>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91" name="Google Shape;1539;p34"/>
                <p:cNvSpPr/>
                <p:nvPr/>
              </p:nvSpPr>
              <p:spPr>
                <a:xfrm>
                  <a:off x="9668000" y="4589699"/>
                  <a:ext cx="395001" cy="575775"/>
                </a:xfrm>
                <a:custGeom>
                  <a:avLst/>
                  <a:gdLst/>
                  <a:ahLst/>
                  <a:cxnLst/>
                  <a:rect l="l" t="t" r="r" b="b"/>
                  <a:pathLst>
                    <a:path w="15800" h="23031" extrusionOk="0">
                      <a:moveTo>
                        <a:pt x="9733" y="0"/>
                      </a:moveTo>
                      <a:cubicBezTo>
                        <a:pt x="8159" y="0"/>
                        <a:pt x="6068" y="67"/>
                        <a:pt x="6068" y="67"/>
                      </a:cubicBezTo>
                      <a:cubicBezTo>
                        <a:pt x="3185" y="131"/>
                        <a:pt x="708" y="687"/>
                        <a:pt x="708" y="687"/>
                      </a:cubicBezTo>
                      <a:lnTo>
                        <a:pt x="702" y="10761"/>
                      </a:lnTo>
                      <a:lnTo>
                        <a:pt x="2387" y="16522"/>
                      </a:lnTo>
                      <a:lnTo>
                        <a:pt x="1" y="22370"/>
                      </a:lnTo>
                      <a:lnTo>
                        <a:pt x="15164" y="23030"/>
                      </a:lnTo>
                      <a:cubicBezTo>
                        <a:pt x="15164" y="23030"/>
                        <a:pt x="15799" y="16537"/>
                        <a:pt x="15633" y="11062"/>
                      </a:cubicBezTo>
                      <a:cubicBezTo>
                        <a:pt x="15442" y="4748"/>
                        <a:pt x="11987" y="219"/>
                        <a:pt x="11380" y="67"/>
                      </a:cubicBezTo>
                      <a:cubicBezTo>
                        <a:pt x="11178" y="17"/>
                        <a:pt x="10520" y="0"/>
                        <a:pt x="9733" y="0"/>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92" name="Google Shape;1540;p34"/>
                <p:cNvSpPr/>
                <p:nvPr/>
              </p:nvSpPr>
              <p:spPr>
                <a:xfrm>
                  <a:off x="9447275" y="4592475"/>
                  <a:ext cx="367950" cy="398800"/>
                </a:xfrm>
                <a:custGeom>
                  <a:avLst/>
                  <a:gdLst/>
                  <a:ahLst/>
                  <a:cxnLst/>
                  <a:rect l="l" t="t" r="r" b="b"/>
                  <a:pathLst>
                    <a:path w="14718" h="15952" extrusionOk="0">
                      <a:moveTo>
                        <a:pt x="10743" y="1"/>
                      </a:moveTo>
                      <a:cubicBezTo>
                        <a:pt x="10743" y="1"/>
                        <a:pt x="1" y="3277"/>
                        <a:pt x="9985" y="15951"/>
                      </a:cubicBezTo>
                      <a:cubicBezTo>
                        <a:pt x="9985" y="15951"/>
                        <a:pt x="13224" y="14227"/>
                        <a:pt x="14718" y="12036"/>
                      </a:cubicBezTo>
                      <a:lnTo>
                        <a:pt x="10743" y="1"/>
                      </a:ln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93" name="Google Shape;1541;p34"/>
                <p:cNvSpPr/>
                <p:nvPr/>
              </p:nvSpPr>
              <p:spPr>
                <a:xfrm>
                  <a:off x="9998125" y="4589700"/>
                  <a:ext cx="147075" cy="355300"/>
                </a:xfrm>
                <a:custGeom>
                  <a:avLst/>
                  <a:gdLst/>
                  <a:ahLst/>
                  <a:cxnLst/>
                  <a:rect l="l" t="t" r="r" b="b"/>
                  <a:pathLst>
                    <a:path w="5883" h="14212" extrusionOk="0">
                      <a:moveTo>
                        <a:pt x="0" y="1"/>
                      </a:moveTo>
                      <a:lnTo>
                        <a:pt x="606" y="14211"/>
                      </a:lnTo>
                      <a:lnTo>
                        <a:pt x="5883" y="13938"/>
                      </a:lnTo>
                      <a:cubicBezTo>
                        <a:pt x="5632" y="1775"/>
                        <a:pt x="0" y="1"/>
                        <a:pt x="0" y="1"/>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94" name="Google Shape;1542;p34"/>
                <p:cNvSpPr/>
                <p:nvPr/>
              </p:nvSpPr>
              <p:spPr>
                <a:xfrm>
                  <a:off x="9778675" y="6318625"/>
                  <a:ext cx="232825" cy="90875"/>
                </a:xfrm>
                <a:custGeom>
                  <a:avLst/>
                  <a:gdLst/>
                  <a:ahLst/>
                  <a:cxnLst/>
                  <a:rect l="l" t="t" r="r" b="b"/>
                  <a:pathLst>
                    <a:path w="9313" h="3635" extrusionOk="0">
                      <a:moveTo>
                        <a:pt x="367" y="1"/>
                      </a:moveTo>
                      <a:lnTo>
                        <a:pt x="0" y="3635"/>
                      </a:lnTo>
                      <a:lnTo>
                        <a:pt x="9312" y="3635"/>
                      </a:lnTo>
                      <a:cubicBezTo>
                        <a:pt x="9165" y="2474"/>
                        <a:pt x="8150" y="1817"/>
                        <a:pt x="6004" y="1817"/>
                      </a:cubicBezTo>
                      <a:cubicBezTo>
                        <a:pt x="5950" y="1817"/>
                        <a:pt x="5895" y="1817"/>
                        <a:pt x="5838" y="1818"/>
                      </a:cubicBezTo>
                      <a:lnTo>
                        <a:pt x="6012" y="1"/>
                      </a:lnTo>
                      <a:close/>
                    </a:path>
                  </a:pathLst>
                </a:custGeom>
                <a:solidFill>
                  <a:srgbClr val="CE883C"/>
                </a:solidFill>
                <a:ln>
                  <a:noFill/>
                </a:ln>
              </p:spPr>
              <p:txBody>
                <a:bodyPr spcFirstLastPara="1" wrap="square" lIns="121900" tIns="121900" rIns="121900" bIns="121900" anchor="ctr" anchorCtr="0">
                  <a:noAutofit/>
                </a:bodyPr>
                <a:lstStyle/>
                <a:p>
                  <a:endParaRPr sz="2400"/>
                </a:p>
              </p:txBody>
            </p:sp>
            <p:sp>
              <p:nvSpPr>
                <p:cNvPr id="95" name="Google Shape;1543;p34"/>
                <p:cNvSpPr/>
                <p:nvPr/>
              </p:nvSpPr>
              <p:spPr>
                <a:xfrm>
                  <a:off x="9933200" y="6365525"/>
                  <a:ext cx="15275" cy="22450"/>
                </a:xfrm>
                <a:custGeom>
                  <a:avLst/>
                  <a:gdLst/>
                  <a:ahLst/>
                  <a:cxnLst/>
                  <a:rect l="l" t="t" r="r" b="b"/>
                  <a:pathLst>
                    <a:path w="611" h="898" extrusionOk="0">
                      <a:moveTo>
                        <a:pt x="570" y="0"/>
                      </a:moveTo>
                      <a:cubicBezTo>
                        <a:pt x="517" y="0"/>
                        <a:pt x="326" y="133"/>
                        <a:pt x="179" y="372"/>
                      </a:cubicBezTo>
                      <a:cubicBezTo>
                        <a:pt x="18" y="635"/>
                        <a:pt x="1" y="891"/>
                        <a:pt x="41" y="897"/>
                      </a:cubicBezTo>
                      <a:cubicBezTo>
                        <a:pt x="41" y="897"/>
                        <a:pt x="42" y="897"/>
                        <a:pt x="43" y="897"/>
                      </a:cubicBezTo>
                      <a:cubicBezTo>
                        <a:pt x="86" y="897"/>
                        <a:pt x="166" y="683"/>
                        <a:pt x="308" y="449"/>
                      </a:cubicBezTo>
                      <a:cubicBezTo>
                        <a:pt x="453" y="209"/>
                        <a:pt x="610" y="38"/>
                        <a:pt x="582" y="5"/>
                      </a:cubicBezTo>
                      <a:cubicBezTo>
                        <a:pt x="580" y="2"/>
                        <a:pt x="576" y="0"/>
                        <a:pt x="570" y="0"/>
                      </a:cubicBezTo>
                      <a:close/>
                    </a:path>
                  </a:pathLst>
                </a:custGeom>
                <a:solidFill>
                  <a:srgbClr val="EBECED"/>
                </a:solidFill>
                <a:ln>
                  <a:noFill/>
                </a:ln>
              </p:spPr>
              <p:txBody>
                <a:bodyPr spcFirstLastPara="1" wrap="square" lIns="121900" tIns="121900" rIns="121900" bIns="121900" anchor="ctr" anchorCtr="0">
                  <a:noAutofit/>
                </a:bodyPr>
                <a:lstStyle/>
                <a:p>
                  <a:endParaRPr sz="2400"/>
                </a:p>
              </p:txBody>
            </p:sp>
            <p:sp>
              <p:nvSpPr>
                <p:cNvPr id="96" name="Google Shape;1544;p34"/>
                <p:cNvSpPr/>
                <p:nvPr/>
              </p:nvSpPr>
              <p:spPr>
                <a:xfrm>
                  <a:off x="9908750" y="6362475"/>
                  <a:ext cx="17000" cy="21100"/>
                </a:xfrm>
                <a:custGeom>
                  <a:avLst/>
                  <a:gdLst/>
                  <a:ahLst/>
                  <a:cxnLst/>
                  <a:rect l="l" t="t" r="r" b="b"/>
                  <a:pathLst>
                    <a:path w="680" h="844" extrusionOk="0">
                      <a:moveTo>
                        <a:pt x="640" y="0"/>
                      </a:moveTo>
                      <a:cubicBezTo>
                        <a:pt x="579" y="0"/>
                        <a:pt x="376" y="107"/>
                        <a:pt x="215" y="326"/>
                      </a:cubicBezTo>
                      <a:cubicBezTo>
                        <a:pt x="28" y="577"/>
                        <a:pt x="0" y="837"/>
                        <a:pt x="40" y="843"/>
                      </a:cubicBezTo>
                      <a:cubicBezTo>
                        <a:pt x="41" y="844"/>
                        <a:pt x="42" y="844"/>
                        <a:pt x="43" y="844"/>
                      </a:cubicBezTo>
                      <a:cubicBezTo>
                        <a:pt x="87" y="844"/>
                        <a:pt x="173" y="634"/>
                        <a:pt x="336" y="416"/>
                      </a:cubicBezTo>
                      <a:cubicBezTo>
                        <a:pt x="500" y="190"/>
                        <a:pt x="680" y="44"/>
                        <a:pt x="657" y="7"/>
                      </a:cubicBezTo>
                      <a:cubicBezTo>
                        <a:pt x="654" y="3"/>
                        <a:pt x="648" y="0"/>
                        <a:pt x="640" y="0"/>
                      </a:cubicBezTo>
                      <a:close/>
                    </a:path>
                  </a:pathLst>
                </a:custGeom>
                <a:solidFill>
                  <a:srgbClr val="EBECED"/>
                </a:solidFill>
                <a:ln>
                  <a:noFill/>
                </a:ln>
              </p:spPr>
              <p:txBody>
                <a:bodyPr spcFirstLastPara="1" wrap="square" lIns="121900" tIns="121900" rIns="121900" bIns="121900" anchor="ctr" anchorCtr="0">
                  <a:noAutofit/>
                </a:bodyPr>
                <a:lstStyle/>
                <a:p>
                  <a:endParaRPr sz="2400"/>
                </a:p>
              </p:txBody>
            </p:sp>
            <p:sp>
              <p:nvSpPr>
                <p:cNvPr id="97" name="Google Shape;1545;p34"/>
                <p:cNvSpPr/>
                <p:nvPr/>
              </p:nvSpPr>
              <p:spPr>
                <a:xfrm>
                  <a:off x="9891925" y="6350300"/>
                  <a:ext cx="31975" cy="8200"/>
                </a:xfrm>
                <a:custGeom>
                  <a:avLst/>
                  <a:gdLst/>
                  <a:ahLst/>
                  <a:cxnLst/>
                  <a:rect l="l" t="t" r="r" b="b"/>
                  <a:pathLst>
                    <a:path w="1279" h="328" extrusionOk="0">
                      <a:moveTo>
                        <a:pt x="795" y="0"/>
                      </a:moveTo>
                      <a:cubicBezTo>
                        <a:pt x="738" y="0"/>
                        <a:pt x="677" y="4"/>
                        <a:pt x="613" y="14"/>
                      </a:cubicBezTo>
                      <a:cubicBezTo>
                        <a:pt x="233" y="70"/>
                        <a:pt x="0" y="294"/>
                        <a:pt x="28" y="322"/>
                      </a:cubicBezTo>
                      <a:cubicBezTo>
                        <a:pt x="31" y="326"/>
                        <a:pt x="36" y="328"/>
                        <a:pt x="44" y="328"/>
                      </a:cubicBezTo>
                      <a:cubicBezTo>
                        <a:pt x="107" y="328"/>
                        <a:pt x="336" y="207"/>
                        <a:pt x="635" y="163"/>
                      </a:cubicBezTo>
                      <a:cubicBezTo>
                        <a:pt x="743" y="146"/>
                        <a:pt x="845" y="141"/>
                        <a:pt x="933" y="141"/>
                      </a:cubicBezTo>
                      <a:cubicBezTo>
                        <a:pt x="1047" y="141"/>
                        <a:pt x="1140" y="149"/>
                        <a:pt x="1198" y="149"/>
                      </a:cubicBezTo>
                      <a:cubicBezTo>
                        <a:pt x="1237" y="149"/>
                        <a:pt x="1260" y="146"/>
                        <a:pt x="1264" y="134"/>
                      </a:cubicBezTo>
                      <a:cubicBezTo>
                        <a:pt x="1279" y="106"/>
                        <a:pt x="1080" y="0"/>
                        <a:pt x="795" y="0"/>
                      </a:cubicBezTo>
                      <a:close/>
                    </a:path>
                  </a:pathLst>
                </a:custGeom>
                <a:solidFill>
                  <a:srgbClr val="EBECED"/>
                </a:solidFill>
                <a:ln>
                  <a:noFill/>
                </a:ln>
              </p:spPr>
              <p:txBody>
                <a:bodyPr spcFirstLastPara="1" wrap="square" lIns="121900" tIns="121900" rIns="121900" bIns="121900" anchor="ctr" anchorCtr="0">
                  <a:noAutofit/>
                </a:bodyPr>
                <a:lstStyle/>
                <a:p>
                  <a:endParaRPr sz="2400"/>
                </a:p>
              </p:txBody>
            </p:sp>
            <p:sp>
              <p:nvSpPr>
                <p:cNvPr id="98" name="Google Shape;1546;p34"/>
                <p:cNvSpPr/>
                <p:nvPr/>
              </p:nvSpPr>
              <p:spPr>
                <a:xfrm>
                  <a:off x="9782750" y="6396525"/>
                  <a:ext cx="224225" cy="3800"/>
                </a:xfrm>
                <a:custGeom>
                  <a:avLst/>
                  <a:gdLst/>
                  <a:ahLst/>
                  <a:cxnLst/>
                  <a:rect l="l" t="t" r="r" b="b"/>
                  <a:pathLst>
                    <a:path w="8969" h="152" extrusionOk="0">
                      <a:moveTo>
                        <a:pt x="4484" y="0"/>
                      </a:moveTo>
                      <a:cubicBezTo>
                        <a:pt x="2008" y="0"/>
                        <a:pt x="1" y="33"/>
                        <a:pt x="1" y="76"/>
                      </a:cubicBezTo>
                      <a:cubicBezTo>
                        <a:pt x="1" y="117"/>
                        <a:pt x="2007" y="151"/>
                        <a:pt x="4484" y="151"/>
                      </a:cubicBezTo>
                      <a:cubicBezTo>
                        <a:pt x="6960" y="151"/>
                        <a:pt x="8968" y="118"/>
                        <a:pt x="8968" y="76"/>
                      </a:cubicBezTo>
                      <a:cubicBezTo>
                        <a:pt x="8968" y="33"/>
                        <a:pt x="6960" y="0"/>
                        <a:pt x="4484" y="0"/>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99" name="Google Shape;1547;p34"/>
                <p:cNvSpPr/>
                <p:nvPr/>
              </p:nvSpPr>
              <p:spPr>
                <a:xfrm>
                  <a:off x="9781725" y="6350750"/>
                  <a:ext cx="76825" cy="48225"/>
                </a:xfrm>
                <a:custGeom>
                  <a:avLst/>
                  <a:gdLst/>
                  <a:ahLst/>
                  <a:cxnLst/>
                  <a:rect l="l" t="t" r="r" b="b"/>
                  <a:pathLst>
                    <a:path w="3073" h="1929" extrusionOk="0">
                      <a:moveTo>
                        <a:pt x="331" y="0"/>
                      </a:moveTo>
                      <a:cubicBezTo>
                        <a:pt x="122" y="0"/>
                        <a:pt x="1" y="28"/>
                        <a:pt x="2" y="40"/>
                      </a:cubicBezTo>
                      <a:cubicBezTo>
                        <a:pt x="3" y="66"/>
                        <a:pt x="217" y="62"/>
                        <a:pt x="551" y="117"/>
                      </a:cubicBezTo>
                      <a:cubicBezTo>
                        <a:pt x="886" y="173"/>
                        <a:pt x="1338" y="312"/>
                        <a:pt x="1777" y="583"/>
                      </a:cubicBezTo>
                      <a:cubicBezTo>
                        <a:pt x="2216" y="855"/>
                        <a:pt x="2541" y="1197"/>
                        <a:pt x="2742" y="1471"/>
                      </a:cubicBezTo>
                      <a:cubicBezTo>
                        <a:pt x="2938" y="1737"/>
                        <a:pt x="3029" y="1928"/>
                        <a:pt x="3056" y="1928"/>
                      </a:cubicBezTo>
                      <a:cubicBezTo>
                        <a:pt x="3056" y="1928"/>
                        <a:pt x="3057" y="1928"/>
                        <a:pt x="3058" y="1928"/>
                      </a:cubicBezTo>
                      <a:cubicBezTo>
                        <a:pt x="3072" y="1922"/>
                        <a:pt x="3017" y="1710"/>
                        <a:pt x="2831" y="1410"/>
                      </a:cubicBezTo>
                      <a:cubicBezTo>
                        <a:pt x="2648" y="1111"/>
                        <a:pt x="2317" y="737"/>
                        <a:pt x="1857" y="454"/>
                      </a:cubicBezTo>
                      <a:cubicBezTo>
                        <a:pt x="1397" y="171"/>
                        <a:pt x="917" y="43"/>
                        <a:pt x="566" y="11"/>
                      </a:cubicBezTo>
                      <a:cubicBezTo>
                        <a:pt x="478" y="3"/>
                        <a:pt x="400" y="0"/>
                        <a:pt x="331" y="0"/>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100" name="Google Shape;1548;p34"/>
                <p:cNvSpPr/>
                <p:nvPr/>
              </p:nvSpPr>
              <p:spPr>
                <a:xfrm>
                  <a:off x="9799825" y="6320075"/>
                  <a:ext cx="9250" cy="33325"/>
                </a:xfrm>
                <a:custGeom>
                  <a:avLst/>
                  <a:gdLst/>
                  <a:ahLst/>
                  <a:cxnLst/>
                  <a:rect l="l" t="t" r="r" b="b"/>
                  <a:pathLst>
                    <a:path w="370" h="1333" extrusionOk="0">
                      <a:moveTo>
                        <a:pt x="321" y="1"/>
                      </a:moveTo>
                      <a:cubicBezTo>
                        <a:pt x="279" y="1"/>
                        <a:pt x="218" y="296"/>
                        <a:pt x="142" y="658"/>
                      </a:cubicBezTo>
                      <a:cubicBezTo>
                        <a:pt x="66" y="1021"/>
                        <a:pt x="1" y="1318"/>
                        <a:pt x="42" y="1332"/>
                      </a:cubicBezTo>
                      <a:cubicBezTo>
                        <a:pt x="42" y="1333"/>
                        <a:pt x="43" y="1333"/>
                        <a:pt x="44" y="1333"/>
                      </a:cubicBezTo>
                      <a:cubicBezTo>
                        <a:pt x="86" y="1333"/>
                        <a:pt x="212" y="1054"/>
                        <a:pt x="290" y="689"/>
                      </a:cubicBezTo>
                      <a:cubicBezTo>
                        <a:pt x="369" y="316"/>
                        <a:pt x="364" y="5"/>
                        <a:pt x="321" y="1"/>
                      </a:cubicBezTo>
                      <a:cubicBezTo>
                        <a:pt x="321" y="1"/>
                        <a:pt x="321" y="1"/>
                        <a:pt x="321" y="1"/>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101" name="Google Shape;1549;p34"/>
                <p:cNvSpPr/>
                <p:nvPr/>
              </p:nvSpPr>
              <p:spPr>
                <a:xfrm>
                  <a:off x="9954425" y="6370600"/>
                  <a:ext cx="22000" cy="27750"/>
                </a:xfrm>
                <a:custGeom>
                  <a:avLst/>
                  <a:gdLst/>
                  <a:ahLst/>
                  <a:cxnLst/>
                  <a:rect l="l" t="t" r="r" b="b"/>
                  <a:pathLst>
                    <a:path w="880" h="1110" extrusionOk="0">
                      <a:moveTo>
                        <a:pt x="812" y="1"/>
                      </a:moveTo>
                      <a:cubicBezTo>
                        <a:pt x="771" y="1"/>
                        <a:pt x="711" y="9"/>
                        <a:pt x="637" y="32"/>
                      </a:cubicBezTo>
                      <a:cubicBezTo>
                        <a:pt x="502" y="75"/>
                        <a:pt x="322" y="181"/>
                        <a:pt x="189" y="360"/>
                      </a:cubicBezTo>
                      <a:cubicBezTo>
                        <a:pt x="54" y="540"/>
                        <a:pt x="7" y="741"/>
                        <a:pt x="3" y="885"/>
                      </a:cubicBezTo>
                      <a:cubicBezTo>
                        <a:pt x="0" y="1025"/>
                        <a:pt x="33" y="1109"/>
                        <a:pt x="52" y="1109"/>
                      </a:cubicBezTo>
                      <a:cubicBezTo>
                        <a:pt x="53" y="1109"/>
                        <a:pt x="53" y="1109"/>
                        <a:pt x="53" y="1109"/>
                      </a:cubicBezTo>
                      <a:cubicBezTo>
                        <a:pt x="97" y="1109"/>
                        <a:pt x="76" y="763"/>
                        <a:pt x="310" y="451"/>
                      </a:cubicBezTo>
                      <a:cubicBezTo>
                        <a:pt x="542" y="136"/>
                        <a:pt x="880" y="58"/>
                        <a:pt x="867" y="15"/>
                      </a:cubicBezTo>
                      <a:cubicBezTo>
                        <a:pt x="866" y="7"/>
                        <a:pt x="846" y="1"/>
                        <a:pt x="812" y="1"/>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102" name="Google Shape;1550;p34"/>
                <p:cNvSpPr/>
                <p:nvPr/>
              </p:nvSpPr>
              <p:spPr>
                <a:xfrm>
                  <a:off x="9601975" y="6318625"/>
                  <a:ext cx="232825" cy="90875"/>
                </a:xfrm>
                <a:custGeom>
                  <a:avLst/>
                  <a:gdLst/>
                  <a:ahLst/>
                  <a:cxnLst/>
                  <a:rect l="l" t="t" r="r" b="b"/>
                  <a:pathLst>
                    <a:path w="9313" h="3635" extrusionOk="0">
                      <a:moveTo>
                        <a:pt x="367" y="1"/>
                      </a:moveTo>
                      <a:lnTo>
                        <a:pt x="1" y="3635"/>
                      </a:lnTo>
                      <a:lnTo>
                        <a:pt x="9313" y="3635"/>
                      </a:lnTo>
                      <a:cubicBezTo>
                        <a:pt x="9165" y="2474"/>
                        <a:pt x="8150" y="1817"/>
                        <a:pt x="6005" y="1817"/>
                      </a:cubicBezTo>
                      <a:cubicBezTo>
                        <a:pt x="5950" y="1817"/>
                        <a:pt x="5895" y="1817"/>
                        <a:pt x="5839" y="1818"/>
                      </a:cubicBezTo>
                      <a:lnTo>
                        <a:pt x="6012" y="1"/>
                      </a:lnTo>
                      <a:close/>
                    </a:path>
                  </a:pathLst>
                </a:custGeom>
                <a:solidFill>
                  <a:srgbClr val="B7712A"/>
                </a:solidFill>
                <a:ln>
                  <a:noFill/>
                </a:ln>
              </p:spPr>
              <p:txBody>
                <a:bodyPr spcFirstLastPara="1" wrap="square" lIns="121900" tIns="121900" rIns="121900" bIns="121900" anchor="ctr" anchorCtr="0">
                  <a:noAutofit/>
                </a:bodyPr>
                <a:lstStyle/>
                <a:p>
                  <a:endParaRPr sz="2400"/>
                </a:p>
              </p:txBody>
            </p:sp>
            <p:sp>
              <p:nvSpPr>
                <p:cNvPr id="103" name="Google Shape;1551;p34"/>
                <p:cNvSpPr/>
                <p:nvPr/>
              </p:nvSpPr>
              <p:spPr>
                <a:xfrm>
                  <a:off x="9756525" y="6365525"/>
                  <a:ext cx="15250" cy="22450"/>
                </a:xfrm>
                <a:custGeom>
                  <a:avLst/>
                  <a:gdLst/>
                  <a:ahLst/>
                  <a:cxnLst/>
                  <a:rect l="l" t="t" r="r" b="b"/>
                  <a:pathLst>
                    <a:path w="610" h="898" extrusionOk="0">
                      <a:moveTo>
                        <a:pt x="570" y="0"/>
                      </a:moveTo>
                      <a:cubicBezTo>
                        <a:pt x="517" y="0"/>
                        <a:pt x="325" y="133"/>
                        <a:pt x="179" y="372"/>
                      </a:cubicBezTo>
                      <a:cubicBezTo>
                        <a:pt x="18" y="635"/>
                        <a:pt x="0" y="891"/>
                        <a:pt x="40" y="897"/>
                      </a:cubicBezTo>
                      <a:cubicBezTo>
                        <a:pt x="41" y="897"/>
                        <a:pt x="42" y="897"/>
                        <a:pt x="43" y="897"/>
                      </a:cubicBezTo>
                      <a:cubicBezTo>
                        <a:pt x="86" y="897"/>
                        <a:pt x="165" y="683"/>
                        <a:pt x="308" y="449"/>
                      </a:cubicBezTo>
                      <a:cubicBezTo>
                        <a:pt x="452" y="209"/>
                        <a:pt x="610" y="38"/>
                        <a:pt x="582" y="5"/>
                      </a:cubicBezTo>
                      <a:cubicBezTo>
                        <a:pt x="580" y="2"/>
                        <a:pt x="576" y="0"/>
                        <a:pt x="570" y="0"/>
                      </a:cubicBezTo>
                      <a:close/>
                    </a:path>
                  </a:pathLst>
                </a:custGeom>
                <a:solidFill>
                  <a:srgbClr val="EBECED"/>
                </a:solidFill>
                <a:ln>
                  <a:noFill/>
                </a:ln>
              </p:spPr>
              <p:txBody>
                <a:bodyPr spcFirstLastPara="1" wrap="square" lIns="121900" tIns="121900" rIns="121900" bIns="121900" anchor="ctr" anchorCtr="0">
                  <a:noAutofit/>
                </a:bodyPr>
                <a:lstStyle/>
                <a:p>
                  <a:endParaRPr sz="2400"/>
                </a:p>
              </p:txBody>
            </p:sp>
            <p:sp>
              <p:nvSpPr>
                <p:cNvPr id="104" name="Google Shape;1552;p34"/>
                <p:cNvSpPr/>
                <p:nvPr/>
              </p:nvSpPr>
              <p:spPr>
                <a:xfrm>
                  <a:off x="9732075" y="6362475"/>
                  <a:ext cx="17000" cy="21100"/>
                </a:xfrm>
                <a:custGeom>
                  <a:avLst/>
                  <a:gdLst/>
                  <a:ahLst/>
                  <a:cxnLst/>
                  <a:rect l="l" t="t" r="r" b="b"/>
                  <a:pathLst>
                    <a:path w="680" h="844" extrusionOk="0">
                      <a:moveTo>
                        <a:pt x="639" y="0"/>
                      </a:moveTo>
                      <a:cubicBezTo>
                        <a:pt x="578" y="0"/>
                        <a:pt x="376" y="107"/>
                        <a:pt x="214" y="326"/>
                      </a:cubicBezTo>
                      <a:cubicBezTo>
                        <a:pt x="27" y="577"/>
                        <a:pt x="1" y="837"/>
                        <a:pt x="40" y="843"/>
                      </a:cubicBezTo>
                      <a:cubicBezTo>
                        <a:pt x="41" y="844"/>
                        <a:pt x="42" y="844"/>
                        <a:pt x="43" y="844"/>
                      </a:cubicBezTo>
                      <a:cubicBezTo>
                        <a:pt x="86" y="844"/>
                        <a:pt x="173" y="634"/>
                        <a:pt x="335" y="416"/>
                      </a:cubicBezTo>
                      <a:cubicBezTo>
                        <a:pt x="499" y="190"/>
                        <a:pt x="679" y="44"/>
                        <a:pt x="656" y="7"/>
                      </a:cubicBezTo>
                      <a:cubicBezTo>
                        <a:pt x="654" y="3"/>
                        <a:pt x="648" y="0"/>
                        <a:pt x="639" y="0"/>
                      </a:cubicBezTo>
                      <a:close/>
                    </a:path>
                  </a:pathLst>
                </a:custGeom>
                <a:solidFill>
                  <a:srgbClr val="EBECED"/>
                </a:solidFill>
                <a:ln>
                  <a:noFill/>
                </a:ln>
              </p:spPr>
              <p:txBody>
                <a:bodyPr spcFirstLastPara="1" wrap="square" lIns="121900" tIns="121900" rIns="121900" bIns="121900" anchor="ctr" anchorCtr="0">
                  <a:noAutofit/>
                </a:bodyPr>
                <a:lstStyle/>
                <a:p>
                  <a:endParaRPr sz="2400"/>
                </a:p>
              </p:txBody>
            </p:sp>
            <p:sp>
              <p:nvSpPr>
                <p:cNvPr id="105" name="Google Shape;1553;p34"/>
                <p:cNvSpPr/>
                <p:nvPr/>
              </p:nvSpPr>
              <p:spPr>
                <a:xfrm>
                  <a:off x="9715225" y="6350300"/>
                  <a:ext cx="32000" cy="8200"/>
                </a:xfrm>
                <a:custGeom>
                  <a:avLst/>
                  <a:gdLst/>
                  <a:ahLst/>
                  <a:cxnLst/>
                  <a:rect l="l" t="t" r="r" b="b"/>
                  <a:pathLst>
                    <a:path w="1280" h="328" extrusionOk="0">
                      <a:moveTo>
                        <a:pt x="796" y="0"/>
                      </a:moveTo>
                      <a:cubicBezTo>
                        <a:pt x="738" y="0"/>
                        <a:pt x="677" y="4"/>
                        <a:pt x="614" y="14"/>
                      </a:cubicBezTo>
                      <a:cubicBezTo>
                        <a:pt x="234" y="70"/>
                        <a:pt x="1" y="294"/>
                        <a:pt x="28" y="322"/>
                      </a:cubicBezTo>
                      <a:cubicBezTo>
                        <a:pt x="31" y="326"/>
                        <a:pt x="37" y="328"/>
                        <a:pt x="44" y="328"/>
                      </a:cubicBezTo>
                      <a:cubicBezTo>
                        <a:pt x="109" y="328"/>
                        <a:pt x="336" y="207"/>
                        <a:pt x="636" y="163"/>
                      </a:cubicBezTo>
                      <a:cubicBezTo>
                        <a:pt x="743" y="146"/>
                        <a:pt x="845" y="141"/>
                        <a:pt x="934" y="141"/>
                      </a:cubicBezTo>
                      <a:cubicBezTo>
                        <a:pt x="1048" y="141"/>
                        <a:pt x="1141" y="149"/>
                        <a:pt x="1199" y="149"/>
                      </a:cubicBezTo>
                      <a:cubicBezTo>
                        <a:pt x="1237" y="149"/>
                        <a:pt x="1261" y="146"/>
                        <a:pt x="1264" y="134"/>
                      </a:cubicBezTo>
                      <a:cubicBezTo>
                        <a:pt x="1279" y="106"/>
                        <a:pt x="1081" y="0"/>
                        <a:pt x="796" y="0"/>
                      </a:cubicBezTo>
                      <a:close/>
                    </a:path>
                  </a:pathLst>
                </a:custGeom>
                <a:solidFill>
                  <a:srgbClr val="EBECED"/>
                </a:solidFill>
                <a:ln>
                  <a:noFill/>
                </a:ln>
              </p:spPr>
              <p:txBody>
                <a:bodyPr spcFirstLastPara="1" wrap="square" lIns="121900" tIns="121900" rIns="121900" bIns="121900" anchor="ctr" anchorCtr="0">
                  <a:noAutofit/>
                </a:bodyPr>
                <a:lstStyle/>
                <a:p>
                  <a:endParaRPr sz="2400"/>
                </a:p>
              </p:txBody>
            </p:sp>
            <p:sp>
              <p:nvSpPr>
                <p:cNvPr id="106" name="Google Shape;1554;p34"/>
                <p:cNvSpPr/>
                <p:nvPr/>
              </p:nvSpPr>
              <p:spPr>
                <a:xfrm>
                  <a:off x="9606075" y="6396525"/>
                  <a:ext cx="224200" cy="3800"/>
                </a:xfrm>
                <a:custGeom>
                  <a:avLst/>
                  <a:gdLst/>
                  <a:ahLst/>
                  <a:cxnLst/>
                  <a:rect l="l" t="t" r="r" b="b"/>
                  <a:pathLst>
                    <a:path w="8968" h="152" extrusionOk="0">
                      <a:moveTo>
                        <a:pt x="4484" y="0"/>
                      </a:moveTo>
                      <a:cubicBezTo>
                        <a:pt x="2008" y="0"/>
                        <a:pt x="0" y="33"/>
                        <a:pt x="0" y="76"/>
                      </a:cubicBezTo>
                      <a:cubicBezTo>
                        <a:pt x="0" y="117"/>
                        <a:pt x="2007" y="151"/>
                        <a:pt x="4484" y="151"/>
                      </a:cubicBezTo>
                      <a:cubicBezTo>
                        <a:pt x="6961" y="151"/>
                        <a:pt x="8968" y="118"/>
                        <a:pt x="8968" y="76"/>
                      </a:cubicBezTo>
                      <a:cubicBezTo>
                        <a:pt x="8968" y="33"/>
                        <a:pt x="6960" y="0"/>
                        <a:pt x="4484" y="0"/>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107" name="Google Shape;1555;p34"/>
                <p:cNvSpPr/>
                <p:nvPr/>
              </p:nvSpPr>
              <p:spPr>
                <a:xfrm>
                  <a:off x="9605050" y="6350750"/>
                  <a:ext cx="76825" cy="48225"/>
                </a:xfrm>
                <a:custGeom>
                  <a:avLst/>
                  <a:gdLst/>
                  <a:ahLst/>
                  <a:cxnLst/>
                  <a:rect l="l" t="t" r="r" b="b"/>
                  <a:pathLst>
                    <a:path w="3073" h="1929" extrusionOk="0">
                      <a:moveTo>
                        <a:pt x="330" y="0"/>
                      </a:moveTo>
                      <a:cubicBezTo>
                        <a:pt x="121" y="0"/>
                        <a:pt x="0" y="28"/>
                        <a:pt x="2" y="40"/>
                      </a:cubicBezTo>
                      <a:cubicBezTo>
                        <a:pt x="3" y="66"/>
                        <a:pt x="218" y="62"/>
                        <a:pt x="552" y="117"/>
                      </a:cubicBezTo>
                      <a:cubicBezTo>
                        <a:pt x="885" y="173"/>
                        <a:pt x="1338" y="312"/>
                        <a:pt x="1778" y="583"/>
                      </a:cubicBezTo>
                      <a:cubicBezTo>
                        <a:pt x="2217" y="855"/>
                        <a:pt x="2542" y="1197"/>
                        <a:pt x="2743" y="1471"/>
                      </a:cubicBezTo>
                      <a:cubicBezTo>
                        <a:pt x="2938" y="1737"/>
                        <a:pt x="3030" y="1928"/>
                        <a:pt x="3056" y="1928"/>
                      </a:cubicBezTo>
                      <a:cubicBezTo>
                        <a:pt x="3057" y="1928"/>
                        <a:pt x="3058" y="1928"/>
                        <a:pt x="3058" y="1928"/>
                      </a:cubicBezTo>
                      <a:cubicBezTo>
                        <a:pt x="3073" y="1922"/>
                        <a:pt x="3016" y="1710"/>
                        <a:pt x="2832" y="1410"/>
                      </a:cubicBezTo>
                      <a:cubicBezTo>
                        <a:pt x="2649" y="1111"/>
                        <a:pt x="2318" y="737"/>
                        <a:pt x="1858" y="454"/>
                      </a:cubicBezTo>
                      <a:cubicBezTo>
                        <a:pt x="1397" y="171"/>
                        <a:pt x="917" y="43"/>
                        <a:pt x="566" y="11"/>
                      </a:cubicBezTo>
                      <a:cubicBezTo>
                        <a:pt x="479" y="3"/>
                        <a:pt x="400" y="0"/>
                        <a:pt x="330" y="0"/>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108" name="Google Shape;1556;p34"/>
                <p:cNvSpPr/>
                <p:nvPr/>
              </p:nvSpPr>
              <p:spPr>
                <a:xfrm>
                  <a:off x="9623175" y="6320075"/>
                  <a:ext cx="9200" cy="33325"/>
                </a:xfrm>
                <a:custGeom>
                  <a:avLst/>
                  <a:gdLst/>
                  <a:ahLst/>
                  <a:cxnLst/>
                  <a:rect l="l" t="t" r="r" b="b"/>
                  <a:pathLst>
                    <a:path w="368" h="1333" extrusionOk="0">
                      <a:moveTo>
                        <a:pt x="319" y="1"/>
                      </a:moveTo>
                      <a:cubicBezTo>
                        <a:pt x="277" y="1"/>
                        <a:pt x="216" y="296"/>
                        <a:pt x="140" y="658"/>
                      </a:cubicBezTo>
                      <a:cubicBezTo>
                        <a:pt x="65" y="1021"/>
                        <a:pt x="0" y="1318"/>
                        <a:pt x="40" y="1332"/>
                      </a:cubicBezTo>
                      <a:cubicBezTo>
                        <a:pt x="41" y="1333"/>
                        <a:pt x="42" y="1333"/>
                        <a:pt x="43" y="1333"/>
                      </a:cubicBezTo>
                      <a:cubicBezTo>
                        <a:pt x="85" y="1333"/>
                        <a:pt x="212" y="1054"/>
                        <a:pt x="289" y="689"/>
                      </a:cubicBezTo>
                      <a:cubicBezTo>
                        <a:pt x="368" y="316"/>
                        <a:pt x="362" y="5"/>
                        <a:pt x="320" y="1"/>
                      </a:cubicBezTo>
                      <a:cubicBezTo>
                        <a:pt x="320" y="1"/>
                        <a:pt x="319" y="1"/>
                        <a:pt x="319" y="1"/>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109" name="Google Shape;1557;p34"/>
                <p:cNvSpPr/>
                <p:nvPr/>
              </p:nvSpPr>
              <p:spPr>
                <a:xfrm>
                  <a:off x="9777750" y="6370600"/>
                  <a:ext cx="22000" cy="27750"/>
                </a:xfrm>
                <a:custGeom>
                  <a:avLst/>
                  <a:gdLst/>
                  <a:ahLst/>
                  <a:cxnLst/>
                  <a:rect l="l" t="t" r="r" b="b"/>
                  <a:pathLst>
                    <a:path w="880" h="1110" extrusionOk="0">
                      <a:moveTo>
                        <a:pt x="812" y="1"/>
                      </a:moveTo>
                      <a:cubicBezTo>
                        <a:pt x="771" y="1"/>
                        <a:pt x="710" y="9"/>
                        <a:pt x="637" y="32"/>
                      </a:cubicBezTo>
                      <a:cubicBezTo>
                        <a:pt x="501" y="75"/>
                        <a:pt x="322" y="181"/>
                        <a:pt x="188" y="360"/>
                      </a:cubicBezTo>
                      <a:cubicBezTo>
                        <a:pt x="54" y="540"/>
                        <a:pt x="6" y="741"/>
                        <a:pt x="3" y="885"/>
                      </a:cubicBezTo>
                      <a:cubicBezTo>
                        <a:pt x="1" y="1025"/>
                        <a:pt x="33" y="1109"/>
                        <a:pt x="52" y="1109"/>
                      </a:cubicBezTo>
                      <a:cubicBezTo>
                        <a:pt x="52" y="1109"/>
                        <a:pt x="52" y="1109"/>
                        <a:pt x="53" y="1109"/>
                      </a:cubicBezTo>
                      <a:cubicBezTo>
                        <a:pt x="96" y="1109"/>
                        <a:pt x="75" y="763"/>
                        <a:pt x="309" y="451"/>
                      </a:cubicBezTo>
                      <a:cubicBezTo>
                        <a:pt x="541" y="136"/>
                        <a:pt x="879" y="58"/>
                        <a:pt x="867" y="15"/>
                      </a:cubicBezTo>
                      <a:cubicBezTo>
                        <a:pt x="866" y="7"/>
                        <a:pt x="846" y="1"/>
                        <a:pt x="812" y="1"/>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110" name="Google Shape;1558;p34"/>
                <p:cNvSpPr/>
                <p:nvPr/>
              </p:nvSpPr>
              <p:spPr>
                <a:xfrm>
                  <a:off x="9695125" y="4579025"/>
                  <a:ext cx="337200" cy="231325"/>
                </a:xfrm>
                <a:custGeom>
                  <a:avLst/>
                  <a:gdLst/>
                  <a:ahLst/>
                  <a:cxnLst/>
                  <a:rect l="l" t="t" r="r" b="b"/>
                  <a:pathLst>
                    <a:path w="13488" h="9253" extrusionOk="0">
                      <a:moveTo>
                        <a:pt x="8391" y="1"/>
                      </a:moveTo>
                      <a:cubicBezTo>
                        <a:pt x="5579" y="1"/>
                        <a:pt x="1324" y="205"/>
                        <a:pt x="238" y="713"/>
                      </a:cubicBezTo>
                      <a:cubicBezTo>
                        <a:pt x="0" y="824"/>
                        <a:pt x="7389" y="9253"/>
                        <a:pt x="8178" y="9253"/>
                      </a:cubicBezTo>
                      <a:cubicBezTo>
                        <a:pt x="8202" y="9253"/>
                        <a:pt x="8221" y="9244"/>
                        <a:pt x="8232" y="9228"/>
                      </a:cubicBezTo>
                      <a:cubicBezTo>
                        <a:pt x="8608" y="8668"/>
                        <a:pt x="13487" y="1276"/>
                        <a:pt x="13487" y="1276"/>
                      </a:cubicBezTo>
                      <a:cubicBezTo>
                        <a:pt x="13487" y="1276"/>
                        <a:pt x="12272" y="103"/>
                        <a:pt x="9746" y="20"/>
                      </a:cubicBezTo>
                      <a:cubicBezTo>
                        <a:pt x="9359" y="7"/>
                        <a:pt x="8899" y="1"/>
                        <a:pt x="8391" y="1"/>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111" name="Google Shape;1559;p34"/>
                <p:cNvSpPr/>
                <p:nvPr/>
              </p:nvSpPr>
              <p:spPr>
                <a:xfrm>
                  <a:off x="9577100" y="5148950"/>
                  <a:ext cx="474050" cy="1178575"/>
                </a:xfrm>
                <a:custGeom>
                  <a:avLst/>
                  <a:gdLst/>
                  <a:ahLst/>
                  <a:cxnLst/>
                  <a:rect l="l" t="t" r="r" b="b"/>
                  <a:pathLst>
                    <a:path w="18962" h="47143" extrusionOk="0">
                      <a:moveTo>
                        <a:pt x="3637" y="0"/>
                      </a:moveTo>
                      <a:lnTo>
                        <a:pt x="1" y="47142"/>
                      </a:lnTo>
                      <a:lnTo>
                        <a:pt x="16373" y="47142"/>
                      </a:lnTo>
                      <a:lnTo>
                        <a:pt x="18961" y="0"/>
                      </a:ln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112" name="Google Shape;1560;p34"/>
                <p:cNvSpPr/>
                <p:nvPr/>
              </p:nvSpPr>
              <p:spPr>
                <a:xfrm>
                  <a:off x="9792400" y="5295475"/>
                  <a:ext cx="79225" cy="1035200"/>
                </a:xfrm>
                <a:custGeom>
                  <a:avLst/>
                  <a:gdLst/>
                  <a:ahLst/>
                  <a:cxnLst/>
                  <a:rect l="l" t="t" r="r" b="b"/>
                  <a:pathLst>
                    <a:path w="3169" h="41408" extrusionOk="0">
                      <a:moveTo>
                        <a:pt x="3165" y="1"/>
                      </a:moveTo>
                      <a:cubicBezTo>
                        <a:pt x="3163" y="1"/>
                        <a:pt x="3158" y="36"/>
                        <a:pt x="3153" y="108"/>
                      </a:cubicBezTo>
                      <a:cubicBezTo>
                        <a:pt x="3148" y="186"/>
                        <a:pt x="3142" y="291"/>
                        <a:pt x="3133" y="422"/>
                      </a:cubicBezTo>
                      <a:cubicBezTo>
                        <a:pt x="3118" y="707"/>
                        <a:pt x="3098" y="1113"/>
                        <a:pt x="3072" y="1631"/>
                      </a:cubicBezTo>
                      <a:cubicBezTo>
                        <a:pt x="3025" y="2681"/>
                        <a:pt x="2943" y="4199"/>
                        <a:pt x="2837" y="6075"/>
                      </a:cubicBezTo>
                      <a:cubicBezTo>
                        <a:pt x="2621" y="9826"/>
                        <a:pt x="2240" y="15002"/>
                        <a:pt x="1718" y="20712"/>
                      </a:cubicBezTo>
                      <a:cubicBezTo>
                        <a:pt x="1200" y="26423"/>
                        <a:pt x="706" y="31593"/>
                        <a:pt x="413" y="35340"/>
                      </a:cubicBezTo>
                      <a:cubicBezTo>
                        <a:pt x="264" y="37213"/>
                        <a:pt x="153" y="38729"/>
                        <a:pt x="90" y="39779"/>
                      </a:cubicBezTo>
                      <a:cubicBezTo>
                        <a:pt x="60" y="40296"/>
                        <a:pt x="35" y="40702"/>
                        <a:pt x="18" y="40986"/>
                      </a:cubicBezTo>
                      <a:cubicBezTo>
                        <a:pt x="12" y="41118"/>
                        <a:pt x="7" y="41222"/>
                        <a:pt x="3" y="41300"/>
                      </a:cubicBezTo>
                      <a:cubicBezTo>
                        <a:pt x="1" y="41371"/>
                        <a:pt x="1" y="41408"/>
                        <a:pt x="3" y="41408"/>
                      </a:cubicBezTo>
                      <a:cubicBezTo>
                        <a:pt x="5" y="41408"/>
                        <a:pt x="11" y="41372"/>
                        <a:pt x="19" y="41301"/>
                      </a:cubicBezTo>
                      <a:cubicBezTo>
                        <a:pt x="25" y="41223"/>
                        <a:pt x="35" y="41120"/>
                        <a:pt x="49" y="40988"/>
                      </a:cubicBezTo>
                      <a:cubicBezTo>
                        <a:pt x="72" y="40704"/>
                        <a:pt x="105" y="40300"/>
                        <a:pt x="149" y="39782"/>
                      </a:cubicBezTo>
                      <a:cubicBezTo>
                        <a:pt x="236" y="38727"/>
                        <a:pt x="363" y="37214"/>
                        <a:pt x="520" y="35349"/>
                      </a:cubicBezTo>
                      <a:cubicBezTo>
                        <a:pt x="839" y="31604"/>
                        <a:pt x="1350" y="26438"/>
                        <a:pt x="1869" y="20725"/>
                      </a:cubicBezTo>
                      <a:cubicBezTo>
                        <a:pt x="2391" y="15014"/>
                        <a:pt x="2754" y="9834"/>
                        <a:pt x="2945" y="6080"/>
                      </a:cubicBezTo>
                      <a:cubicBezTo>
                        <a:pt x="3036" y="4202"/>
                        <a:pt x="3103" y="2683"/>
                        <a:pt x="3131" y="1632"/>
                      </a:cubicBezTo>
                      <a:cubicBezTo>
                        <a:pt x="3145" y="1114"/>
                        <a:pt x="3156" y="708"/>
                        <a:pt x="3164" y="423"/>
                      </a:cubicBezTo>
                      <a:cubicBezTo>
                        <a:pt x="3166" y="291"/>
                        <a:pt x="3167" y="186"/>
                        <a:pt x="3168" y="108"/>
                      </a:cubicBezTo>
                      <a:cubicBezTo>
                        <a:pt x="3168" y="36"/>
                        <a:pt x="3167" y="1"/>
                        <a:pt x="3165" y="1"/>
                      </a:cubicBezTo>
                      <a:close/>
                    </a:path>
                  </a:pathLst>
                </a:custGeom>
                <a:solidFill>
                  <a:srgbClr val="1D2239"/>
                </a:solidFill>
                <a:ln>
                  <a:noFill/>
                </a:ln>
              </p:spPr>
              <p:txBody>
                <a:bodyPr spcFirstLastPara="1" wrap="square" lIns="121900" tIns="121900" rIns="121900" bIns="121900" anchor="ctr" anchorCtr="0">
                  <a:noAutofit/>
                </a:bodyPr>
                <a:lstStyle/>
                <a:p>
                  <a:endParaRPr sz="2400"/>
                </a:p>
              </p:txBody>
            </p:sp>
            <p:sp>
              <p:nvSpPr>
                <p:cNvPr id="113" name="Google Shape;1568;p34"/>
                <p:cNvSpPr/>
                <p:nvPr/>
              </p:nvSpPr>
              <p:spPr>
                <a:xfrm>
                  <a:off x="9696875" y="4866225"/>
                  <a:ext cx="394725" cy="273625"/>
                </a:xfrm>
                <a:custGeom>
                  <a:avLst/>
                  <a:gdLst/>
                  <a:ahLst/>
                  <a:cxnLst/>
                  <a:rect l="l" t="t" r="r" b="b"/>
                  <a:pathLst>
                    <a:path w="15789" h="10945" extrusionOk="0">
                      <a:moveTo>
                        <a:pt x="12905" y="1"/>
                      </a:moveTo>
                      <a:lnTo>
                        <a:pt x="6695" y="3730"/>
                      </a:lnTo>
                      <a:lnTo>
                        <a:pt x="4438" y="1008"/>
                      </a:lnTo>
                      <a:cubicBezTo>
                        <a:pt x="4438" y="1008"/>
                        <a:pt x="1243" y="2313"/>
                        <a:pt x="1" y="5001"/>
                      </a:cubicBezTo>
                      <a:cubicBezTo>
                        <a:pt x="1" y="5001"/>
                        <a:pt x="4107" y="10944"/>
                        <a:pt x="7491" y="10944"/>
                      </a:cubicBezTo>
                      <a:cubicBezTo>
                        <a:pt x="7827" y="10944"/>
                        <a:pt x="8155" y="10886"/>
                        <a:pt x="8472" y="10757"/>
                      </a:cubicBezTo>
                      <a:cubicBezTo>
                        <a:pt x="11982" y="9333"/>
                        <a:pt x="15788" y="4451"/>
                        <a:pt x="15788" y="4451"/>
                      </a:cubicBezTo>
                      <a:lnTo>
                        <a:pt x="12905" y="1"/>
                      </a:ln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114" name="Google Shape;1569;p34"/>
                <p:cNvSpPr/>
                <p:nvPr/>
              </p:nvSpPr>
              <p:spPr>
                <a:xfrm>
                  <a:off x="9712250" y="4766925"/>
                  <a:ext cx="378975" cy="355000"/>
                </a:xfrm>
                <a:custGeom>
                  <a:avLst/>
                  <a:gdLst/>
                  <a:ahLst/>
                  <a:cxnLst/>
                  <a:rect l="l" t="t" r="r" b="b"/>
                  <a:pathLst>
                    <a:path w="15159" h="14200" extrusionOk="0">
                      <a:moveTo>
                        <a:pt x="1421" y="0"/>
                      </a:moveTo>
                      <a:cubicBezTo>
                        <a:pt x="1421" y="0"/>
                        <a:pt x="1421" y="0"/>
                        <a:pt x="1421" y="0"/>
                      </a:cubicBezTo>
                      <a:cubicBezTo>
                        <a:pt x="1420" y="1"/>
                        <a:pt x="1432" y="22"/>
                        <a:pt x="1459" y="61"/>
                      </a:cubicBezTo>
                      <a:lnTo>
                        <a:pt x="1578" y="236"/>
                      </a:lnTo>
                      <a:cubicBezTo>
                        <a:pt x="1691" y="394"/>
                        <a:pt x="1849" y="615"/>
                        <a:pt x="2051" y="900"/>
                      </a:cubicBezTo>
                      <a:cubicBezTo>
                        <a:pt x="2474" y="1483"/>
                        <a:pt x="3080" y="2319"/>
                        <a:pt x="3838" y="3365"/>
                      </a:cubicBezTo>
                      <a:lnTo>
                        <a:pt x="5096" y="5091"/>
                      </a:lnTo>
                      <a:lnTo>
                        <a:pt x="5805" y="6061"/>
                      </a:lnTo>
                      <a:cubicBezTo>
                        <a:pt x="5928" y="6226"/>
                        <a:pt x="6044" y="6405"/>
                        <a:pt x="6205" y="6560"/>
                      </a:cubicBezTo>
                      <a:cubicBezTo>
                        <a:pt x="6347" y="6704"/>
                        <a:pt x="6554" y="6816"/>
                        <a:pt x="6773" y="6816"/>
                      </a:cubicBezTo>
                      <a:cubicBezTo>
                        <a:pt x="6795" y="6816"/>
                        <a:pt x="6816" y="6815"/>
                        <a:pt x="6838" y="6812"/>
                      </a:cubicBezTo>
                      <a:cubicBezTo>
                        <a:pt x="7077" y="6793"/>
                        <a:pt x="7288" y="6686"/>
                        <a:pt x="7489" y="6581"/>
                      </a:cubicBezTo>
                      <a:lnTo>
                        <a:pt x="8099" y="6264"/>
                      </a:lnTo>
                      <a:lnTo>
                        <a:pt x="9365" y="5603"/>
                      </a:lnTo>
                      <a:lnTo>
                        <a:pt x="12054" y="4198"/>
                      </a:lnTo>
                      <a:lnTo>
                        <a:pt x="12054" y="4198"/>
                      </a:lnTo>
                      <a:lnTo>
                        <a:pt x="12471" y="4061"/>
                      </a:lnTo>
                      <a:lnTo>
                        <a:pt x="12471" y="4061"/>
                      </a:lnTo>
                      <a:cubicBezTo>
                        <a:pt x="13156" y="5243"/>
                        <a:pt x="13879" y="6491"/>
                        <a:pt x="14621" y="7772"/>
                      </a:cubicBezTo>
                      <a:lnTo>
                        <a:pt x="14976" y="8383"/>
                      </a:lnTo>
                      <a:lnTo>
                        <a:pt x="14976" y="8383"/>
                      </a:lnTo>
                      <a:cubicBezTo>
                        <a:pt x="14197" y="9399"/>
                        <a:pt x="13431" y="10386"/>
                        <a:pt x="12589" y="11242"/>
                      </a:cubicBezTo>
                      <a:cubicBezTo>
                        <a:pt x="11742" y="12112"/>
                        <a:pt x="10808" y="12839"/>
                        <a:pt x="9815" y="13337"/>
                      </a:cubicBezTo>
                      <a:cubicBezTo>
                        <a:pt x="8867" y="13811"/>
                        <a:pt x="7867" y="14075"/>
                        <a:pt x="6921" y="14075"/>
                      </a:cubicBezTo>
                      <a:cubicBezTo>
                        <a:pt x="6878" y="14075"/>
                        <a:pt x="6834" y="14074"/>
                        <a:pt x="6791" y="14073"/>
                      </a:cubicBezTo>
                      <a:cubicBezTo>
                        <a:pt x="6770" y="14073"/>
                        <a:pt x="6749" y="14074"/>
                        <a:pt x="6729" y="14074"/>
                      </a:cubicBezTo>
                      <a:cubicBezTo>
                        <a:pt x="6258" y="14074"/>
                        <a:pt x="5809" y="13991"/>
                        <a:pt x="5380" y="13905"/>
                      </a:cubicBezTo>
                      <a:cubicBezTo>
                        <a:pt x="4939" y="13789"/>
                        <a:pt x="4520" y="13658"/>
                        <a:pt x="4138" y="13485"/>
                      </a:cubicBezTo>
                      <a:cubicBezTo>
                        <a:pt x="3369" y="13150"/>
                        <a:pt x="2729" y="12734"/>
                        <a:pt x="2203" y="12328"/>
                      </a:cubicBezTo>
                      <a:cubicBezTo>
                        <a:pt x="1752" y="11981"/>
                        <a:pt x="1330" y="11597"/>
                        <a:pt x="941" y="11180"/>
                      </a:cubicBezTo>
                      <a:cubicBezTo>
                        <a:pt x="779" y="11012"/>
                        <a:pt x="642" y="10856"/>
                        <a:pt x="527" y="10717"/>
                      </a:cubicBezTo>
                      <a:cubicBezTo>
                        <a:pt x="408" y="10580"/>
                        <a:pt x="312" y="10463"/>
                        <a:pt x="237" y="10364"/>
                      </a:cubicBezTo>
                      <a:cubicBezTo>
                        <a:pt x="165" y="10272"/>
                        <a:pt x="107" y="10200"/>
                        <a:pt x="64" y="10144"/>
                      </a:cubicBezTo>
                      <a:cubicBezTo>
                        <a:pt x="26" y="10096"/>
                        <a:pt x="4" y="10072"/>
                        <a:pt x="1" y="10072"/>
                      </a:cubicBezTo>
                      <a:cubicBezTo>
                        <a:pt x="1" y="10072"/>
                        <a:pt x="1" y="10072"/>
                        <a:pt x="1" y="10072"/>
                      </a:cubicBezTo>
                      <a:cubicBezTo>
                        <a:pt x="1" y="10072"/>
                        <a:pt x="271" y="10518"/>
                        <a:pt x="899" y="11219"/>
                      </a:cubicBezTo>
                      <a:cubicBezTo>
                        <a:pt x="1282" y="11645"/>
                        <a:pt x="1702" y="12039"/>
                        <a:pt x="2153" y="12393"/>
                      </a:cubicBezTo>
                      <a:cubicBezTo>
                        <a:pt x="2678" y="12808"/>
                        <a:pt x="3321" y="13236"/>
                        <a:pt x="4097" y="13581"/>
                      </a:cubicBezTo>
                      <a:cubicBezTo>
                        <a:pt x="4482" y="13759"/>
                        <a:pt x="4906" y="13895"/>
                        <a:pt x="5355" y="14017"/>
                      </a:cubicBezTo>
                      <a:cubicBezTo>
                        <a:pt x="5798" y="14109"/>
                        <a:pt x="6264" y="14198"/>
                        <a:pt x="6754" y="14198"/>
                      </a:cubicBezTo>
                      <a:cubicBezTo>
                        <a:pt x="6766" y="14198"/>
                        <a:pt x="6778" y="14198"/>
                        <a:pt x="6790" y="14198"/>
                      </a:cubicBezTo>
                      <a:cubicBezTo>
                        <a:pt x="6842" y="14199"/>
                        <a:pt x="6895" y="14200"/>
                        <a:pt x="6949" y="14200"/>
                      </a:cubicBezTo>
                      <a:cubicBezTo>
                        <a:pt x="7907" y="14200"/>
                        <a:pt x="8920" y="13936"/>
                        <a:pt x="9877" y="13460"/>
                      </a:cubicBezTo>
                      <a:cubicBezTo>
                        <a:pt x="10889" y="12957"/>
                        <a:pt x="11837" y="12222"/>
                        <a:pt x="12694" y="11346"/>
                      </a:cubicBezTo>
                      <a:cubicBezTo>
                        <a:pt x="13557" y="10471"/>
                        <a:pt x="14337" y="9465"/>
                        <a:pt x="15128" y="8436"/>
                      </a:cubicBezTo>
                      <a:lnTo>
                        <a:pt x="15159" y="8395"/>
                      </a:lnTo>
                      <a:lnTo>
                        <a:pt x="15133" y="8352"/>
                      </a:lnTo>
                      <a:cubicBezTo>
                        <a:pt x="15012" y="8144"/>
                        <a:pt x="14883" y="7921"/>
                        <a:pt x="14752" y="7695"/>
                      </a:cubicBezTo>
                      <a:lnTo>
                        <a:pt x="12569" y="3936"/>
                      </a:lnTo>
                      <a:lnTo>
                        <a:pt x="12539" y="3885"/>
                      </a:lnTo>
                      <a:lnTo>
                        <a:pt x="12482" y="3903"/>
                      </a:lnTo>
                      <a:lnTo>
                        <a:pt x="12001" y="4062"/>
                      </a:lnTo>
                      <a:lnTo>
                        <a:pt x="11995" y="4064"/>
                      </a:lnTo>
                      <a:lnTo>
                        <a:pt x="11989" y="4066"/>
                      </a:lnTo>
                      <a:lnTo>
                        <a:pt x="9301" y="5482"/>
                      </a:lnTo>
                      <a:lnTo>
                        <a:pt x="8038" y="6147"/>
                      </a:lnTo>
                      <a:lnTo>
                        <a:pt x="7429" y="6467"/>
                      </a:lnTo>
                      <a:cubicBezTo>
                        <a:pt x="7232" y="6571"/>
                        <a:pt x="7033" y="6670"/>
                        <a:pt x="6828" y="6688"/>
                      </a:cubicBezTo>
                      <a:cubicBezTo>
                        <a:pt x="6810" y="6690"/>
                        <a:pt x="6792" y="6691"/>
                        <a:pt x="6774" y="6691"/>
                      </a:cubicBezTo>
                      <a:cubicBezTo>
                        <a:pt x="6591" y="6691"/>
                        <a:pt x="6423" y="6602"/>
                        <a:pt x="6291" y="6473"/>
                      </a:cubicBezTo>
                      <a:cubicBezTo>
                        <a:pt x="6143" y="6331"/>
                        <a:pt x="6026" y="6156"/>
                        <a:pt x="5901" y="5991"/>
                      </a:cubicBezTo>
                      <a:lnTo>
                        <a:pt x="5186" y="5025"/>
                      </a:lnTo>
                      <a:lnTo>
                        <a:pt x="3913" y="3310"/>
                      </a:lnTo>
                      <a:cubicBezTo>
                        <a:pt x="3140" y="2275"/>
                        <a:pt x="2523" y="1447"/>
                        <a:pt x="2092" y="870"/>
                      </a:cubicBezTo>
                      <a:lnTo>
                        <a:pt x="1599" y="220"/>
                      </a:lnTo>
                      <a:lnTo>
                        <a:pt x="1469" y="54"/>
                      </a:lnTo>
                      <a:cubicBezTo>
                        <a:pt x="1440" y="18"/>
                        <a:pt x="1424" y="0"/>
                        <a:pt x="1421" y="0"/>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115" name="Google Shape;1570;p34"/>
                <p:cNvSpPr/>
                <p:nvPr/>
              </p:nvSpPr>
              <p:spPr>
                <a:xfrm>
                  <a:off x="10030400" y="4762800"/>
                  <a:ext cx="3800" cy="122300"/>
                </a:xfrm>
                <a:custGeom>
                  <a:avLst/>
                  <a:gdLst/>
                  <a:ahLst/>
                  <a:cxnLst/>
                  <a:rect l="l" t="t" r="r" b="b"/>
                  <a:pathLst>
                    <a:path w="152" h="4892" extrusionOk="0">
                      <a:moveTo>
                        <a:pt x="76" y="1"/>
                      </a:moveTo>
                      <a:cubicBezTo>
                        <a:pt x="34" y="1"/>
                        <a:pt x="1" y="1096"/>
                        <a:pt x="1" y="2446"/>
                      </a:cubicBezTo>
                      <a:cubicBezTo>
                        <a:pt x="1" y="3797"/>
                        <a:pt x="34" y="4892"/>
                        <a:pt x="76" y="4892"/>
                      </a:cubicBezTo>
                      <a:cubicBezTo>
                        <a:pt x="118" y="4892"/>
                        <a:pt x="152" y="3798"/>
                        <a:pt x="152" y="2446"/>
                      </a:cubicBezTo>
                      <a:cubicBezTo>
                        <a:pt x="152" y="1096"/>
                        <a:pt x="118" y="1"/>
                        <a:pt x="76" y="1"/>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116" name="Google Shape;1571;p34"/>
                <p:cNvSpPr/>
                <p:nvPr/>
              </p:nvSpPr>
              <p:spPr>
                <a:xfrm>
                  <a:off x="9941000" y="4289750"/>
                  <a:ext cx="108050" cy="195650"/>
                </a:xfrm>
                <a:custGeom>
                  <a:avLst/>
                  <a:gdLst/>
                  <a:ahLst/>
                  <a:cxnLst/>
                  <a:rect l="l" t="t" r="r" b="b"/>
                  <a:pathLst>
                    <a:path w="4322" h="7826" extrusionOk="0">
                      <a:moveTo>
                        <a:pt x="1409" y="0"/>
                      </a:moveTo>
                      <a:lnTo>
                        <a:pt x="1" y="274"/>
                      </a:lnTo>
                      <a:lnTo>
                        <a:pt x="684" y="7793"/>
                      </a:lnTo>
                      <a:cubicBezTo>
                        <a:pt x="781" y="7815"/>
                        <a:pt x="880" y="7826"/>
                        <a:pt x="979" y="7826"/>
                      </a:cubicBezTo>
                      <a:cubicBezTo>
                        <a:pt x="1731" y="7826"/>
                        <a:pt x="2468" y="7210"/>
                        <a:pt x="2538" y="6449"/>
                      </a:cubicBezTo>
                      <a:cubicBezTo>
                        <a:pt x="3006" y="6004"/>
                        <a:pt x="3285" y="5396"/>
                        <a:pt x="3318" y="4751"/>
                      </a:cubicBezTo>
                      <a:cubicBezTo>
                        <a:pt x="3820" y="4739"/>
                        <a:pt x="4274" y="4295"/>
                        <a:pt x="4298" y="3792"/>
                      </a:cubicBezTo>
                      <a:cubicBezTo>
                        <a:pt x="4322" y="3290"/>
                        <a:pt x="3912" y="2804"/>
                        <a:pt x="3412" y="2743"/>
                      </a:cubicBezTo>
                      <a:cubicBezTo>
                        <a:pt x="3597" y="2383"/>
                        <a:pt x="3552" y="1919"/>
                        <a:pt x="3305" y="1600"/>
                      </a:cubicBezTo>
                      <a:cubicBezTo>
                        <a:pt x="3103" y="1341"/>
                        <a:pt x="2774" y="1187"/>
                        <a:pt x="2446" y="1187"/>
                      </a:cubicBezTo>
                      <a:cubicBezTo>
                        <a:pt x="2372" y="1187"/>
                        <a:pt x="2297" y="1195"/>
                        <a:pt x="2224" y="1212"/>
                      </a:cubicBezTo>
                      <a:cubicBezTo>
                        <a:pt x="2315" y="682"/>
                        <a:pt x="1934" y="115"/>
                        <a:pt x="1409"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17" name="Google Shape;1572;p34"/>
                <p:cNvSpPr/>
                <p:nvPr/>
              </p:nvSpPr>
              <p:spPr>
                <a:xfrm>
                  <a:off x="9638750" y="4222050"/>
                  <a:ext cx="240625" cy="289100"/>
                </a:xfrm>
                <a:custGeom>
                  <a:avLst/>
                  <a:gdLst/>
                  <a:ahLst/>
                  <a:cxnLst/>
                  <a:rect l="l" t="t" r="r" b="b"/>
                  <a:pathLst>
                    <a:path w="9625" h="11564" extrusionOk="0">
                      <a:moveTo>
                        <a:pt x="8248" y="0"/>
                      </a:moveTo>
                      <a:cubicBezTo>
                        <a:pt x="8185" y="0"/>
                        <a:pt x="8123" y="4"/>
                        <a:pt x="8060" y="11"/>
                      </a:cubicBezTo>
                      <a:cubicBezTo>
                        <a:pt x="7483" y="73"/>
                        <a:pt x="6944" y="433"/>
                        <a:pt x="6665" y="942"/>
                      </a:cubicBezTo>
                      <a:cubicBezTo>
                        <a:pt x="6349" y="715"/>
                        <a:pt x="5960" y="598"/>
                        <a:pt x="5572" y="598"/>
                      </a:cubicBezTo>
                      <a:cubicBezTo>
                        <a:pt x="5283" y="598"/>
                        <a:pt x="4994" y="663"/>
                        <a:pt x="4737" y="795"/>
                      </a:cubicBezTo>
                      <a:cubicBezTo>
                        <a:pt x="4132" y="1102"/>
                        <a:pt x="3726" y="1764"/>
                        <a:pt x="3725" y="2442"/>
                      </a:cubicBezTo>
                      <a:cubicBezTo>
                        <a:pt x="3543" y="2390"/>
                        <a:pt x="3355" y="2365"/>
                        <a:pt x="3166" y="2365"/>
                      </a:cubicBezTo>
                      <a:cubicBezTo>
                        <a:pt x="2572" y="2365"/>
                        <a:pt x="1975" y="2614"/>
                        <a:pt x="1575" y="3057"/>
                      </a:cubicBezTo>
                      <a:cubicBezTo>
                        <a:pt x="1048" y="3640"/>
                        <a:pt x="890" y="4528"/>
                        <a:pt x="1181" y="5259"/>
                      </a:cubicBezTo>
                      <a:cubicBezTo>
                        <a:pt x="475" y="5479"/>
                        <a:pt x="0" y="6272"/>
                        <a:pt x="141" y="6998"/>
                      </a:cubicBezTo>
                      <a:cubicBezTo>
                        <a:pt x="274" y="7689"/>
                        <a:pt x="947" y="8230"/>
                        <a:pt x="1648" y="8230"/>
                      </a:cubicBezTo>
                      <a:cubicBezTo>
                        <a:pt x="1683" y="8230"/>
                        <a:pt x="1719" y="8228"/>
                        <a:pt x="1755" y="8225"/>
                      </a:cubicBezTo>
                      <a:cubicBezTo>
                        <a:pt x="2037" y="8757"/>
                        <a:pt x="2330" y="9303"/>
                        <a:pt x="2792" y="9689"/>
                      </a:cubicBezTo>
                      <a:cubicBezTo>
                        <a:pt x="3105" y="9950"/>
                        <a:pt x="3516" y="10122"/>
                        <a:pt x="3916" y="10122"/>
                      </a:cubicBezTo>
                      <a:cubicBezTo>
                        <a:pt x="4107" y="10122"/>
                        <a:pt x="4296" y="10082"/>
                        <a:pt x="4470" y="9995"/>
                      </a:cubicBezTo>
                      <a:cubicBezTo>
                        <a:pt x="4508" y="10526"/>
                        <a:pt x="4815" y="11034"/>
                        <a:pt x="5270" y="11314"/>
                      </a:cubicBezTo>
                      <a:cubicBezTo>
                        <a:pt x="5537" y="11479"/>
                        <a:pt x="5851" y="11564"/>
                        <a:pt x="6166" y="11564"/>
                      </a:cubicBezTo>
                      <a:cubicBezTo>
                        <a:pt x="6385" y="11564"/>
                        <a:pt x="6605" y="11522"/>
                        <a:pt x="6808" y="11438"/>
                      </a:cubicBezTo>
                      <a:lnTo>
                        <a:pt x="9624" y="620"/>
                      </a:lnTo>
                      <a:cubicBezTo>
                        <a:pt x="9282" y="230"/>
                        <a:pt x="8765" y="0"/>
                        <a:pt x="8248"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18" name="Google Shape;1573;p34"/>
                <p:cNvSpPr/>
                <p:nvPr/>
              </p:nvSpPr>
              <p:spPr>
                <a:xfrm>
                  <a:off x="9789875" y="4409600"/>
                  <a:ext cx="148900" cy="285325"/>
                </a:xfrm>
                <a:custGeom>
                  <a:avLst/>
                  <a:gdLst/>
                  <a:ahLst/>
                  <a:cxnLst/>
                  <a:rect l="l" t="t" r="r" b="b"/>
                  <a:pathLst>
                    <a:path w="5956" h="11413" extrusionOk="0">
                      <a:moveTo>
                        <a:pt x="1" y="0"/>
                      </a:moveTo>
                      <a:lnTo>
                        <a:pt x="1" y="8444"/>
                      </a:lnTo>
                      <a:cubicBezTo>
                        <a:pt x="1" y="8444"/>
                        <a:pt x="271" y="11412"/>
                        <a:pt x="2921" y="11412"/>
                      </a:cubicBezTo>
                      <a:cubicBezTo>
                        <a:pt x="5834" y="11412"/>
                        <a:pt x="5956" y="8253"/>
                        <a:pt x="5956" y="8253"/>
                      </a:cubicBezTo>
                      <a:lnTo>
                        <a:pt x="5956" y="3951"/>
                      </a:lnTo>
                      <a:lnTo>
                        <a:pt x="1" y="0"/>
                      </a:ln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119" name="Google Shape;1574;p34"/>
                <p:cNvSpPr/>
                <p:nvPr/>
              </p:nvSpPr>
              <p:spPr>
                <a:xfrm>
                  <a:off x="9804275" y="4442000"/>
                  <a:ext cx="134500" cy="130450"/>
                </a:xfrm>
                <a:custGeom>
                  <a:avLst/>
                  <a:gdLst/>
                  <a:ahLst/>
                  <a:cxnLst/>
                  <a:rect l="l" t="t" r="r" b="b"/>
                  <a:pathLst>
                    <a:path w="5380" h="5218" extrusionOk="0">
                      <a:moveTo>
                        <a:pt x="0" y="0"/>
                      </a:moveTo>
                      <a:lnTo>
                        <a:pt x="0" y="0"/>
                      </a:lnTo>
                      <a:cubicBezTo>
                        <a:pt x="140" y="4531"/>
                        <a:pt x="2699" y="5218"/>
                        <a:pt x="4236" y="5218"/>
                      </a:cubicBezTo>
                      <a:cubicBezTo>
                        <a:pt x="4904" y="5218"/>
                        <a:pt x="5380" y="5088"/>
                        <a:pt x="5380" y="5088"/>
                      </a:cubicBezTo>
                      <a:lnTo>
                        <a:pt x="5380" y="2941"/>
                      </a:lnTo>
                      <a:lnTo>
                        <a:pt x="0" y="0"/>
                      </a:lnTo>
                      <a:close/>
                    </a:path>
                  </a:pathLst>
                </a:custGeom>
                <a:solidFill>
                  <a:srgbClr val="6D5346"/>
                </a:solidFill>
                <a:ln>
                  <a:noFill/>
                </a:ln>
              </p:spPr>
              <p:txBody>
                <a:bodyPr spcFirstLastPara="1" wrap="square" lIns="121900" tIns="121900" rIns="121900" bIns="121900" anchor="ctr" anchorCtr="0">
                  <a:noAutofit/>
                </a:bodyPr>
                <a:lstStyle/>
                <a:p>
                  <a:endParaRPr sz="2400"/>
                </a:p>
              </p:txBody>
            </p:sp>
            <p:sp>
              <p:nvSpPr>
                <p:cNvPr id="120" name="Google Shape;1575;p34"/>
                <p:cNvSpPr/>
                <p:nvPr/>
              </p:nvSpPr>
              <p:spPr>
                <a:xfrm>
                  <a:off x="9750325" y="4355175"/>
                  <a:ext cx="50425" cy="63050"/>
                </a:xfrm>
                <a:custGeom>
                  <a:avLst/>
                  <a:gdLst/>
                  <a:ahLst/>
                  <a:cxnLst/>
                  <a:rect l="l" t="t" r="r" b="b"/>
                  <a:pathLst>
                    <a:path w="2017" h="2522" extrusionOk="0">
                      <a:moveTo>
                        <a:pt x="995" y="0"/>
                      </a:moveTo>
                      <a:cubicBezTo>
                        <a:pt x="814" y="0"/>
                        <a:pt x="633" y="43"/>
                        <a:pt x="487" y="148"/>
                      </a:cubicBezTo>
                      <a:cubicBezTo>
                        <a:pt x="312" y="273"/>
                        <a:pt x="206" y="474"/>
                        <a:pt x="147" y="682"/>
                      </a:cubicBezTo>
                      <a:cubicBezTo>
                        <a:pt x="0" y="1196"/>
                        <a:pt x="141" y="1792"/>
                        <a:pt x="529" y="2161"/>
                      </a:cubicBezTo>
                      <a:cubicBezTo>
                        <a:pt x="774" y="2394"/>
                        <a:pt x="1114" y="2522"/>
                        <a:pt x="1450" y="2522"/>
                      </a:cubicBezTo>
                      <a:cubicBezTo>
                        <a:pt x="1647" y="2522"/>
                        <a:pt x="1842" y="2478"/>
                        <a:pt x="2016" y="2386"/>
                      </a:cubicBezTo>
                      <a:lnTo>
                        <a:pt x="1814" y="216"/>
                      </a:lnTo>
                      <a:cubicBezTo>
                        <a:pt x="1598" y="130"/>
                        <a:pt x="1381" y="42"/>
                        <a:pt x="1151" y="11"/>
                      </a:cubicBezTo>
                      <a:cubicBezTo>
                        <a:pt x="1100" y="4"/>
                        <a:pt x="1047" y="0"/>
                        <a:pt x="995" y="0"/>
                      </a:cubicBez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121" name="Google Shape;1576;p34"/>
                <p:cNvSpPr/>
                <p:nvPr/>
              </p:nvSpPr>
              <p:spPr>
                <a:xfrm>
                  <a:off x="9760950" y="4363900"/>
                  <a:ext cx="26075" cy="40675"/>
                </a:xfrm>
                <a:custGeom>
                  <a:avLst/>
                  <a:gdLst/>
                  <a:ahLst/>
                  <a:cxnLst/>
                  <a:rect l="l" t="t" r="r" b="b"/>
                  <a:pathLst>
                    <a:path w="1043" h="1627" extrusionOk="0">
                      <a:moveTo>
                        <a:pt x="449" y="1"/>
                      </a:moveTo>
                      <a:cubicBezTo>
                        <a:pt x="415" y="1"/>
                        <a:pt x="385" y="44"/>
                        <a:pt x="416" y="76"/>
                      </a:cubicBezTo>
                      <a:lnTo>
                        <a:pt x="417" y="76"/>
                      </a:lnTo>
                      <a:cubicBezTo>
                        <a:pt x="540" y="202"/>
                        <a:pt x="657" y="334"/>
                        <a:pt x="761" y="476"/>
                      </a:cubicBezTo>
                      <a:lnTo>
                        <a:pt x="761" y="476"/>
                      </a:lnTo>
                      <a:cubicBezTo>
                        <a:pt x="719" y="463"/>
                        <a:pt x="676" y="457"/>
                        <a:pt x="632" y="457"/>
                      </a:cubicBezTo>
                      <a:cubicBezTo>
                        <a:pt x="433" y="457"/>
                        <a:pt x="227" y="583"/>
                        <a:pt x="147" y="796"/>
                      </a:cubicBezTo>
                      <a:cubicBezTo>
                        <a:pt x="0" y="1185"/>
                        <a:pt x="332" y="1627"/>
                        <a:pt x="728" y="1627"/>
                      </a:cubicBezTo>
                      <a:cubicBezTo>
                        <a:pt x="769" y="1627"/>
                        <a:pt x="811" y="1622"/>
                        <a:pt x="854" y="1612"/>
                      </a:cubicBezTo>
                      <a:cubicBezTo>
                        <a:pt x="918" y="1597"/>
                        <a:pt x="905" y="1515"/>
                        <a:pt x="854" y="1494"/>
                      </a:cubicBezTo>
                      <a:cubicBezTo>
                        <a:pt x="635" y="1406"/>
                        <a:pt x="403" y="1346"/>
                        <a:pt x="344" y="1082"/>
                      </a:cubicBezTo>
                      <a:cubicBezTo>
                        <a:pt x="287" y="826"/>
                        <a:pt x="465" y="624"/>
                        <a:pt x="671" y="624"/>
                      </a:cubicBezTo>
                      <a:cubicBezTo>
                        <a:pt x="762" y="624"/>
                        <a:pt x="859" y="663"/>
                        <a:pt x="944" y="753"/>
                      </a:cubicBezTo>
                      <a:cubicBezTo>
                        <a:pt x="953" y="763"/>
                        <a:pt x="964" y="768"/>
                        <a:pt x="976" y="768"/>
                      </a:cubicBezTo>
                      <a:cubicBezTo>
                        <a:pt x="1010" y="768"/>
                        <a:pt x="1043" y="730"/>
                        <a:pt x="1020" y="695"/>
                      </a:cubicBezTo>
                      <a:cubicBezTo>
                        <a:pt x="1005" y="666"/>
                        <a:pt x="989" y="641"/>
                        <a:pt x="971" y="618"/>
                      </a:cubicBezTo>
                      <a:lnTo>
                        <a:pt x="971" y="618"/>
                      </a:lnTo>
                      <a:cubicBezTo>
                        <a:pt x="825" y="399"/>
                        <a:pt x="672" y="200"/>
                        <a:pt x="479" y="14"/>
                      </a:cubicBezTo>
                      <a:cubicBezTo>
                        <a:pt x="470" y="5"/>
                        <a:pt x="459" y="1"/>
                        <a:pt x="449" y="1"/>
                      </a:cubicBezTo>
                      <a:close/>
                    </a:path>
                  </a:pathLst>
                </a:custGeom>
                <a:solidFill>
                  <a:schemeClr val="tx1"/>
                </a:solidFill>
                <a:ln>
                  <a:noFill/>
                </a:ln>
              </p:spPr>
              <p:txBody>
                <a:bodyPr spcFirstLastPara="1" wrap="square" lIns="121900" tIns="121900" rIns="121900" bIns="121900" anchor="ctr" anchorCtr="0">
                  <a:noAutofit/>
                </a:bodyPr>
                <a:lstStyle/>
                <a:p>
                  <a:endParaRPr sz="2400"/>
                </a:p>
              </p:txBody>
            </p:sp>
            <p:sp>
              <p:nvSpPr>
                <p:cNvPr id="122" name="Google Shape;1577;p34"/>
                <p:cNvSpPr/>
                <p:nvPr/>
              </p:nvSpPr>
              <p:spPr>
                <a:xfrm>
                  <a:off x="9766200" y="4238950"/>
                  <a:ext cx="244400" cy="284175"/>
                </a:xfrm>
                <a:custGeom>
                  <a:avLst/>
                  <a:gdLst/>
                  <a:ahLst/>
                  <a:cxnLst/>
                  <a:rect l="l" t="t" r="r" b="b"/>
                  <a:pathLst>
                    <a:path w="9776" h="11367" extrusionOk="0">
                      <a:moveTo>
                        <a:pt x="4377" y="1"/>
                      </a:moveTo>
                      <a:cubicBezTo>
                        <a:pt x="4161" y="1"/>
                        <a:pt x="4033" y="20"/>
                        <a:pt x="4033" y="20"/>
                      </a:cubicBezTo>
                      <a:cubicBezTo>
                        <a:pt x="1" y="269"/>
                        <a:pt x="611" y="3356"/>
                        <a:pt x="1367" y="7437"/>
                      </a:cubicBezTo>
                      <a:cubicBezTo>
                        <a:pt x="1868" y="10151"/>
                        <a:pt x="3387" y="11366"/>
                        <a:pt x="5917" y="11366"/>
                      </a:cubicBezTo>
                      <a:cubicBezTo>
                        <a:pt x="5931" y="11366"/>
                        <a:pt x="5945" y="11366"/>
                        <a:pt x="5959" y="11366"/>
                      </a:cubicBezTo>
                      <a:cubicBezTo>
                        <a:pt x="8113" y="11354"/>
                        <a:pt x="9776" y="9967"/>
                        <a:pt x="8813" y="4601"/>
                      </a:cubicBezTo>
                      <a:cubicBezTo>
                        <a:pt x="8056" y="385"/>
                        <a:pt x="5342" y="1"/>
                        <a:pt x="4377" y="1"/>
                      </a:cubicBez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123" name="Google Shape;1578;p34"/>
                <p:cNvSpPr/>
                <p:nvPr/>
              </p:nvSpPr>
              <p:spPr>
                <a:xfrm>
                  <a:off x="9897651" y="4323825"/>
                  <a:ext cx="22300" cy="98601"/>
                </a:xfrm>
                <a:custGeom>
                  <a:avLst/>
                  <a:gdLst/>
                  <a:ahLst/>
                  <a:cxnLst/>
                  <a:rect l="l" t="t" r="r" b="b"/>
                  <a:pathLst>
                    <a:path w="892" h="3944" extrusionOk="0">
                      <a:moveTo>
                        <a:pt x="589" y="1"/>
                      </a:moveTo>
                      <a:cubicBezTo>
                        <a:pt x="568" y="1"/>
                        <a:pt x="547" y="15"/>
                        <a:pt x="547" y="43"/>
                      </a:cubicBezTo>
                      <a:cubicBezTo>
                        <a:pt x="540" y="657"/>
                        <a:pt x="564" y="1270"/>
                        <a:pt x="577" y="1883"/>
                      </a:cubicBezTo>
                      <a:cubicBezTo>
                        <a:pt x="584" y="2202"/>
                        <a:pt x="791" y="3753"/>
                        <a:pt x="226" y="3753"/>
                      </a:cubicBezTo>
                      <a:cubicBezTo>
                        <a:pt x="203" y="3753"/>
                        <a:pt x="180" y="3751"/>
                        <a:pt x="155" y="3746"/>
                      </a:cubicBezTo>
                      <a:cubicBezTo>
                        <a:pt x="148" y="3744"/>
                        <a:pt x="141" y="3744"/>
                        <a:pt x="134" y="3744"/>
                      </a:cubicBezTo>
                      <a:cubicBezTo>
                        <a:pt x="37" y="3744"/>
                        <a:pt x="1" y="3892"/>
                        <a:pt x="108" y="3920"/>
                      </a:cubicBezTo>
                      <a:cubicBezTo>
                        <a:pt x="169" y="3936"/>
                        <a:pt x="224" y="3943"/>
                        <a:pt x="275" y="3943"/>
                      </a:cubicBezTo>
                      <a:cubicBezTo>
                        <a:pt x="584" y="3943"/>
                        <a:pt x="718" y="3670"/>
                        <a:pt x="760" y="3338"/>
                      </a:cubicBezTo>
                      <a:cubicBezTo>
                        <a:pt x="892" y="2303"/>
                        <a:pt x="744" y="1078"/>
                        <a:pt x="635" y="43"/>
                      </a:cubicBezTo>
                      <a:cubicBezTo>
                        <a:pt x="632" y="15"/>
                        <a:pt x="610" y="1"/>
                        <a:pt x="589" y="1"/>
                      </a:cubicBezTo>
                      <a:close/>
                    </a:path>
                  </a:pathLst>
                </a:custGeom>
                <a:solidFill>
                  <a:schemeClr val="tx1"/>
                </a:solidFill>
                <a:ln>
                  <a:noFill/>
                </a:ln>
              </p:spPr>
              <p:txBody>
                <a:bodyPr spcFirstLastPara="1" wrap="square" lIns="121900" tIns="121900" rIns="121900" bIns="121900" anchor="ctr" anchorCtr="0">
                  <a:noAutofit/>
                </a:bodyPr>
                <a:lstStyle/>
                <a:p>
                  <a:endParaRPr sz="2400"/>
                </a:p>
              </p:txBody>
            </p:sp>
            <p:sp>
              <p:nvSpPr>
                <p:cNvPr id="124" name="Google Shape;1579;p34"/>
                <p:cNvSpPr/>
                <p:nvPr/>
              </p:nvSpPr>
              <p:spPr>
                <a:xfrm>
                  <a:off x="9870325" y="4363175"/>
                  <a:ext cx="17225" cy="17275"/>
                </a:xfrm>
                <a:custGeom>
                  <a:avLst/>
                  <a:gdLst/>
                  <a:ahLst/>
                  <a:cxnLst/>
                  <a:rect l="l" t="t" r="r" b="b"/>
                  <a:pathLst>
                    <a:path w="689" h="691" extrusionOk="0">
                      <a:moveTo>
                        <a:pt x="344" y="1"/>
                      </a:moveTo>
                      <a:cubicBezTo>
                        <a:pt x="155" y="1"/>
                        <a:pt x="0" y="155"/>
                        <a:pt x="0" y="346"/>
                      </a:cubicBezTo>
                      <a:cubicBezTo>
                        <a:pt x="0" y="536"/>
                        <a:pt x="155" y="690"/>
                        <a:pt x="344" y="690"/>
                      </a:cubicBezTo>
                      <a:cubicBezTo>
                        <a:pt x="534" y="690"/>
                        <a:pt x="689" y="536"/>
                        <a:pt x="689" y="346"/>
                      </a:cubicBezTo>
                      <a:cubicBezTo>
                        <a:pt x="689" y="155"/>
                        <a:pt x="534" y="1"/>
                        <a:pt x="344" y="1"/>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125" name="Google Shape;1580;p34"/>
                <p:cNvSpPr/>
                <p:nvPr/>
              </p:nvSpPr>
              <p:spPr>
                <a:xfrm>
                  <a:off x="9935675" y="4363175"/>
                  <a:ext cx="17275" cy="17275"/>
                </a:xfrm>
                <a:custGeom>
                  <a:avLst/>
                  <a:gdLst/>
                  <a:ahLst/>
                  <a:cxnLst/>
                  <a:rect l="l" t="t" r="r" b="b"/>
                  <a:pathLst>
                    <a:path w="691" h="691" extrusionOk="0">
                      <a:moveTo>
                        <a:pt x="346" y="1"/>
                      </a:moveTo>
                      <a:cubicBezTo>
                        <a:pt x="155" y="1"/>
                        <a:pt x="0" y="155"/>
                        <a:pt x="0" y="346"/>
                      </a:cubicBezTo>
                      <a:cubicBezTo>
                        <a:pt x="0" y="536"/>
                        <a:pt x="155" y="690"/>
                        <a:pt x="346" y="690"/>
                      </a:cubicBezTo>
                      <a:cubicBezTo>
                        <a:pt x="536" y="690"/>
                        <a:pt x="690" y="536"/>
                        <a:pt x="690" y="346"/>
                      </a:cubicBezTo>
                      <a:cubicBezTo>
                        <a:pt x="690" y="155"/>
                        <a:pt x="536" y="1"/>
                        <a:pt x="346" y="1"/>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126" name="Google Shape;1581;p34"/>
                <p:cNvSpPr/>
                <p:nvPr/>
              </p:nvSpPr>
              <p:spPr>
                <a:xfrm>
                  <a:off x="9923375" y="4329700"/>
                  <a:ext cx="39950" cy="13025"/>
                </a:xfrm>
                <a:custGeom>
                  <a:avLst/>
                  <a:gdLst/>
                  <a:ahLst/>
                  <a:cxnLst/>
                  <a:rect l="l" t="t" r="r" b="b"/>
                  <a:pathLst>
                    <a:path w="1598" h="521" extrusionOk="0">
                      <a:moveTo>
                        <a:pt x="774" y="1"/>
                      </a:moveTo>
                      <a:cubicBezTo>
                        <a:pt x="506" y="1"/>
                        <a:pt x="240" y="75"/>
                        <a:pt x="93" y="208"/>
                      </a:cubicBezTo>
                      <a:cubicBezTo>
                        <a:pt x="1" y="293"/>
                        <a:pt x="83" y="430"/>
                        <a:pt x="191" y="430"/>
                      </a:cubicBezTo>
                      <a:cubicBezTo>
                        <a:pt x="201" y="430"/>
                        <a:pt x="211" y="429"/>
                        <a:pt x="220" y="427"/>
                      </a:cubicBezTo>
                      <a:cubicBezTo>
                        <a:pt x="417" y="380"/>
                        <a:pt x="577" y="310"/>
                        <a:pt x="774" y="310"/>
                      </a:cubicBezTo>
                      <a:cubicBezTo>
                        <a:pt x="806" y="310"/>
                        <a:pt x="840" y="311"/>
                        <a:pt x="874" y="316"/>
                      </a:cubicBezTo>
                      <a:cubicBezTo>
                        <a:pt x="1091" y="341"/>
                        <a:pt x="1259" y="477"/>
                        <a:pt x="1465" y="518"/>
                      </a:cubicBezTo>
                      <a:cubicBezTo>
                        <a:pt x="1473" y="519"/>
                        <a:pt x="1480" y="520"/>
                        <a:pt x="1488" y="520"/>
                      </a:cubicBezTo>
                      <a:cubicBezTo>
                        <a:pt x="1557" y="520"/>
                        <a:pt x="1598" y="450"/>
                        <a:pt x="1569" y="382"/>
                      </a:cubicBezTo>
                      <a:cubicBezTo>
                        <a:pt x="1456" y="119"/>
                        <a:pt x="1113" y="1"/>
                        <a:pt x="774"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27" name="Google Shape;1582;p34"/>
                <p:cNvSpPr/>
                <p:nvPr/>
              </p:nvSpPr>
              <p:spPr>
                <a:xfrm>
                  <a:off x="9849600" y="4327050"/>
                  <a:ext cx="39950" cy="12975"/>
                </a:xfrm>
                <a:custGeom>
                  <a:avLst/>
                  <a:gdLst/>
                  <a:ahLst/>
                  <a:cxnLst/>
                  <a:rect l="l" t="t" r="r" b="b"/>
                  <a:pathLst>
                    <a:path w="1598" h="519" extrusionOk="0">
                      <a:moveTo>
                        <a:pt x="773" y="0"/>
                      </a:moveTo>
                      <a:cubicBezTo>
                        <a:pt x="505" y="0"/>
                        <a:pt x="240" y="74"/>
                        <a:pt x="93" y="207"/>
                      </a:cubicBezTo>
                      <a:cubicBezTo>
                        <a:pt x="0" y="291"/>
                        <a:pt x="83" y="429"/>
                        <a:pt x="190" y="429"/>
                      </a:cubicBezTo>
                      <a:cubicBezTo>
                        <a:pt x="200" y="429"/>
                        <a:pt x="210" y="427"/>
                        <a:pt x="219" y="425"/>
                      </a:cubicBezTo>
                      <a:cubicBezTo>
                        <a:pt x="418" y="378"/>
                        <a:pt x="578" y="308"/>
                        <a:pt x="775" y="308"/>
                      </a:cubicBezTo>
                      <a:cubicBezTo>
                        <a:pt x="807" y="308"/>
                        <a:pt x="840" y="310"/>
                        <a:pt x="874" y="314"/>
                      </a:cubicBezTo>
                      <a:cubicBezTo>
                        <a:pt x="1091" y="341"/>
                        <a:pt x="1259" y="476"/>
                        <a:pt x="1466" y="516"/>
                      </a:cubicBezTo>
                      <a:cubicBezTo>
                        <a:pt x="1473" y="518"/>
                        <a:pt x="1481" y="518"/>
                        <a:pt x="1488" y="518"/>
                      </a:cubicBezTo>
                      <a:cubicBezTo>
                        <a:pt x="1558" y="518"/>
                        <a:pt x="1598" y="449"/>
                        <a:pt x="1569" y="382"/>
                      </a:cubicBezTo>
                      <a:cubicBezTo>
                        <a:pt x="1455" y="118"/>
                        <a:pt x="1112" y="0"/>
                        <a:pt x="773"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28" name="Google Shape;1583;p34"/>
                <p:cNvSpPr/>
                <p:nvPr/>
              </p:nvSpPr>
              <p:spPr>
                <a:xfrm>
                  <a:off x="9884875" y="4427800"/>
                  <a:ext cx="31825" cy="16250"/>
                </a:xfrm>
                <a:custGeom>
                  <a:avLst/>
                  <a:gdLst/>
                  <a:ahLst/>
                  <a:cxnLst/>
                  <a:rect l="l" t="t" r="r" b="b"/>
                  <a:pathLst>
                    <a:path w="1273" h="650" extrusionOk="0">
                      <a:moveTo>
                        <a:pt x="75" y="1"/>
                      </a:moveTo>
                      <a:cubicBezTo>
                        <a:pt x="41" y="1"/>
                        <a:pt x="7" y="26"/>
                        <a:pt x="7" y="66"/>
                      </a:cubicBezTo>
                      <a:cubicBezTo>
                        <a:pt x="1" y="426"/>
                        <a:pt x="373" y="650"/>
                        <a:pt x="720" y="650"/>
                      </a:cubicBezTo>
                      <a:cubicBezTo>
                        <a:pt x="947" y="650"/>
                        <a:pt x="1164" y="554"/>
                        <a:pt x="1257" y="336"/>
                      </a:cubicBezTo>
                      <a:cubicBezTo>
                        <a:pt x="1272" y="301"/>
                        <a:pt x="1248" y="254"/>
                        <a:pt x="1213" y="254"/>
                      </a:cubicBezTo>
                      <a:cubicBezTo>
                        <a:pt x="1204" y="254"/>
                        <a:pt x="1195" y="257"/>
                        <a:pt x="1185" y="263"/>
                      </a:cubicBezTo>
                      <a:cubicBezTo>
                        <a:pt x="1025" y="371"/>
                        <a:pt x="876" y="482"/>
                        <a:pt x="688" y="482"/>
                      </a:cubicBezTo>
                      <a:cubicBezTo>
                        <a:pt x="646" y="482"/>
                        <a:pt x="603" y="477"/>
                        <a:pt x="558" y="465"/>
                      </a:cubicBezTo>
                      <a:cubicBezTo>
                        <a:pt x="319" y="404"/>
                        <a:pt x="247" y="222"/>
                        <a:pt x="132" y="33"/>
                      </a:cubicBezTo>
                      <a:cubicBezTo>
                        <a:pt x="118" y="11"/>
                        <a:pt x="97" y="1"/>
                        <a:pt x="75" y="1"/>
                      </a:cubicBezTo>
                      <a:close/>
                    </a:path>
                  </a:pathLst>
                </a:custGeom>
                <a:solidFill>
                  <a:srgbClr val="DB7F6A"/>
                </a:solidFill>
                <a:ln>
                  <a:noFill/>
                </a:ln>
              </p:spPr>
              <p:txBody>
                <a:bodyPr spcFirstLastPara="1" wrap="square" lIns="121900" tIns="121900" rIns="121900" bIns="121900" anchor="ctr" anchorCtr="0">
                  <a:noAutofit/>
                </a:bodyPr>
                <a:lstStyle/>
                <a:p>
                  <a:endParaRPr sz="2400"/>
                </a:p>
              </p:txBody>
            </p:sp>
            <p:sp>
              <p:nvSpPr>
                <p:cNvPr id="129" name="Google Shape;1584;p34"/>
                <p:cNvSpPr/>
                <p:nvPr/>
              </p:nvSpPr>
              <p:spPr>
                <a:xfrm>
                  <a:off x="9828975" y="4490975"/>
                  <a:ext cx="112800" cy="36900"/>
                </a:xfrm>
                <a:custGeom>
                  <a:avLst/>
                  <a:gdLst/>
                  <a:ahLst/>
                  <a:cxnLst/>
                  <a:rect l="l" t="t" r="r" b="b"/>
                  <a:pathLst>
                    <a:path w="4512" h="1476" extrusionOk="0">
                      <a:moveTo>
                        <a:pt x="68" y="1"/>
                      </a:moveTo>
                      <a:cubicBezTo>
                        <a:pt x="32" y="1"/>
                        <a:pt x="1" y="47"/>
                        <a:pt x="33" y="82"/>
                      </a:cubicBezTo>
                      <a:cubicBezTo>
                        <a:pt x="785" y="937"/>
                        <a:pt x="1980" y="1475"/>
                        <a:pt x="3148" y="1475"/>
                      </a:cubicBezTo>
                      <a:cubicBezTo>
                        <a:pt x="3610" y="1475"/>
                        <a:pt x="4068" y="1391"/>
                        <a:pt x="4492" y="1209"/>
                      </a:cubicBezTo>
                      <a:cubicBezTo>
                        <a:pt x="4512" y="1200"/>
                        <a:pt x="4498" y="1174"/>
                        <a:pt x="4480" y="1174"/>
                      </a:cubicBezTo>
                      <a:cubicBezTo>
                        <a:pt x="4479" y="1174"/>
                        <a:pt x="4478" y="1174"/>
                        <a:pt x="4477" y="1174"/>
                      </a:cubicBezTo>
                      <a:cubicBezTo>
                        <a:pt x="4048" y="1247"/>
                        <a:pt x="3645" y="1286"/>
                        <a:pt x="3262" y="1286"/>
                      </a:cubicBezTo>
                      <a:cubicBezTo>
                        <a:pt x="2093" y="1286"/>
                        <a:pt x="1106" y="920"/>
                        <a:pt x="99" y="14"/>
                      </a:cubicBezTo>
                      <a:cubicBezTo>
                        <a:pt x="89" y="5"/>
                        <a:pt x="78" y="1"/>
                        <a:pt x="68" y="1"/>
                      </a:cubicBezTo>
                      <a:close/>
                    </a:path>
                  </a:pathLst>
                </a:custGeom>
                <a:solidFill>
                  <a:schemeClr val="tx1"/>
                </a:solidFill>
                <a:ln>
                  <a:noFill/>
                </a:ln>
              </p:spPr>
              <p:txBody>
                <a:bodyPr spcFirstLastPara="1" wrap="square" lIns="121900" tIns="121900" rIns="121900" bIns="121900" anchor="ctr" anchorCtr="0">
                  <a:noAutofit/>
                </a:bodyPr>
                <a:lstStyle/>
                <a:p>
                  <a:endParaRPr sz="2400"/>
                </a:p>
              </p:txBody>
            </p:sp>
            <p:sp>
              <p:nvSpPr>
                <p:cNvPr id="130" name="Google Shape;1585;p34"/>
                <p:cNvSpPr/>
                <p:nvPr/>
              </p:nvSpPr>
              <p:spPr>
                <a:xfrm>
                  <a:off x="9774650" y="4222050"/>
                  <a:ext cx="210150" cy="101900"/>
                </a:xfrm>
                <a:custGeom>
                  <a:avLst/>
                  <a:gdLst/>
                  <a:ahLst/>
                  <a:cxnLst/>
                  <a:rect l="l" t="t" r="r" b="b"/>
                  <a:pathLst>
                    <a:path w="8406" h="4076" extrusionOk="0">
                      <a:moveTo>
                        <a:pt x="6267" y="1"/>
                      </a:moveTo>
                      <a:cubicBezTo>
                        <a:pt x="5908" y="1"/>
                        <a:pt x="5545" y="174"/>
                        <a:pt x="5350" y="478"/>
                      </a:cubicBezTo>
                      <a:cubicBezTo>
                        <a:pt x="5088" y="227"/>
                        <a:pt x="4731" y="107"/>
                        <a:pt x="4370" y="107"/>
                      </a:cubicBezTo>
                      <a:cubicBezTo>
                        <a:pt x="3893" y="107"/>
                        <a:pt x="3412" y="318"/>
                        <a:pt x="3144" y="716"/>
                      </a:cubicBezTo>
                      <a:cubicBezTo>
                        <a:pt x="2990" y="636"/>
                        <a:pt x="2829" y="603"/>
                        <a:pt x="2666" y="603"/>
                      </a:cubicBezTo>
                      <a:cubicBezTo>
                        <a:pt x="2152" y="603"/>
                        <a:pt x="1612" y="938"/>
                        <a:pt x="1151" y="1236"/>
                      </a:cubicBezTo>
                      <a:cubicBezTo>
                        <a:pt x="879" y="1411"/>
                        <a:pt x="597" y="1579"/>
                        <a:pt x="377" y="1815"/>
                      </a:cubicBezTo>
                      <a:cubicBezTo>
                        <a:pt x="156" y="2052"/>
                        <a:pt x="0" y="2373"/>
                        <a:pt x="45" y="2693"/>
                      </a:cubicBezTo>
                      <a:cubicBezTo>
                        <a:pt x="86" y="2998"/>
                        <a:pt x="351" y="3278"/>
                        <a:pt x="654" y="3278"/>
                      </a:cubicBezTo>
                      <a:cubicBezTo>
                        <a:pt x="669" y="3278"/>
                        <a:pt x="685" y="3277"/>
                        <a:pt x="701" y="3276"/>
                      </a:cubicBezTo>
                      <a:lnTo>
                        <a:pt x="850" y="2712"/>
                      </a:lnTo>
                      <a:lnTo>
                        <a:pt x="850" y="2712"/>
                      </a:lnTo>
                      <a:cubicBezTo>
                        <a:pt x="754" y="3299"/>
                        <a:pt x="1180" y="3924"/>
                        <a:pt x="1762" y="4051"/>
                      </a:cubicBezTo>
                      <a:cubicBezTo>
                        <a:pt x="1836" y="4067"/>
                        <a:pt x="1912" y="4075"/>
                        <a:pt x="1988" y="4075"/>
                      </a:cubicBezTo>
                      <a:cubicBezTo>
                        <a:pt x="2501" y="4075"/>
                        <a:pt x="3010" y="3714"/>
                        <a:pt x="3149" y="3215"/>
                      </a:cubicBezTo>
                      <a:cubicBezTo>
                        <a:pt x="3238" y="3668"/>
                        <a:pt x="3681" y="4021"/>
                        <a:pt x="4140" y="4021"/>
                      </a:cubicBezTo>
                      <a:cubicBezTo>
                        <a:pt x="4165" y="4021"/>
                        <a:pt x="4190" y="4020"/>
                        <a:pt x="4215" y="4018"/>
                      </a:cubicBezTo>
                      <a:cubicBezTo>
                        <a:pt x="4700" y="3976"/>
                        <a:pt x="5118" y="3533"/>
                        <a:pt x="5131" y="3047"/>
                      </a:cubicBezTo>
                      <a:cubicBezTo>
                        <a:pt x="5186" y="3456"/>
                        <a:pt x="5577" y="3789"/>
                        <a:pt x="5989" y="3789"/>
                      </a:cubicBezTo>
                      <a:cubicBezTo>
                        <a:pt x="6010" y="3789"/>
                        <a:pt x="6032" y="3788"/>
                        <a:pt x="6054" y="3787"/>
                      </a:cubicBezTo>
                      <a:cubicBezTo>
                        <a:pt x="6487" y="3749"/>
                        <a:pt x="6852" y="3333"/>
                        <a:pt x="6836" y="2899"/>
                      </a:cubicBezTo>
                      <a:lnTo>
                        <a:pt x="6836" y="2899"/>
                      </a:lnTo>
                      <a:cubicBezTo>
                        <a:pt x="6995" y="3079"/>
                        <a:pt x="7236" y="3173"/>
                        <a:pt x="7476" y="3173"/>
                      </a:cubicBezTo>
                      <a:cubicBezTo>
                        <a:pt x="7642" y="3173"/>
                        <a:pt x="7807" y="3128"/>
                        <a:pt x="7944" y="3035"/>
                      </a:cubicBezTo>
                      <a:cubicBezTo>
                        <a:pt x="8279" y="2806"/>
                        <a:pt x="8406" y="2316"/>
                        <a:pt x="8223" y="1953"/>
                      </a:cubicBezTo>
                      <a:cubicBezTo>
                        <a:pt x="8079" y="1670"/>
                        <a:pt x="7761" y="1493"/>
                        <a:pt x="7447" y="1493"/>
                      </a:cubicBezTo>
                      <a:cubicBezTo>
                        <a:pt x="7359" y="1493"/>
                        <a:pt x="7271" y="1507"/>
                        <a:pt x="7187" y="1537"/>
                      </a:cubicBezTo>
                      <a:cubicBezTo>
                        <a:pt x="7433" y="1058"/>
                        <a:pt x="7240" y="400"/>
                        <a:pt x="6772" y="132"/>
                      </a:cubicBezTo>
                      <a:cubicBezTo>
                        <a:pt x="6619" y="43"/>
                        <a:pt x="6443" y="1"/>
                        <a:pt x="6267"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31" name="Google Shape;1586;p34"/>
                <p:cNvSpPr/>
                <p:nvPr/>
              </p:nvSpPr>
              <p:spPr>
                <a:xfrm>
                  <a:off x="9760550" y="4280800"/>
                  <a:ext cx="51750" cy="80800"/>
                </a:xfrm>
                <a:custGeom>
                  <a:avLst/>
                  <a:gdLst/>
                  <a:ahLst/>
                  <a:cxnLst/>
                  <a:rect l="l" t="t" r="r" b="b"/>
                  <a:pathLst>
                    <a:path w="2070" h="3232" extrusionOk="0">
                      <a:moveTo>
                        <a:pt x="1381" y="0"/>
                      </a:moveTo>
                      <a:cubicBezTo>
                        <a:pt x="1164" y="0"/>
                        <a:pt x="942" y="122"/>
                        <a:pt x="779" y="276"/>
                      </a:cubicBezTo>
                      <a:cubicBezTo>
                        <a:pt x="0" y="1008"/>
                        <a:pt x="106" y="2273"/>
                        <a:pt x="993" y="2868"/>
                      </a:cubicBezTo>
                      <a:lnTo>
                        <a:pt x="1199" y="2958"/>
                      </a:lnTo>
                      <a:cubicBezTo>
                        <a:pt x="1127" y="3086"/>
                        <a:pt x="1279" y="3232"/>
                        <a:pt x="1425" y="3232"/>
                      </a:cubicBezTo>
                      <a:cubicBezTo>
                        <a:pt x="1447" y="3232"/>
                        <a:pt x="1469" y="3229"/>
                        <a:pt x="1490" y="3221"/>
                      </a:cubicBezTo>
                      <a:cubicBezTo>
                        <a:pt x="1650" y="3167"/>
                        <a:pt x="1736" y="2996"/>
                        <a:pt x="1794" y="2836"/>
                      </a:cubicBezTo>
                      <a:cubicBezTo>
                        <a:pt x="2018" y="2214"/>
                        <a:pt x="2069" y="1538"/>
                        <a:pt x="2011" y="878"/>
                      </a:cubicBezTo>
                      <a:cubicBezTo>
                        <a:pt x="1984" y="553"/>
                        <a:pt x="1891" y="176"/>
                        <a:pt x="1593" y="44"/>
                      </a:cubicBezTo>
                      <a:cubicBezTo>
                        <a:pt x="1524" y="14"/>
                        <a:pt x="1453" y="0"/>
                        <a:pt x="1381"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grpSp>
          <p:grpSp>
            <p:nvGrpSpPr>
              <p:cNvPr id="86" name="Gruppieren 85"/>
              <p:cNvGrpSpPr/>
              <p:nvPr/>
            </p:nvGrpSpPr>
            <p:grpSpPr>
              <a:xfrm rot="1430325" flipH="1">
                <a:off x="1389934" y="3820273"/>
                <a:ext cx="130573" cy="185069"/>
                <a:chOff x="7705289" y="3699003"/>
                <a:chExt cx="130573" cy="185069"/>
              </a:xfrm>
            </p:grpSpPr>
            <p:sp>
              <p:nvSpPr>
                <p:cNvPr id="87" name="Google Shape;1250;p34"/>
                <p:cNvSpPr/>
                <p:nvPr/>
              </p:nvSpPr>
              <p:spPr>
                <a:xfrm>
                  <a:off x="7705289" y="3699003"/>
                  <a:ext cx="130573" cy="185069"/>
                </a:xfrm>
                <a:custGeom>
                  <a:avLst/>
                  <a:gdLst/>
                  <a:ahLst/>
                  <a:cxnLst/>
                  <a:rect l="l" t="t" r="r" b="b"/>
                  <a:pathLst>
                    <a:path w="7654" h="9439" extrusionOk="0">
                      <a:moveTo>
                        <a:pt x="2613" y="1"/>
                      </a:moveTo>
                      <a:cubicBezTo>
                        <a:pt x="2214" y="1"/>
                        <a:pt x="2379" y="728"/>
                        <a:pt x="2379" y="728"/>
                      </a:cubicBezTo>
                      <a:cubicBezTo>
                        <a:pt x="2379" y="728"/>
                        <a:pt x="1898" y="461"/>
                        <a:pt x="1518" y="461"/>
                      </a:cubicBezTo>
                      <a:cubicBezTo>
                        <a:pt x="1271" y="461"/>
                        <a:pt x="1067" y="574"/>
                        <a:pt x="1067" y="946"/>
                      </a:cubicBezTo>
                      <a:cubicBezTo>
                        <a:pt x="1067" y="946"/>
                        <a:pt x="82" y="955"/>
                        <a:pt x="399" y="2128"/>
                      </a:cubicBezTo>
                      <a:cubicBezTo>
                        <a:pt x="431" y="2248"/>
                        <a:pt x="425" y="2316"/>
                        <a:pt x="397" y="2351"/>
                      </a:cubicBezTo>
                      <a:cubicBezTo>
                        <a:pt x="185" y="2629"/>
                        <a:pt x="1" y="2930"/>
                        <a:pt x="54" y="3275"/>
                      </a:cubicBezTo>
                      <a:cubicBezTo>
                        <a:pt x="172" y="4025"/>
                        <a:pt x="498" y="4947"/>
                        <a:pt x="589" y="5174"/>
                      </a:cubicBezTo>
                      <a:cubicBezTo>
                        <a:pt x="1253" y="6829"/>
                        <a:pt x="1583" y="6992"/>
                        <a:pt x="2047" y="7993"/>
                      </a:cubicBezTo>
                      <a:cubicBezTo>
                        <a:pt x="2107" y="8122"/>
                        <a:pt x="2801" y="9439"/>
                        <a:pt x="2801" y="9439"/>
                      </a:cubicBezTo>
                      <a:lnTo>
                        <a:pt x="7653" y="6495"/>
                      </a:lnTo>
                      <a:cubicBezTo>
                        <a:pt x="7653" y="6495"/>
                        <a:pt x="6837" y="4969"/>
                        <a:pt x="7051" y="4285"/>
                      </a:cubicBezTo>
                      <a:cubicBezTo>
                        <a:pt x="7276" y="3567"/>
                        <a:pt x="7607" y="2935"/>
                        <a:pt x="7607" y="2935"/>
                      </a:cubicBezTo>
                      <a:cubicBezTo>
                        <a:pt x="7607" y="2935"/>
                        <a:pt x="7444" y="2866"/>
                        <a:pt x="7211" y="2866"/>
                      </a:cubicBezTo>
                      <a:cubicBezTo>
                        <a:pt x="6894" y="2866"/>
                        <a:pt x="6447" y="2994"/>
                        <a:pt x="6096" y="3596"/>
                      </a:cubicBezTo>
                      <a:cubicBezTo>
                        <a:pt x="6096" y="3596"/>
                        <a:pt x="3992" y="780"/>
                        <a:pt x="3055" y="176"/>
                      </a:cubicBezTo>
                      <a:cubicBezTo>
                        <a:pt x="2860" y="51"/>
                        <a:pt x="2717" y="1"/>
                        <a:pt x="2613" y="1"/>
                      </a:cubicBez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88" name="Google Shape;1251;p34"/>
                <p:cNvSpPr/>
                <p:nvPr/>
              </p:nvSpPr>
              <p:spPr>
                <a:xfrm>
                  <a:off x="7744850" y="3712375"/>
                  <a:ext cx="26630" cy="52743"/>
                </a:xfrm>
                <a:custGeom>
                  <a:avLst/>
                  <a:gdLst/>
                  <a:ahLst/>
                  <a:cxnLst/>
                  <a:rect l="l" t="t" r="r" b="b"/>
                  <a:pathLst>
                    <a:path w="1561" h="2690" extrusionOk="0">
                      <a:moveTo>
                        <a:pt x="59" y="1"/>
                      </a:moveTo>
                      <a:cubicBezTo>
                        <a:pt x="29" y="1"/>
                        <a:pt x="0" y="23"/>
                        <a:pt x="14" y="58"/>
                      </a:cubicBezTo>
                      <a:cubicBezTo>
                        <a:pt x="355" y="959"/>
                        <a:pt x="940" y="1797"/>
                        <a:pt x="1387" y="2649"/>
                      </a:cubicBezTo>
                      <a:cubicBezTo>
                        <a:pt x="1403" y="2678"/>
                        <a:pt x="1427" y="2690"/>
                        <a:pt x="1451" y="2690"/>
                      </a:cubicBezTo>
                      <a:cubicBezTo>
                        <a:pt x="1505" y="2690"/>
                        <a:pt x="1560" y="2631"/>
                        <a:pt x="1527" y="2568"/>
                      </a:cubicBezTo>
                      <a:cubicBezTo>
                        <a:pt x="1092" y="1718"/>
                        <a:pt x="662" y="794"/>
                        <a:pt x="101" y="21"/>
                      </a:cubicBezTo>
                      <a:cubicBezTo>
                        <a:pt x="91" y="7"/>
                        <a:pt x="75" y="1"/>
                        <a:pt x="59" y="1"/>
                      </a:cubicBezTo>
                      <a:close/>
                    </a:path>
                  </a:pathLst>
                </a:custGeom>
                <a:solidFill>
                  <a:schemeClr val="tx1"/>
                </a:solidFill>
                <a:ln>
                  <a:noFill/>
                </a:ln>
              </p:spPr>
              <p:txBody>
                <a:bodyPr spcFirstLastPara="1" wrap="square" lIns="121900" tIns="121900" rIns="121900" bIns="121900" anchor="ctr" anchorCtr="0">
                  <a:noAutofit/>
                </a:bodyPr>
                <a:lstStyle/>
                <a:p>
                  <a:endParaRPr sz="2400"/>
                </a:p>
              </p:txBody>
            </p:sp>
            <p:sp>
              <p:nvSpPr>
                <p:cNvPr id="89" name="Google Shape;1256;p34"/>
                <p:cNvSpPr/>
                <p:nvPr/>
              </p:nvSpPr>
              <p:spPr>
                <a:xfrm>
                  <a:off x="7722758" y="3717316"/>
                  <a:ext cx="30280" cy="62781"/>
                </a:xfrm>
                <a:custGeom>
                  <a:avLst/>
                  <a:gdLst/>
                  <a:ahLst/>
                  <a:cxnLst/>
                  <a:rect l="l" t="t" r="r" b="b"/>
                  <a:pathLst>
                    <a:path w="1775" h="3202" extrusionOk="0">
                      <a:moveTo>
                        <a:pt x="44" y="1"/>
                      </a:moveTo>
                      <a:cubicBezTo>
                        <a:pt x="44" y="1"/>
                        <a:pt x="43" y="1"/>
                        <a:pt x="43" y="1"/>
                      </a:cubicBezTo>
                      <a:cubicBezTo>
                        <a:pt x="1" y="21"/>
                        <a:pt x="309" y="774"/>
                        <a:pt x="780" y="1659"/>
                      </a:cubicBezTo>
                      <a:cubicBezTo>
                        <a:pt x="1238" y="2530"/>
                        <a:pt x="1680" y="3201"/>
                        <a:pt x="1732" y="3201"/>
                      </a:cubicBezTo>
                      <a:cubicBezTo>
                        <a:pt x="1733" y="3201"/>
                        <a:pt x="1733" y="3201"/>
                        <a:pt x="1734" y="3201"/>
                      </a:cubicBezTo>
                      <a:cubicBezTo>
                        <a:pt x="1774" y="3178"/>
                        <a:pt x="1392" y="2465"/>
                        <a:pt x="927" y="1582"/>
                      </a:cubicBezTo>
                      <a:cubicBezTo>
                        <a:pt x="465" y="711"/>
                        <a:pt x="93" y="1"/>
                        <a:pt x="44" y="1"/>
                      </a:cubicBezTo>
                      <a:close/>
                    </a:path>
                  </a:pathLst>
                </a:custGeom>
                <a:solidFill>
                  <a:schemeClr val="tx1"/>
                </a:solidFill>
                <a:ln>
                  <a:noFill/>
                </a:ln>
              </p:spPr>
              <p:txBody>
                <a:bodyPr spcFirstLastPara="1" wrap="square" lIns="121900" tIns="121900" rIns="121900" bIns="121900" anchor="ctr" anchorCtr="0">
                  <a:noAutofit/>
                </a:bodyPr>
                <a:lstStyle/>
                <a:p>
                  <a:endParaRPr sz="2400"/>
                </a:p>
              </p:txBody>
            </p:sp>
          </p:grpSp>
        </p:grpSp>
        <p:sp>
          <p:nvSpPr>
            <p:cNvPr id="83" name="Ovale Legende 82"/>
            <p:cNvSpPr/>
            <p:nvPr/>
          </p:nvSpPr>
          <p:spPr>
            <a:xfrm>
              <a:off x="524210" y="1504201"/>
              <a:ext cx="1058739" cy="749881"/>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DE" sz="4800" dirty="0">
                  <a:latin typeface="Poppins" panose="020B0604020202020204" charset="0"/>
                  <a:cs typeface="Poppins" panose="020B0604020202020204" charset="0"/>
                </a:rPr>
                <a:t>?</a:t>
              </a:r>
              <a:endParaRPr lang="en-GB" sz="4800" dirty="0">
                <a:latin typeface="Poppins" panose="020B0604020202020204" charset="0"/>
                <a:cs typeface="Poppins" panose="020B0604020202020204" charset="0"/>
              </a:endParaRPr>
            </a:p>
          </p:txBody>
        </p:sp>
      </p:grpSp>
    </p:spTree>
    <p:extLst>
      <p:ext uri="{BB962C8B-B14F-4D97-AF65-F5344CB8AC3E}">
        <p14:creationId xmlns:p14="http://schemas.microsoft.com/office/powerpoint/2010/main" val="3026010516"/>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86" name="Google Shape;686;p29"/>
          <p:cNvSpPr/>
          <p:nvPr/>
        </p:nvSpPr>
        <p:spPr>
          <a:xfrm>
            <a:off x="11569834" y="1032933"/>
            <a:ext cx="235981" cy="5410667"/>
          </a:xfrm>
          <a:prstGeom prst="rect">
            <a:avLst/>
          </a:prstGeom>
          <a:solidFill>
            <a:schemeClr val="bg1">
              <a:lumMod val="75000"/>
            </a:schemeClr>
          </a:solidFill>
          <a:ln>
            <a:noFill/>
          </a:ln>
        </p:spPr>
        <p:txBody>
          <a:bodyPr spcFirstLastPara="1" wrap="square" lIns="121900" tIns="121900" rIns="121900" bIns="121900" anchor="ctr" anchorCtr="0">
            <a:noAutofit/>
          </a:bodyPr>
          <a:lstStyle/>
          <a:p>
            <a:endParaRPr sz="2400"/>
          </a:p>
        </p:txBody>
      </p:sp>
      <p:sp>
        <p:nvSpPr>
          <p:cNvPr id="2" name="Textfeld 1"/>
          <p:cNvSpPr txBox="1"/>
          <p:nvPr/>
        </p:nvSpPr>
        <p:spPr>
          <a:xfrm>
            <a:off x="1075659" y="1236676"/>
            <a:ext cx="5047320" cy="2308324"/>
          </a:xfrm>
          <a:prstGeom prst="rect">
            <a:avLst/>
          </a:prstGeom>
          <a:noFill/>
        </p:spPr>
        <p:txBody>
          <a:bodyPr wrap="square" rtlCol="0">
            <a:spAutoFit/>
          </a:bodyPr>
          <a:lstStyle/>
          <a:p>
            <a:endParaRPr lang="fr-FR" sz="2400" dirty="0">
              <a:latin typeface="Josefin Sans" panose="020B0604020202020204" charset="0"/>
              <a:cs typeface="Poppins Light" panose="020B0604020202020204" charset="0"/>
            </a:endParaRPr>
          </a:p>
          <a:p>
            <a:r>
              <a:rPr lang="fr-FR" sz="2400" dirty="0">
                <a:latin typeface="Josefin Sans" panose="020B0604020202020204" charset="0"/>
                <a:cs typeface="Poppins Light" panose="020B0604020202020204" charset="0"/>
              </a:rPr>
              <a:t>Review the "</a:t>
            </a:r>
            <a:r>
              <a:rPr lang="fr-FR" sz="2400" b="1" dirty="0">
                <a:latin typeface="Josefin Sans" panose="020B0604020202020204" charset="0"/>
                <a:cs typeface="Poppins Light" panose="020B0604020202020204" charset="0"/>
              </a:rPr>
              <a:t>Acquiring Finances</a:t>
            </a:r>
            <a:r>
              <a:rPr lang="fr-FR" sz="2400" dirty="0">
                <a:latin typeface="Josefin Sans" panose="020B0604020202020204" charset="0"/>
                <a:cs typeface="Poppins Light" panose="020B0604020202020204" charset="0"/>
              </a:rPr>
              <a:t>" self-assessment questionnaire. </a:t>
            </a:r>
          </a:p>
          <a:p>
            <a:endParaRPr lang="fr-FR" sz="2400" dirty="0">
              <a:latin typeface="Josefin Sans" panose="020B0604020202020204" charset="0"/>
              <a:cs typeface="Poppins Light" panose="020B0604020202020204" charset="0"/>
            </a:endParaRPr>
          </a:p>
          <a:p>
            <a:r>
              <a:rPr lang="fr-FR" sz="2400" dirty="0">
                <a:latin typeface="Josefin Sans" panose="020B0604020202020204" charset="0"/>
                <a:cs typeface="Poppins Light" panose="020B0604020202020204" charset="0"/>
              </a:rPr>
              <a:t>Mark the points you want to improve.</a:t>
            </a:r>
          </a:p>
        </p:txBody>
      </p:sp>
      <p:grpSp>
        <p:nvGrpSpPr>
          <p:cNvPr id="114" name="Google Shape;9266;p64"/>
          <p:cNvGrpSpPr/>
          <p:nvPr/>
        </p:nvGrpSpPr>
        <p:grpSpPr>
          <a:xfrm>
            <a:off x="10160475" y="187972"/>
            <a:ext cx="922960" cy="787195"/>
            <a:chOff x="7390435" y="3680868"/>
            <a:chExt cx="372073" cy="355243"/>
          </a:xfrm>
          <a:solidFill>
            <a:schemeClr val="tx1"/>
          </a:solidFill>
        </p:grpSpPr>
        <p:sp>
          <p:nvSpPr>
            <p:cNvPr id="115"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endParaRPr sz="2400"/>
            </a:p>
          </p:txBody>
        </p:sp>
        <p:sp>
          <p:nvSpPr>
            <p:cNvPr id="116"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endParaRPr sz="2400"/>
            </a:p>
          </p:txBody>
        </p:sp>
        <p:sp>
          <p:nvSpPr>
            <p:cNvPr id="117"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endParaRPr sz="2400"/>
            </a:p>
          </p:txBody>
        </p:sp>
        <p:sp>
          <p:nvSpPr>
            <p:cNvPr id="118"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endParaRPr sz="2400"/>
            </a:p>
          </p:txBody>
        </p:sp>
        <p:sp>
          <p:nvSpPr>
            <p:cNvPr id="119"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endParaRPr sz="2400"/>
            </a:p>
          </p:txBody>
        </p:sp>
        <p:sp>
          <p:nvSpPr>
            <p:cNvPr id="120"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21" name="Gruppieren 120"/>
          <p:cNvGrpSpPr/>
          <p:nvPr/>
        </p:nvGrpSpPr>
        <p:grpSpPr>
          <a:xfrm>
            <a:off x="130117" y="162553"/>
            <a:ext cx="972127" cy="957897"/>
            <a:chOff x="97587" y="121915"/>
            <a:chExt cx="729095" cy="718423"/>
          </a:xfrm>
        </p:grpSpPr>
        <p:grpSp>
          <p:nvGrpSpPr>
            <p:cNvPr id="122" name="Gruppieren 121"/>
            <p:cNvGrpSpPr/>
            <p:nvPr/>
          </p:nvGrpSpPr>
          <p:grpSpPr>
            <a:xfrm>
              <a:off x="97587" y="121915"/>
              <a:ext cx="729095" cy="601507"/>
              <a:chOff x="2016744" y="-182666"/>
              <a:chExt cx="5143500" cy="4481945"/>
            </a:xfrm>
          </p:grpSpPr>
          <p:pic>
            <p:nvPicPr>
              <p:cNvPr id="126" name="Grafik 125"/>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2016744" y="-182666"/>
                <a:ext cx="5143500" cy="4481945"/>
              </a:xfrm>
              <a:prstGeom prst="rect">
                <a:avLst/>
              </a:prstGeom>
            </p:spPr>
          </p:pic>
          <p:sp>
            <p:nvSpPr>
              <p:cNvPr id="127" name="Rechteck 126"/>
              <p:cNvSpPr/>
              <p:nvPr userDrawn="1"/>
            </p:nvSpPr>
            <p:spPr>
              <a:xfrm>
                <a:off x="3194960" y="296386"/>
                <a:ext cx="777978" cy="303812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
          <p:nvSpPr>
            <p:cNvPr id="123" name="Rechteck 122"/>
            <p:cNvSpPr/>
            <p:nvPr/>
          </p:nvSpPr>
          <p:spPr>
            <a:xfrm>
              <a:off x="350038" y="269215"/>
              <a:ext cx="307596"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sp>
          <p:nvSpPr>
            <p:cNvPr id="124" name="Rechteck 123"/>
            <p:cNvSpPr/>
            <p:nvPr/>
          </p:nvSpPr>
          <p:spPr>
            <a:xfrm>
              <a:off x="384628" y="314934"/>
              <a:ext cx="273005" cy="327533"/>
            </a:xfrm>
            <a:prstGeom prst="rect">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125" name="Textfeld 124"/>
            <p:cNvSpPr txBox="1"/>
            <p:nvPr/>
          </p:nvSpPr>
          <p:spPr>
            <a:xfrm>
              <a:off x="107263" y="217090"/>
              <a:ext cx="689390" cy="623248"/>
            </a:xfrm>
            <a:prstGeom prst="rect">
              <a:avLst/>
            </a:prstGeom>
            <a:noFill/>
          </p:spPr>
          <p:txBody>
            <a:bodyPr wrap="square" rtlCol="0">
              <a:spAutoFit/>
            </a:bodyPr>
            <a:lstStyle/>
            <a:p>
              <a:pPr algn="ctr"/>
              <a:r>
                <a:rPr lang="de-DE" sz="2400" dirty="0">
                  <a:latin typeface="Poppins" panose="020B0604020202020204" charset="0"/>
                  <a:cs typeface="Poppins" panose="020B0604020202020204" charset="0"/>
                </a:rPr>
                <a:t>WS 29 </a:t>
              </a:r>
              <a:endParaRPr lang="en-GB" sz="2400" dirty="0">
                <a:latin typeface="Poppins" panose="020B0604020202020204" charset="0"/>
                <a:cs typeface="Poppins" panose="020B0604020202020204" charset="0"/>
              </a:endParaRPr>
            </a:p>
          </p:txBody>
        </p:sp>
      </p:grpSp>
      <p:pic>
        <p:nvPicPr>
          <p:cNvPr id="128" name="Grafik 127"/>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1249603" y="126505"/>
            <a:ext cx="782367" cy="682999"/>
          </a:xfrm>
          <a:prstGeom prst="rect">
            <a:avLst/>
          </a:prstGeom>
        </p:spPr>
      </p:pic>
      <p:grpSp>
        <p:nvGrpSpPr>
          <p:cNvPr id="135" name="Google Shape;8797;p63"/>
          <p:cNvGrpSpPr/>
          <p:nvPr/>
        </p:nvGrpSpPr>
        <p:grpSpPr>
          <a:xfrm>
            <a:off x="288514" y="1137524"/>
            <a:ext cx="197108" cy="389321"/>
            <a:chOff x="3527539" y="4476677"/>
            <a:chExt cx="159232" cy="314510"/>
          </a:xfrm>
          <a:solidFill>
            <a:srgbClr val="000000"/>
          </a:solidFill>
        </p:grpSpPr>
        <p:sp>
          <p:nvSpPr>
            <p:cNvPr id="136"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137"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29" name="Gruppieren 128"/>
          <p:cNvGrpSpPr/>
          <p:nvPr/>
        </p:nvGrpSpPr>
        <p:grpSpPr>
          <a:xfrm>
            <a:off x="6174996" y="1380601"/>
            <a:ext cx="5121905" cy="5141321"/>
            <a:chOff x="4631246" y="1035450"/>
            <a:chExt cx="3841429" cy="3855991"/>
          </a:xfrm>
        </p:grpSpPr>
        <p:grpSp>
          <p:nvGrpSpPr>
            <p:cNvPr id="130" name="Gruppieren 129"/>
            <p:cNvGrpSpPr/>
            <p:nvPr/>
          </p:nvGrpSpPr>
          <p:grpSpPr>
            <a:xfrm>
              <a:off x="4631246" y="1525203"/>
              <a:ext cx="741890" cy="941771"/>
              <a:chOff x="4631246" y="1525203"/>
              <a:chExt cx="741890" cy="941771"/>
            </a:xfrm>
          </p:grpSpPr>
          <p:sp>
            <p:nvSpPr>
              <p:cNvPr id="291" name="Google Shape;3995;p60"/>
              <p:cNvSpPr/>
              <p:nvPr/>
            </p:nvSpPr>
            <p:spPr>
              <a:xfrm>
                <a:off x="4631246" y="1525203"/>
                <a:ext cx="741890" cy="941771"/>
              </a:xfrm>
              <a:custGeom>
                <a:avLst/>
                <a:gdLst/>
                <a:ahLst/>
                <a:cxnLst/>
                <a:rect l="l" t="t" r="r" b="b"/>
                <a:pathLst>
                  <a:path w="10478" h="13301" extrusionOk="0">
                    <a:moveTo>
                      <a:pt x="1" y="1"/>
                    </a:moveTo>
                    <a:lnTo>
                      <a:pt x="285" y="13267"/>
                    </a:lnTo>
                    <a:lnTo>
                      <a:pt x="10477" y="13301"/>
                    </a:lnTo>
                    <a:lnTo>
                      <a:pt x="10193" y="101"/>
                    </a:lnTo>
                    <a:lnTo>
                      <a:pt x="1" y="1"/>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292" name="Google Shape;3996;p60"/>
              <p:cNvSpPr/>
              <p:nvPr/>
            </p:nvSpPr>
            <p:spPr>
              <a:xfrm>
                <a:off x="4675004" y="1557207"/>
                <a:ext cx="649561" cy="860132"/>
              </a:xfrm>
              <a:custGeom>
                <a:avLst/>
                <a:gdLst/>
                <a:ahLst/>
                <a:cxnLst/>
                <a:rect l="l" t="t" r="r" b="b"/>
                <a:pathLst>
                  <a:path w="9174" h="12148" extrusionOk="0">
                    <a:moveTo>
                      <a:pt x="1" y="0"/>
                    </a:moveTo>
                    <a:lnTo>
                      <a:pt x="252" y="12030"/>
                    </a:lnTo>
                    <a:lnTo>
                      <a:pt x="9174" y="12147"/>
                    </a:lnTo>
                    <a:lnTo>
                      <a:pt x="8907" y="234"/>
                    </a:lnTo>
                    <a:lnTo>
                      <a:pt x="1"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293" name="Google Shape;3997;p60"/>
              <p:cNvSpPr/>
              <p:nvPr/>
            </p:nvSpPr>
            <p:spPr>
              <a:xfrm>
                <a:off x="4779158" y="1694427"/>
                <a:ext cx="431837" cy="595111"/>
              </a:xfrm>
              <a:custGeom>
                <a:avLst/>
                <a:gdLst/>
                <a:ahLst/>
                <a:cxnLst/>
                <a:rect l="l" t="t" r="r" b="b"/>
                <a:pathLst>
                  <a:path w="6099" h="8405" extrusionOk="0">
                    <a:moveTo>
                      <a:pt x="0" y="0"/>
                    </a:moveTo>
                    <a:lnTo>
                      <a:pt x="184" y="8405"/>
                    </a:lnTo>
                    <a:lnTo>
                      <a:pt x="6099" y="8288"/>
                    </a:lnTo>
                    <a:lnTo>
                      <a:pt x="5915" y="100"/>
                    </a:lnTo>
                    <a:lnTo>
                      <a:pt x="0" y="0"/>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294" name="Google Shape;3998;p60"/>
              <p:cNvSpPr/>
              <p:nvPr/>
            </p:nvSpPr>
            <p:spPr>
              <a:xfrm>
                <a:off x="4779158" y="1694427"/>
                <a:ext cx="424756" cy="595111"/>
              </a:xfrm>
              <a:custGeom>
                <a:avLst/>
                <a:gdLst/>
                <a:ahLst/>
                <a:cxnLst/>
                <a:rect l="l" t="t" r="r" b="b"/>
                <a:pathLst>
                  <a:path w="5999" h="8405" extrusionOk="0">
                    <a:moveTo>
                      <a:pt x="0" y="0"/>
                    </a:moveTo>
                    <a:lnTo>
                      <a:pt x="184" y="8405"/>
                    </a:lnTo>
                    <a:lnTo>
                      <a:pt x="5999" y="3960"/>
                    </a:lnTo>
                    <a:lnTo>
                      <a:pt x="0" y="0"/>
                    </a:lnTo>
                    <a:close/>
                  </a:path>
                </a:pathLst>
              </a:custGeom>
              <a:solidFill>
                <a:srgbClr val="F5F5F5"/>
              </a:solidFill>
              <a:ln>
                <a:noFill/>
              </a:ln>
            </p:spPr>
            <p:txBody>
              <a:bodyPr spcFirstLastPara="1" wrap="square" lIns="121900" tIns="121900" rIns="121900" bIns="121900" anchor="ctr" anchorCtr="0">
                <a:noAutofit/>
              </a:bodyPr>
              <a:lstStyle/>
              <a:p>
                <a:endParaRPr sz="2400"/>
              </a:p>
            </p:txBody>
          </p:sp>
        </p:grpSp>
        <p:grpSp>
          <p:nvGrpSpPr>
            <p:cNvPr id="131" name="Google Shape;3408;p59"/>
            <p:cNvGrpSpPr/>
            <p:nvPr/>
          </p:nvGrpSpPr>
          <p:grpSpPr>
            <a:xfrm rot="759368">
              <a:off x="5917168" y="2112487"/>
              <a:ext cx="2294716" cy="2635055"/>
              <a:chOff x="5882689" y="2014348"/>
              <a:chExt cx="2294716" cy="2635055"/>
            </a:xfrm>
          </p:grpSpPr>
          <p:sp>
            <p:nvSpPr>
              <p:cNvPr id="289" name="Google Shape;3409;p59"/>
              <p:cNvSpPr/>
              <p:nvPr/>
            </p:nvSpPr>
            <p:spPr>
              <a:xfrm>
                <a:off x="5882689" y="2014348"/>
                <a:ext cx="2294716" cy="2635055"/>
              </a:xfrm>
              <a:custGeom>
                <a:avLst/>
                <a:gdLst/>
                <a:ahLst/>
                <a:cxnLst/>
                <a:rect l="l" t="t" r="r" b="b"/>
                <a:pathLst>
                  <a:path w="71598" h="82217" extrusionOk="0">
                    <a:moveTo>
                      <a:pt x="16257" y="1"/>
                    </a:moveTo>
                    <a:cubicBezTo>
                      <a:pt x="14893" y="1"/>
                      <a:pt x="13664" y="957"/>
                      <a:pt x="13384" y="2343"/>
                    </a:cubicBezTo>
                    <a:cubicBezTo>
                      <a:pt x="11045" y="13922"/>
                      <a:pt x="2574" y="57447"/>
                      <a:pt x="302" y="69060"/>
                    </a:cubicBezTo>
                    <a:cubicBezTo>
                      <a:pt x="1" y="70647"/>
                      <a:pt x="1020" y="72184"/>
                      <a:pt x="2607" y="72502"/>
                    </a:cubicBezTo>
                    <a:lnTo>
                      <a:pt x="50260" y="82159"/>
                    </a:lnTo>
                    <a:cubicBezTo>
                      <a:pt x="50455" y="82198"/>
                      <a:pt x="50649" y="82216"/>
                      <a:pt x="50841" y="82216"/>
                    </a:cubicBezTo>
                    <a:cubicBezTo>
                      <a:pt x="52224" y="82216"/>
                      <a:pt x="53457" y="81246"/>
                      <a:pt x="53736" y="79837"/>
                    </a:cubicBezTo>
                    <a:lnTo>
                      <a:pt x="60252" y="46186"/>
                    </a:lnTo>
                    <a:lnTo>
                      <a:pt x="64312" y="46804"/>
                    </a:lnTo>
                    <a:cubicBezTo>
                      <a:pt x="64414" y="46821"/>
                      <a:pt x="64515" y="46829"/>
                      <a:pt x="64614" y="46829"/>
                    </a:cubicBezTo>
                    <a:cubicBezTo>
                      <a:pt x="65497" y="46829"/>
                      <a:pt x="66269" y="46186"/>
                      <a:pt x="66434" y="45300"/>
                    </a:cubicBezTo>
                    <a:lnTo>
                      <a:pt x="71413" y="18132"/>
                    </a:lnTo>
                    <a:cubicBezTo>
                      <a:pt x="71597" y="17113"/>
                      <a:pt x="70929" y="16144"/>
                      <a:pt x="69909" y="15960"/>
                    </a:cubicBezTo>
                    <a:lnTo>
                      <a:pt x="66250" y="15275"/>
                    </a:lnTo>
                    <a:lnTo>
                      <a:pt x="66735" y="12652"/>
                    </a:lnTo>
                    <a:cubicBezTo>
                      <a:pt x="67019" y="11064"/>
                      <a:pt x="65983" y="9561"/>
                      <a:pt x="64412" y="9260"/>
                    </a:cubicBezTo>
                    <a:lnTo>
                      <a:pt x="16810" y="53"/>
                    </a:lnTo>
                    <a:cubicBezTo>
                      <a:pt x="16624" y="18"/>
                      <a:pt x="16440" y="1"/>
                      <a:pt x="16257"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90" name="Google Shape;3410;p59"/>
              <p:cNvSpPr/>
              <p:nvPr/>
            </p:nvSpPr>
            <p:spPr>
              <a:xfrm>
                <a:off x="5921245" y="2125305"/>
                <a:ext cx="2060687" cy="2492817"/>
              </a:xfrm>
              <a:custGeom>
                <a:avLst/>
                <a:gdLst/>
                <a:ahLst/>
                <a:cxnLst/>
                <a:rect l="l" t="t" r="r" b="b"/>
                <a:pathLst>
                  <a:path w="64296" h="77779" extrusionOk="0">
                    <a:moveTo>
                      <a:pt x="15740" y="0"/>
                    </a:moveTo>
                    <a:lnTo>
                      <a:pt x="1" y="66583"/>
                    </a:lnTo>
                    <a:lnTo>
                      <a:pt x="48890" y="77778"/>
                    </a:lnTo>
                    <a:lnTo>
                      <a:pt x="64295" y="11679"/>
                    </a:lnTo>
                    <a:lnTo>
                      <a:pt x="15740" y="0"/>
                    </a:lnTo>
                    <a:close/>
                  </a:path>
                </a:pathLst>
              </a:custGeom>
              <a:solidFill>
                <a:srgbClr val="E0E0E0"/>
              </a:solidFill>
              <a:ln>
                <a:noFill/>
              </a:ln>
            </p:spPr>
            <p:txBody>
              <a:bodyPr spcFirstLastPara="1" wrap="square" lIns="121900" tIns="121900" rIns="121900" bIns="121900" anchor="ctr" anchorCtr="0">
                <a:noAutofit/>
              </a:bodyPr>
              <a:lstStyle/>
              <a:p>
                <a:endParaRPr sz="2400"/>
              </a:p>
            </p:txBody>
          </p:sp>
        </p:grpSp>
        <p:grpSp>
          <p:nvGrpSpPr>
            <p:cNvPr id="132" name="Gruppieren 131"/>
            <p:cNvGrpSpPr>
              <a:grpSpLocks noChangeAspect="1"/>
            </p:cNvGrpSpPr>
            <p:nvPr/>
          </p:nvGrpSpPr>
          <p:grpSpPr>
            <a:xfrm rot="1368619">
              <a:off x="6163861" y="2254850"/>
              <a:ext cx="1656259" cy="2299323"/>
              <a:chOff x="5588311" y="1412837"/>
              <a:chExt cx="2001787" cy="2779008"/>
            </a:xfrm>
          </p:grpSpPr>
          <p:sp>
            <p:nvSpPr>
              <p:cNvPr id="225" name="Google Shape;4009;p60"/>
              <p:cNvSpPr/>
              <p:nvPr/>
            </p:nvSpPr>
            <p:spPr>
              <a:xfrm>
                <a:off x="5640424" y="1449514"/>
                <a:ext cx="1949674" cy="2742331"/>
              </a:xfrm>
              <a:custGeom>
                <a:avLst/>
                <a:gdLst/>
                <a:ahLst/>
                <a:cxnLst/>
                <a:rect l="l" t="t" r="r" b="b"/>
                <a:pathLst>
                  <a:path w="27536" h="38731" extrusionOk="0">
                    <a:moveTo>
                      <a:pt x="0" y="1"/>
                    </a:moveTo>
                    <a:lnTo>
                      <a:pt x="0" y="38731"/>
                    </a:lnTo>
                    <a:lnTo>
                      <a:pt x="27536" y="38731"/>
                    </a:lnTo>
                    <a:lnTo>
                      <a:pt x="27536" y="33902"/>
                    </a:lnTo>
                    <a:lnTo>
                      <a:pt x="27536" y="1"/>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226" name="Google Shape;4010;p60"/>
              <p:cNvSpPr/>
              <p:nvPr/>
            </p:nvSpPr>
            <p:spPr>
              <a:xfrm>
                <a:off x="5626192" y="1412837"/>
                <a:ext cx="1933175" cy="2728170"/>
              </a:xfrm>
              <a:custGeom>
                <a:avLst/>
                <a:gdLst/>
                <a:ahLst/>
                <a:cxnLst/>
                <a:rect l="l" t="t" r="r" b="b"/>
                <a:pathLst>
                  <a:path w="27303" h="38531" extrusionOk="0">
                    <a:moveTo>
                      <a:pt x="1" y="1"/>
                    </a:moveTo>
                    <a:lnTo>
                      <a:pt x="1" y="38530"/>
                    </a:lnTo>
                    <a:lnTo>
                      <a:pt x="27302" y="38530"/>
                    </a:lnTo>
                    <a:lnTo>
                      <a:pt x="27302" y="33735"/>
                    </a:lnTo>
                    <a:lnTo>
                      <a:pt x="27302" y="1"/>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227" name="Google Shape;4011;p60"/>
              <p:cNvSpPr/>
              <p:nvPr/>
            </p:nvSpPr>
            <p:spPr>
              <a:xfrm>
                <a:off x="5590719" y="1419917"/>
                <a:ext cx="1949744" cy="2689155"/>
              </a:xfrm>
              <a:custGeom>
                <a:avLst/>
                <a:gdLst/>
                <a:ahLst/>
                <a:cxnLst/>
                <a:rect l="l" t="t" r="r" b="b"/>
                <a:pathLst>
                  <a:path w="27537" h="37980" extrusionOk="0">
                    <a:moveTo>
                      <a:pt x="0" y="1"/>
                    </a:moveTo>
                    <a:lnTo>
                      <a:pt x="0" y="37979"/>
                    </a:lnTo>
                    <a:lnTo>
                      <a:pt x="21722" y="37979"/>
                    </a:lnTo>
                    <a:lnTo>
                      <a:pt x="24879" y="35423"/>
                    </a:lnTo>
                    <a:lnTo>
                      <a:pt x="27536" y="33251"/>
                    </a:lnTo>
                    <a:lnTo>
                      <a:pt x="27536"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228" name="Google Shape;4012;p60"/>
              <p:cNvSpPr/>
              <p:nvPr/>
            </p:nvSpPr>
            <p:spPr>
              <a:xfrm>
                <a:off x="5588311" y="1417580"/>
                <a:ext cx="1954487" cy="2693828"/>
              </a:xfrm>
              <a:custGeom>
                <a:avLst/>
                <a:gdLst/>
                <a:ahLst/>
                <a:cxnLst/>
                <a:rect l="l" t="t" r="r" b="b"/>
                <a:pathLst>
                  <a:path w="27604" h="38046" extrusionOk="0">
                    <a:moveTo>
                      <a:pt x="25080" y="35322"/>
                    </a:moveTo>
                    <a:lnTo>
                      <a:pt x="25080" y="35322"/>
                    </a:lnTo>
                    <a:cubicBezTo>
                      <a:pt x="24963" y="35406"/>
                      <a:pt x="24897" y="35456"/>
                      <a:pt x="24897" y="35456"/>
                    </a:cubicBezTo>
                    <a:lnTo>
                      <a:pt x="24913" y="35456"/>
                    </a:lnTo>
                    <a:cubicBezTo>
                      <a:pt x="24913" y="35456"/>
                      <a:pt x="24964" y="35406"/>
                      <a:pt x="25080" y="35322"/>
                    </a:cubicBezTo>
                    <a:close/>
                    <a:moveTo>
                      <a:pt x="24897" y="35456"/>
                    </a:moveTo>
                    <a:lnTo>
                      <a:pt x="24897" y="35456"/>
                    </a:lnTo>
                    <a:cubicBezTo>
                      <a:pt x="24897" y="35456"/>
                      <a:pt x="24830" y="35506"/>
                      <a:pt x="24713" y="35623"/>
                    </a:cubicBezTo>
                    <a:cubicBezTo>
                      <a:pt x="24847" y="35506"/>
                      <a:pt x="24897" y="35456"/>
                      <a:pt x="24897" y="35456"/>
                    </a:cubicBezTo>
                    <a:close/>
                    <a:moveTo>
                      <a:pt x="1" y="0"/>
                    </a:moveTo>
                    <a:lnTo>
                      <a:pt x="1" y="34"/>
                    </a:lnTo>
                    <a:cubicBezTo>
                      <a:pt x="1" y="14320"/>
                      <a:pt x="1" y="27486"/>
                      <a:pt x="1" y="38012"/>
                    </a:cubicBezTo>
                    <a:lnTo>
                      <a:pt x="1" y="38046"/>
                    </a:lnTo>
                    <a:lnTo>
                      <a:pt x="34" y="38046"/>
                    </a:lnTo>
                    <a:lnTo>
                      <a:pt x="21756" y="38029"/>
                    </a:lnTo>
                    <a:lnTo>
                      <a:pt x="21772" y="38029"/>
                    </a:lnTo>
                    <a:lnTo>
                      <a:pt x="24128" y="36108"/>
                    </a:lnTo>
                    <a:lnTo>
                      <a:pt x="24713" y="35623"/>
                    </a:lnTo>
                    <a:lnTo>
                      <a:pt x="24713" y="35623"/>
                    </a:lnTo>
                    <a:lnTo>
                      <a:pt x="24111" y="36091"/>
                    </a:lnTo>
                    <a:lnTo>
                      <a:pt x="21756" y="38012"/>
                    </a:lnTo>
                    <a:lnTo>
                      <a:pt x="68" y="37996"/>
                    </a:lnTo>
                    <a:lnTo>
                      <a:pt x="68" y="37996"/>
                    </a:lnTo>
                    <a:cubicBezTo>
                      <a:pt x="68" y="27480"/>
                      <a:pt x="68" y="14333"/>
                      <a:pt x="68" y="67"/>
                    </a:cubicBezTo>
                    <a:lnTo>
                      <a:pt x="27553" y="67"/>
                    </a:lnTo>
                    <a:cubicBezTo>
                      <a:pt x="27553" y="15707"/>
                      <a:pt x="27570" y="27841"/>
                      <a:pt x="27570" y="33284"/>
                    </a:cubicBezTo>
                    <a:lnTo>
                      <a:pt x="25582" y="34905"/>
                    </a:lnTo>
                    <a:lnTo>
                      <a:pt x="25081" y="35322"/>
                    </a:lnTo>
                    <a:lnTo>
                      <a:pt x="25582" y="34921"/>
                    </a:lnTo>
                    <a:lnTo>
                      <a:pt x="27587" y="33301"/>
                    </a:lnTo>
                    <a:cubicBezTo>
                      <a:pt x="27587" y="27837"/>
                      <a:pt x="27604" y="15690"/>
                      <a:pt x="27604" y="34"/>
                    </a:cubicBezTo>
                    <a:lnTo>
                      <a:pt x="27604" y="0"/>
                    </a:lnTo>
                    <a:close/>
                  </a:path>
                </a:pathLst>
              </a:custGeom>
              <a:solidFill>
                <a:srgbClr val="263238"/>
              </a:solidFill>
              <a:ln>
                <a:noFill/>
              </a:ln>
            </p:spPr>
            <p:txBody>
              <a:bodyPr spcFirstLastPara="1" wrap="square" lIns="121900" tIns="121900" rIns="121900" bIns="121900" anchor="ctr" anchorCtr="0">
                <a:noAutofit/>
              </a:bodyPr>
              <a:lstStyle/>
              <a:p>
                <a:endParaRPr sz="2400"/>
              </a:p>
            </p:txBody>
          </p:sp>
          <p:grpSp>
            <p:nvGrpSpPr>
              <p:cNvPr id="229" name="Gruppieren 228"/>
              <p:cNvGrpSpPr/>
              <p:nvPr/>
            </p:nvGrpSpPr>
            <p:grpSpPr>
              <a:xfrm>
                <a:off x="5732827" y="1740028"/>
                <a:ext cx="694000" cy="209438"/>
                <a:chOff x="6262653" y="1925108"/>
                <a:chExt cx="1021072" cy="209438"/>
              </a:xfrm>
            </p:grpSpPr>
            <p:sp>
              <p:nvSpPr>
                <p:cNvPr id="285" name="Google Shape;4016;p60"/>
                <p:cNvSpPr/>
                <p:nvPr/>
              </p:nvSpPr>
              <p:spPr>
                <a:xfrm>
                  <a:off x="6262653" y="1925108"/>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86" name="Google Shape;4017;p60"/>
                <p:cNvSpPr/>
                <p:nvPr/>
              </p:nvSpPr>
              <p:spPr>
                <a:xfrm>
                  <a:off x="6262653" y="1993717"/>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87" name="Google Shape;4018;p60"/>
                <p:cNvSpPr/>
                <p:nvPr/>
              </p:nvSpPr>
              <p:spPr>
                <a:xfrm>
                  <a:off x="6262653" y="2062328"/>
                  <a:ext cx="1021072" cy="4814"/>
                </a:xfrm>
                <a:custGeom>
                  <a:avLst/>
                  <a:gdLst/>
                  <a:ahLst/>
                  <a:cxnLst/>
                  <a:rect l="l" t="t" r="r" b="b"/>
                  <a:pathLst>
                    <a:path w="14421" h="68" extrusionOk="0">
                      <a:moveTo>
                        <a:pt x="7219" y="1"/>
                      </a:moveTo>
                      <a:cubicBezTo>
                        <a:pt x="3226" y="1"/>
                        <a:pt x="1" y="1"/>
                        <a:pt x="1" y="34"/>
                      </a:cubicBezTo>
                      <a:cubicBezTo>
                        <a:pt x="1" y="51"/>
                        <a:pt x="3226" y="67"/>
                        <a:pt x="7219" y="67"/>
                      </a:cubicBezTo>
                      <a:cubicBezTo>
                        <a:pt x="11196" y="67"/>
                        <a:pt x="14420" y="51"/>
                        <a:pt x="14420" y="34"/>
                      </a:cubicBezTo>
                      <a:cubicBezTo>
                        <a:pt x="14420" y="1"/>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88" name="Google Shape;4019;p60"/>
                <p:cNvSpPr/>
                <p:nvPr/>
              </p:nvSpPr>
              <p:spPr>
                <a:xfrm>
                  <a:off x="6262653" y="2129732"/>
                  <a:ext cx="1021072" cy="4814"/>
                </a:xfrm>
                <a:custGeom>
                  <a:avLst/>
                  <a:gdLst/>
                  <a:ahLst/>
                  <a:cxnLst/>
                  <a:rect l="l" t="t" r="r" b="b"/>
                  <a:pathLst>
                    <a:path w="14421" h="68" extrusionOk="0">
                      <a:moveTo>
                        <a:pt x="7219" y="1"/>
                      </a:moveTo>
                      <a:cubicBezTo>
                        <a:pt x="3226" y="1"/>
                        <a:pt x="1" y="18"/>
                        <a:pt x="1" y="34"/>
                      </a:cubicBezTo>
                      <a:cubicBezTo>
                        <a:pt x="1" y="51"/>
                        <a:pt x="3226" y="68"/>
                        <a:pt x="7219" y="68"/>
                      </a:cubicBezTo>
                      <a:cubicBezTo>
                        <a:pt x="11196" y="68"/>
                        <a:pt x="14420" y="51"/>
                        <a:pt x="14420" y="34"/>
                      </a:cubicBezTo>
                      <a:cubicBezTo>
                        <a:pt x="14420" y="18"/>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grpSp>
          <p:sp>
            <p:nvSpPr>
              <p:cNvPr id="230" name="Google Shape;4038;p60"/>
              <p:cNvSpPr/>
              <p:nvPr/>
            </p:nvSpPr>
            <p:spPr>
              <a:xfrm>
                <a:off x="6976080" y="3664138"/>
                <a:ext cx="214183" cy="442529"/>
              </a:xfrm>
              <a:custGeom>
                <a:avLst/>
                <a:gdLst/>
                <a:ahLst/>
                <a:cxnLst/>
                <a:rect l="l" t="t" r="r" b="b"/>
                <a:pathLst>
                  <a:path w="3025" h="6250" extrusionOk="0">
                    <a:moveTo>
                      <a:pt x="3024" y="1"/>
                    </a:moveTo>
                    <a:lnTo>
                      <a:pt x="0" y="6250"/>
                    </a:lnTo>
                    <a:lnTo>
                      <a:pt x="2156" y="6250"/>
                    </a:lnTo>
                    <a:lnTo>
                      <a:pt x="3024" y="1"/>
                    </a:lnTo>
                    <a:close/>
                  </a:path>
                </a:pathLst>
              </a:custGeom>
              <a:solidFill>
                <a:srgbClr val="E0E0E0"/>
              </a:solidFill>
              <a:ln>
                <a:noFill/>
              </a:ln>
            </p:spPr>
            <p:txBody>
              <a:bodyPr spcFirstLastPara="1" wrap="square" lIns="121900" tIns="121900" rIns="121900" bIns="121900" anchor="ctr" anchorCtr="0">
                <a:noAutofit/>
              </a:bodyPr>
              <a:lstStyle/>
              <a:p>
                <a:endParaRPr sz="2400"/>
              </a:p>
            </p:txBody>
          </p:sp>
          <p:grpSp>
            <p:nvGrpSpPr>
              <p:cNvPr id="231" name="Gruppieren 230"/>
              <p:cNvGrpSpPr/>
              <p:nvPr/>
            </p:nvGrpSpPr>
            <p:grpSpPr>
              <a:xfrm>
                <a:off x="6500110" y="3806192"/>
                <a:ext cx="853377" cy="108000"/>
                <a:chOff x="6500110" y="1780140"/>
                <a:chExt cx="853377" cy="108000"/>
              </a:xfrm>
            </p:grpSpPr>
            <p:sp>
              <p:nvSpPr>
                <p:cNvPr id="280" name="Google Shape;4026;p60"/>
                <p:cNvSpPr/>
                <p:nvPr/>
              </p:nvSpPr>
              <p:spPr>
                <a:xfrm>
                  <a:off x="650011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81" name="Google Shape;4026;p60"/>
                <p:cNvSpPr/>
                <p:nvPr/>
              </p:nvSpPr>
              <p:spPr>
                <a:xfrm>
                  <a:off x="668643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82" name="Google Shape;4026;p60"/>
                <p:cNvSpPr/>
                <p:nvPr/>
              </p:nvSpPr>
              <p:spPr>
                <a:xfrm>
                  <a:off x="686808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83" name="Google Shape;4026;p60"/>
                <p:cNvSpPr/>
                <p:nvPr/>
              </p:nvSpPr>
              <p:spPr>
                <a:xfrm>
                  <a:off x="705440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84" name="Google Shape;4026;p60"/>
                <p:cNvSpPr/>
                <p:nvPr/>
              </p:nvSpPr>
              <p:spPr>
                <a:xfrm>
                  <a:off x="7245487"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grpSp>
          <p:sp>
            <p:nvSpPr>
              <p:cNvPr id="232" name="Google Shape;4040;p60"/>
              <p:cNvSpPr/>
              <p:nvPr/>
            </p:nvSpPr>
            <p:spPr>
              <a:xfrm>
                <a:off x="7128664" y="3664138"/>
                <a:ext cx="417676" cy="444935"/>
              </a:xfrm>
              <a:custGeom>
                <a:avLst/>
                <a:gdLst/>
                <a:ahLst/>
                <a:cxnLst/>
                <a:rect l="l" t="t" r="r" b="b"/>
                <a:pathLst>
                  <a:path w="5899" h="6284" extrusionOk="0">
                    <a:moveTo>
                      <a:pt x="17" y="6201"/>
                    </a:moveTo>
                    <a:cubicBezTo>
                      <a:pt x="14" y="6220"/>
                      <a:pt x="11" y="6237"/>
                      <a:pt x="8" y="6251"/>
                    </a:cubicBezTo>
                    <a:lnTo>
                      <a:pt x="8" y="6251"/>
                    </a:lnTo>
                    <a:cubicBezTo>
                      <a:pt x="14" y="6235"/>
                      <a:pt x="16" y="6221"/>
                      <a:pt x="17" y="6201"/>
                    </a:cubicBezTo>
                    <a:close/>
                    <a:moveTo>
                      <a:pt x="8" y="6251"/>
                    </a:moveTo>
                    <a:cubicBezTo>
                      <a:pt x="6" y="6256"/>
                      <a:pt x="3" y="6261"/>
                      <a:pt x="1" y="6267"/>
                    </a:cubicBezTo>
                    <a:cubicBezTo>
                      <a:pt x="1" y="6267"/>
                      <a:pt x="1" y="6283"/>
                      <a:pt x="1" y="6283"/>
                    </a:cubicBezTo>
                    <a:cubicBezTo>
                      <a:pt x="3" y="6274"/>
                      <a:pt x="5" y="6263"/>
                      <a:pt x="8" y="6251"/>
                    </a:cubicBezTo>
                    <a:close/>
                    <a:moveTo>
                      <a:pt x="836" y="1"/>
                    </a:moveTo>
                    <a:lnTo>
                      <a:pt x="836" y="34"/>
                    </a:lnTo>
                    <a:cubicBezTo>
                      <a:pt x="585" y="1856"/>
                      <a:pt x="385" y="3426"/>
                      <a:pt x="234" y="4546"/>
                    </a:cubicBezTo>
                    <a:cubicBezTo>
                      <a:pt x="168" y="5097"/>
                      <a:pt x="101" y="5531"/>
                      <a:pt x="67" y="5832"/>
                    </a:cubicBezTo>
                    <a:cubicBezTo>
                      <a:pt x="51" y="5983"/>
                      <a:pt x="34" y="6100"/>
                      <a:pt x="17" y="6166"/>
                    </a:cubicBezTo>
                    <a:cubicBezTo>
                      <a:pt x="17" y="6180"/>
                      <a:pt x="17" y="6192"/>
                      <a:pt x="17" y="6201"/>
                    </a:cubicBezTo>
                    <a:lnTo>
                      <a:pt x="17" y="6201"/>
                    </a:lnTo>
                    <a:cubicBezTo>
                      <a:pt x="55" y="5983"/>
                      <a:pt x="124" y="5445"/>
                      <a:pt x="268" y="4512"/>
                    </a:cubicBezTo>
                    <a:cubicBezTo>
                      <a:pt x="417" y="3419"/>
                      <a:pt x="632" y="1882"/>
                      <a:pt x="896" y="81"/>
                    </a:cubicBezTo>
                    <a:lnTo>
                      <a:pt x="896" y="81"/>
                    </a:lnTo>
                    <a:lnTo>
                      <a:pt x="3894" y="1003"/>
                    </a:lnTo>
                    <a:lnTo>
                      <a:pt x="5758" y="1571"/>
                    </a:lnTo>
                    <a:lnTo>
                      <a:pt x="5758" y="1571"/>
                    </a:lnTo>
                    <a:lnTo>
                      <a:pt x="1671" y="4913"/>
                    </a:lnTo>
                    <a:lnTo>
                      <a:pt x="1" y="6283"/>
                    </a:lnTo>
                    <a:cubicBezTo>
                      <a:pt x="1" y="6283"/>
                      <a:pt x="17" y="6283"/>
                      <a:pt x="34" y="6267"/>
                    </a:cubicBezTo>
                    <a:lnTo>
                      <a:pt x="118" y="6200"/>
                    </a:lnTo>
                    <a:lnTo>
                      <a:pt x="435" y="5949"/>
                    </a:lnTo>
                    <a:lnTo>
                      <a:pt x="1655" y="4963"/>
                    </a:lnTo>
                    <a:lnTo>
                      <a:pt x="5849" y="1588"/>
                    </a:lnTo>
                    <a:lnTo>
                      <a:pt x="5899" y="1555"/>
                    </a:lnTo>
                    <a:lnTo>
                      <a:pt x="5832" y="1538"/>
                    </a:lnTo>
                    <a:lnTo>
                      <a:pt x="3927" y="937"/>
                    </a:lnTo>
                    <a:lnTo>
                      <a:pt x="886" y="1"/>
                    </a:ln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33" name="Google Shape;4039;p60"/>
              <p:cNvSpPr/>
              <p:nvPr/>
            </p:nvSpPr>
            <p:spPr>
              <a:xfrm>
                <a:off x="7128664" y="3666546"/>
                <a:ext cx="411799" cy="442529"/>
              </a:xfrm>
              <a:custGeom>
                <a:avLst/>
                <a:gdLst/>
                <a:ahLst/>
                <a:cxnLst/>
                <a:rect l="l" t="t" r="r" b="b"/>
                <a:pathLst>
                  <a:path w="5816" h="6250" extrusionOk="0">
                    <a:moveTo>
                      <a:pt x="869" y="0"/>
                    </a:moveTo>
                    <a:lnTo>
                      <a:pt x="1" y="6249"/>
                    </a:lnTo>
                    <a:lnTo>
                      <a:pt x="1" y="6249"/>
                    </a:lnTo>
                    <a:lnTo>
                      <a:pt x="5815" y="1538"/>
                    </a:lnTo>
                    <a:lnTo>
                      <a:pt x="869"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grpSp>
            <p:nvGrpSpPr>
              <p:cNvPr id="234" name="Gruppieren 233"/>
              <p:cNvGrpSpPr/>
              <p:nvPr/>
            </p:nvGrpSpPr>
            <p:grpSpPr>
              <a:xfrm>
                <a:off x="5727282" y="2241895"/>
                <a:ext cx="694000" cy="209438"/>
                <a:chOff x="6262653" y="1925108"/>
                <a:chExt cx="1021072" cy="209438"/>
              </a:xfrm>
            </p:grpSpPr>
            <p:sp>
              <p:nvSpPr>
                <p:cNvPr id="276" name="Google Shape;4016;p60"/>
                <p:cNvSpPr/>
                <p:nvPr/>
              </p:nvSpPr>
              <p:spPr>
                <a:xfrm>
                  <a:off x="6262653" y="1925108"/>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77" name="Google Shape;4017;p60"/>
                <p:cNvSpPr/>
                <p:nvPr/>
              </p:nvSpPr>
              <p:spPr>
                <a:xfrm>
                  <a:off x="6262653" y="1993717"/>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78" name="Google Shape;4018;p60"/>
                <p:cNvSpPr/>
                <p:nvPr/>
              </p:nvSpPr>
              <p:spPr>
                <a:xfrm>
                  <a:off x="6262653" y="2062328"/>
                  <a:ext cx="1021072" cy="4814"/>
                </a:xfrm>
                <a:custGeom>
                  <a:avLst/>
                  <a:gdLst/>
                  <a:ahLst/>
                  <a:cxnLst/>
                  <a:rect l="l" t="t" r="r" b="b"/>
                  <a:pathLst>
                    <a:path w="14421" h="68" extrusionOk="0">
                      <a:moveTo>
                        <a:pt x="7219" y="1"/>
                      </a:moveTo>
                      <a:cubicBezTo>
                        <a:pt x="3226" y="1"/>
                        <a:pt x="1" y="1"/>
                        <a:pt x="1" y="34"/>
                      </a:cubicBezTo>
                      <a:cubicBezTo>
                        <a:pt x="1" y="51"/>
                        <a:pt x="3226" y="67"/>
                        <a:pt x="7219" y="67"/>
                      </a:cubicBezTo>
                      <a:cubicBezTo>
                        <a:pt x="11196" y="67"/>
                        <a:pt x="14420" y="51"/>
                        <a:pt x="14420" y="34"/>
                      </a:cubicBezTo>
                      <a:cubicBezTo>
                        <a:pt x="14420" y="1"/>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79" name="Google Shape;4019;p60"/>
                <p:cNvSpPr/>
                <p:nvPr/>
              </p:nvSpPr>
              <p:spPr>
                <a:xfrm>
                  <a:off x="6262653" y="2129732"/>
                  <a:ext cx="1021072" cy="4814"/>
                </a:xfrm>
                <a:custGeom>
                  <a:avLst/>
                  <a:gdLst/>
                  <a:ahLst/>
                  <a:cxnLst/>
                  <a:rect l="l" t="t" r="r" b="b"/>
                  <a:pathLst>
                    <a:path w="14421" h="68" extrusionOk="0">
                      <a:moveTo>
                        <a:pt x="7219" y="1"/>
                      </a:moveTo>
                      <a:cubicBezTo>
                        <a:pt x="3226" y="1"/>
                        <a:pt x="1" y="18"/>
                        <a:pt x="1" y="34"/>
                      </a:cubicBezTo>
                      <a:cubicBezTo>
                        <a:pt x="1" y="51"/>
                        <a:pt x="3226" y="68"/>
                        <a:pt x="7219" y="68"/>
                      </a:cubicBezTo>
                      <a:cubicBezTo>
                        <a:pt x="11196" y="68"/>
                        <a:pt x="14420" y="51"/>
                        <a:pt x="14420" y="34"/>
                      </a:cubicBezTo>
                      <a:cubicBezTo>
                        <a:pt x="14420" y="18"/>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grpSp>
          <p:grpSp>
            <p:nvGrpSpPr>
              <p:cNvPr id="235" name="Gruppieren 234"/>
              <p:cNvGrpSpPr/>
              <p:nvPr/>
            </p:nvGrpSpPr>
            <p:grpSpPr>
              <a:xfrm>
                <a:off x="5735882" y="2778194"/>
                <a:ext cx="694000" cy="209438"/>
                <a:chOff x="6262653" y="1925108"/>
                <a:chExt cx="1021072" cy="209438"/>
              </a:xfrm>
            </p:grpSpPr>
            <p:sp>
              <p:nvSpPr>
                <p:cNvPr id="272" name="Google Shape;4016;p60"/>
                <p:cNvSpPr/>
                <p:nvPr/>
              </p:nvSpPr>
              <p:spPr>
                <a:xfrm>
                  <a:off x="6262653" y="1925108"/>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73" name="Google Shape;4017;p60"/>
                <p:cNvSpPr/>
                <p:nvPr/>
              </p:nvSpPr>
              <p:spPr>
                <a:xfrm>
                  <a:off x="6262653" y="1993717"/>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74" name="Google Shape;4018;p60"/>
                <p:cNvSpPr/>
                <p:nvPr/>
              </p:nvSpPr>
              <p:spPr>
                <a:xfrm>
                  <a:off x="6262653" y="2062328"/>
                  <a:ext cx="1021072" cy="4814"/>
                </a:xfrm>
                <a:custGeom>
                  <a:avLst/>
                  <a:gdLst/>
                  <a:ahLst/>
                  <a:cxnLst/>
                  <a:rect l="l" t="t" r="r" b="b"/>
                  <a:pathLst>
                    <a:path w="14421" h="68" extrusionOk="0">
                      <a:moveTo>
                        <a:pt x="7219" y="1"/>
                      </a:moveTo>
                      <a:cubicBezTo>
                        <a:pt x="3226" y="1"/>
                        <a:pt x="1" y="1"/>
                        <a:pt x="1" y="34"/>
                      </a:cubicBezTo>
                      <a:cubicBezTo>
                        <a:pt x="1" y="51"/>
                        <a:pt x="3226" y="67"/>
                        <a:pt x="7219" y="67"/>
                      </a:cubicBezTo>
                      <a:cubicBezTo>
                        <a:pt x="11196" y="67"/>
                        <a:pt x="14420" y="51"/>
                        <a:pt x="14420" y="34"/>
                      </a:cubicBezTo>
                      <a:cubicBezTo>
                        <a:pt x="14420" y="1"/>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75" name="Google Shape;4019;p60"/>
                <p:cNvSpPr/>
                <p:nvPr/>
              </p:nvSpPr>
              <p:spPr>
                <a:xfrm>
                  <a:off x="6262653" y="2129732"/>
                  <a:ext cx="1021072" cy="4814"/>
                </a:xfrm>
                <a:custGeom>
                  <a:avLst/>
                  <a:gdLst/>
                  <a:ahLst/>
                  <a:cxnLst/>
                  <a:rect l="l" t="t" r="r" b="b"/>
                  <a:pathLst>
                    <a:path w="14421" h="68" extrusionOk="0">
                      <a:moveTo>
                        <a:pt x="7219" y="1"/>
                      </a:moveTo>
                      <a:cubicBezTo>
                        <a:pt x="3226" y="1"/>
                        <a:pt x="1" y="18"/>
                        <a:pt x="1" y="34"/>
                      </a:cubicBezTo>
                      <a:cubicBezTo>
                        <a:pt x="1" y="51"/>
                        <a:pt x="3226" y="68"/>
                        <a:pt x="7219" y="68"/>
                      </a:cubicBezTo>
                      <a:cubicBezTo>
                        <a:pt x="11196" y="68"/>
                        <a:pt x="14420" y="51"/>
                        <a:pt x="14420" y="34"/>
                      </a:cubicBezTo>
                      <a:cubicBezTo>
                        <a:pt x="14420" y="18"/>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grpSp>
          <p:grpSp>
            <p:nvGrpSpPr>
              <p:cNvPr id="236" name="Gruppieren 235"/>
              <p:cNvGrpSpPr/>
              <p:nvPr/>
            </p:nvGrpSpPr>
            <p:grpSpPr>
              <a:xfrm>
                <a:off x="5740964" y="3279011"/>
                <a:ext cx="694000" cy="209438"/>
                <a:chOff x="6262653" y="1925108"/>
                <a:chExt cx="1021072" cy="209438"/>
              </a:xfrm>
            </p:grpSpPr>
            <p:sp>
              <p:nvSpPr>
                <p:cNvPr id="268" name="Google Shape;4016;p60"/>
                <p:cNvSpPr/>
                <p:nvPr/>
              </p:nvSpPr>
              <p:spPr>
                <a:xfrm>
                  <a:off x="6262653" y="1925108"/>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69" name="Google Shape;4017;p60"/>
                <p:cNvSpPr/>
                <p:nvPr/>
              </p:nvSpPr>
              <p:spPr>
                <a:xfrm>
                  <a:off x="6262653" y="1993717"/>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70" name="Google Shape;4018;p60"/>
                <p:cNvSpPr/>
                <p:nvPr/>
              </p:nvSpPr>
              <p:spPr>
                <a:xfrm>
                  <a:off x="6262653" y="2062328"/>
                  <a:ext cx="1021072" cy="4814"/>
                </a:xfrm>
                <a:custGeom>
                  <a:avLst/>
                  <a:gdLst/>
                  <a:ahLst/>
                  <a:cxnLst/>
                  <a:rect l="l" t="t" r="r" b="b"/>
                  <a:pathLst>
                    <a:path w="14421" h="68" extrusionOk="0">
                      <a:moveTo>
                        <a:pt x="7219" y="1"/>
                      </a:moveTo>
                      <a:cubicBezTo>
                        <a:pt x="3226" y="1"/>
                        <a:pt x="1" y="1"/>
                        <a:pt x="1" y="34"/>
                      </a:cubicBezTo>
                      <a:cubicBezTo>
                        <a:pt x="1" y="51"/>
                        <a:pt x="3226" y="67"/>
                        <a:pt x="7219" y="67"/>
                      </a:cubicBezTo>
                      <a:cubicBezTo>
                        <a:pt x="11196" y="67"/>
                        <a:pt x="14420" y="51"/>
                        <a:pt x="14420" y="34"/>
                      </a:cubicBezTo>
                      <a:cubicBezTo>
                        <a:pt x="14420" y="1"/>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71" name="Google Shape;4019;p60"/>
                <p:cNvSpPr/>
                <p:nvPr/>
              </p:nvSpPr>
              <p:spPr>
                <a:xfrm>
                  <a:off x="6262653" y="2129732"/>
                  <a:ext cx="1021072" cy="4814"/>
                </a:xfrm>
                <a:custGeom>
                  <a:avLst/>
                  <a:gdLst/>
                  <a:ahLst/>
                  <a:cxnLst/>
                  <a:rect l="l" t="t" r="r" b="b"/>
                  <a:pathLst>
                    <a:path w="14421" h="68" extrusionOk="0">
                      <a:moveTo>
                        <a:pt x="7219" y="1"/>
                      </a:moveTo>
                      <a:cubicBezTo>
                        <a:pt x="3226" y="1"/>
                        <a:pt x="1" y="18"/>
                        <a:pt x="1" y="34"/>
                      </a:cubicBezTo>
                      <a:cubicBezTo>
                        <a:pt x="1" y="51"/>
                        <a:pt x="3226" y="68"/>
                        <a:pt x="7219" y="68"/>
                      </a:cubicBezTo>
                      <a:cubicBezTo>
                        <a:pt x="11196" y="68"/>
                        <a:pt x="14420" y="51"/>
                        <a:pt x="14420" y="34"/>
                      </a:cubicBezTo>
                      <a:cubicBezTo>
                        <a:pt x="14420" y="18"/>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grpSp>
          <p:grpSp>
            <p:nvGrpSpPr>
              <p:cNvPr id="237" name="Gruppieren 236"/>
              <p:cNvGrpSpPr/>
              <p:nvPr/>
            </p:nvGrpSpPr>
            <p:grpSpPr>
              <a:xfrm>
                <a:off x="5727282" y="3744414"/>
                <a:ext cx="694000" cy="209438"/>
                <a:chOff x="6262653" y="1925108"/>
                <a:chExt cx="1021072" cy="209438"/>
              </a:xfrm>
            </p:grpSpPr>
            <p:sp>
              <p:nvSpPr>
                <p:cNvPr id="264" name="Google Shape;4016;p60"/>
                <p:cNvSpPr/>
                <p:nvPr/>
              </p:nvSpPr>
              <p:spPr>
                <a:xfrm>
                  <a:off x="6262653" y="1925108"/>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65" name="Google Shape;4017;p60"/>
                <p:cNvSpPr/>
                <p:nvPr/>
              </p:nvSpPr>
              <p:spPr>
                <a:xfrm>
                  <a:off x="6262653" y="1993717"/>
                  <a:ext cx="1021072" cy="4814"/>
                </a:xfrm>
                <a:custGeom>
                  <a:avLst/>
                  <a:gdLst/>
                  <a:ahLst/>
                  <a:cxnLst/>
                  <a:rect l="l" t="t" r="r" b="b"/>
                  <a:pathLst>
                    <a:path w="14421" h="68" extrusionOk="0">
                      <a:moveTo>
                        <a:pt x="7219" y="0"/>
                      </a:moveTo>
                      <a:cubicBezTo>
                        <a:pt x="3226" y="0"/>
                        <a:pt x="1" y="17"/>
                        <a:pt x="1" y="34"/>
                      </a:cubicBezTo>
                      <a:cubicBezTo>
                        <a:pt x="1" y="51"/>
                        <a:pt x="3226" y="67"/>
                        <a:pt x="7219" y="67"/>
                      </a:cubicBezTo>
                      <a:cubicBezTo>
                        <a:pt x="11196" y="67"/>
                        <a:pt x="14420" y="51"/>
                        <a:pt x="14420" y="34"/>
                      </a:cubicBezTo>
                      <a:cubicBezTo>
                        <a:pt x="14420" y="17"/>
                        <a:pt x="11196" y="0"/>
                        <a:pt x="721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66" name="Google Shape;4018;p60"/>
                <p:cNvSpPr/>
                <p:nvPr/>
              </p:nvSpPr>
              <p:spPr>
                <a:xfrm>
                  <a:off x="6262653" y="2062328"/>
                  <a:ext cx="1021072" cy="4814"/>
                </a:xfrm>
                <a:custGeom>
                  <a:avLst/>
                  <a:gdLst/>
                  <a:ahLst/>
                  <a:cxnLst/>
                  <a:rect l="l" t="t" r="r" b="b"/>
                  <a:pathLst>
                    <a:path w="14421" h="68" extrusionOk="0">
                      <a:moveTo>
                        <a:pt x="7219" y="1"/>
                      </a:moveTo>
                      <a:cubicBezTo>
                        <a:pt x="3226" y="1"/>
                        <a:pt x="1" y="1"/>
                        <a:pt x="1" y="34"/>
                      </a:cubicBezTo>
                      <a:cubicBezTo>
                        <a:pt x="1" y="51"/>
                        <a:pt x="3226" y="67"/>
                        <a:pt x="7219" y="67"/>
                      </a:cubicBezTo>
                      <a:cubicBezTo>
                        <a:pt x="11196" y="67"/>
                        <a:pt x="14420" y="51"/>
                        <a:pt x="14420" y="34"/>
                      </a:cubicBezTo>
                      <a:cubicBezTo>
                        <a:pt x="14420" y="1"/>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67" name="Google Shape;4019;p60"/>
                <p:cNvSpPr/>
                <p:nvPr/>
              </p:nvSpPr>
              <p:spPr>
                <a:xfrm>
                  <a:off x="6262653" y="2129732"/>
                  <a:ext cx="1021072" cy="4814"/>
                </a:xfrm>
                <a:custGeom>
                  <a:avLst/>
                  <a:gdLst/>
                  <a:ahLst/>
                  <a:cxnLst/>
                  <a:rect l="l" t="t" r="r" b="b"/>
                  <a:pathLst>
                    <a:path w="14421" h="68" extrusionOk="0">
                      <a:moveTo>
                        <a:pt x="7219" y="1"/>
                      </a:moveTo>
                      <a:cubicBezTo>
                        <a:pt x="3226" y="1"/>
                        <a:pt x="1" y="18"/>
                        <a:pt x="1" y="34"/>
                      </a:cubicBezTo>
                      <a:cubicBezTo>
                        <a:pt x="1" y="51"/>
                        <a:pt x="3226" y="68"/>
                        <a:pt x="7219" y="68"/>
                      </a:cubicBezTo>
                      <a:cubicBezTo>
                        <a:pt x="11196" y="68"/>
                        <a:pt x="14420" y="51"/>
                        <a:pt x="14420" y="34"/>
                      </a:cubicBezTo>
                      <a:cubicBezTo>
                        <a:pt x="14420" y="18"/>
                        <a:pt x="11196" y="1"/>
                        <a:pt x="721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grpSp>
          <p:grpSp>
            <p:nvGrpSpPr>
              <p:cNvPr id="238" name="Gruppieren 237"/>
              <p:cNvGrpSpPr/>
              <p:nvPr/>
            </p:nvGrpSpPr>
            <p:grpSpPr>
              <a:xfrm>
                <a:off x="6500110" y="1780140"/>
                <a:ext cx="853377" cy="108000"/>
                <a:chOff x="6500110" y="1780140"/>
                <a:chExt cx="853377" cy="108000"/>
              </a:xfrm>
            </p:grpSpPr>
            <p:sp>
              <p:nvSpPr>
                <p:cNvPr id="259" name="Google Shape;4026;p60"/>
                <p:cNvSpPr/>
                <p:nvPr/>
              </p:nvSpPr>
              <p:spPr>
                <a:xfrm>
                  <a:off x="650011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60" name="Google Shape;4026;p60"/>
                <p:cNvSpPr/>
                <p:nvPr/>
              </p:nvSpPr>
              <p:spPr>
                <a:xfrm>
                  <a:off x="668643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61" name="Google Shape;4026;p60"/>
                <p:cNvSpPr/>
                <p:nvPr/>
              </p:nvSpPr>
              <p:spPr>
                <a:xfrm>
                  <a:off x="686808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62" name="Google Shape;4026;p60"/>
                <p:cNvSpPr/>
                <p:nvPr/>
              </p:nvSpPr>
              <p:spPr>
                <a:xfrm>
                  <a:off x="705440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63" name="Google Shape;4026;p60"/>
                <p:cNvSpPr/>
                <p:nvPr/>
              </p:nvSpPr>
              <p:spPr>
                <a:xfrm>
                  <a:off x="7245487"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grpSp>
          <p:grpSp>
            <p:nvGrpSpPr>
              <p:cNvPr id="239" name="Gruppieren 238"/>
              <p:cNvGrpSpPr/>
              <p:nvPr/>
            </p:nvGrpSpPr>
            <p:grpSpPr>
              <a:xfrm>
                <a:off x="6500110" y="2288400"/>
                <a:ext cx="853377" cy="108000"/>
                <a:chOff x="6500110" y="1780140"/>
                <a:chExt cx="853377" cy="108000"/>
              </a:xfrm>
            </p:grpSpPr>
            <p:sp>
              <p:nvSpPr>
                <p:cNvPr id="254" name="Google Shape;4026;p60"/>
                <p:cNvSpPr/>
                <p:nvPr/>
              </p:nvSpPr>
              <p:spPr>
                <a:xfrm>
                  <a:off x="650011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55" name="Google Shape;4026;p60"/>
                <p:cNvSpPr/>
                <p:nvPr/>
              </p:nvSpPr>
              <p:spPr>
                <a:xfrm>
                  <a:off x="668643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56" name="Google Shape;4026;p60"/>
                <p:cNvSpPr/>
                <p:nvPr/>
              </p:nvSpPr>
              <p:spPr>
                <a:xfrm>
                  <a:off x="686808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57" name="Google Shape;4026;p60"/>
                <p:cNvSpPr/>
                <p:nvPr/>
              </p:nvSpPr>
              <p:spPr>
                <a:xfrm>
                  <a:off x="705440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58" name="Google Shape;4026;p60"/>
                <p:cNvSpPr/>
                <p:nvPr/>
              </p:nvSpPr>
              <p:spPr>
                <a:xfrm>
                  <a:off x="7245487"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grpSp>
          <p:grpSp>
            <p:nvGrpSpPr>
              <p:cNvPr id="240" name="Gruppieren 239"/>
              <p:cNvGrpSpPr/>
              <p:nvPr/>
            </p:nvGrpSpPr>
            <p:grpSpPr>
              <a:xfrm>
                <a:off x="6495391" y="2822745"/>
                <a:ext cx="853377" cy="108000"/>
                <a:chOff x="6500110" y="1780140"/>
                <a:chExt cx="853377" cy="108000"/>
              </a:xfrm>
            </p:grpSpPr>
            <p:sp>
              <p:nvSpPr>
                <p:cNvPr id="249" name="Google Shape;4026;p60"/>
                <p:cNvSpPr/>
                <p:nvPr/>
              </p:nvSpPr>
              <p:spPr>
                <a:xfrm>
                  <a:off x="650011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50" name="Google Shape;4026;p60"/>
                <p:cNvSpPr/>
                <p:nvPr/>
              </p:nvSpPr>
              <p:spPr>
                <a:xfrm>
                  <a:off x="668643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51" name="Google Shape;4026;p60"/>
                <p:cNvSpPr/>
                <p:nvPr/>
              </p:nvSpPr>
              <p:spPr>
                <a:xfrm>
                  <a:off x="686808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52" name="Google Shape;4026;p60"/>
                <p:cNvSpPr/>
                <p:nvPr/>
              </p:nvSpPr>
              <p:spPr>
                <a:xfrm>
                  <a:off x="705440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53" name="Google Shape;4026;p60"/>
                <p:cNvSpPr/>
                <p:nvPr/>
              </p:nvSpPr>
              <p:spPr>
                <a:xfrm>
                  <a:off x="7245487"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grpSp>
          <p:grpSp>
            <p:nvGrpSpPr>
              <p:cNvPr id="241" name="Gruppieren 240"/>
              <p:cNvGrpSpPr/>
              <p:nvPr/>
            </p:nvGrpSpPr>
            <p:grpSpPr>
              <a:xfrm>
                <a:off x="6495391" y="3327595"/>
                <a:ext cx="853377" cy="108000"/>
                <a:chOff x="6500110" y="1780140"/>
                <a:chExt cx="853377" cy="108000"/>
              </a:xfrm>
            </p:grpSpPr>
            <p:sp>
              <p:nvSpPr>
                <p:cNvPr id="244" name="Google Shape;4026;p60"/>
                <p:cNvSpPr/>
                <p:nvPr/>
              </p:nvSpPr>
              <p:spPr>
                <a:xfrm>
                  <a:off x="650011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45" name="Google Shape;4026;p60"/>
                <p:cNvSpPr/>
                <p:nvPr/>
              </p:nvSpPr>
              <p:spPr>
                <a:xfrm>
                  <a:off x="668643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46" name="Google Shape;4026;p60"/>
                <p:cNvSpPr/>
                <p:nvPr/>
              </p:nvSpPr>
              <p:spPr>
                <a:xfrm>
                  <a:off x="6868080"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47" name="Google Shape;4026;p60"/>
                <p:cNvSpPr/>
                <p:nvPr/>
              </p:nvSpPr>
              <p:spPr>
                <a:xfrm>
                  <a:off x="7054402"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sp>
              <p:nvSpPr>
                <p:cNvPr id="248" name="Google Shape;4026;p60"/>
                <p:cNvSpPr/>
                <p:nvPr/>
              </p:nvSpPr>
              <p:spPr>
                <a:xfrm>
                  <a:off x="7245487" y="1780140"/>
                  <a:ext cx="108000" cy="108000"/>
                </a:xfrm>
                <a:custGeom>
                  <a:avLst/>
                  <a:gdLst/>
                  <a:ahLst/>
                  <a:cxnLst/>
                  <a:rect l="l" t="t" r="r" b="b"/>
                  <a:pathLst>
                    <a:path w="4646" h="4646" extrusionOk="0">
                      <a:moveTo>
                        <a:pt x="4512" y="135"/>
                      </a:moveTo>
                      <a:lnTo>
                        <a:pt x="4512" y="4512"/>
                      </a:lnTo>
                      <a:lnTo>
                        <a:pt x="134" y="4512"/>
                      </a:lnTo>
                      <a:lnTo>
                        <a:pt x="134" y="135"/>
                      </a:lnTo>
                      <a:close/>
                      <a:moveTo>
                        <a:pt x="0" y="1"/>
                      </a:moveTo>
                      <a:lnTo>
                        <a:pt x="0" y="4646"/>
                      </a:lnTo>
                      <a:lnTo>
                        <a:pt x="4645" y="4646"/>
                      </a:lnTo>
                      <a:lnTo>
                        <a:pt x="4645" y="1"/>
                      </a:lnTo>
                      <a:close/>
                    </a:path>
                  </a:pathLst>
                </a:custGeom>
                <a:solidFill>
                  <a:schemeClr val="accent3"/>
                </a:solidFill>
                <a:ln w="9525">
                  <a:solidFill>
                    <a:schemeClr val="tx1"/>
                  </a:solidFill>
                </a:ln>
              </p:spPr>
              <p:txBody>
                <a:bodyPr spcFirstLastPara="1" wrap="square" lIns="121900" tIns="121900" rIns="121900" bIns="121900" anchor="ctr" anchorCtr="0">
                  <a:noAutofit/>
                </a:bodyPr>
                <a:lstStyle/>
                <a:p>
                  <a:endParaRPr sz="2400"/>
                </a:p>
              </p:txBody>
            </p:sp>
          </p:grpSp>
          <p:sp>
            <p:nvSpPr>
              <p:cNvPr id="242" name="Google Shape;9650;p71"/>
              <p:cNvSpPr>
                <a:spLocks noChangeAspect="1"/>
              </p:cNvSpPr>
              <p:nvPr/>
            </p:nvSpPr>
            <p:spPr>
              <a:xfrm>
                <a:off x="6469945" y="2841491"/>
                <a:ext cx="138847" cy="137461"/>
              </a:xfrm>
              <a:custGeom>
                <a:avLst/>
                <a:gdLst/>
                <a:ahLst/>
                <a:cxnLst/>
                <a:rect l="l" t="t" r="r" b="b"/>
                <a:pathLst>
                  <a:path w="11113" h="11002" extrusionOk="0">
                    <a:moveTo>
                      <a:pt x="2619" y="0"/>
                    </a:moveTo>
                    <a:cubicBezTo>
                      <a:pt x="2492" y="0"/>
                      <a:pt x="2366" y="49"/>
                      <a:pt x="2268" y="146"/>
                    </a:cubicBezTo>
                    <a:lnTo>
                      <a:pt x="201" y="2213"/>
                    </a:lnTo>
                    <a:cubicBezTo>
                      <a:pt x="7" y="2407"/>
                      <a:pt x="7" y="2719"/>
                      <a:pt x="201" y="2914"/>
                    </a:cubicBezTo>
                    <a:lnTo>
                      <a:pt x="2782" y="5501"/>
                    </a:lnTo>
                    <a:lnTo>
                      <a:pt x="195" y="8081"/>
                    </a:lnTo>
                    <a:cubicBezTo>
                      <a:pt x="0" y="8275"/>
                      <a:pt x="0" y="8587"/>
                      <a:pt x="195" y="8782"/>
                    </a:cubicBezTo>
                    <a:lnTo>
                      <a:pt x="2268" y="10856"/>
                    </a:lnTo>
                    <a:cubicBezTo>
                      <a:pt x="2366" y="10953"/>
                      <a:pt x="2492" y="11001"/>
                      <a:pt x="2619" y="11001"/>
                    </a:cubicBezTo>
                    <a:cubicBezTo>
                      <a:pt x="2745" y="11001"/>
                      <a:pt x="2872" y="10953"/>
                      <a:pt x="2969" y="10856"/>
                    </a:cubicBezTo>
                    <a:lnTo>
                      <a:pt x="5556" y="8268"/>
                    </a:lnTo>
                    <a:lnTo>
                      <a:pt x="8143" y="10856"/>
                    </a:lnTo>
                    <a:cubicBezTo>
                      <a:pt x="8241" y="10953"/>
                      <a:pt x="8367" y="11001"/>
                      <a:pt x="8494" y="11001"/>
                    </a:cubicBezTo>
                    <a:cubicBezTo>
                      <a:pt x="8620" y="11001"/>
                      <a:pt x="8747" y="10953"/>
                      <a:pt x="8844" y="10856"/>
                    </a:cubicBezTo>
                    <a:lnTo>
                      <a:pt x="10911" y="8789"/>
                    </a:lnTo>
                    <a:cubicBezTo>
                      <a:pt x="11105" y="8594"/>
                      <a:pt x="11105" y="8275"/>
                      <a:pt x="10911" y="8081"/>
                    </a:cubicBezTo>
                    <a:lnTo>
                      <a:pt x="8331" y="5501"/>
                    </a:lnTo>
                    <a:lnTo>
                      <a:pt x="10918" y="2914"/>
                    </a:lnTo>
                    <a:cubicBezTo>
                      <a:pt x="11112" y="2719"/>
                      <a:pt x="11112" y="2407"/>
                      <a:pt x="10918" y="2213"/>
                    </a:cubicBezTo>
                    <a:lnTo>
                      <a:pt x="8844" y="146"/>
                    </a:lnTo>
                    <a:cubicBezTo>
                      <a:pt x="8747" y="49"/>
                      <a:pt x="8620" y="0"/>
                      <a:pt x="8494" y="0"/>
                    </a:cubicBezTo>
                    <a:cubicBezTo>
                      <a:pt x="8367" y="0"/>
                      <a:pt x="8241" y="49"/>
                      <a:pt x="8143" y="146"/>
                    </a:cubicBezTo>
                    <a:lnTo>
                      <a:pt x="5556" y="2726"/>
                    </a:lnTo>
                    <a:lnTo>
                      <a:pt x="2969" y="146"/>
                    </a:lnTo>
                    <a:cubicBezTo>
                      <a:pt x="2872" y="49"/>
                      <a:pt x="2745" y="0"/>
                      <a:pt x="2619" y="0"/>
                    </a:cubicBezTo>
                    <a:close/>
                  </a:path>
                </a:pathLst>
              </a:custGeom>
              <a:solidFill>
                <a:schemeClr val="bg2"/>
              </a:solidFill>
              <a:ln>
                <a:noFill/>
              </a:ln>
            </p:spPr>
            <p:txBody>
              <a:bodyPr spcFirstLastPara="1" wrap="square" lIns="121900" tIns="121900" rIns="121900" bIns="121900" anchor="ctr" anchorCtr="0">
                <a:noAutofit/>
              </a:bodyPr>
              <a:lstStyle/>
              <a:p>
                <a:endParaRPr sz="2400"/>
              </a:p>
            </p:txBody>
          </p:sp>
          <p:sp>
            <p:nvSpPr>
              <p:cNvPr id="243" name="Google Shape;9650;p71"/>
              <p:cNvSpPr>
                <a:spLocks noChangeAspect="1"/>
              </p:cNvSpPr>
              <p:nvPr/>
            </p:nvSpPr>
            <p:spPr>
              <a:xfrm>
                <a:off x="7068515" y="2302135"/>
                <a:ext cx="138848" cy="137461"/>
              </a:xfrm>
              <a:custGeom>
                <a:avLst/>
                <a:gdLst/>
                <a:ahLst/>
                <a:cxnLst/>
                <a:rect l="l" t="t" r="r" b="b"/>
                <a:pathLst>
                  <a:path w="11113" h="11002" extrusionOk="0">
                    <a:moveTo>
                      <a:pt x="2619" y="0"/>
                    </a:moveTo>
                    <a:cubicBezTo>
                      <a:pt x="2492" y="0"/>
                      <a:pt x="2366" y="49"/>
                      <a:pt x="2268" y="146"/>
                    </a:cubicBezTo>
                    <a:lnTo>
                      <a:pt x="201" y="2213"/>
                    </a:lnTo>
                    <a:cubicBezTo>
                      <a:pt x="7" y="2407"/>
                      <a:pt x="7" y="2719"/>
                      <a:pt x="201" y="2914"/>
                    </a:cubicBezTo>
                    <a:lnTo>
                      <a:pt x="2782" y="5501"/>
                    </a:lnTo>
                    <a:lnTo>
                      <a:pt x="195" y="8081"/>
                    </a:lnTo>
                    <a:cubicBezTo>
                      <a:pt x="0" y="8275"/>
                      <a:pt x="0" y="8587"/>
                      <a:pt x="195" y="8782"/>
                    </a:cubicBezTo>
                    <a:lnTo>
                      <a:pt x="2268" y="10856"/>
                    </a:lnTo>
                    <a:cubicBezTo>
                      <a:pt x="2366" y="10953"/>
                      <a:pt x="2492" y="11001"/>
                      <a:pt x="2619" y="11001"/>
                    </a:cubicBezTo>
                    <a:cubicBezTo>
                      <a:pt x="2745" y="11001"/>
                      <a:pt x="2872" y="10953"/>
                      <a:pt x="2969" y="10856"/>
                    </a:cubicBezTo>
                    <a:lnTo>
                      <a:pt x="5556" y="8268"/>
                    </a:lnTo>
                    <a:lnTo>
                      <a:pt x="8143" y="10856"/>
                    </a:lnTo>
                    <a:cubicBezTo>
                      <a:pt x="8241" y="10953"/>
                      <a:pt x="8367" y="11001"/>
                      <a:pt x="8494" y="11001"/>
                    </a:cubicBezTo>
                    <a:cubicBezTo>
                      <a:pt x="8620" y="11001"/>
                      <a:pt x="8747" y="10953"/>
                      <a:pt x="8844" y="10856"/>
                    </a:cubicBezTo>
                    <a:lnTo>
                      <a:pt x="10911" y="8789"/>
                    </a:lnTo>
                    <a:cubicBezTo>
                      <a:pt x="11105" y="8594"/>
                      <a:pt x="11105" y="8275"/>
                      <a:pt x="10911" y="8081"/>
                    </a:cubicBezTo>
                    <a:lnTo>
                      <a:pt x="8331" y="5501"/>
                    </a:lnTo>
                    <a:lnTo>
                      <a:pt x="10918" y="2914"/>
                    </a:lnTo>
                    <a:cubicBezTo>
                      <a:pt x="11112" y="2719"/>
                      <a:pt x="11112" y="2407"/>
                      <a:pt x="10918" y="2213"/>
                    </a:cubicBezTo>
                    <a:lnTo>
                      <a:pt x="8844" y="146"/>
                    </a:lnTo>
                    <a:cubicBezTo>
                      <a:pt x="8747" y="49"/>
                      <a:pt x="8620" y="0"/>
                      <a:pt x="8494" y="0"/>
                    </a:cubicBezTo>
                    <a:cubicBezTo>
                      <a:pt x="8367" y="0"/>
                      <a:pt x="8241" y="49"/>
                      <a:pt x="8143" y="146"/>
                    </a:cubicBezTo>
                    <a:lnTo>
                      <a:pt x="5556" y="2726"/>
                    </a:lnTo>
                    <a:lnTo>
                      <a:pt x="2969" y="146"/>
                    </a:lnTo>
                    <a:cubicBezTo>
                      <a:pt x="2872" y="49"/>
                      <a:pt x="2745" y="0"/>
                      <a:pt x="2619" y="0"/>
                    </a:cubicBezTo>
                    <a:close/>
                  </a:path>
                </a:pathLst>
              </a:custGeom>
              <a:solidFill>
                <a:schemeClr val="bg2"/>
              </a:solidFill>
              <a:ln>
                <a:noFill/>
              </a:ln>
            </p:spPr>
            <p:txBody>
              <a:bodyPr spcFirstLastPara="1" wrap="square" lIns="121900" tIns="121900" rIns="121900" bIns="121900" anchor="ctr" anchorCtr="0">
                <a:noAutofit/>
              </a:bodyPr>
              <a:lstStyle/>
              <a:p>
                <a:endParaRPr sz="2400"/>
              </a:p>
            </p:txBody>
          </p:sp>
        </p:grpSp>
        <p:grpSp>
          <p:nvGrpSpPr>
            <p:cNvPr id="133" name="Gruppieren 132"/>
            <p:cNvGrpSpPr/>
            <p:nvPr/>
          </p:nvGrpSpPr>
          <p:grpSpPr>
            <a:xfrm>
              <a:off x="6185618" y="2035861"/>
              <a:ext cx="768367" cy="830741"/>
              <a:chOff x="1661326" y="225805"/>
              <a:chExt cx="664076" cy="732631"/>
            </a:xfrm>
          </p:grpSpPr>
          <p:sp>
            <p:nvSpPr>
              <p:cNvPr id="222" name="Google Shape;3956;p60"/>
              <p:cNvSpPr/>
              <p:nvPr/>
            </p:nvSpPr>
            <p:spPr>
              <a:xfrm>
                <a:off x="1681678" y="243048"/>
                <a:ext cx="643724" cy="715388"/>
              </a:xfrm>
              <a:custGeom>
                <a:avLst/>
                <a:gdLst/>
                <a:ahLst/>
                <a:cxnLst/>
                <a:rect l="l" t="t" r="r" b="b"/>
                <a:pathLst>
                  <a:path w="20085" h="22321" extrusionOk="0">
                    <a:moveTo>
                      <a:pt x="11829" y="1278"/>
                    </a:moveTo>
                    <a:cubicBezTo>
                      <a:pt x="13730" y="1278"/>
                      <a:pt x="15596" y="2122"/>
                      <a:pt x="16859" y="3690"/>
                    </a:cubicBezTo>
                    <a:cubicBezTo>
                      <a:pt x="17929" y="5010"/>
                      <a:pt x="18430" y="6715"/>
                      <a:pt x="18246" y="8419"/>
                    </a:cubicBezTo>
                    <a:cubicBezTo>
                      <a:pt x="17929" y="11476"/>
                      <a:pt x="15473" y="13882"/>
                      <a:pt x="12415" y="14167"/>
                    </a:cubicBezTo>
                    <a:cubicBezTo>
                      <a:pt x="12224" y="14183"/>
                      <a:pt x="12034" y="14191"/>
                      <a:pt x="11846" y="14191"/>
                    </a:cubicBezTo>
                    <a:cubicBezTo>
                      <a:pt x="8998" y="14191"/>
                      <a:pt x="6463" y="12329"/>
                      <a:pt x="5648" y="9555"/>
                    </a:cubicBezTo>
                    <a:cubicBezTo>
                      <a:pt x="4779" y="6598"/>
                      <a:pt x="6116" y="3440"/>
                      <a:pt x="8839" y="2019"/>
                    </a:cubicBezTo>
                    <a:cubicBezTo>
                      <a:pt x="9788" y="1519"/>
                      <a:pt x="10813" y="1278"/>
                      <a:pt x="11829" y="1278"/>
                    </a:cubicBezTo>
                    <a:close/>
                    <a:moveTo>
                      <a:pt x="11831" y="0"/>
                    </a:moveTo>
                    <a:cubicBezTo>
                      <a:pt x="11107" y="0"/>
                      <a:pt x="10375" y="103"/>
                      <a:pt x="9658" y="315"/>
                    </a:cubicBezTo>
                    <a:cubicBezTo>
                      <a:pt x="6651" y="1201"/>
                      <a:pt x="4478" y="3807"/>
                      <a:pt x="4144" y="6915"/>
                    </a:cubicBezTo>
                    <a:cubicBezTo>
                      <a:pt x="3877" y="9421"/>
                      <a:pt x="4863" y="11894"/>
                      <a:pt x="6751" y="13565"/>
                    </a:cubicBezTo>
                    <a:lnTo>
                      <a:pt x="1" y="21502"/>
                    </a:lnTo>
                    <a:lnTo>
                      <a:pt x="970" y="22320"/>
                    </a:lnTo>
                    <a:lnTo>
                      <a:pt x="7787" y="14317"/>
                    </a:lnTo>
                    <a:cubicBezTo>
                      <a:pt x="8773" y="14918"/>
                      <a:pt x="9875" y="15303"/>
                      <a:pt x="11011" y="15420"/>
                    </a:cubicBezTo>
                    <a:cubicBezTo>
                      <a:pt x="11296" y="15453"/>
                      <a:pt x="11563" y="15470"/>
                      <a:pt x="11847" y="15470"/>
                    </a:cubicBezTo>
                    <a:cubicBezTo>
                      <a:pt x="14821" y="15453"/>
                      <a:pt x="17528" y="13749"/>
                      <a:pt x="18814" y="11059"/>
                    </a:cubicBezTo>
                    <a:cubicBezTo>
                      <a:pt x="20084" y="8385"/>
                      <a:pt x="19717" y="5194"/>
                      <a:pt x="17845" y="2888"/>
                    </a:cubicBezTo>
                    <a:cubicBezTo>
                      <a:pt x="16359" y="1034"/>
                      <a:pt x="14129" y="0"/>
                      <a:pt x="1183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23" name="Google Shape;3957;p60"/>
              <p:cNvSpPr/>
              <p:nvPr/>
            </p:nvSpPr>
            <p:spPr>
              <a:xfrm>
                <a:off x="1661326" y="225805"/>
                <a:ext cx="646929" cy="717632"/>
              </a:xfrm>
              <a:custGeom>
                <a:avLst/>
                <a:gdLst/>
                <a:ahLst/>
                <a:cxnLst/>
                <a:rect l="l" t="t" r="r" b="b"/>
                <a:pathLst>
                  <a:path w="20185" h="22391" extrusionOk="0">
                    <a:moveTo>
                      <a:pt x="11913" y="1276"/>
                    </a:moveTo>
                    <a:cubicBezTo>
                      <a:pt x="13821" y="1276"/>
                      <a:pt x="15688" y="2117"/>
                      <a:pt x="16943" y="3677"/>
                    </a:cubicBezTo>
                    <a:cubicBezTo>
                      <a:pt x="18029" y="5014"/>
                      <a:pt x="18530" y="6718"/>
                      <a:pt x="18347" y="8422"/>
                    </a:cubicBezTo>
                    <a:cubicBezTo>
                      <a:pt x="18012" y="11480"/>
                      <a:pt x="15573" y="13886"/>
                      <a:pt x="12499" y="14153"/>
                    </a:cubicBezTo>
                    <a:cubicBezTo>
                      <a:pt x="12300" y="14172"/>
                      <a:pt x="12102" y="14181"/>
                      <a:pt x="11905" y="14181"/>
                    </a:cubicBezTo>
                    <a:cubicBezTo>
                      <a:pt x="9080" y="14181"/>
                      <a:pt x="6544" y="12308"/>
                      <a:pt x="5732" y="9558"/>
                    </a:cubicBezTo>
                    <a:cubicBezTo>
                      <a:pt x="4863" y="6601"/>
                      <a:pt x="6199" y="3443"/>
                      <a:pt x="8923" y="2006"/>
                    </a:cubicBezTo>
                    <a:cubicBezTo>
                      <a:pt x="9874" y="1513"/>
                      <a:pt x="10899" y="1276"/>
                      <a:pt x="11913" y="1276"/>
                    </a:cubicBezTo>
                    <a:close/>
                    <a:moveTo>
                      <a:pt x="11938" y="1"/>
                    </a:moveTo>
                    <a:cubicBezTo>
                      <a:pt x="11207" y="1"/>
                      <a:pt x="10468" y="105"/>
                      <a:pt x="9742" y="318"/>
                    </a:cubicBezTo>
                    <a:cubicBezTo>
                      <a:pt x="6751" y="1204"/>
                      <a:pt x="4579" y="3794"/>
                      <a:pt x="4245" y="6902"/>
                    </a:cubicBezTo>
                    <a:cubicBezTo>
                      <a:pt x="3977" y="9408"/>
                      <a:pt x="4946" y="11897"/>
                      <a:pt x="6851" y="13552"/>
                    </a:cubicBezTo>
                    <a:lnTo>
                      <a:pt x="1" y="21555"/>
                    </a:lnTo>
                    <a:lnTo>
                      <a:pt x="1037" y="22390"/>
                    </a:lnTo>
                    <a:lnTo>
                      <a:pt x="7870" y="14320"/>
                    </a:lnTo>
                    <a:cubicBezTo>
                      <a:pt x="8856" y="14922"/>
                      <a:pt x="9959" y="15289"/>
                      <a:pt x="11112" y="15406"/>
                    </a:cubicBezTo>
                    <a:cubicBezTo>
                      <a:pt x="11379" y="15440"/>
                      <a:pt x="11663" y="15456"/>
                      <a:pt x="11947" y="15456"/>
                    </a:cubicBezTo>
                    <a:cubicBezTo>
                      <a:pt x="14921" y="15456"/>
                      <a:pt x="17628" y="13735"/>
                      <a:pt x="18898" y="11062"/>
                    </a:cubicBezTo>
                    <a:cubicBezTo>
                      <a:pt x="20185" y="8372"/>
                      <a:pt x="19800" y="5197"/>
                      <a:pt x="17946" y="2875"/>
                    </a:cubicBezTo>
                    <a:cubicBezTo>
                      <a:pt x="16450" y="1025"/>
                      <a:pt x="14234" y="1"/>
                      <a:pt x="11938" y="1"/>
                    </a:cubicBezTo>
                    <a:close/>
                  </a:path>
                </a:pathLst>
              </a:custGeom>
              <a:solidFill>
                <a:srgbClr val="455A64"/>
              </a:solidFill>
              <a:ln>
                <a:noFill/>
              </a:ln>
            </p:spPr>
            <p:txBody>
              <a:bodyPr spcFirstLastPara="1" wrap="square" lIns="121900" tIns="121900" rIns="121900" bIns="121900" anchor="ctr" anchorCtr="0">
                <a:noAutofit/>
              </a:bodyPr>
              <a:lstStyle/>
              <a:p>
                <a:endParaRPr sz="2400"/>
              </a:p>
            </p:txBody>
          </p:sp>
          <p:sp>
            <p:nvSpPr>
              <p:cNvPr id="224" name="Google Shape;3958;p60"/>
              <p:cNvSpPr/>
              <p:nvPr/>
            </p:nvSpPr>
            <p:spPr>
              <a:xfrm>
                <a:off x="1878753" y="381665"/>
                <a:ext cx="52498" cy="226017"/>
              </a:xfrm>
              <a:custGeom>
                <a:avLst/>
                <a:gdLst/>
                <a:ahLst/>
                <a:cxnLst/>
                <a:rect l="l" t="t" r="r" b="b"/>
                <a:pathLst>
                  <a:path w="1638" h="7052" extrusionOk="0">
                    <a:moveTo>
                      <a:pt x="1036" y="0"/>
                    </a:moveTo>
                    <a:lnTo>
                      <a:pt x="1036" y="0"/>
                    </a:lnTo>
                    <a:cubicBezTo>
                      <a:pt x="1020" y="17"/>
                      <a:pt x="1003" y="34"/>
                      <a:pt x="1003" y="67"/>
                    </a:cubicBezTo>
                    <a:cubicBezTo>
                      <a:pt x="1020" y="50"/>
                      <a:pt x="1036" y="17"/>
                      <a:pt x="1036" y="0"/>
                    </a:cubicBezTo>
                    <a:close/>
                    <a:moveTo>
                      <a:pt x="1003" y="67"/>
                    </a:moveTo>
                    <a:cubicBezTo>
                      <a:pt x="969" y="100"/>
                      <a:pt x="936" y="167"/>
                      <a:pt x="886" y="251"/>
                    </a:cubicBezTo>
                    <a:cubicBezTo>
                      <a:pt x="769" y="501"/>
                      <a:pt x="669" y="735"/>
                      <a:pt x="585" y="1003"/>
                    </a:cubicBezTo>
                    <a:cubicBezTo>
                      <a:pt x="0" y="2690"/>
                      <a:pt x="151" y="4562"/>
                      <a:pt x="1020" y="6149"/>
                    </a:cubicBezTo>
                    <a:cubicBezTo>
                      <a:pt x="1153" y="6383"/>
                      <a:pt x="1287" y="6600"/>
                      <a:pt x="1454" y="6817"/>
                    </a:cubicBezTo>
                    <a:cubicBezTo>
                      <a:pt x="1504" y="6901"/>
                      <a:pt x="1554" y="6951"/>
                      <a:pt x="1588" y="7001"/>
                    </a:cubicBezTo>
                    <a:cubicBezTo>
                      <a:pt x="1604" y="7018"/>
                      <a:pt x="1621" y="7034"/>
                      <a:pt x="1638" y="7051"/>
                    </a:cubicBezTo>
                    <a:cubicBezTo>
                      <a:pt x="1621" y="7034"/>
                      <a:pt x="1604" y="7001"/>
                      <a:pt x="1588" y="6984"/>
                    </a:cubicBezTo>
                    <a:cubicBezTo>
                      <a:pt x="1571" y="6951"/>
                      <a:pt x="1521" y="6884"/>
                      <a:pt x="1471" y="6801"/>
                    </a:cubicBezTo>
                    <a:cubicBezTo>
                      <a:pt x="1320" y="6583"/>
                      <a:pt x="1187" y="6366"/>
                      <a:pt x="1070" y="6116"/>
                    </a:cubicBezTo>
                    <a:cubicBezTo>
                      <a:pt x="234" y="4545"/>
                      <a:pt x="67" y="2707"/>
                      <a:pt x="635" y="1019"/>
                    </a:cubicBezTo>
                    <a:cubicBezTo>
                      <a:pt x="702" y="752"/>
                      <a:pt x="802" y="501"/>
                      <a:pt x="919" y="268"/>
                    </a:cubicBezTo>
                    <a:cubicBezTo>
                      <a:pt x="953" y="184"/>
                      <a:pt x="986" y="117"/>
                      <a:pt x="1003" y="67"/>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grpSp>
        <p:grpSp>
          <p:nvGrpSpPr>
            <p:cNvPr id="134" name="Gruppieren 133"/>
            <p:cNvGrpSpPr/>
            <p:nvPr/>
          </p:nvGrpSpPr>
          <p:grpSpPr>
            <a:xfrm flipH="1">
              <a:off x="5160288" y="1879594"/>
              <a:ext cx="1224231" cy="3011847"/>
              <a:chOff x="2559745" y="1296701"/>
              <a:chExt cx="451286" cy="1334370"/>
            </a:xfrm>
          </p:grpSpPr>
          <p:sp>
            <p:nvSpPr>
              <p:cNvPr id="154" name="Google Shape;3785;p60"/>
              <p:cNvSpPr/>
              <p:nvPr/>
            </p:nvSpPr>
            <p:spPr>
              <a:xfrm>
                <a:off x="2774822" y="2353582"/>
                <a:ext cx="75029" cy="18236"/>
              </a:xfrm>
              <a:custGeom>
                <a:avLst/>
                <a:gdLst/>
                <a:ahLst/>
                <a:cxnLst/>
                <a:rect l="l" t="t" r="r" b="b"/>
                <a:pathLst>
                  <a:path w="2341" h="569" extrusionOk="0">
                    <a:moveTo>
                      <a:pt x="1" y="0"/>
                    </a:moveTo>
                    <a:lnTo>
                      <a:pt x="1" y="568"/>
                    </a:lnTo>
                    <a:lnTo>
                      <a:pt x="2340" y="568"/>
                    </a:lnTo>
                    <a:lnTo>
                      <a:pt x="2340" y="0"/>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155" name="Google Shape;3786;p60"/>
              <p:cNvSpPr/>
              <p:nvPr/>
            </p:nvSpPr>
            <p:spPr>
              <a:xfrm>
                <a:off x="2765207" y="2394253"/>
                <a:ext cx="96406" cy="38588"/>
              </a:xfrm>
              <a:custGeom>
                <a:avLst/>
                <a:gdLst/>
                <a:ahLst/>
                <a:cxnLst/>
                <a:rect l="l" t="t" r="r" b="b"/>
                <a:pathLst>
                  <a:path w="3008" h="1204" extrusionOk="0">
                    <a:moveTo>
                      <a:pt x="0" y="1"/>
                    </a:moveTo>
                    <a:lnTo>
                      <a:pt x="0" y="1204"/>
                    </a:lnTo>
                    <a:lnTo>
                      <a:pt x="3008" y="1204"/>
                    </a:lnTo>
                    <a:lnTo>
                      <a:pt x="3008"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56" name="Google Shape;3790;p60"/>
              <p:cNvSpPr/>
              <p:nvPr/>
            </p:nvSpPr>
            <p:spPr>
              <a:xfrm>
                <a:off x="2757162" y="2507806"/>
                <a:ext cx="74997" cy="17692"/>
              </a:xfrm>
              <a:custGeom>
                <a:avLst/>
                <a:gdLst/>
                <a:ahLst/>
                <a:cxnLst/>
                <a:rect l="l" t="t" r="r" b="b"/>
                <a:pathLst>
                  <a:path w="2340" h="552" extrusionOk="0">
                    <a:moveTo>
                      <a:pt x="0" y="0"/>
                    </a:moveTo>
                    <a:lnTo>
                      <a:pt x="0" y="552"/>
                    </a:lnTo>
                    <a:lnTo>
                      <a:pt x="2340" y="552"/>
                    </a:lnTo>
                    <a:lnTo>
                      <a:pt x="2340" y="0"/>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157" name="Google Shape;3791;p60"/>
              <p:cNvSpPr/>
              <p:nvPr/>
            </p:nvSpPr>
            <p:spPr>
              <a:xfrm>
                <a:off x="2747515" y="2548478"/>
                <a:ext cx="96438" cy="38075"/>
              </a:xfrm>
              <a:custGeom>
                <a:avLst/>
                <a:gdLst/>
                <a:ahLst/>
                <a:cxnLst/>
                <a:rect l="l" t="t" r="r" b="b"/>
                <a:pathLst>
                  <a:path w="3009" h="1188" extrusionOk="0">
                    <a:moveTo>
                      <a:pt x="1" y="1"/>
                    </a:moveTo>
                    <a:lnTo>
                      <a:pt x="1" y="1187"/>
                    </a:lnTo>
                    <a:lnTo>
                      <a:pt x="3008" y="1187"/>
                    </a:lnTo>
                    <a:lnTo>
                      <a:pt x="3008"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58" name="Google Shape;3837;p60"/>
              <p:cNvSpPr/>
              <p:nvPr/>
            </p:nvSpPr>
            <p:spPr>
              <a:xfrm>
                <a:off x="2559745" y="1582462"/>
                <a:ext cx="135849" cy="116720"/>
              </a:xfrm>
              <a:custGeom>
                <a:avLst/>
                <a:gdLst>
                  <a:gd name="connsiteX0" fmla="*/ 17967 w 22707"/>
                  <a:gd name="connsiteY0" fmla="*/ 0 h 9994"/>
                  <a:gd name="connsiteX1" fmla="*/ 0 w 22707"/>
                  <a:gd name="connsiteY1" fmla="*/ 7390 h 9994"/>
                  <a:gd name="connsiteX2" fmla="*/ 15812 w 22707"/>
                  <a:gd name="connsiteY2" fmla="*/ 9994 h 9994"/>
                  <a:gd name="connsiteX3" fmla="*/ 22707 w 22707"/>
                  <a:gd name="connsiteY3" fmla="*/ 6740 h 9994"/>
                  <a:gd name="connsiteX4" fmla="*/ 17967 w 22707"/>
                  <a:gd name="connsiteY4" fmla="*/ 0 h 9994"/>
                  <a:gd name="connsiteX0" fmla="*/ 7540 w 9627"/>
                  <a:gd name="connsiteY0" fmla="*/ 0 h 10000"/>
                  <a:gd name="connsiteX1" fmla="*/ 0 w 9627"/>
                  <a:gd name="connsiteY1" fmla="*/ 8659 h 10000"/>
                  <a:gd name="connsiteX2" fmla="*/ 6590 w 9627"/>
                  <a:gd name="connsiteY2" fmla="*/ 10000 h 10000"/>
                  <a:gd name="connsiteX3" fmla="*/ 9627 w 9627"/>
                  <a:gd name="connsiteY3" fmla="*/ 6744 h 10000"/>
                  <a:gd name="connsiteX4" fmla="*/ 7540 w 9627"/>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7" h="10000" extrusionOk="0">
                    <a:moveTo>
                      <a:pt x="7540" y="0"/>
                    </a:moveTo>
                    <a:lnTo>
                      <a:pt x="0" y="8659"/>
                    </a:lnTo>
                    <a:lnTo>
                      <a:pt x="6590" y="10000"/>
                    </a:lnTo>
                    <a:lnTo>
                      <a:pt x="9627" y="6744"/>
                    </a:lnTo>
                    <a:lnTo>
                      <a:pt x="7540" y="0"/>
                    </a:lnTo>
                    <a:close/>
                  </a:path>
                </a:pathLst>
              </a:custGeom>
              <a:solidFill>
                <a:srgbClr val="60493E"/>
              </a:solidFill>
              <a:ln>
                <a:noFill/>
              </a:ln>
            </p:spPr>
            <p:txBody>
              <a:bodyPr spcFirstLastPara="1" wrap="square" lIns="121900" tIns="121900" rIns="121900" bIns="121900" anchor="ctr" anchorCtr="0">
                <a:noAutofit/>
              </a:bodyPr>
              <a:lstStyle/>
              <a:p>
                <a:endParaRPr sz="2400"/>
              </a:p>
            </p:txBody>
          </p:sp>
          <p:sp>
            <p:nvSpPr>
              <p:cNvPr id="159" name="Google Shape;3838;p60"/>
              <p:cNvSpPr/>
              <p:nvPr/>
            </p:nvSpPr>
            <p:spPr>
              <a:xfrm>
                <a:off x="2673608" y="2221311"/>
                <a:ext cx="333673" cy="107111"/>
              </a:xfrm>
              <a:custGeom>
                <a:avLst/>
                <a:gdLst/>
                <a:ahLst/>
                <a:cxnLst/>
                <a:rect l="l" t="t" r="r" b="b"/>
                <a:pathLst>
                  <a:path w="10411" h="3342" extrusionOk="0">
                    <a:moveTo>
                      <a:pt x="4245" y="0"/>
                    </a:moveTo>
                    <a:lnTo>
                      <a:pt x="1" y="2055"/>
                    </a:lnTo>
                    <a:cubicBezTo>
                      <a:pt x="222" y="2407"/>
                      <a:pt x="768" y="2535"/>
                      <a:pt x="1244" y="2535"/>
                    </a:cubicBezTo>
                    <a:cubicBezTo>
                      <a:pt x="1378" y="2535"/>
                      <a:pt x="1507" y="2525"/>
                      <a:pt x="1622" y="2506"/>
                    </a:cubicBezTo>
                    <a:cubicBezTo>
                      <a:pt x="2156" y="2440"/>
                      <a:pt x="2641" y="2206"/>
                      <a:pt x="3176" y="2139"/>
                    </a:cubicBezTo>
                    <a:cubicBezTo>
                      <a:pt x="3296" y="2124"/>
                      <a:pt x="3417" y="2116"/>
                      <a:pt x="3538" y="2116"/>
                    </a:cubicBezTo>
                    <a:cubicBezTo>
                      <a:pt x="4083" y="2116"/>
                      <a:pt x="4618" y="2269"/>
                      <a:pt x="5097" y="2556"/>
                    </a:cubicBezTo>
                    <a:cubicBezTo>
                      <a:pt x="5398" y="2740"/>
                      <a:pt x="5682" y="2957"/>
                      <a:pt x="5999" y="3125"/>
                    </a:cubicBezTo>
                    <a:cubicBezTo>
                      <a:pt x="6249" y="3269"/>
                      <a:pt x="6529" y="3341"/>
                      <a:pt x="6808" y="3341"/>
                    </a:cubicBezTo>
                    <a:cubicBezTo>
                      <a:pt x="6884" y="3341"/>
                      <a:pt x="6960" y="3336"/>
                      <a:pt x="7035" y="3325"/>
                    </a:cubicBezTo>
                    <a:cubicBezTo>
                      <a:pt x="7436" y="3225"/>
                      <a:pt x="7737" y="2924"/>
                      <a:pt x="8038" y="2657"/>
                    </a:cubicBezTo>
                    <a:cubicBezTo>
                      <a:pt x="8328" y="2397"/>
                      <a:pt x="8659" y="2166"/>
                      <a:pt x="9020" y="2166"/>
                    </a:cubicBezTo>
                    <a:cubicBezTo>
                      <a:pt x="9055" y="2166"/>
                      <a:pt x="9089" y="2168"/>
                      <a:pt x="9124" y="2172"/>
                    </a:cubicBezTo>
                    <a:cubicBezTo>
                      <a:pt x="9324" y="2206"/>
                      <a:pt x="9525" y="2272"/>
                      <a:pt x="9725" y="2339"/>
                    </a:cubicBezTo>
                    <a:cubicBezTo>
                      <a:pt x="9785" y="2364"/>
                      <a:pt x="9848" y="2376"/>
                      <a:pt x="9910" y="2376"/>
                    </a:cubicBezTo>
                    <a:cubicBezTo>
                      <a:pt x="10058" y="2376"/>
                      <a:pt x="10204" y="2311"/>
                      <a:pt x="10310" y="2206"/>
                    </a:cubicBezTo>
                    <a:cubicBezTo>
                      <a:pt x="10377" y="2072"/>
                      <a:pt x="10410" y="1922"/>
                      <a:pt x="10360" y="1771"/>
                    </a:cubicBezTo>
                    <a:cubicBezTo>
                      <a:pt x="10293" y="1320"/>
                      <a:pt x="10043" y="919"/>
                      <a:pt x="9692" y="652"/>
                    </a:cubicBezTo>
                    <a:lnTo>
                      <a:pt x="4245" y="0"/>
                    </a:lnTo>
                    <a:close/>
                  </a:path>
                </a:pathLst>
              </a:custGeom>
              <a:solidFill>
                <a:srgbClr val="455A64"/>
              </a:solidFill>
              <a:ln>
                <a:noFill/>
              </a:ln>
            </p:spPr>
            <p:txBody>
              <a:bodyPr spcFirstLastPara="1" wrap="square" lIns="121900" tIns="121900" rIns="121900" bIns="121900" anchor="ctr" anchorCtr="0">
                <a:noAutofit/>
              </a:bodyPr>
              <a:lstStyle/>
              <a:p>
                <a:endParaRPr sz="2400"/>
              </a:p>
            </p:txBody>
          </p:sp>
          <p:sp>
            <p:nvSpPr>
              <p:cNvPr id="160" name="Google Shape;3839;p60"/>
              <p:cNvSpPr/>
              <p:nvPr/>
            </p:nvSpPr>
            <p:spPr>
              <a:xfrm>
                <a:off x="2726651" y="1819116"/>
                <a:ext cx="270983" cy="769585"/>
              </a:xfrm>
              <a:custGeom>
                <a:avLst/>
                <a:gdLst/>
                <a:ahLst/>
                <a:cxnLst/>
                <a:rect l="l" t="t" r="r" b="b"/>
                <a:pathLst>
                  <a:path w="8455" h="24012" extrusionOk="0">
                    <a:moveTo>
                      <a:pt x="5648" y="1"/>
                    </a:moveTo>
                    <a:lnTo>
                      <a:pt x="1821" y="34"/>
                    </a:lnTo>
                    <a:cubicBezTo>
                      <a:pt x="1821" y="34"/>
                      <a:pt x="1821" y="51"/>
                      <a:pt x="1805" y="68"/>
                    </a:cubicBezTo>
                    <a:lnTo>
                      <a:pt x="0" y="118"/>
                    </a:lnTo>
                    <a:lnTo>
                      <a:pt x="802" y="23677"/>
                    </a:lnTo>
                    <a:lnTo>
                      <a:pt x="3158" y="23861"/>
                    </a:lnTo>
                    <a:lnTo>
                      <a:pt x="3141" y="16075"/>
                    </a:lnTo>
                    <a:lnTo>
                      <a:pt x="3141" y="16075"/>
                    </a:lnTo>
                    <a:cubicBezTo>
                      <a:pt x="4628" y="19834"/>
                      <a:pt x="6349" y="24011"/>
                      <a:pt x="6349" y="24011"/>
                    </a:cubicBezTo>
                    <a:lnTo>
                      <a:pt x="8455" y="23025"/>
                    </a:lnTo>
                    <a:cubicBezTo>
                      <a:pt x="8455" y="23025"/>
                      <a:pt x="4979" y="11179"/>
                      <a:pt x="4912" y="10795"/>
                    </a:cubicBezTo>
                    <a:cubicBezTo>
                      <a:pt x="4862" y="10461"/>
                      <a:pt x="5397" y="2156"/>
                      <a:pt x="5648" y="1"/>
                    </a:cubicBezTo>
                    <a:close/>
                  </a:path>
                </a:pathLst>
              </a:custGeom>
              <a:solidFill>
                <a:srgbClr val="6D5346"/>
              </a:solidFill>
              <a:ln>
                <a:noFill/>
              </a:ln>
            </p:spPr>
            <p:txBody>
              <a:bodyPr spcFirstLastPara="1" wrap="square" lIns="121900" tIns="121900" rIns="121900" bIns="121900" anchor="ctr" anchorCtr="0">
                <a:noAutofit/>
              </a:bodyPr>
              <a:lstStyle/>
              <a:p>
                <a:endParaRPr sz="2400"/>
              </a:p>
            </p:txBody>
          </p:sp>
          <p:sp>
            <p:nvSpPr>
              <p:cNvPr id="161" name="Google Shape;3840;p60"/>
              <p:cNvSpPr/>
              <p:nvPr/>
            </p:nvSpPr>
            <p:spPr>
              <a:xfrm>
                <a:off x="2775367" y="2147949"/>
                <a:ext cx="57337" cy="201370"/>
              </a:xfrm>
              <a:custGeom>
                <a:avLst/>
                <a:gdLst/>
                <a:ahLst/>
                <a:cxnLst/>
                <a:rect l="l" t="t" r="r" b="b"/>
                <a:pathLst>
                  <a:path w="1789" h="6283" extrusionOk="0">
                    <a:moveTo>
                      <a:pt x="67" y="0"/>
                    </a:moveTo>
                    <a:cubicBezTo>
                      <a:pt x="67" y="17"/>
                      <a:pt x="67" y="33"/>
                      <a:pt x="51" y="50"/>
                    </a:cubicBezTo>
                    <a:cubicBezTo>
                      <a:pt x="51" y="100"/>
                      <a:pt x="34" y="167"/>
                      <a:pt x="34" y="251"/>
                    </a:cubicBezTo>
                    <a:cubicBezTo>
                      <a:pt x="1" y="485"/>
                      <a:pt x="1" y="718"/>
                      <a:pt x="17" y="952"/>
                    </a:cubicBezTo>
                    <a:cubicBezTo>
                      <a:pt x="34" y="1303"/>
                      <a:pt x="84" y="1654"/>
                      <a:pt x="168" y="1988"/>
                    </a:cubicBezTo>
                    <a:cubicBezTo>
                      <a:pt x="218" y="2189"/>
                      <a:pt x="285" y="2389"/>
                      <a:pt x="351" y="2590"/>
                    </a:cubicBezTo>
                    <a:cubicBezTo>
                      <a:pt x="435" y="2790"/>
                      <a:pt x="502" y="3008"/>
                      <a:pt x="585" y="3208"/>
                    </a:cubicBezTo>
                    <a:cubicBezTo>
                      <a:pt x="903" y="4060"/>
                      <a:pt x="1204" y="4829"/>
                      <a:pt x="1421" y="5380"/>
                    </a:cubicBezTo>
                    <a:lnTo>
                      <a:pt x="1688" y="6048"/>
                    </a:lnTo>
                    <a:cubicBezTo>
                      <a:pt x="1705" y="6132"/>
                      <a:pt x="1738" y="6199"/>
                      <a:pt x="1788" y="6282"/>
                    </a:cubicBezTo>
                    <a:cubicBezTo>
                      <a:pt x="1772" y="6199"/>
                      <a:pt x="1738" y="6115"/>
                      <a:pt x="1705" y="6032"/>
                    </a:cubicBezTo>
                    <a:cubicBezTo>
                      <a:pt x="1655" y="5865"/>
                      <a:pt x="1571" y="5647"/>
                      <a:pt x="1471" y="5363"/>
                    </a:cubicBezTo>
                    <a:cubicBezTo>
                      <a:pt x="1270" y="4812"/>
                      <a:pt x="986" y="4043"/>
                      <a:pt x="652" y="3191"/>
                    </a:cubicBezTo>
                    <a:cubicBezTo>
                      <a:pt x="485" y="2790"/>
                      <a:pt x="351" y="2389"/>
                      <a:pt x="234" y="1972"/>
                    </a:cubicBezTo>
                    <a:cubicBezTo>
                      <a:pt x="151" y="1637"/>
                      <a:pt x="101" y="1303"/>
                      <a:pt x="67" y="952"/>
                    </a:cubicBezTo>
                    <a:cubicBezTo>
                      <a:pt x="51" y="718"/>
                      <a:pt x="51" y="485"/>
                      <a:pt x="51" y="251"/>
                    </a:cubicBezTo>
                    <a:cubicBezTo>
                      <a:pt x="67" y="84"/>
                      <a:pt x="84" y="0"/>
                      <a:pt x="67" y="0"/>
                    </a:cubicBezTo>
                    <a:close/>
                  </a:path>
                </a:pathLst>
              </a:custGeom>
              <a:solidFill>
                <a:srgbClr val="BF7A62"/>
              </a:solidFill>
              <a:ln>
                <a:noFill/>
              </a:ln>
            </p:spPr>
            <p:txBody>
              <a:bodyPr spcFirstLastPara="1" wrap="square" lIns="121900" tIns="121900" rIns="121900" bIns="121900" anchor="ctr" anchorCtr="0">
                <a:noAutofit/>
              </a:bodyPr>
              <a:lstStyle/>
              <a:p>
                <a:endParaRPr sz="2400"/>
              </a:p>
            </p:txBody>
          </p:sp>
          <p:sp>
            <p:nvSpPr>
              <p:cNvPr id="162" name="Google Shape;3841;p60"/>
              <p:cNvSpPr/>
              <p:nvPr/>
            </p:nvSpPr>
            <p:spPr>
              <a:xfrm>
                <a:off x="2800526" y="2266758"/>
                <a:ext cx="28973" cy="158071"/>
              </a:xfrm>
              <a:custGeom>
                <a:avLst/>
                <a:gdLst/>
                <a:ahLst/>
                <a:cxnLst/>
                <a:rect l="l" t="t" r="r" b="b"/>
                <a:pathLst>
                  <a:path w="904" h="4932" extrusionOk="0">
                    <a:moveTo>
                      <a:pt x="20" y="0"/>
                    </a:moveTo>
                    <a:cubicBezTo>
                      <a:pt x="19" y="0"/>
                      <a:pt x="18" y="1"/>
                      <a:pt x="18" y="2"/>
                    </a:cubicBezTo>
                    <a:cubicBezTo>
                      <a:pt x="1" y="69"/>
                      <a:pt x="853" y="4931"/>
                      <a:pt x="853" y="4931"/>
                    </a:cubicBezTo>
                    <a:cubicBezTo>
                      <a:pt x="853" y="4864"/>
                      <a:pt x="903" y="2308"/>
                      <a:pt x="903" y="2308"/>
                    </a:cubicBezTo>
                    <a:cubicBezTo>
                      <a:pt x="903" y="2308"/>
                      <a:pt x="80" y="0"/>
                      <a:pt x="20" y="0"/>
                    </a:cubicBezTo>
                    <a:close/>
                  </a:path>
                </a:pathLst>
              </a:custGeom>
              <a:solidFill>
                <a:srgbClr val="60493E"/>
              </a:solidFill>
              <a:ln>
                <a:noFill/>
              </a:ln>
            </p:spPr>
            <p:txBody>
              <a:bodyPr spcFirstLastPara="1" wrap="square" lIns="121900" tIns="121900" rIns="121900" bIns="121900" anchor="ctr" anchorCtr="0">
                <a:noAutofit/>
              </a:bodyPr>
              <a:lstStyle/>
              <a:p>
                <a:endParaRPr sz="2400"/>
              </a:p>
            </p:txBody>
          </p:sp>
          <p:sp>
            <p:nvSpPr>
              <p:cNvPr id="163" name="Google Shape;3842;p60"/>
              <p:cNvSpPr/>
              <p:nvPr/>
            </p:nvSpPr>
            <p:spPr>
              <a:xfrm>
                <a:off x="2680595" y="2568829"/>
                <a:ext cx="147815" cy="31185"/>
              </a:xfrm>
              <a:custGeom>
                <a:avLst/>
                <a:gdLst/>
                <a:ahLst/>
                <a:cxnLst/>
                <a:rect l="l" t="t" r="r" b="b"/>
                <a:pathLst>
                  <a:path w="4612" h="973" extrusionOk="0">
                    <a:moveTo>
                      <a:pt x="2122" y="1"/>
                    </a:moveTo>
                    <a:lnTo>
                      <a:pt x="2105" y="268"/>
                    </a:lnTo>
                    <a:cubicBezTo>
                      <a:pt x="2105" y="268"/>
                      <a:pt x="0" y="703"/>
                      <a:pt x="501" y="870"/>
                    </a:cubicBezTo>
                    <a:cubicBezTo>
                      <a:pt x="737" y="948"/>
                      <a:pt x="1619" y="972"/>
                      <a:pt x="2504" y="972"/>
                    </a:cubicBezTo>
                    <a:cubicBezTo>
                      <a:pt x="3310" y="972"/>
                      <a:pt x="4118" y="953"/>
                      <a:pt x="4445" y="937"/>
                    </a:cubicBezTo>
                    <a:lnTo>
                      <a:pt x="4595" y="937"/>
                    </a:lnTo>
                    <a:lnTo>
                      <a:pt x="4612" y="51"/>
                    </a:lnTo>
                    <a:lnTo>
                      <a:pt x="2122" y="1"/>
                    </a:ln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164" name="Google Shape;3843;p60"/>
              <p:cNvSpPr/>
              <p:nvPr/>
            </p:nvSpPr>
            <p:spPr>
              <a:xfrm>
                <a:off x="2799468" y="2575175"/>
                <a:ext cx="28941" cy="22082"/>
              </a:xfrm>
              <a:custGeom>
                <a:avLst/>
                <a:gdLst/>
                <a:ahLst/>
                <a:cxnLst/>
                <a:rect l="l" t="t" r="r" b="b"/>
                <a:pathLst>
                  <a:path w="903" h="689" extrusionOk="0">
                    <a:moveTo>
                      <a:pt x="828" y="0"/>
                    </a:moveTo>
                    <a:cubicBezTo>
                      <a:pt x="649" y="0"/>
                      <a:pt x="464" y="53"/>
                      <a:pt x="318" y="170"/>
                    </a:cubicBezTo>
                    <a:cubicBezTo>
                      <a:pt x="151" y="304"/>
                      <a:pt x="34" y="488"/>
                      <a:pt x="0" y="688"/>
                    </a:cubicBezTo>
                    <a:lnTo>
                      <a:pt x="886" y="688"/>
                    </a:lnTo>
                    <a:lnTo>
                      <a:pt x="903" y="3"/>
                    </a:lnTo>
                    <a:cubicBezTo>
                      <a:pt x="878" y="1"/>
                      <a:pt x="853" y="0"/>
                      <a:pt x="828" y="0"/>
                    </a:cubicBezTo>
                    <a:close/>
                  </a:path>
                </a:pathLst>
              </a:custGeom>
              <a:solidFill>
                <a:srgbClr val="FFFFFF">
                  <a:alpha val="56250"/>
                </a:srgbClr>
              </a:solidFill>
              <a:ln>
                <a:noFill/>
              </a:ln>
            </p:spPr>
            <p:txBody>
              <a:bodyPr spcFirstLastPara="1" wrap="square" lIns="121900" tIns="121900" rIns="121900" bIns="121900" anchor="ctr" anchorCtr="0">
                <a:noAutofit/>
              </a:bodyPr>
              <a:lstStyle/>
              <a:p>
                <a:endParaRPr sz="2400"/>
              </a:p>
            </p:txBody>
          </p:sp>
          <p:sp>
            <p:nvSpPr>
              <p:cNvPr id="165" name="Google Shape;3844;p60"/>
              <p:cNvSpPr/>
              <p:nvPr/>
            </p:nvSpPr>
            <p:spPr>
              <a:xfrm>
                <a:off x="2691300" y="2585431"/>
                <a:ext cx="136565" cy="14775"/>
              </a:xfrm>
              <a:custGeom>
                <a:avLst/>
                <a:gdLst/>
                <a:ahLst/>
                <a:cxnLst/>
                <a:rect l="l" t="t" r="r" b="b"/>
                <a:pathLst>
                  <a:path w="4261" h="461" extrusionOk="0">
                    <a:moveTo>
                      <a:pt x="735" y="1"/>
                    </a:moveTo>
                    <a:cubicBezTo>
                      <a:pt x="735" y="1"/>
                      <a:pt x="0" y="201"/>
                      <a:pt x="84" y="335"/>
                    </a:cubicBezTo>
                    <a:cubicBezTo>
                      <a:pt x="150" y="412"/>
                      <a:pt x="1396" y="460"/>
                      <a:pt x="2598" y="460"/>
                    </a:cubicBezTo>
                    <a:cubicBezTo>
                      <a:pt x="3221" y="460"/>
                      <a:pt x="3833" y="447"/>
                      <a:pt x="4261" y="419"/>
                    </a:cubicBezTo>
                    <a:lnTo>
                      <a:pt x="4261" y="352"/>
                    </a:lnTo>
                    <a:lnTo>
                      <a:pt x="953" y="318"/>
                    </a:lnTo>
                    <a:cubicBezTo>
                      <a:pt x="953" y="318"/>
                      <a:pt x="886" y="18"/>
                      <a:pt x="735" y="1"/>
                    </a:cubicBezTo>
                    <a:close/>
                  </a:path>
                </a:pathLst>
              </a:custGeom>
              <a:solidFill>
                <a:srgbClr val="FFFFFF">
                  <a:alpha val="56250"/>
                </a:srgbClr>
              </a:solidFill>
              <a:ln>
                <a:noFill/>
              </a:ln>
            </p:spPr>
            <p:txBody>
              <a:bodyPr spcFirstLastPara="1" wrap="square" lIns="121900" tIns="121900" rIns="121900" bIns="121900" anchor="ctr" anchorCtr="0">
                <a:noAutofit/>
              </a:bodyPr>
              <a:lstStyle/>
              <a:p>
                <a:endParaRPr sz="2400"/>
              </a:p>
            </p:txBody>
          </p:sp>
          <p:sp>
            <p:nvSpPr>
              <p:cNvPr id="166" name="Google Shape;3845;p60"/>
              <p:cNvSpPr/>
              <p:nvPr/>
            </p:nvSpPr>
            <p:spPr>
              <a:xfrm>
                <a:off x="2695562" y="2594533"/>
                <a:ext cx="132302" cy="3109"/>
              </a:xfrm>
              <a:custGeom>
                <a:avLst/>
                <a:gdLst/>
                <a:ahLst/>
                <a:cxnLst/>
                <a:rect l="l" t="t" r="r" b="b"/>
                <a:pathLst>
                  <a:path w="4128" h="97" extrusionOk="0">
                    <a:moveTo>
                      <a:pt x="1" y="1"/>
                    </a:moveTo>
                    <a:lnTo>
                      <a:pt x="118" y="18"/>
                    </a:lnTo>
                    <a:lnTo>
                      <a:pt x="569" y="34"/>
                    </a:lnTo>
                    <a:cubicBezTo>
                      <a:pt x="953" y="68"/>
                      <a:pt x="1488" y="84"/>
                      <a:pt x="2056" y="84"/>
                    </a:cubicBezTo>
                    <a:cubicBezTo>
                      <a:pt x="2349" y="93"/>
                      <a:pt x="2628" y="97"/>
                      <a:pt x="2883" y="97"/>
                    </a:cubicBezTo>
                    <a:cubicBezTo>
                      <a:pt x="3138" y="97"/>
                      <a:pt x="3368" y="93"/>
                      <a:pt x="3560" y="84"/>
                    </a:cubicBezTo>
                    <a:lnTo>
                      <a:pt x="4011" y="84"/>
                    </a:lnTo>
                    <a:lnTo>
                      <a:pt x="4128" y="68"/>
                    </a:lnTo>
                    <a:lnTo>
                      <a:pt x="2073" y="68"/>
                    </a:lnTo>
                    <a:cubicBezTo>
                      <a:pt x="1488" y="51"/>
                      <a:pt x="953" y="34"/>
                      <a:pt x="569" y="18"/>
                    </a:cubicBezTo>
                    <a:lnTo>
                      <a:pt x="118" y="1"/>
                    </a:lnTo>
                    <a:close/>
                  </a:path>
                </a:pathLst>
              </a:custGeom>
              <a:solidFill>
                <a:srgbClr val="B78876"/>
              </a:solidFill>
              <a:ln>
                <a:noFill/>
              </a:ln>
            </p:spPr>
            <p:txBody>
              <a:bodyPr spcFirstLastPara="1" wrap="square" lIns="121900" tIns="121900" rIns="121900" bIns="121900" anchor="ctr" anchorCtr="0">
                <a:noAutofit/>
              </a:bodyPr>
              <a:lstStyle/>
              <a:p>
                <a:endParaRPr sz="2400"/>
              </a:p>
            </p:txBody>
          </p:sp>
          <p:sp>
            <p:nvSpPr>
              <p:cNvPr id="167" name="Google Shape;3846;p60"/>
              <p:cNvSpPr/>
              <p:nvPr/>
            </p:nvSpPr>
            <p:spPr>
              <a:xfrm>
                <a:off x="2714312" y="2584374"/>
                <a:ext cx="8077" cy="12884"/>
              </a:xfrm>
              <a:custGeom>
                <a:avLst/>
                <a:gdLst/>
                <a:ahLst/>
                <a:cxnLst/>
                <a:rect l="l" t="t" r="r" b="b"/>
                <a:pathLst>
                  <a:path w="252" h="402" extrusionOk="0">
                    <a:moveTo>
                      <a:pt x="1" y="0"/>
                    </a:moveTo>
                    <a:lnTo>
                      <a:pt x="1" y="0"/>
                    </a:lnTo>
                    <a:cubicBezTo>
                      <a:pt x="134" y="101"/>
                      <a:pt x="218" y="251"/>
                      <a:pt x="235" y="401"/>
                    </a:cubicBezTo>
                    <a:cubicBezTo>
                      <a:pt x="251" y="234"/>
                      <a:pt x="151" y="84"/>
                      <a:pt x="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68" name="Google Shape;3847;p60"/>
              <p:cNvSpPr/>
              <p:nvPr/>
            </p:nvSpPr>
            <p:spPr>
              <a:xfrm>
                <a:off x="2741105" y="2579021"/>
                <a:ext cx="4840" cy="6570"/>
              </a:xfrm>
              <a:custGeom>
                <a:avLst/>
                <a:gdLst/>
                <a:ahLst/>
                <a:cxnLst/>
                <a:rect l="l" t="t" r="r" b="b"/>
                <a:pathLst>
                  <a:path w="151" h="205" extrusionOk="0">
                    <a:moveTo>
                      <a:pt x="17" y="0"/>
                    </a:moveTo>
                    <a:cubicBezTo>
                      <a:pt x="0" y="0"/>
                      <a:pt x="34" y="50"/>
                      <a:pt x="67" y="117"/>
                    </a:cubicBezTo>
                    <a:cubicBezTo>
                      <a:pt x="96" y="161"/>
                      <a:pt x="125" y="204"/>
                      <a:pt x="143" y="204"/>
                    </a:cubicBezTo>
                    <a:cubicBezTo>
                      <a:pt x="146" y="204"/>
                      <a:pt x="148" y="203"/>
                      <a:pt x="151" y="201"/>
                    </a:cubicBezTo>
                    <a:cubicBezTo>
                      <a:pt x="151" y="201"/>
                      <a:pt x="134" y="151"/>
                      <a:pt x="84" y="101"/>
                    </a:cubicBezTo>
                    <a:cubicBezTo>
                      <a:pt x="50" y="34"/>
                      <a:pt x="17" y="0"/>
                      <a:pt x="17"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69" name="Google Shape;3848;p60"/>
              <p:cNvSpPr/>
              <p:nvPr/>
            </p:nvSpPr>
            <p:spPr>
              <a:xfrm>
                <a:off x="2746971" y="2577803"/>
                <a:ext cx="5416" cy="4615"/>
              </a:xfrm>
              <a:custGeom>
                <a:avLst/>
                <a:gdLst/>
                <a:ahLst/>
                <a:cxnLst/>
                <a:rect l="l" t="t" r="r" b="b"/>
                <a:pathLst>
                  <a:path w="169" h="144" extrusionOk="0">
                    <a:moveTo>
                      <a:pt x="12" y="1"/>
                    </a:moveTo>
                    <a:cubicBezTo>
                      <a:pt x="8" y="1"/>
                      <a:pt x="4" y="2"/>
                      <a:pt x="1" y="5"/>
                    </a:cubicBezTo>
                    <a:cubicBezTo>
                      <a:pt x="1" y="5"/>
                      <a:pt x="34" y="38"/>
                      <a:pt x="68" y="88"/>
                    </a:cubicBezTo>
                    <a:cubicBezTo>
                      <a:pt x="109" y="116"/>
                      <a:pt x="139" y="143"/>
                      <a:pt x="157" y="143"/>
                    </a:cubicBezTo>
                    <a:cubicBezTo>
                      <a:pt x="161" y="143"/>
                      <a:pt x="165" y="142"/>
                      <a:pt x="168" y="139"/>
                    </a:cubicBezTo>
                    <a:cubicBezTo>
                      <a:pt x="168" y="139"/>
                      <a:pt x="135" y="105"/>
                      <a:pt x="101" y="55"/>
                    </a:cubicBezTo>
                    <a:cubicBezTo>
                      <a:pt x="60" y="28"/>
                      <a:pt x="31" y="1"/>
                      <a:pt x="12"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70" name="Google Shape;3849;p60"/>
              <p:cNvSpPr/>
              <p:nvPr/>
            </p:nvSpPr>
            <p:spPr>
              <a:xfrm>
                <a:off x="2748605" y="2569374"/>
                <a:ext cx="9134" cy="1538"/>
              </a:xfrm>
              <a:custGeom>
                <a:avLst/>
                <a:gdLst/>
                <a:ahLst/>
                <a:cxnLst/>
                <a:rect l="l" t="t" r="r" b="b"/>
                <a:pathLst>
                  <a:path w="285" h="48" extrusionOk="0">
                    <a:moveTo>
                      <a:pt x="284" y="1"/>
                    </a:moveTo>
                    <a:cubicBezTo>
                      <a:pt x="234" y="1"/>
                      <a:pt x="184" y="17"/>
                      <a:pt x="134" y="17"/>
                    </a:cubicBezTo>
                    <a:lnTo>
                      <a:pt x="0" y="17"/>
                    </a:lnTo>
                    <a:cubicBezTo>
                      <a:pt x="35" y="38"/>
                      <a:pt x="76" y="48"/>
                      <a:pt x="118" y="48"/>
                    </a:cubicBezTo>
                    <a:cubicBezTo>
                      <a:pt x="176" y="48"/>
                      <a:pt x="236" y="30"/>
                      <a:pt x="284"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71" name="Google Shape;3850;p60"/>
              <p:cNvSpPr/>
              <p:nvPr/>
            </p:nvSpPr>
            <p:spPr>
              <a:xfrm>
                <a:off x="2728253" y="2571329"/>
                <a:ext cx="15031" cy="8782"/>
              </a:xfrm>
              <a:custGeom>
                <a:avLst/>
                <a:gdLst/>
                <a:ahLst/>
                <a:cxnLst/>
                <a:rect l="l" t="t" r="r" b="b"/>
                <a:pathLst>
                  <a:path w="469" h="274" extrusionOk="0">
                    <a:moveTo>
                      <a:pt x="151" y="29"/>
                    </a:moveTo>
                    <a:cubicBezTo>
                      <a:pt x="179" y="29"/>
                      <a:pt x="206" y="33"/>
                      <a:pt x="234" y="40"/>
                    </a:cubicBezTo>
                    <a:cubicBezTo>
                      <a:pt x="284" y="57"/>
                      <a:pt x="334" y="90"/>
                      <a:pt x="368" y="140"/>
                    </a:cubicBezTo>
                    <a:cubicBezTo>
                      <a:pt x="389" y="162"/>
                      <a:pt x="404" y="190"/>
                      <a:pt x="416" y="221"/>
                    </a:cubicBezTo>
                    <a:lnTo>
                      <a:pt x="416" y="221"/>
                    </a:lnTo>
                    <a:cubicBezTo>
                      <a:pt x="387" y="219"/>
                      <a:pt x="348" y="215"/>
                      <a:pt x="301" y="207"/>
                    </a:cubicBezTo>
                    <a:cubicBezTo>
                      <a:pt x="251" y="190"/>
                      <a:pt x="201" y="174"/>
                      <a:pt x="134" y="157"/>
                    </a:cubicBezTo>
                    <a:cubicBezTo>
                      <a:pt x="117" y="140"/>
                      <a:pt x="84" y="140"/>
                      <a:pt x="50" y="123"/>
                    </a:cubicBezTo>
                    <a:cubicBezTo>
                      <a:pt x="17" y="107"/>
                      <a:pt x="17" y="73"/>
                      <a:pt x="34" y="57"/>
                    </a:cubicBezTo>
                    <a:cubicBezTo>
                      <a:pt x="73" y="37"/>
                      <a:pt x="112" y="29"/>
                      <a:pt x="151" y="29"/>
                    </a:cubicBezTo>
                    <a:close/>
                    <a:moveTo>
                      <a:pt x="139" y="1"/>
                    </a:moveTo>
                    <a:cubicBezTo>
                      <a:pt x="99" y="1"/>
                      <a:pt x="57" y="8"/>
                      <a:pt x="17" y="23"/>
                    </a:cubicBezTo>
                    <a:cubicBezTo>
                      <a:pt x="0" y="40"/>
                      <a:pt x="0" y="73"/>
                      <a:pt x="0" y="90"/>
                    </a:cubicBezTo>
                    <a:cubicBezTo>
                      <a:pt x="0" y="107"/>
                      <a:pt x="17" y="123"/>
                      <a:pt x="34" y="140"/>
                    </a:cubicBezTo>
                    <a:cubicBezTo>
                      <a:pt x="67" y="157"/>
                      <a:pt x="100" y="174"/>
                      <a:pt x="134" y="190"/>
                    </a:cubicBezTo>
                    <a:cubicBezTo>
                      <a:pt x="184" y="207"/>
                      <a:pt x="251" y="224"/>
                      <a:pt x="301" y="224"/>
                    </a:cubicBezTo>
                    <a:cubicBezTo>
                      <a:pt x="326" y="232"/>
                      <a:pt x="351" y="236"/>
                      <a:pt x="378" y="236"/>
                    </a:cubicBezTo>
                    <a:cubicBezTo>
                      <a:pt x="392" y="236"/>
                      <a:pt x="406" y="235"/>
                      <a:pt x="421" y="233"/>
                    </a:cubicBezTo>
                    <a:lnTo>
                      <a:pt x="421" y="233"/>
                    </a:lnTo>
                    <a:cubicBezTo>
                      <a:pt x="425" y="246"/>
                      <a:pt x="430" y="260"/>
                      <a:pt x="435" y="274"/>
                    </a:cubicBezTo>
                    <a:cubicBezTo>
                      <a:pt x="435" y="259"/>
                      <a:pt x="435" y="245"/>
                      <a:pt x="435" y="231"/>
                    </a:cubicBezTo>
                    <a:lnTo>
                      <a:pt x="435" y="231"/>
                    </a:lnTo>
                    <a:cubicBezTo>
                      <a:pt x="445" y="229"/>
                      <a:pt x="456" y="227"/>
                      <a:pt x="468" y="224"/>
                    </a:cubicBezTo>
                    <a:cubicBezTo>
                      <a:pt x="468" y="224"/>
                      <a:pt x="456" y="224"/>
                      <a:pt x="434" y="222"/>
                    </a:cubicBezTo>
                    <a:lnTo>
                      <a:pt x="434" y="222"/>
                    </a:lnTo>
                    <a:cubicBezTo>
                      <a:pt x="417" y="189"/>
                      <a:pt x="401" y="156"/>
                      <a:pt x="384" y="123"/>
                    </a:cubicBezTo>
                    <a:cubicBezTo>
                      <a:pt x="326" y="42"/>
                      <a:pt x="235" y="1"/>
                      <a:pt x="13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72" name="Google Shape;3851;p60"/>
              <p:cNvSpPr/>
              <p:nvPr/>
            </p:nvSpPr>
            <p:spPr>
              <a:xfrm>
                <a:off x="2741105" y="2568829"/>
                <a:ext cx="7532" cy="10224"/>
              </a:xfrm>
              <a:custGeom>
                <a:avLst/>
                <a:gdLst/>
                <a:ahLst/>
                <a:cxnLst/>
                <a:rect l="l" t="t" r="r" b="b"/>
                <a:pathLst>
                  <a:path w="235" h="319" extrusionOk="0">
                    <a:moveTo>
                      <a:pt x="184" y="1"/>
                    </a:moveTo>
                    <a:cubicBezTo>
                      <a:pt x="134" y="1"/>
                      <a:pt x="84" y="34"/>
                      <a:pt x="50" y="84"/>
                    </a:cubicBezTo>
                    <a:cubicBezTo>
                      <a:pt x="17" y="118"/>
                      <a:pt x="17" y="168"/>
                      <a:pt x="0" y="201"/>
                    </a:cubicBezTo>
                    <a:cubicBezTo>
                      <a:pt x="0" y="235"/>
                      <a:pt x="0" y="285"/>
                      <a:pt x="17" y="318"/>
                    </a:cubicBezTo>
                    <a:cubicBezTo>
                      <a:pt x="17" y="285"/>
                      <a:pt x="17" y="235"/>
                      <a:pt x="17" y="201"/>
                    </a:cubicBezTo>
                    <a:cubicBezTo>
                      <a:pt x="34" y="168"/>
                      <a:pt x="50" y="135"/>
                      <a:pt x="67" y="101"/>
                    </a:cubicBezTo>
                    <a:cubicBezTo>
                      <a:pt x="100" y="68"/>
                      <a:pt x="134" y="34"/>
                      <a:pt x="184" y="34"/>
                    </a:cubicBezTo>
                    <a:cubicBezTo>
                      <a:pt x="217" y="51"/>
                      <a:pt x="201" y="101"/>
                      <a:pt x="184" y="135"/>
                    </a:cubicBezTo>
                    <a:cubicBezTo>
                      <a:pt x="167" y="168"/>
                      <a:pt x="134" y="201"/>
                      <a:pt x="117" y="235"/>
                    </a:cubicBezTo>
                    <a:cubicBezTo>
                      <a:pt x="67" y="285"/>
                      <a:pt x="34" y="302"/>
                      <a:pt x="34" y="318"/>
                    </a:cubicBezTo>
                    <a:cubicBezTo>
                      <a:pt x="67" y="302"/>
                      <a:pt x="100" y="268"/>
                      <a:pt x="117" y="252"/>
                    </a:cubicBezTo>
                    <a:cubicBezTo>
                      <a:pt x="151" y="218"/>
                      <a:pt x="184" y="185"/>
                      <a:pt x="201" y="151"/>
                    </a:cubicBezTo>
                    <a:cubicBezTo>
                      <a:pt x="217" y="135"/>
                      <a:pt x="234" y="101"/>
                      <a:pt x="234" y="84"/>
                    </a:cubicBezTo>
                    <a:cubicBezTo>
                      <a:pt x="234" y="51"/>
                      <a:pt x="217" y="18"/>
                      <a:pt x="184"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73" name="Google Shape;3852;p60"/>
              <p:cNvSpPr/>
              <p:nvPr/>
            </p:nvSpPr>
            <p:spPr>
              <a:xfrm>
                <a:off x="2799468" y="2574182"/>
                <a:ext cx="28396" cy="23076"/>
              </a:xfrm>
              <a:custGeom>
                <a:avLst/>
                <a:gdLst/>
                <a:ahLst/>
                <a:cxnLst/>
                <a:rect l="l" t="t" r="r" b="b"/>
                <a:pathLst>
                  <a:path w="886" h="720" extrusionOk="0">
                    <a:moveTo>
                      <a:pt x="702" y="1"/>
                    </a:moveTo>
                    <a:cubicBezTo>
                      <a:pt x="385" y="18"/>
                      <a:pt x="117" y="235"/>
                      <a:pt x="34" y="536"/>
                    </a:cubicBezTo>
                    <a:cubicBezTo>
                      <a:pt x="17" y="569"/>
                      <a:pt x="0" y="619"/>
                      <a:pt x="0" y="669"/>
                    </a:cubicBezTo>
                    <a:cubicBezTo>
                      <a:pt x="0" y="686"/>
                      <a:pt x="0" y="703"/>
                      <a:pt x="0" y="719"/>
                    </a:cubicBezTo>
                    <a:cubicBezTo>
                      <a:pt x="0" y="719"/>
                      <a:pt x="0" y="636"/>
                      <a:pt x="51" y="536"/>
                    </a:cubicBezTo>
                    <a:cubicBezTo>
                      <a:pt x="151" y="252"/>
                      <a:pt x="401" y="51"/>
                      <a:pt x="702" y="34"/>
                    </a:cubicBezTo>
                    <a:cubicBezTo>
                      <a:pt x="761" y="26"/>
                      <a:pt x="807" y="26"/>
                      <a:pt x="838" y="26"/>
                    </a:cubicBezTo>
                    <a:cubicBezTo>
                      <a:pt x="869" y="26"/>
                      <a:pt x="886" y="26"/>
                      <a:pt x="886" y="18"/>
                    </a:cubicBezTo>
                    <a:lnTo>
                      <a:pt x="836" y="18"/>
                    </a:lnTo>
                    <a:cubicBezTo>
                      <a:pt x="802" y="1"/>
                      <a:pt x="752" y="1"/>
                      <a:pt x="702"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74" name="Google Shape;3853;p60"/>
              <p:cNvSpPr/>
              <p:nvPr/>
            </p:nvSpPr>
            <p:spPr>
              <a:xfrm>
                <a:off x="2766265" y="2589181"/>
                <a:ext cx="23044" cy="1314"/>
              </a:xfrm>
              <a:custGeom>
                <a:avLst/>
                <a:gdLst/>
                <a:ahLst/>
                <a:cxnLst/>
                <a:rect l="l" t="t" r="r" b="b"/>
                <a:pathLst>
                  <a:path w="719" h="41" extrusionOk="0">
                    <a:moveTo>
                      <a:pt x="0" y="1"/>
                    </a:moveTo>
                    <a:cubicBezTo>
                      <a:pt x="129" y="28"/>
                      <a:pt x="263" y="41"/>
                      <a:pt x="396" y="41"/>
                    </a:cubicBezTo>
                    <a:cubicBezTo>
                      <a:pt x="505" y="41"/>
                      <a:pt x="614" y="33"/>
                      <a:pt x="719" y="18"/>
                    </a:cubicBezTo>
                    <a:cubicBezTo>
                      <a:pt x="719" y="12"/>
                      <a:pt x="700" y="10"/>
                      <a:pt x="668" y="10"/>
                    </a:cubicBezTo>
                    <a:cubicBezTo>
                      <a:pt x="604" y="10"/>
                      <a:pt x="485" y="18"/>
                      <a:pt x="351" y="18"/>
                    </a:cubicBezTo>
                    <a:cubicBezTo>
                      <a:pt x="151" y="18"/>
                      <a:pt x="1" y="1"/>
                      <a:pt x="0"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75" name="Google Shape;3854;p60"/>
              <p:cNvSpPr/>
              <p:nvPr/>
            </p:nvSpPr>
            <p:spPr>
              <a:xfrm>
                <a:off x="2802129" y="2589726"/>
                <a:ext cx="3269" cy="4455"/>
              </a:xfrm>
              <a:custGeom>
                <a:avLst/>
                <a:gdLst/>
                <a:ahLst/>
                <a:cxnLst/>
                <a:rect l="l" t="t" r="r" b="b"/>
                <a:pathLst>
                  <a:path w="102" h="139" extrusionOk="0">
                    <a:moveTo>
                      <a:pt x="85" y="1"/>
                    </a:moveTo>
                    <a:cubicBezTo>
                      <a:pt x="85" y="1"/>
                      <a:pt x="51" y="17"/>
                      <a:pt x="34" y="67"/>
                    </a:cubicBezTo>
                    <a:cubicBezTo>
                      <a:pt x="1" y="101"/>
                      <a:pt x="18" y="134"/>
                      <a:pt x="18" y="134"/>
                    </a:cubicBezTo>
                    <a:cubicBezTo>
                      <a:pt x="21" y="137"/>
                      <a:pt x="23" y="139"/>
                      <a:pt x="25" y="139"/>
                    </a:cubicBezTo>
                    <a:cubicBezTo>
                      <a:pt x="35" y="139"/>
                      <a:pt x="37" y="109"/>
                      <a:pt x="51" y="67"/>
                    </a:cubicBezTo>
                    <a:cubicBezTo>
                      <a:pt x="68" y="34"/>
                      <a:pt x="101" y="1"/>
                      <a:pt x="85"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76" name="Google Shape;3855;p60"/>
              <p:cNvSpPr/>
              <p:nvPr/>
            </p:nvSpPr>
            <p:spPr>
              <a:xfrm>
                <a:off x="2807513" y="2582547"/>
                <a:ext cx="3750" cy="3141"/>
              </a:xfrm>
              <a:custGeom>
                <a:avLst/>
                <a:gdLst/>
                <a:ahLst/>
                <a:cxnLst/>
                <a:rect l="l" t="t" r="r" b="b"/>
                <a:pathLst>
                  <a:path w="117" h="98" extrusionOk="0">
                    <a:moveTo>
                      <a:pt x="97" y="1"/>
                    </a:moveTo>
                    <a:cubicBezTo>
                      <a:pt x="90" y="1"/>
                      <a:pt x="75" y="16"/>
                      <a:pt x="50" y="41"/>
                    </a:cubicBezTo>
                    <a:cubicBezTo>
                      <a:pt x="17" y="57"/>
                      <a:pt x="0" y="91"/>
                      <a:pt x="17" y="91"/>
                    </a:cubicBezTo>
                    <a:cubicBezTo>
                      <a:pt x="17" y="95"/>
                      <a:pt x="19" y="97"/>
                      <a:pt x="23" y="97"/>
                    </a:cubicBezTo>
                    <a:cubicBezTo>
                      <a:pt x="33" y="97"/>
                      <a:pt x="55" y="82"/>
                      <a:pt x="67" y="57"/>
                    </a:cubicBezTo>
                    <a:cubicBezTo>
                      <a:pt x="100" y="24"/>
                      <a:pt x="117" y="7"/>
                      <a:pt x="100" y="7"/>
                    </a:cubicBezTo>
                    <a:cubicBezTo>
                      <a:pt x="100" y="3"/>
                      <a:pt x="99" y="1"/>
                      <a:pt x="97"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77" name="Google Shape;3856;p60"/>
              <p:cNvSpPr/>
              <p:nvPr/>
            </p:nvSpPr>
            <p:spPr>
              <a:xfrm>
                <a:off x="2814468" y="2578797"/>
                <a:ext cx="4840" cy="2083"/>
              </a:xfrm>
              <a:custGeom>
                <a:avLst/>
                <a:gdLst/>
                <a:ahLst/>
                <a:cxnLst/>
                <a:rect l="l" t="t" r="r" b="b"/>
                <a:pathLst>
                  <a:path w="151" h="65" extrusionOk="0">
                    <a:moveTo>
                      <a:pt x="106" y="0"/>
                    </a:moveTo>
                    <a:cubicBezTo>
                      <a:pt x="95" y="0"/>
                      <a:pt x="82" y="2"/>
                      <a:pt x="67" y="7"/>
                    </a:cubicBezTo>
                    <a:cubicBezTo>
                      <a:pt x="34" y="24"/>
                      <a:pt x="0" y="57"/>
                      <a:pt x="17" y="57"/>
                    </a:cubicBezTo>
                    <a:cubicBezTo>
                      <a:pt x="17" y="62"/>
                      <a:pt x="20" y="64"/>
                      <a:pt x="25" y="64"/>
                    </a:cubicBezTo>
                    <a:cubicBezTo>
                      <a:pt x="37" y="64"/>
                      <a:pt x="60" y="53"/>
                      <a:pt x="84" y="41"/>
                    </a:cubicBezTo>
                    <a:cubicBezTo>
                      <a:pt x="117" y="24"/>
                      <a:pt x="151" y="24"/>
                      <a:pt x="151" y="24"/>
                    </a:cubicBezTo>
                    <a:cubicBezTo>
                      <a:pt x="151" y="12"/>
                      <a:pt x="134" y="0"/>
                      <a:pt x="106"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78" name="Google Shape;3857;p60"/>
              <p:cNvSpPr/>
              <p:nvPr/>
            </p:nvSpPr>
            <p:spPr>
              <a:xfrm>
                <a:off x="2823025" y="2577547"/>
                <a:ext cx="2724" cy="1506"/>
              </a:xfrm>
              <a:custGeom>
                <a:avLst/>
                <a:gdLst/>
                <a:ahLst/>
                <a:cxnLst/>
                <a:rect l="l" t="t" r="r" b="b"/>
                <a:pathLst>
                  <a:path w="85" h="47" extrusionOk="0">
                    <a:moveTo>
                      <a:pt x="57" y="0"/>
                    </a:moveTo>
                    <a:cubicBezTo>
                      <a:pt x="51" y="0"/>
                      <a:pt x="42" y="5"/>
                      <a:pt x="34" y="13"/>
                    </a:cubicBezTo>
                    <a:cubicBezTo>
                      <a:pt x="17" y="13"/>
                      <a:pt x="1" y="30"/>
                      <a:pt x="1" y="46"/>
                    </a:cubicBezTo>
                    <a:lnTo>
                      <a:pt x="51" y="46"/>
                    </a:lnTo>
                    <a:cubicBezTo>
                      <a:pt x="67" y="30"/>
                      <a:pt x="84" y="13"/>
                      <a:pt x="67" y="13"/>
                    </a:cubicBezTo>
                    <a:cubicBezTo>
                      <a:pt x="67" y="5"/>
                      <a:pt x="63" y="0"/>
                      <a:pt x="57"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79" name="Google Shape;3858;p60"/>
              <p:cNvSpPr/>
              <p:nvPr/>
            </p:nvSpPr>
            <p:spPr>
              <a:xfrm>
                <a:off x="2878151" y="2548478"/>
                <a:ext cx="132879" cy="82593"/>
              </a:xfrm>
              <a:custGeom>
                <a:avLst/>
                <a:gdLst/>
                <a:ahLst/>
                <a:cxnLst/>
                <a:rect l="l" t="t" r="r" b="b"/>
                <a:pathLst>
                  <a:path w="4146" h="2577" extrusionOk="0">
                    <a:moveTo>
                      <a:pt x="3761" y="1"/>
                    </a:moveTo>
                    <a:lnTo>
                      <a:pt x="1505" y="1070"/>
                    </a:lnTo>
                    <a:lnTo>
                      <a:pt x="1622" y="1304"/>
                    </a:lnTo>
                    <a:cubicBezTo>
                      <a:pt x="1622" y="1304"/>
                      <a:pt x="0" y="2577"/>
                      <a:pt x="418" y="2577"/>
                    </a:cubicBezTo>
                    <a:cubicBezTo>
                      <a:pt x="428" y="2577"/>
                      <a:pt x="440" y="2576"/>
                      <a:pt x="453" y="2574"/>
                    </a:cubicBezTo>
                    <a:cubicBezTo>
                      <a:pt x="921" y="2491"/>
                      <a:pt x="3410" y="1187"/>
                      <a:pt x="4012" y="870"/>
                    </a:cubicBezTo>
                    <a:lnTo>
                      <a:pt x="4145" y="786"/>
                    </a:lnTo>
                    <a:lnTo>
                      <a:pt x="3761" y="1"/>
                    </a:ln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180" name="Google Shape;3859;p60"/>
              <p:cNvSpPr/>
              <p:nvPr/>
            </p:nvSpPr>
            <p:spPr>
              <a:xfrm>
                <a:off x="2982602" y="2552772"/>
                <a:ext cx="27883" cy="32691"/>
              </a:xfrm>
              <a:custGeom>
                <a:avLst/>
                <a:gdLst/>
                <a:ahLst/>
                <a:cxnLst/>
                <a:rect l="l" t="t" r="r" b="b"/>
                <a:pathLst>
                  <a:path w="870" h="1020" extrusionOk="0">
                    <a:moveTo>
                      <a:pt x="569" y="1"/>
                    </a:moveTo>
                    <a:cubicBezTo>
                      <a:pt x="368" y="67"/>
                      <a:pt x="218" y="218"/>
                      <a:pt x="118" y="418"/>
                    </a:cubicBezTo>
                    <a:cubicBezTo>
                      <a:pt x="34" y="602"/>
                      <a:pt x="1" y="819"/>
                      <a:pt x="68" y="1020"/>
                    </a:cubicBezTo>
                    <a:lnTo>
                      <a:pt x="870" y="619"/>
                    </a:lnTo>
                    <a:lnTo>
                      <a:pt x="569" y="1"/>
                    </a:lnTo>
                    <a:close/>
                  </a:path>
                </a:pathLst>
              </a:custGeom>
              <a:solidFill>
                <a:srgbClr val="FFFFFF">
                  <a:alpha val="56250"/>
                </a:srgbClr>
              </a:solidFill>
              <a:ln>
                <a:noFill/>
              </a:ln>
            </p:spPr>
            <p:txBody>
              <a:bodyPr spcFirstLastPara="1" wrap="square" lIns="121900" tIns="121900" rIns="121900" bIns="121900" anchor="ctr" anchorCtr="0">
                <a:noAutofit/>
              </a:bodyPr>
              <a:lstStyle/>
              <a:p>
                <a:endParaRPr sz="2400"/>
              </a:p>
            </p:txBody>
          </p:sp>
          <p:sp>
            <p:nvSpPr>
              <p:cNvPr id="181" name="Google Shape;3860;p60"/>
              <p:cNvSpPr/>
              <p:nvPr/>
            </p:nvSpPr>
            <p:spPr>
              <a:xfrm>
                <a:off x="2885683" y="2572066"/>
                <a:ext cx="125348" cy="59004"/>
              </a:xfrm>
              <a:custGeom>
                <a:avLst/>
                <a:gdLst/>
                <a:ahLst/>
                <a:cxnLst/>
                <a:rect l="l" t="t" r="r" b="b"/>
                <a:pathLst>
                  <a:path w="3911" h="1841" extrusionOk="0">
                    <a:moveTo>
                      <a:pt x="3877" y="0"/>
                    </a:moveTo>
                    <a:lnTo>
                      <a:pt x="903" y="1454"/>
                    </a:lnTo>
                    <a:cubicBezTo>
                      <a:pt x="903" y="1454"/>
                      <a:pt x="737" y="1247"/>
                      <a:pt x="607" y="1247"/>
                    </a:cubicBezTo>
                    <a:cubicBezTo>
                      <a:pt x="593" y="1247"/>
                      <a:pt x="581" y="1249"/>
                      <a:pt x="569" y="1253"/>
                    </a:cubicBezTo>
                    <a:cubicBezTo>
                      <a:pt x="569" y="1253"/>
                      <a:pt x="0" y="1771"/>
                      <a:pt x="134" y="1838"/>
                    </a:cubicBezTo>
                    <a:cubicBezTo>
                      <a:pt x="138" y="1840"/>
                      <a:pt x="143" y="1841"/>
                      <a:pt x="150" y="1841"/>
                    </a:cubicBezTo>
                    <a:cubicBezTo>
                      <a:pt x="402" y="1841"/>
                      <a:pt x="2853" y="668"/>
                      <a:pt x="3910" y="50"/>
                    </a:cubicBezTo>
                    <a:lnTo>
                      <a:pt x="3877" y="0"/>
                    </a:lnTo>
                    <a:close/>
                  </a:path>
                </a:pathLst>
              </a:custGeom>
              <a:solidFill>
                <a:srgbClr val="FFFFFF">
                  <a:alpha val="56250"/>
                </a:srgbClr>
              </a:solidFill>
              <a:ln>
                <a:noFill/>
              </a:ln>
            </p:spPr>
            <p:txBody>
              <a:bodyPr spcFirstLastPara="1" wrap="square" lIns="121900" tIns="121900" rIns="121900" bIns="121900" anchor="ctr" anchorCtr="0">
                <a:noAutofit/>
              </a:bodyPr>
              <a:lstStyle/>
              <a:p>
                <a:endParaRPr sz="2400"/>
              </a:p>
            </p:txBody>
          </p:sp>
          <p:sp>
            <p:nvSpPr>
              <p:cNvPr id="182" name="Google Shape;3861;p60"/>
              <p:cNvSpPr/>
              <p:nvPr/>
            </p:nvSpPr>
            <p:spPr>
              <a:xfrm>
                <a:off x="2889433" y="2571522"/>
                <a:ext cx="121598" cy="58395"/>
              </a:xfrm>
              <a:custGeom>
                <a:avLst/>
                <a:gdLst/>
                <a:ahLst/>
                <a:cxnLst/>
                <a:rect l="l" t="t" r="r" b="b"/>
                <a:pathLst>
                  <a:path w="3794" h="1822" extrusionOk="0">
                    <a:moveTo>
                      <a:pt x="3793" y="0"/>
                    </a:moveTo>
                    <a:cubicBezTo>
                      <a:pt x="3793" y="0"/>
                      <a:pt x="3777" y="17"/>
                      <a:pt x="3760" y="17"/>
                    </a:cubicBezTo>
                    <a:lnTo>
                      <a:pt x="3643" y="67"/>
                    </a:lnTo>
                    <a:lnTo>
                      <a:pt x="3242" y="284"/>
                    </a:lnTo>
                    <a:cubicBezTo>
                      <a:pt x="2908" y="452"/>
                      <a:pt x="2440" y="685"/>
                      <a:pt x="1905" y="936"/>
                    </a:cubicBezTo>
                    <a:cubicBezTo>
                      <a:pt x="1387" y="1187"/>
                      <a:pt x="903" y="1404"/>
                      <a:pt x="552" y="1571"/>
                    </a:cubicBezTo>
                    <a:lnTo>
                      <a:pt x="151" y="1755"/>
                    </a:lnTo>
                    <a:lnTo>
                      <a:pt x="569" y="1588"/>
                    </a:lnTo>
                    <a:cubicBezTo>
                      <a:pt x="919" y="1437"/>
                      <a:pt x="1404" y="1220"/>
                      <a:pt x="1922" y="970"/>
                    </a:cubicBezTo>
                    <a:cubicBezTo>
                      <a:pt x="2457" y="719"/>
                      <a:pt x="2924" y="468"/>
                      <a:pt x="3259" y="301"/>
                    </a:cubicBezTo>
                    <a:lnTo>
                      <a:pt x="3660" y="84"/>
                    </a:lnTo>
                    <a:lnTo>
                      <a:pt x="3760" y="34"/>
                    </a:lnTo>
                    <a:cubicBezTo>
                      <a:pt x="3777" y="17"/>
                      <a:pt x="3793" y="17"/>
                      <a:pt x="3793" y="0"/>
                    </a:cubicBezTo>
                    <a:close/>
                    <a:moveTo>
                      <a:pt x="34" y="1805"/>
                    </a:moveTo>
                    <a:cubicBezTo>
                      <a:pt x="17" y="1805"/>
                      <a:pt x="17" y="1822"/>
                      <a:pt x="0" y="1822"/>
                    </a:cubicBezTo>
                    <a:cubicBezTo>
                      <a:pt x="17" y="1822"/>
                      <a:pt x="17" y="1822"/>
                      <a:pt x="34" y="1805"/>
                    </a:cubicBezTo>
                    <a:close/>
                  </a:path>
                </a:pathLst>
              </a:custGeom>
              <a:solidFill>
                <a:srgbClr val="B78876"/>
              </a:solidFill>
              <a:ln>
                <a:noFill/>
              </a:ln>
            </p:spPr>
            <p:txBody>
              <a:bodyPr spcFirstLastPara="1" wrap="square" lIns="121900" tIns="121900" rIns="121900" bIns="121900" anchor="ctr" anchorCtr="0">
                <a:noAutofit/>
              </a:bodyPr>
              <a:lstStyle/>
              <a:p>
                <a:endParaRPr sz="2400"/>
              </a:p>
            </p:txBody>
          </p:sp>
          <p:sp>
            <p:nvSpPr>
              <p:cNvPr id="183" name="Google Shape;3862;p60"/>
              <p:cNvSpPr/>
              <p:nvPr/>
            </p:nvSpPr>
            <p:spPr>
              <a:xfrm>
                <a:off x="2903343" y="2611680"/>
                <a:ext cx="11826" cy="8077"/>
              </a:xfrm>
              <a:custGeom>
                <a:avLst/>
                <a:gdLst/>
                <a:ahLst/>
                <a:cxnLst/>
                <a:rect l="l" t="t" r="r" b="b"/>
                <a:pathLst>
                  <a:path w="369" h="252" extrusionOk="0">
                    <a:moveTo>
                      <a:pt x="1" y="1"/>
                    </a:moveTo>
                    <a:cubicBezTo>
                      <a:pt x="68" y="34"/>
                      <a:pt x="135" y="51"/>
                      <a:pt x="201" y="101"/>
                    </a:cubicBezTo>
                    <a:cubicBezTo>
                      <a:pt x="268" y="134"/>
                      <a:pt x="318" y="201"/>
                      <a:pt x="368" y="251"/>
                    </a:cubicBezTo>
                    <a:cubicBezTo>
                      <a:pt x="318" y="101"/>
                      <a:pt x="151" y="1"/>
                      <a:pt x="1"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84" name="Google Shape;3863;p60"/>
              <p:cNvSpPr/>
              <p:nvPr/>
            </p:nvSpPr>
            <p:spPr>
              <a:xfrm>
                <a:off x="2924784" y="2594533"/>
                <a:ext cx="6987" cy="4487"/>
              </a:xfrm>
              <a:custGeom>
                <a:avLst/>
                <a:gdLst/>
                <a:ahLst/>
                <a:cxnLst/>
                <a:rect l="l" t="t" r="r" b="b"/>
                <a:pathLst>
                  <a:path w="218" h="140" extrusionOk="0">
                    <a:moveTo>
                      <a:pt x="0" y="1"/>
                    </a:moveTo>
                    <a:cubicBezTo>
                      <a:pt x="0" y="18"/>
                      <a:pt x="34" y="51"/>
                      <a:pt x="100" y="84"/>
                    </a:cubicBezTo>
                    <a:cubicBezTo>
                      <a:pt x="141" y="112"/>
                      <a:pt x="182" y="139"/>
                      <a:pt x="196" y="139"/>
                    </a:cubicBezTo>
                    <a:cubicBezTo>
                      <a:pt x="199" y="139"/>
                      <a:pt x="201" y="138"/>
                      <a:pt x="201" y="135"/>
                    </a:cubicBezTo>
                    <a:cubicBezTo>
                      <a:pt x="217" y="135"/>
                      <a:pt x="167" y="101"/>
                      <a:pt x="117" y="68"/>
                    </a:cubicBezTo>
                    <a:cubicBezTo>
                      <a:pt x="50" y="18"/>
                      <a:pt x="0" y="1"/>
                      <a:pt x="0"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85" name="Google Shape;3864;p60"/>
              <p:cNvSpPr/>
              <p:nvPr/>
            </p:nvSpPr>
            <p:spPr>
              <a:xfrm>
                <a:off x="2929047" y="2591104"/>
                <a:ext cx="7019" cy="2083"/>
              </a:xfrm>
              <a:custGeom>
                <a:avLst/>
                <a:gdLst/>
                <a:ahLst/>
                <a:cxnLst/>
                <a:rect l="l" t="t" r="r" b="b"/>
                <a:pathLst>
                  <a:path w="219" h="65" extrusionOk="0">
                    <a:moveTo>
                      <a:pt x="26" y="1"/>
                    </a:moveTo>
                    <a:cubicBezTo>
                      <a:pt x="20" y="1"/>
                      <a:pt x="18" y="3"/>
                      <a:pt x="18" y="8"/>
                    </a:cubicBezTo>
                    <a:cubicBezTo>
                      <a:pt x="1" y="8"/>
                      <a:pt x="51" y="24"/>
                      <a:pt x="101" y="41"/>
                    </a:cubicBezTo>
                    <a:cubicBezTo>
                      <a:pt x="148" y="53"/>
                      <a:pt x="179" y="65"/>
                      <a:pt x="199" y="65"/>
                    </a:cubicBezTo>
                    <a:cubicBezTo>
                      <a:pt x="207" y="65"/>
                      <a:pt x="213" y="63"/>
                      <a:pt x="218" y="58"/>
                    </a:cubicBezTo>
                    <a:cubicBezTo>
                      <a:pt x="218" y="58"/>
                      <a:pt x="168" y="41"/>
                      <a:pt x="118" y="24"/>
                    </a:cubicBezTo>
                    <a:cubicBezTo>
                      <a:pt x="71" y="13"/>
                      <a:pt x="40" y="1"/>
                      <a:pt x="26"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86" name="Google Shape;3865;p60"/>
              <p:cNvSpPr/>
              <p:nvPr/>
            </p:nvSpPr>
            <p:spPr>
              <a:xfrm>
                <a:off x="2928534" y="2584374"/>
                <a:ext cx="8045" cy="3782"/>
              </a:xfrm>
              <a:custGeom>
                <a:avLst/>
                <a:gdLst/>
                <a:ahLst/>
                <a:cxnLst/>
                <a:rect l="l" t="t" r="r" b="b"/>
                <a:pathLst>
                  <a:path w="251" h="118" extrusionOk="0">
                    <a:moveTo>
                      <a:pt x="234" y="0"/>
                    </a:moveTo>
                    <a:lnTo>
                      <a:pt x="234" y="0"/>
                    </a:lnTo>
                    <a:cubicBezTo>
                      <a:pt x="201" y="17"/>
                      <a:pt x="151" y="17"/>
                      <a:pt x="117" y="51"/>
                    </a:cubicBezTo>
                    <a:cubicBezTo>
                      <a:pt x="50" y="84"/>
                      <a:pt x="0" y="117"/>
                      <a:pt x="0" y="117"/>
                    </a:cubicBezTo>
                    <a:cubicBezTo>
                      <a:pt x="50" y="117"/>
                      <a:pt x="100" y="101"/>
                      <a:pt x="134" y="84"/>
                    </a:cubicBezTo>
                    <a:cubicBezTo>
                      <a:pt x="201" y="51"/>
                      <a:pt x="251" y="17"/>
                      <a:pt x="234"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87" name="Google Shape;3866;p60"/>
              <p:cNvSpPr/>
              <p:nvPr/>
            </p:nvSpPr>
            <p:spPr>
              <a:xfrm>
                <a:off x="2926931" y="2579021"/>
                <a:ext cx="8589" cy="4840"/>
              </a:xfrm>
              <a:custGeom>
                <a:avLst/>
                <a:gdLst/>
                <a:ahLst/>
                <a:cxnLst/>
                <a:rect l="l" t="t" r="r" b="b"/>
                <a:pathLst>
                  <a:path w="268" h="151" extrusionOk="0">
                    <a:moveTo>
                      <a:pt x="251" y="0"/>
                    </a:moveTo>
                    <a:cubicBezTo>
                      <a:pt x="167" y="50"/>
                      <a:pt x="84" y="101"/>
                      <a:pt x="0" y="151"/>
                    </a:cubicBezTo>
                    <a:cubicBezTo>
                      <a:pt x="50" y="151"/>
                      <a:pt x="100" y="134"/>
                      <a:pt x="150" y="101"/>
                    </a:cubicBezTo>
                    <a:cubicBezTo>
                      <a:pt x="217" y="67"/>
                      <a:pt x="267" y="17"/>
                      <a:pt x="25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88" name="Google Shape;3867;p60"/>
              <p:cNvSpPr/>
              <p:nvPr/>
            </p:nvSpPr>
            <p:spPr>
              <a:xfrm>
                <a:off x="2910329" y="2590784"/>
                <a:ext cx="15544" cy="6698"/>
              </a:xfrm>
              <a:custGeom>
                <a:avLst/>
                <a:gdLst/>
                <a:ahLst/>
                <a:cxnLst/>
                <a:rect l="l" t="t" r="r" b="b"/>
                <a:pathLst>
                  <a:path w="485" h="209" extrusionOk="0">
                    <a:moveTo>
                      <a:pt x="248" y="27"/>
                    </a:moveTo>
                    <a:cubicBezTo>
                      <a:pt x="288" y="27"/>
                      <a:pt x="332" y="39"/>
                      <a:pt x="368" y="51"/>
                    </a:cubicBezTo>
                    <a:cubicBezTo>
                      <a:pt x="390" y="62"/>
                      <a:pt x="420" y="81"/>
                      <a:pt x="447" y="107"/>
                    </a:cubicBezTo>
                    <a:lnTo>
                      <a:pt x="447" y="107"/>
                    </a:lnTo>
                    <a:cubicBezTo>
                      <a:pt x="422" y="118"/>
                      <a:pt x="385" y="135"/>
                      <a:pt x="334" y="151"/>
                    </a:cubicBezTo>
                    <a:cubicBezTo>
                      <a:pt x="284" y="151"/>
                      <a:pt x="234" y="168"/>
                      <a:pt x="167" y="168"/>
                    </a:cubicBezTo>
                    <a:cubicBezTo>
                      <a:pt x="134" y="185"/>
                      <a:pt x="100" y="185"/>
                      <a:pt x="67" y="185"/>
                    </a:cubicBezTo>
                    <a:cubicBezTo>
                      <a:pt x="34" y="168"/>
                      <a:pt x="17" y="151"/>
                      <a:pt x="34" y="118"/>
                    </a:cubicBezTo>
                    <a:cubicBezTo>
                      <a:pt x="67" y="68"/>
                      <a:pt x="134" y="34"/>
                      <a:pt x="201" y="34"/>
                    </a:cubicBezTo>
                    <a:cubicBezTo>
                      <a:pt x="215" y="29"/>
                      <a:pt x="231" y="27"/>
                      <a:pt x="248" y="27"/>
                    </a:cubicBezTo>
                    <a:close/>
                    <a:moveTo>
                      <a:pt x="239" y="0"/>
                    </a:moveTo>
                    <a:cubicBezTo>
                      <a:pt x="153" y="0"/>
                      <a:pt x="66" y="41"/>
                      <a:pt x="0" y="118"/>
                    </a:cubicBezTo>
                    <a:cubicBezTo>
                      <a:pt x="0" y="135"/>
                      <a:pt x="0" y="168"/>
                      <a:pt x="17" y="185"/>
                    </a:cubicBezTo>
                    <a:cubicBezTo>
                      <a:pt x="34" y="201"/>
                      <a:pt x="50" y="201"/>
                      <a:pt x="67" y="201"/>
                    </a:cubicBezTo>
                    <a:cubicBezTo>
                      <a:pt x="78" y="207"/>
                      <a:pt x="89" y="209"/>
                      <a:pt x="100" y="209"/>
                    </a:cubicBezTo>
                    <a:cubicBezTo>
                      <a:pt x="123" y="209"/>
                      <a:pt x="145" y="201"/>
                      <a:pt x="167" y="201"/>
                    </a:cubicBezTo>
                    <a:cubicBezTo>
                      <a:pt x="234" y="201"/>
                      <a:pt x="284" y="185"/>
                      <a:pt x="351" y="168"/>
                    </a:cubicBezTo>
                    <a:cubicBezTo>
                      <a:pt x="389" y="156"/>
                      <a:pt x="426" y="134"/>
                      <a:pt x="457" y="116"/>
                    </a:cubicBezTo>
                    <a:lnTo>
                      <a:pt x="457" y="116"/>
                    </a:lnTo>
                    <a:cubicBezTo>
                      <a:pt x="467" y="127"/>
                      <a:pt x="476" y="139"/>
                      <a:pt x="485" y="151"/>
                    </a:cubicBezTo>
                    <a:cubicBezTo>
                      <a:pt x="485" y="151"/>
                      <a:pt x="485" y="137"/>
                      <a:pt x="471" y="108"/>
                    </a:cubicBezTo>
                    <a:lnTo>
                      <a:pt x="471" y="108"/>
                    </a:lnTo>
                    <a:cubicBezTo>
                      <a:pt x="476" y="106"/>
                      <a:pt x="480" y="103"/>
                      <a:pt x="485" y="101"/>
                    </a:cubicBezTo>
                    <a:cubicBezTo>
                      <a:pt x="485" y="98"/>
                      <a:pt x="483" y="97"/>
                      <a:pt x="480" y="97"/>
                    </a:cubicBezTo>
                    <a:cubicBezTo>
                      <a:pt x="476" y="97"/>
                      <a:pt x="472" y="98"/>
                      <a:pt x="466" y="100"/>
                    </a:cubicBezTo>
                    <a:lnTo>
                      <a:pt x="466" y="100"/>
                    </a:lnTo>
                    <a:cubicBezTo>
                      <a:pt x="433" y="83"/>
                      <a:pt x="400" y="51"/>
                      <a:pt x="368" y="34"/>
                    </a:cubicBezTo>
                    <a:cubicBezTo>
                      <a:pt x="328" y="11"/>
                      <a:pt x="283" y="0"/>
                      <a:pt x="23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89" name="Google Shape;3868;p60"/>
              <p:cNvSpPr/>
              <p:nvPr/>
            </p:nvSpPr>
            <p:spPr>
              <a:xfrm>
                <a:off x="2922092" y="2583316"/>
                <a:ext cx="5929" cy="11250"/>
              </a:xfrm>
              <a:custGeom>
                <a:avLst/>
                <a:gdLst/>
                <a:ahLst/>
                <a:cxnLst/>
                <a:rect l="l" t="t" r="r" b="b"/>
                <a:pathLst>
                  <a:path w="185" h="351" extrusionOk="0">
                    <a:moveTo>
                      <a:pt x="101" y="0"/>
                    </a:moveTo>
                    <a:cubicBezTo>
                      <a:pt x="51" y="33"/>
                      <a:pt x="17" y="84"/>
                      <a:pt x="17" y="134"/>
                    </a:cubicBezTo>
                    <a:cubicBezTo>
                      <a:pt x="1" y="184"/>
                      <a:pt x="17" y="217"/>
                      <a:pt x="17" y="267"/>
                    </a:cubicBezTo>
                    <a:cubicBezTo>
                      <a:pt x="34" y="301"/>
                      <a:pt x="51" y="334"/>
                      <a:pt x="84" y="351"/>
                    </a:cubicBezTo>
                    <a:cubicBezTo>
                      <a:pt x="68" y="317"/>
                      <a:pt x="51" y="284"/>
                      <a:pt x="51" y="251"/>
                    </a:cubicBezTo>
                    <a:cubicBezTo>
                      <a:pt x="34" y="217"/>
                      <a:pt x="34" y="184"/>
                      <a:pt x="34" y="134"/>
                    </a:cubicBezTo>
                    <a:cubicBezTo>
                      <a:pt x="51" y="100"/>
                      <a:pt x="68" y="50"/>
                      <a:pt x="101" y="33"/>
                    </a:cubicBezTo>
                    <a:cubicBezTo>
                      <a:pt x="106" y="32"/>
                      <a:pt x="111" y="31"/>
                      <a:pt x="116" y="31"/>
                    </a:cubicBezTo>
                    <a:cubicBezTo>
                      <a:pt x="151" y="31"/>
                      <a:pt x="151" y="87"/>
                      <a:pt x="151" y="117"/>
                    </a:cubicBezTo>
                    <a:cubicBezTo>
                      <a:pt x="151" y="167"/>
                      <a:pt x="151" y="201"/>
                      <a:pt x="134" y="234"/>
                    </a:cubicBezTo>
                    <a:cubicBezTo>
                      <a:pt x="118" y="301"/>
                      <a:pt x="101" y="351"/>
                      <a:pt x="101" y="351"/>
                    </a:cubicBezTo>
                    <a:cubicBezTo>
                      <a:pt x="118" y="317"/>
                      <a:pt x="151" y="284"/>
                      <a:pt x="151" y="251"/>
                    </a:cubicBezTo>
                    <a:cubicBezTo>
                      <a:pt x="168" y="201"/>
                      <a:pt x="184" y="167"/>
                      <a:pt x="184" y="134"/>
                    </a:cubicBezTo>
                    <a:cubicBezTo>
                      <a:pt x="184" y="100"/>
                      <a:pt x="184" y="84"/>
                      <a:pt x="168" y="50"/>
                    </a:cubicBezTo>
                    <a:cubicBezTo>
                      <a:pt x="168" y="17"/>
                      <a:pt x="134" y="0"/>
                      <a:pt x="101"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90" name="Google Shape;3869;p60"/>
              <p:cNvSpPr/>
              <p:nvPr/>
            </p:nvSpPr>
            <p:spPr>
              <a:xfrm>
                <a:off x="2981545" y="2552772"/>
                <a:ext cx="18781" cy="32178"/>
              </a:xfrm>
              <a:custGeom>
                <a:avLst/>
                <a:gdLst/>
                <a:ahLst/>
                <a:cxnLst/>
                <a:rect l="l" t="t" r="r" b="b"/>
                <a:pathLst>
                  <a:path w="586" h="1004" extrusionOk="0">
                    <a:moveTo>
                      <a:pt x="535" y="1"/>
                    </a:moveTo>
                    <a:cubicBezTo>
                      <a:pt x="502" y="17"/>
                      <a:pt x="451" y="34"/>
                      <a:pt x="418" y="67"/>
                    </a:cubicBezTo>
                    <a:cubicBezTo>
                      <a:pt x="151" y="218"/>
                      <a:pt x="0" y="519"/>
                      <a:pt x="34" y="836"/>
                    </a:cubicBezTo>
                    <a:cubicBezTo>
                      <a:pt x="50" y="869"/>
                      <a:pt x="67" y="920"/>
                      <a:pt x="67" y="970"/>
                    </a:cubicBezTo>
                    <a:cubicBezTo>
                      <a:pt x="84" y="986"/>
                      <a:pt x="84" y="1003"/>
                      <a:pt x="101" y="1003"/>
                    </a:cubicBezTo>
                    <a:cubicBezTo>
                      <a:pt x="101" y="1003"/>
                      <a:pt x="67" y="936"/>
                      <a:pt x="67" y="836"/>
                    </a:cubicBezTo>
                    <a:cubicBezTo>
                      <a:pt x="34" y="535"/>
                      <a:pt x="167" y="235"/>
                      <a:pt x="418" y="84"/>
                    </a:cubicBezTo>
                    <a:cubicBezTo>
                      <a:pt x="518" y="17"/>
                      <a:pt x="585" y="1"/>
                      <a:pt x="585"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91" name="Google Shape;3870;p60"/>
              <p:cNvSpPr/>
              <p:nvPr/>
            </p:nvSpPr>
            <p:spPr>
              <a:xfrm>
                <a:off x="2951001" y="2582771"/>
                <a:ext cx="21474" cy="10192"/>
              </a:xfrm>
              <a:custGeom>
                <a:avLst/>
                <a:gdLst/>
                <a:ahLst/>
                <a:cxnLst/>
                <a:rect l="l" t="t" r="r" b="b"/>
                <a:pathLst>
                  <a:path w="670" h="318" extrusionOk="0">
                    <a:moveTo>
                      <a:pt x="669" y="0"/>
                    </a:moveTo>
                    <a:cubicBezTo>
                      <a:pt x="653" y="0"/>
                      <a:pt x="519" y="84"/>
                      <a:pt x="335" y="167"/>
                    </a:cubicBezTo>
                    <a:cubicBezTo>
                      <a:pt x="168" y="251"/>
                      <a:pt x="1" y="318"/>
                      <a:pt x="18" y="318"/>
                    </a:cubicBezTo>
                    <a:cubicBezTo>
                      <a:pt x="252" y="251"/>
                      <a:pt x="469" y="151"/>
                      <a:pt x="66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92" name="Google Shape;3871;p60"/>
              <p:cNvSpPr/>
              <p:nvPr/>
            </p:nvSpPr>
            <p:spPr>
              <a:xfrm>
                <a:off x="2985294" y="2576329"/>
                <a:ext cx="1635" cy="4872"/>
              </a:xfrm>
              <a:custGeom>
                <a:avLst/>
                <a:gdLst/>
                <a:ahLst/>
                <a:cxnLst/>
                <a:rect l="l" t="t" r="r" b="b"/>
                <a:pathLst>
                  <a:path w="51" h="152" extrusionOk="0">
                    <a:moveTo>
                      <a:pt x="34" y="1"/>
                    </a:moveTo>
                    <a:cubicBezTo>
                      <a:pt x="34" y="1"/>
                      <a:pt x="0" y="34"/>
                      <a:pt x="17" y="68"/>
                    </a:cubicBezTo>
                    <a:cubicBezTo>
                      <a:pt x="17" y="118"/>
                      <a:pt x="34" y="151"/>
                      <a:pt x="34" y="151"/>
                    </a:cubicBezTo>
                    <a:cubicBezTo>
                      <a:pt x="50" y="151"/>
                      <a:pt x="34" y="118"/>
                      <a:pt x="34" y="68"/>
                    </a:cubicBezTo>
                    <a:cubicBezTo>
                      <a:pt x="34" y="34"/>
                      <a:pt x="50" y="1"/>
                      <a:pt x="34"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93" name="Google Shape;3872;p60"/>
              <p:cNvSpPr/>
              <p:nvPr/>
            </p:nvSpPr>
            <p:spPr>
              <a:xfrm>
                <a:off x="2986897" y="2567099"/>
                <a:ext cx="2179" cy="3910"/>
              </a:xfrm>
              <a:custGeom>
                <a:avLst/>
                <a:gdLst/>
                <a:ahLst/>
                <a:cxnLst/>
                <a:rect l="l" t="t" r="r" b="b"/>
                <a:pathLst>
                  <a:path w="68" h="122" extrusionOk="0">
                    <a:moveTo>
                      <a:pt x="49" y="0"/>
                    </a:moveTo>
                    <a:cubicBezTo>
                      <a:pt x="44" y="0"/>
                      <a:pt x="31" y="28"/>
                      <a:pt x="17" y="55"/>
                    </a:cubicBezTo>
                    <a:cubicBezTo>
                      <a:pt x="0" y="88"/>
                      <a:pt x="0" y="122"/>
                      <a:pt x="0" y="122"/>
                    </a:cubicBezTo>
                    <a:cubicBezTo>
                      <a:pt x="17" y="122"/>
                      <a:pt x="34" y="105"/>
                      <a:pt x="51" y="72"/>
                    </a:cubicBezTo>
                    <a:cubicBezTo>
                      <a:pt x="51" y="38"/>
                      <a:pt x="67" y="5"/>
                      <a:pt x="51" y="5"/>
                    </a:cubicBezTo>
                    <a:cubicBezTo>
                      <a:pt x="51" y="2"/>
                      <a:pt x="50" y="0"/>
                      <a:pt x="4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94" name="Google Shape;3873;p60"/>
              <p:cNvSpPr/>
              <p:nvPr/>
            </p:nvSpPr>
            <p:spPr>
              <a:xfrm>
                <a:off x="2991192" y="2560272"/>
                <a:ext cx="3782" cy="3397"/>
              </a:xfrm>
              <a:custGeom>
                <a:avLst/>
                <a:gdLst/>
                <a:ahLst/>
                <a:cxnLst/>
                <a:rect l="l" t="t" r="r" b="b"/>
                <a:pathLst>
                  <a:path w="118" h="106" extrusionOk="0">
                    <a:moveTo>
                      <a:pt x="117" y="1"/>
                    </a:moveTo>
                    <a:cubicBezTo>
                      <a:pt x="100" y="1"/>
                      <a:pt x="67" y="1"/>
                      <a:pt x="34" y="34"/>
                    </a:cubicBezTo>
                    <a:cubicBezTo>
                      <a:pt x="0" y="67"/>
                      <a:pt x="0" y="101"/>
                      <a:pt x="0" y="101"/>
                    </a:cubicBezTo>
                    <a:cubicBezTo>
                      <a:pt x="3" y="104"/>
                      <a:pt x="6" y="105"/>
                      <a:pt x="9" y="105"/>
                    </a:cubicBezTo>
                    <a:cubicBezTo>
                      <a:pt x="23" y="105"/>
                      <a:pt x="37" y="78"/>
                      <a:pt x="50" y="51"/>
                    </a:cubicBezTo>
                    <a:cubicBezTo>
                      <a:pt x="84" y="34"/>
                      <a:pt x="117" y="17"/>
                      <a:pt x="117"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95" name="Google Shape;3874;p60"/>
              <p:cNvSpPr/>
              <p:nvPr/>
            </p:nvSpPr>
            <p:spPr>
              <a:xfrm>
                <a:off x="2997602" y="2556298"/>
                <a:ext cx="2179" cy="2083"/>
              </a:xfrm>
              <a:custGeom>
                <a:avLst/>
                <a:gdLst/>
                <a:ahLst/>
                <a:cxnLst/>
                <a:rect l="l" t="t" r="r" b="b"/>
                <a:pathLst>
                  <a:path w="68" h="65" extrusionOk="0">
                    <a:moveTo>
                      <a:pt x="47" y="1"/>
                    </a:moveTo>
                    <a:cubicBezTo>
                      <a:pt x="41" y="1"/>
                      <a:pt x="29" y="12"/>
                      <a:pt x="17" y="24"/>
                    </a:cubicBezTo>
                    <a:cubicBezTo>
                      <a:pt x="1" y="41"/>
                      <a:pt x="1" y="58"/>
                      <a:pt x="1" y="58"/>
                    </a:cubicBezTo>
                    <a:cubicBezTo>
                      <a:pt x="1" y="63"/>
                      <a:pt x="2" y="65"/>
                      <a:pt x="4" y="65"/>
                    </a:cubicBezTo>
                    <a:cubicBezTo>
                      <a:pt x="10" y="65"/>
                      <a:pt x="22" y="53"/>
                      <a:pt x="34" y="41"/>
                    </a:cubicBezTo>
                    <a:cubicBezTo>
                      <a:pt x="51" y="24"/>
                      <a:pt x="67" y="8"/>
                      <a:pt x="51" y="8"/>
                    </a:cubicBezTo>
                    <a:cubicBezTo>
                      <a:pt x="51" y="3"/>
                      <a:pt x="49" y="1"/>
                      <a:pt x="47"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96" name="Google Shape;3875;p60"/>
              <p:cNvSpPr/>
              <p:nvPr/>
            </p:nvSpPr>
            <p:spPr>
              <a:xfrm>
                <a:off x="2648449" y="1512622"/>
                <a:ext cx="352390" cy="780033"/>
              </a:xfrm>
              <a:custGeom>
                <a:avLst/>
                <a:gdLst/>
                <a:ahLst/>
                <a:cxnLst/>
                <a:rect l="l" t="t" r="r" b="b"/>
                <a:pathLst>
                  <a:path w="10995" h="24338" extrusionOk="0">
                    <a:moveTo>
                      <a:pt x="5977" y="0"/>
                    </a:moveTo>
                    <a:cubicBezTo>
                      <a:pt x="5917" y="0"/>
                      <a:pt x="5858" y="2"/>
                      <a:pt x="5798" y="7"/>
                    </a:cubicBezTo>
                    <a:lnTo>
                      <a:pt x="3676" y="140"/>
                    </a:lnTo>
                    <a:cubicBezTo>
                      <a:pt x="3676" y="140"/>
                      <a:pt x="3624" y="129"/>
                      <a:pt x="3524" y="129"/>
                    </a:cubicBezTo>
                    <a:cubicBezTo>
                      <a:pt x="3179" y="129"/>
                      <a:pt x="2276" y="260"/>
                      <a:pt x="1070" y="1427"/>
                    </a:cubicBezTo>
                    <a:lnTo>
                      <a:pt x="1" y="2413"/>
                    </a:lnTo>
                    <a:lnTo>
                      <a:pt x="1354" y="4986"/>
                    </a:lnTo>
                    <a:lnTo>
                      <a:pt x="1421" y="6139"/>
                    </a:lnTo>
                    <a:lnTo>
                      <a:pt x="2390" y="9313"/>
                    </a:lnTo>
                    <a:lnTo>
                      <a:pt x="2123" y="10717"/>
                    </a:lnTo>
                    <a:cubicBezTo>
                      <a:pt x="2022" y="11786"/>
                      <a:pt x="585" y="24017"/>
                      <a:pt x="786" y="24201"/>
                    </a:cubicBezTo>
                    <a:cubicBezTo>
                      <a:pt x="800" y="24215"/>
                      <a:pt x="826" y="24222"/>
                      <a:pt x="864" y="24222"/>
                    </a:cubicBezTo>
                    <a:cubicBezTo>
                      <a:pt x="1288" y="24222"/>
                      <a:pt x="3120" y="23382"/>
                      <a:pt x="4146" y="23382"/>
                    </a:cubicBezTo>
                    <a:cubicBezTo>
                      <a:pt x="4380" y="23382"/>
                      <a:pt x="4572" y="23426"/>
                      <a:pt x="4696" y="23532"/>
                    </a:cubicBezTo>
                    <a:cubicBezTo>
                      <a:pt x="5255" y="24001"/>
                      <a:pt x="6260" y="24337"/>
                      <a:pt x="7072" y="24337"/>
                    </a:cubicBezTo>
                    <a:cubicBezTo>
                      <a:pt x="7303" y="24337"/>
                      <a:pt x="7518" y="24310"/>
                      <a:pt x="7703" y="24251"/>
                    </a:cubicBezTo>
                    <a:cubicBezTo>
                      <a:pt x="8320" y="24049"/>
                      <a:pt x="9173" y="23071"/>
                      <a:pt x="10085" y="23071"/>
                    </a:cubicBezTo>
                    <a:cubicBezTo>
                      <a:pt x="10384" y="23071"/>
                      <a:pt x="10689" y="23176"/>
                      <a:pt x="10995" y="23449"/>
                    </a:cubicBezTo>
                    <a:cubicBezTo>
                      <a:pt x="10995" y="23449"/>
                      <a:pt x="10594" y="12605"/>
                      <a:pt x="7987" y="8896"/>
                    </a:cubicBezTo>
                    <a:cubicBezTo>
                      <a:pt x="6935" y="7091"/>
                      <a:pt x="6667" y="7292"/>
                      <a:pt x="7018" y="6239"/>
                    </a:cubicBezTo>
                    <a:lnTo>
                      <a:pt x="8054" y="2814"/>
                    </a:lnTo>
                    <a:lnTo>
                      <a:pt x="7620" y="658"/>
                    </a:lnTo>
                    <a:cubicBezTo>
                      <a:pt x="7178" y="232"/>
                      <a:pt x="6584" y="0"/>
                      <a:pt x="5977"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97" name="Google Shape;3876;p60"/>
              <p:cNvSpPr/>
              <p:nvPr/>
            </p:nvSpPr>
            <p:spPr>
              <a:xfrm>
                <a:off x="2806968" y="1517109"/>
                <a:ext cx="130700" cy="147302"/>
              </a:xfrm>
              <a:custGeom>
                <a:avLst/>
                <a:gdLst/>
                <a:ahLst/>
                <a:cxnLst/>
                <a:rect l="l" t="t" r="r" b="b"/>
                <a:pathLst>
                  <a:path w="4078" h="4596" extrusionOk="0">
                    <a:moveTo>
                      <a:pt x="1855" y="0"/>
                    </a:moveTo>
                    <a:lnTo>
                      <a:pt x="0" y="3409"/>
                    </a:lnTo>
                    <a:lnTo>
                      <a:pt x="2523" y="4595"/>
                    </a:lnTo>
                    <a:cubicBezTo>
                      <a:pt x="2523" y="4595"/>
                      <a:pt x="3593" y="2974"/>
                      <a:pt x="3760" y="2189"/>
                    </a:cubicBezTo>
                    <a:cubicBezTo>
                      <a:pt x="4077" y="602"/>
                      <a:pt x="1855" y="0"/>
                      <a:pt x="1855"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198" name="Google Shape;3877;p60"/>
              <p:cNvSpPr/>
              <p:nvPr/>
            </p:nvSpPr>
            <p:spPr>
              <a:xfrm>
                <a:off x="2703607" y="1814116"/>
                <a:ext cx="119450" cy="199095"/>
              </a:xfrm>
              <a:custGeom>
                <a:avLst/>
                <a:gdLst/>
                <a:ahLst/>
                <a:cxnLst/>
                <a:rect l="l" t="t" r="r" b="b"/>
                <a:pathLst>
                  <a:path w="3727" h="6212" extrusionOk="0">
                    <a:moveTo>
                      <a:pt x="579" y="535"/>
                    </a:moveTo>
                    <a:lnTo>
                      <a:pt x="569" y="541"/>
                    </a:lnTo>
                    <a:cubicBezTo>
                      <a:pt x="569" y="542"/>
                      <a:pt x="569" y="543"/>
                      <a:pt x="569" y="544"/>
                    </a:cubicBezTo>
                    <a:lnTo>
                      <a:pt x="569" y="544"/>
                    </a:lnTo>
                    <a:cubicBezTo>
                      <a:pt x="572" y="541"/>
                      <a:pt x="576" y="538"/>
                      <a:pt x="579" y="535"/>
                    </a:cubicBezTo>
                    <a:close/>
                    <a:moveTo>
                      <a:pt x="569" y="544"/>
                    </a:moveTo>
                    <a:lnTo>
                      <a:pt x="569" y="544"/>
                    </a:lnTo>
                    <a:cubicBezTo>
                      <a:pt x="563" y="549"/>
                      <a:pt x="557" y="553"/>
                      <a:pt x="552" y="558"/>
                    </a:cubicBezTo>
                    <a:cubicBezTo>
                      <a:pt x="552" y="558"/>
                      <a:pt x="567" y="558"/>
                      <a:pt x="569" y="544"/>
                    </a:cubicBezTo>
                    <a:close/>
                    <a:moveTo>
                      <a:pt x="1" y="4969"/>
                    </a:moveTo>
                    <a:cubicBezTo>
                      <a:pt x="1" y="4977"/>
                      <a:pt x="4" y="4981"/>
                      <a:pt x="8" y="4983"/>
                    </a:cubicBezTo>
                    <a:lnTo>
                      <a:pt x="8" y="4983"/>
                    </a:lnTo>
                    <a:cubicBezTo>
                      <a:pt x="3" y="4978"/>
                      <a:pt x="1" y="4974"/>
                      <a:pt x="1" y="4969"/>
                    </a:cubicBezTo>
                    <a:close/>
                    <a:moveTo>
                      <a:pt x="1976" y="0"/>
                    </a:moveTo>
                    <a:cubicBezTo>
                      <a:pt x="1600" y="0"/>
                      <a:pt x="1241" y="101"/>
                      <a:pt x="920" y="291"/>
                    </a:cubicBezTo>
                    <a:cubicBezTo>
                      <a:pt x="796" y="368"/>
                      <a:pt x="687" y="445"/>
                      <a:pt x="579" y="535"/>
                    </a:cubicBezTo>
                    <a:lnTo>
                      <a:pt x="579" y="535"/>
                    </a:lnTo>
                    <a:lnTo>
                      <a:pt x="652" y="491"/>
                    </a:lnTo>
                    <a:cubicBezTo>
                      <a:pt x="736" y="441"/>
                      <a:pt x="836" y="374"/>
                      <a:pt x="936" y="324"/>
                    </a:cubicBezTo>
                    <a:cubicBezTo>
                      <a:pt x="1277" y="138"/>
                      <a:pt x="1662" y="38"/>
                      <a:pt x="2049" y="38"/>
                    </a:cubicBezTo>
                    <a:cubicBezTo>
                      <a:pt x="2079" y="38"/>
                      <a:pt x="2109" y="39"/>
                      <a:pt x="2139" y="40"/>
                    </a:cubicBezTo>
                    <a:cubicBezTo>
                      <a:pt x="2423" y="57"/>
                      <a:pt x="2691" y="140"/>
                      <a:pt x="2941" y="291"/>
                    </a:cubicBezTo>
                    <a:cubicBezTo>
                      <a:pt x="3225" y="458"/>
                      <a:pt x="3443" y="725"/>
                      <a:pt x="3560" y="1026"/>
                    </a:cubicBezTo>
                    <a:cubicBezTo>
                      <a:pt x="3626" y="1193"/>
                      <a:pt x="3660" y="1360"/>
                      <a:pt x="3643" y="1527"/>
                    </a:cubicBezTo>
                    <a:cubicBezTo>
                      <a:pt x="3626" y="1711"/>
                      <a:pt x="3576" y="1895"/>
                      <a:pt x="3493" y="2062"/>
                    </a:cubicBezTo>
                    <a:cubicBezTo>
                      <a:pt x="3309" y="2379"/>
                      <a:pt x="3025" y="2680"/>
                      <a:pt x="2841" y="3031"/>
                    </a:cubicBezTo>
                    <a:cubicBezTo>
                      <a:pt x="2741" y="3215"/>
                      <a:pt x="2674" y="3415"/>
                      <a:pt x="2657" y="3616"/>
                    </a:cubicBezTo>
                    <a:cubicBezTo>
                      <a:pt x="2641" y="3816"/>
                      <a:pt x="2641" y="4000"/>
                      <a:pt x="2657" y="4200"/>
                    </a:cubicBezTo>
                    <a:cubicBezTo>
                      <a:pt x="2707" y="4568"/>
                      <a:pt x="2707" y="4919"/>
                      <a:pt x="2657" y="5286"/>
                    </a:cubicBezTo>
                    <a:cubicBezTo>
                      <a:pt x="2624" y="5454"/>
                      <a:pt x="2557" y="5604"/>
                      <a:pt x="2473" y="5754"/>
                    </a:cubicBezTo>
                    <a:cubicBezTo>
                      <a:pt x="2390" y="5888"/>
                      <a:pt x="2290" y="6005"/>
                      <a:pt x="2139" y="6072"/>
                    </a:cubicBezTo>
                    <a:cubicBezTo>
                      <a:pt x="2042" y="6127"/>
                      <a:pt x="1923" y="6160"/>
                      <a:pt x="1799" y="6160"/>
                    </a:cubicBezTo>
                    <a:cubicBezTo>
                      <a:pt x="1773" y="6160"/>
                      <a:pt x="1747" y="6158"/>
                      <a:pt x="1722" y="6155"/>
                    </a:cubicBezTo>
                    <a:cubicBezTo>
                      <a:pt x="1588" y="6122"/>
                      <a:pt x="1471" y="6088"/>
                      <a:pt x="1354" y="6005"/>
                    </a:cubicBezTo>
                    <a:cubicBezTo>
                      <a:pt x="1153" y="5871"/>
                      <a:pt x="970" y="5721"/>
                      <a:pt x="803" y="5554"/>
                    </a:cubicBezTo>
                    <a:cubicBezTo>
                      <a:pt x="669" y="5437"/>
                      <a:pt x="535" y="5320"/>
                      <a:pt x="402" y="5203"/>
                    </a:cubicBezTo>
                    <a:cubicBezTo>
                      <a:pt x="301" y="5136"/>
                      <a:pt x="201" y="5069"/>
                      <a:pt x="101" y="5019"/>
                    </a:cubicBezTo>
                    <a:cubicBezTo>
                      <a:pt x="84" y="5002"/>
                      <a:pt x="51" y="5002"/>
                      <a:pt x="17" y="4986"/>
                    </a:cubicBezTo>
                    <a:cubicBezTo>
                      <a:pt x="17" y="4986"/>
                      <a:pt x="13" y="4986"/>
                      <a:pt x="8" y="4983"/>
                    </a:cubicBezTo>
                    <a:lnTo>
                      <a:pt x="8" y="4983"/>
                    </a:lnTo>
                    <a:cubicBezTo>
                      <a:pt x="22" y="4996"/>
                      <a:pt x="53" y="5012"/>
                      <a:pt x="101" y="5036"/>
                    </a:cubicBezTo>
                    <a:cubicBezTo>
                      <a:pt x="201" y="5086"/>
                      <a:pt x="285" y="5153"/>
                      <a:pt x="385" y="5220"/>
                    </a:cubicBezTo>
                    <a:cubicBezTo>
                      <a:pt x="519" y="5337"/>
                      <a:pt x="652" y="5454"/>
                      <a:pt x="786" y="5587"/>
                    </a:cubicBezTo>
                    <a:cubicBezTo>
                      <a:pt x="936" y="5754"/>
                      <a:pt x="1120" y="5921"/>
                      <a:pt x="1321" y="6055"/>
                    </a:cubicBezTo>
                    <a:cubicBezTo>
                      <a:pt x="1438" y="6122"/>
                      <a:pt x="1571" y="6172"/>
                      <a:pt x="1722" y="6205"/>
                    </a:cubicBezTo>
                    <a:cubicBezTo>
                      <a:pt x="1755" y="6209"/>
                      <a:pt x="1790" y="6211"/>
                      <a:pt x="1825" y="6211"/>
                    </a:cubicBezTo>
                    <a:cubicBezTo>
                      <a:pt x="1945" y="6211"/>
                      <a:pt x="2069" y="6187"/>
                      <a:pt x="2173" y="6122"/>
                    </a:cubicBezTo>
                    <a:cubicBezTo>
                      <a:pt x="2323" y="6038"/>
                      <a:pt x="2440" y="5921"/>
                      <a:pt x="2524" y="5788"/>
                    </a:cubicBezTo>
                    <a:cubicBezTo>
                      <a:pt x="2624" y="5637"/>
                      <a:pt x="2674" y="5470"/>
                      <a:pt x="2724" y="5303"/>
                    </a:cubicBezTo>
                    <a:cubicBezTo>
                      <a:pt x="2774" y="4936"/>
                      <a:pt x="2774" y="4568"/>
                      <a:pt x="2724" y="4200"/>
                    </a:cubicBezTo>
                    <a:cubicBezTo>
                      <a:pt x="2657" y="3816"/>
                      <a:pt x="2724" y="3415"/>
                      <a:pt x="2891" y="3064"/>
                    </a:cubicBezTo>
                    <a:cubicBezTo>
                      <a:pt x="3092" y="2713"/>
                      <a:pt x="3359" y="2429"/>
                      <a:pt x="3543" y="2078"/>
                    </a:cubicBezTo>
                    <a:cubicBezTo>
                      <a:pt x="3643" y="1911"/>
                      <a:pt x="3693" y="1728"/>
                      <a:pt x="3710" y="1544"/>
                    </a:cubicBezTo>
                    <a:cubicBezTo>
                      <a:pt x="3727" y="1360"/>
                      <a:pt x="3693" y="1176"/>
                      <a:pt x="3626" y="1009"/>
                    </a:cubicBezTo>
                    <a:cubicBezTo>
                      <a:pt x="3493" y="692"/>
                      <a:pt x="3259" y="424"/>
                      <a:pt x="2975" y="241"/>
                    </a:cubicBezTo>
                    <a:cubicBezTo>
                      <a:pt x="2724" y="90"/>
                      <a:pt x="2423" y="7"/>
                      <a:pt x="2139" y="7"/>
                    </a:cubicBezTo>
                    <a:cubicBezTo>
                      <a:pt x="2085" y="2"/>
                      <a:pt x="2030" y="0"/>
                      <a:pt x="1976"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99" name="Google Shape;3878;p60"/>
              <p:cNvSpPr/>
              <p:nvPr/>
            </p:nvSpPr>
            <p:spPr>
              <a:xfrm>
                <a:off x="2827833" y="1902670"/>
                <a:ext cx="160154" cy="261368"/>
              </a:xfrm>
              <a:custGeom>
                <a:avLst/>
                <a:gdLst/>
                <a:ahLst/>
                <a:cxnLst/>
                <a:rect l="l" t="t" r="r" b="b"/>
                <a:pathLst>
                  <a:path w="4997" h="8155" extrusionOk="0">
                    <a:moveTo>
                      <a:pt x="3526" y="1"/>
                    </a:moveTo>
                    <a:cubicBezTo>
                      <a:pt x="3393" y="17"/>
                      <a:pt x="3259" y="51"/>
                      <a:pt x="3142" y="84"/>
                    </a:cubicBezTo>
                    <a:cubicBezTo>
                      <a:pt x="2942" y="151"/>
                      <a:pt x="2741" y="251"/>
                      <a:pt x="2574" y="368"/>
                    </a:cubicBezTo>
                    <a:cubicBezTo>
                      <a:pt x="2056" y="752"/>
                      <a:pt x="1755" y="1337"/>
                      <a:pt x="1772" y="1972"/>
                    </a:cubicBezTo>
                    <a:cubicBezTo>
                      <a:pt x="1772" y="2356"/>
                      <a:pt x="1755" y="2741"/>
                      <a:pt x="1705" y="3125"/>
                    </a:cubicBezTo>
                    <a:cubicBezTo>
                      <a:pt x="1655" y="3325"/>
                      <a:pt x="1572" y="3526"/>
                      <a:pt x="1455" y="3676"/>
                    </a:cubicBezTo>
                    <a:cubicBezTo>
                      <a:pt x="1304" y="3843"/>
                      <a:pt x="1154" y="3994"/>
                      <a:pt x="970" y="4128"/>
                    </a:cubicBezTo>
                    <a:cubicBezTo>
                      <a:pt x="803" y="4261"/>
                      <a:pt x="619" y="4412"/>
                      <a:pt x="469" y="4579"/>
                    </a:cubicBezTo>
                    <a:cubicBezTo>
                      <a:pt x="302" y="4762"/>
                      <a:pt x="201" y="4963"/>
                      <a:pt x="135" y="5197"/>
                    </a:cubicBezTo>
                    <a:cubicBezTo>
                      <a:pt x="1" y="5648"/>
                      <a:pt x="51" y="6133"/>
                      <a:pt x="235" y="6567"/>
                    </a:cubicBezTo>
                    <a:cubicBezTo>
                      <a:pt x="419" y="6968"/>
                      <a:pt x="703" y="7302"/>
                      <a:pt x="1070" y="7536"/>
                    </a:cubicBezTo>
                    <a:cubicBezTo>
                      <a:pt x="1404" y="7753"/>
                      <a:pt x="1755" y="7920"/>
                      <a:pt x="2140" y="8021"/>
                    </a:cubicBezTo>
                    <a:cubicBezTo>
                      <a:pt x="2474" y="8104"/>
                      <a:pt x="2808" y="8138"/>
                      <a:pt x="3142" y="8154"/>
                    </a:cubicBezTo>
                    <a:cubicBezTo>
                      <a:pt x="3627" y="8154"/>
                      <a:pt x="4128" y="8121"/>
                      <a:pt x="4613" y="8054"/>
                    </a:cubicBezTo>
                    <a:cubicBezTo>
                      <a:pt x="4780" y="8037"/>
                      <a:pt x="4913" y="8004"/>
                      <a:pt x="4997" y="7987"/>
                    </a:cubicBezTo>
                    <a:lnTo>
                      <a:pt x="4997" y="7987"/>
                    </a:lnTo>
                    <a:lnTo>
                      <a:pt x="4596" y="8021"/>
                    </a:lnTo>
                    <a:cubicBezTo>
                      <a:pt x="4194" y="8076"/>
                      <a:pt x="3793" y="8108"/>
                      <a:pt x="3392" y="8108"/>
                    </a:cubicBezTo>
                    <a:cubicBezTo>
                      <a:pt x="3308" y="8108"/>
                      <a:pt x="3225" y="8107"/>
                      <a:pt x="3142" y="8104"/>
                    </a:cubicBezTo>
                    <a:cubicBezTo>
                      <a:pt x="2808" y="8087"/>
                      <a:pt x="2474" y="8037"/>
                      <a:pt x="2156" y="7954"/>
                    </a:cubicBezTo>
                    <a:cubicBezTo>
                      <a:pt x="1772" y="7870"/>
                      <a:pt x="1421" y="7703"/>
                      <a:pt x="1104" y="7486"/>
                    </a:cubicBezTo>
                    <a:cubicBezTo>
                      <a:pt x="753" y="7252"/>
                      <a:pt x="469" y="6918"/>
                      <a:pt x="302" y="6534"/>
                    </a:cubicBezTo>
                    <a:cubicBezTo>
                      <a:pt x="118" y="6116"/>
                      <a:pt x="85" y="5665"/>
                      <a:pt x="185" y="5214"/>
                    </a:cubicBezTo>
                    <a:cubicBezTo>
                      <a:pt x="252" y="4996"/>
                      <a:pt x="369" y="4796"/>
                      <a:pt x="519" y="4629"/>
                    </a:cubicBezTo>
                    <a:cubicBezTo>
                      <a:pt x="669" y="4462"/>
                      <a:pt x="836" y="4311"/>
                      <a:pt x="1020" y="4178"/>
                    </a:cubicBezTo>
                    <a:cubicBezTo>
                      <a:pt x="1204" y="4044"/>
                      <a:pt x="1354" y="3894"/>
                      <a:pt x="1505" y="3727"/>
                    </a:cubicBezTo>
                    <a:cubicBezTo>
                      <a:pt x="1638" y="3543"/>
                      <a:pt x="1722" y="3359"/>
                      <a:pt x="1772" y="3142"/>
                    </a:cubicBezTo>
                    <a:cubicBezTo>
                      <a:pt x="1822" y="2757"/>
                      <a:pt x="1839" y="2373"/>
                      <a:pt x="1822" y="1972"/>
                    </a:cubicBezTo>
                    <a:cubicBezTo>
                      <a:pt x="1805" y="1354"/>
                      <a:pt x="2106" y="769"/>
                      <a:pt x="2608" y="402"/>
                    </a:cubicBezTo>
                    <a:cubicBezTo>
                      <a:pt x="2758" y="285"/>
                      <a:pt x="2958" y="184"/>
                      <a:pt x="3142" y="117"/>
                    </a:cubicBezTo>
                    <a:cubicBezTo>
                      <a:pt x="3326" y="51"/>
                      <a:pt x="3493" y="17"/>
                      <a:pt x="3677"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200" name="Google Shape;3879;p60"/>
              <p:cNvSpPr/>
              <p:nvPr/>
            </p:nvSpPr>
            <p:spPr>
              <a:xfrm>
                <a:off x="2680595" y="2169679"/>
                <a:ext cx="118906" cy="93426"/>
              </a:xfrm>
              <a:custGeom>
                <a:avLst/>
                <a:gdLst/>
                <a:ahLst/>
                <a:cxnLst/>
                <a:rect l="l" t="t" r="r" b="b"/>
                <a:pathLst>
                  <a:path w="3710" h="2915" extrusionOk="0">
                    <a:moveTo>
                      <a:pt x="962" y="0"/>
                    </a:moveTo>
                    <a:cubicBezTo>
                      <a:pt x="869" y="0"/>
                      <a:pt x="776" y="8"/>
                      <a:pt x="685" y="24"/>
                    </a:cubicBezTo>
                    <a:cubicBezTo>
                      <a:pt x="485" y="74"/>
                      <a:pt x="301" y="157"/>
                      <a:pt x="150" y="274"/>
                    </a:cubicBezTo>
                    <a:cubicBezTo>
                      <a:pt x="117" y="308"/>
                      <a:pt x="67" y="358"/>
                      <a:pt x="34" y="391"/>
                    </a:cubicBezTo>
                    <a:cubicBezTo>
                      <a:pt x="17" y="425"/>
                      <a:pt x="0" y="441"/>
                      <a:pt x="0" y="441"/>
                    </a:cubicBezTo>
                    <a:cubicBezTo>
                      <a:pt x="17" y="441"/>
                      <a:pt x="67" y="391"/>
                      <a:pt x="167" y="308"/>
                    </a:cubicBezTo>
                    <a:cubicBezTo>
                      <a:pt x="318" y="191"/>
                      <a:pt x="501" y="107"/>
                      <a:pt x="702" y="74"/>
                    </a:cubicBezTo>
                    <a:cubicBezTo>
                      <a:pt x="783" y="64"/>
                      <a:pt x="867" y="58"/>
                      <a:pt x="952" y="58"/>
                    </a:cubicBezTo>
                    <a:cubicBezTo>
                      <a:pt x="1148" y="58"/>
                      <a:pt x="1351" y="88"/>
                      <a:pt x="1537" y="157"/>
                    </a:cubicBezTo>
                    <a:cubicBezTo>
                      <a:pt x="1871" y="274"/>
                      <a:pt x="2172" y="458"/>
                      <a:pt x="2423" y="709"/>
                    </a:cubicBezTo>
                    <a:cubicBezTo>
                      <a:pt x="2673" y="943"/>
                      <a:pt x="2891" y="1227"/>
                      <a:pt x="3074" y="1528"/>
                    </a:cubicBezTo>
                    <a:cubicBezTo>
                      <a:pt x="3242" y="1795"/>
                      <a:pt x="3392" y="2062"/>
                      <a:pt x="3509" y="2279"/>
                    </a:cubicBezTo>
                    <a:cubicBezTo>
                      <a:pt x="3559" y="2363"/>
                      <a:pt x="3609" y="2463"/>
                      <a:pt x="3643" y="2563"/>
                    </a:cubicBezTo>
                    <a:cubicBezTo>
                      <a:pt x="3676" y="2664"/>
                      <a:pt x="3693" y="2747"/>
                      <a:pt x="3643" y="2797"/>
                    </a:cubicBezTo>
                    <a:cubicBezTo>
                      <a:pt x="3609" y="2831"/>
                      <a:pt x="3576" y="2864"/>
                      <a:pt x="3526" y="2881"/>
                    </a:cubicBezTo>
                    <a:cubicBezTo>
                      <a:pt x="3492" y="2898"/>
                      <a:pt x="3475" y="2914"/>
                      <a:pt x="3475" y="2914"/>
                    </a:cubicBezTo>
                    <a:cubicBezTo>
                      <a:pt x="3492" y="2914"/>
                      <a:pt x="3509" y="2898"/>
                      <a:pt x="3526" y="2898"/>
                    </a:cubicBezTo>
                    <a:cubicBezTo>
                      <a:pt x="3576" y="2881"/>
                      <a:pt x="3626" y="2848"/>
                      <a:pt x="3676" y="2814"/>
                    </a:cubicBezTo>
                    <a:cubicBezTo>
                      <a:pt x="3693" y="2781"/>
                      <a:pt x="3709" y="2731"/>
                      <a:pt x="3709" y="2697"/>
                    </a:cubicBezTo>
                    <a:cubicBezTo>
                      <a:pt x="3709" y="2647"/>
                      <a:pt x="3693" y="2597"/>
                      <a:pt x="3693" y="2563"/>
                    </a:cubicBezTo>
                    <a:cubicBezTo>
                      <a:pt x="3643" y="2446"/>
                      <a:pt x="3609" y="2346"/>
                      <a:pt x="3542" y="2246"/>
                    </a:cubicBezTo>
                    <a:cubicBezTo>
                      <a:pt x="3425" y="2029"/>
                      <a:pt x="3292" y="1778"/>
                      <a:pt x="3125" y="1494"/>
                    </a:cubicBezTo>
                    <a:cubicBezTo>
                      <a:pt x="2941" y="1193"/>
                      <a:pt x="2724" y="909"/>
                      <a:pt x="2456" y="659"/>
                    </a:cubicBezTo>
                    <a:cubicBezTo>
                      <a:pt x="2206" y="408"/>
                      <a:pt x="1888" y="208"/>
                      <a:pt x="1554" y="91"/>
                    </a:cubicBezTo>
                    <a:cubicBezTo>
                      <a:pt x="1361" y="34"/>
                      <a:pt x="1160" y="0"/>
                      <a:pt x="962"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201" name="Google Shape;3880;p60"/>
              <p:cNvSpPr/>
              <p:nvPr/>
            </p:nvSpPr>
            <p:spPr>
              <a:xfrm>
                <a:off x="2843922" y="1728094"/>
                <a:ext cx="40191" cy="46825"/>
              </a:xfrm>
              <a:custGeom>
                <a:avLst/>
                <a:gdLst/>
                <a:ahLst/>
                <a:cxnLst/>
                <a:rect l="l" t="t" r="r" b="b"/>
                <a:pathLst>
                  <a:path w="1254" h="1461" extrusionOk="0">
                    <a:moveTo>
                      <a:pt x="100" y="1"/>
                    </a:moveTo>
                    <a:cubicBezTo>
                      <a:pt x="67" y="101"/>
                      <a:pt x="34" y="218"/>
                      <a:pt x="34" y="335"/>
                    </a:cubicBezTo>
                    <a:cubicBezTo>
                      <a:pt x="0" y="619"/>
                      <a:pt x="67" y="903"/>
                      <a:pt x="217" y="1137"/>
                    </a:cubicBezTo>
                    <a:cubicBezTo>
                      <a:pt x="318" y="1254"/>
                      <a:pt x="435" y="1354"/>
                      <a:pt x="585" y="1421"/>
                    </a:cubicBezTo>
                    <a:cubicBezTo>
                      <a:pt x="671" y="1445"/>
                      <a:pt x="765" y="1461"/>
                      <a:pt x="856" y="1461"/>
                    </a:cubicBezTo>
                    <a:cubicBezTo>
                      <a:pt x="889" y="1461"/>
                      <a:pt x="921" y="1459"/>
                      <a:pt x="953" y="1454"/>
                    </a:cubicBezTo>
                    <a:cubicBezTo>
                      <a:pt x="1036" y="1437"/>
                      <a:pt x="1120" y="1404"/>
                      <a:pt x="1187" y="1337"/>
                    </a:cubicBezTo>
                    <a:cubicBezTo>
                      <a:pt x="1237" y="1304"/>
                      <a:pt x="1253" y="1287"/>
                      <a:pt x="1253" y="1270"/>
                    </a:cubicBezTo>
                    <a:lnTo>
                      <a:pt x="1253" y="1270"/>
                    </a:lnTo>
                    <a:cubicBezTo>
                      <a:pt x="1153" y="1337"/>
                      <a:pt x="1053" y="1371"/>
                      <a:pt x="953" y="1404"/>
                    </a:cubicBezTo>
                    <a:cubicBezTo>
                      <a:pt x="923" y="1408"/>
                      <a:pt x="894" y="1410"/>
                      <a:pt x="865" y="1410"/>
                    </a:cubicBezTo>
                    <a:cubicBezTo>
                      <a:pt x="777" y="1410"/>
                      <a:pt x="689" y="1392"/>
                      <a:pt x="602" y="1354"/>
                    </a:cubicBezTo>
                    <a:cubicBezTo>
                      <a:pt x="468" y="1304"/>
                      <a:pt x="351" y="1204"/>
                      <a:pt x="284" y="1087"/>
                    </a:cubicBezTo>
                    <a:cubicBezTo>
                      <a:pt x="134" y="869"/>
                      <a:pt x="67" y="602"/>
                      <a:pt x="84" y="335"/>
                    </a:cubicBezTo>
                    <a:cubicBezTo>
                      <a:pt x="84" y="134"/>
                      <a:pt x="117" y="1"/>
                      <a:pt x="100"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202" name="Google Shape;3881;p60"/>
              <p:cNvSpPr/>
              <p:nvPr/>
            </p:nvSpPr>
            <p:spPr>
              <a:xfrm>
                <a:off x="2855171" y="1530794"/>
                <a:ext cx="36954" cy="118072"/>
              </a:xfrm>
              <a:custGeom>
                <a:avLst/>
                <a:gdLst/>
                <a:ahLst/>
                <a:cxnLst/>
                <a:rect l="l" t="t" r="r" b="b"/>
                <a:pathLst>
                  <a:path w="1153" h="3684" extrusionOk="0">
                    <a:moveTo>
                      <a:pt x="1003" y="0"/>
                    </a:moveTo>
                    <a:cubicBezTo>
                      <a:pt x="986" y="0"/>
                      <a:pt x="969" y="2"/>
                      <a:pt x="952" y="8"/>
                    </a:cubicBezTo>
                    <a:cubicBezTo>
                      <a:pt x="769" y="8"/>
                      <a:pt x="585" y="108"/>
                      <a:pt x="468" y="242"/>
                    </a:cubicBezTo>
                    <a:cubicBezTo>
                      <a:pt x="384" y="342"/>
                      <a:pt x="334" y="476"/>
                      <a:pt x="318" y="609"/>
                    </a:cubicBezTo>
                    <a:cubicBezTo>
                      <a:pt x="301" y="760"/>
                      <a:pt x="334" y="910"/>
                      <a:pt x="418" y="1044"/>
                    </a:cubicBezTo>
                    <a:cubicBezTo>
                      <a:pt x="501" y="1161"/>
                      <a:pt x="568" y="1311"/>
                      <a:pt x="602" y="1461"/>
                    </a:cubicBezTo>
                    <a:cubicBezTo>
                      <a:pt x="618" y="1528"/>
                      <a:pt x="602" y="1612"/>
                      <a:pt x="568" y="1679"/>
                    </a:cubicBezTo>
                    <a:cubicBezTo>
                      <a:pt x="518" y="1762"/>
                      <a:pt x="485" y="1829"/>
                      <a:pt x="418" y="1879"/>
                    </a:cubicBezTo>
                    <a:cubicBezTo>
                      <a:pt x="301" y="2013"/>
                      <a:pt x="184" y="2146"/>
                      <a:pt x="100" y="2297"/>
                    </a:cubicBezTo>
                    <a:cubicBezTo>
                      <a:pt x="34" y="2447"/>
                      <a:pt x="0" y="2614"/>
                      <a:pt x="0" y="2765"/>
                    </a:cubicBezTo>
                    <a:cubicBezTo>
                      <a:pt x="17" y="2915"/>
                      <a:pt x="50" y="3065"/>
                      <a:pt x="117" y="3199"/>
                    </a:cubicBezTo>
                    <a:cubicBezTo>
                      <a:pt x="184" y="3316"/>
                      <a:pt x="267" y="3400"/>
                      <a:pt x="384" y="3483"/>
                    </a:cubicBezTo>
                    <a:cubicBezTo>
                      <a:pt x="518" y="3600"/>
                      <a:pt x="702" y="3667"/>
                      <a:pt x="886" y="3684"/>
                    </a:cubicBezTo>
                    <a:cubicBezTo>
                      <a:pt x="936" y="3684"/>
                      <a:pt x="986" y="3684"/>
                      <a:pt x="1036" y="3667"/>
                    </a:cubicBezTo>
                    <a:lnTo>
                      <a:pt x="1086" y="3667"/>
                    </a:lnTo>
                    <a:cubicBezTo>
                      <a:pt x="1086" y="3659"/>
                      <a:pt x="1069" y="3659"/>
                      <a:pt x="1036" y="3659"/>
                    </a:cubicBezTo>
                    <a:cubicBezTo>
                      <a:pt x="1003" y="3659"/>
                      <a:pt x="952" y="3659"/>
                      <a:pt x="886" y="3650"/>
                    </a:cubicBezTo>
                    <a:cubicBezTo>
                      <a:pt x="719" y="3634"/>
                      <a:pt x="551" y="3550"/>
                      <a:pt x="401" y="3450"/>
                    </a:cubicBezTo>
                    <a:cubicBezTo>
                      <a:pt x="201" y="3283"/>
                      <a:pt x="67" y="3032"/>
                      <a:pt x="67" y="2765"/>
                    </a:cubicBezTo>
                    <a:cubicBezTo>
                      <a:pt x="67" y="2614"/>
                      <a:pt x="100" y="2464"/>
                      <a:pt x="167" y="2330"/>
                    </a:cubicBezTo>
                    <a:cubicBezTo>
                      <a:pt x="251" y="2180"/>
                      <a:pt x="351" y="2046"/>
                      <a:pt x="468" y="1929"/>
                    </a:cubicBezTo>
                    <a:cubicBezTo>
                      <a:pt x="535" y="1862"/>
                      <a:pt x="585" y="1796"/>
                      <a:pt x="618" y="1712"/>
                    </a:cubicBezTo>
                    <a:cubicBezTo>
                      <a:pt x="668" y="1629"/>
                      <a:pt x="685" y="1545"/>
                      <a:pt x="668" y="1445"/>
                    </a:cubicBezTo>
                    <a:cubicBezTo>
                      <a:pt x="618" y="1294"/>
                      <a:pt x="551" y="1144"/>
                      <a:pt x="468" y="1010"/>
                    </a:cubicBezTo>
                    <a:cubicBezTo>
                      <a:pt x="334" y="776"/>
                      <a:pt x="351" y="492"/>
                      <a:pt x="501" y="275"/>
                    </a:cubicBezTo>
                    <a:cubicBezTo>
                      <a:pt x="618" y="141"/>
                      <a:pt x="785" y="41"/>
                      <a:pt x="952" y="24"/>
                    </a:cubicBezTo>
                    <a:lnTo>
                      <a:pt x="1153" y="24"/>
                    </a:lnTo>
                    <a:cubicBezTo>
                      <a:pt x="1136" y="24"/>
                      <a:pt x="1120" y="8"/>
                      <a:pt x="1103" y="8"/>
                    </a:cubicBezTo>
                    <a:cubicBezTo>
                      <a:pt x="1069" y="8"/>
                      <a:pt x="1036" y="0"/>
                      <a:pt x="1003"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203" name="Google Shape;3882;p60"/>
              <p:cNvSpPr/>
              <p:nvPr/>
            </p:nvSpPr>
            <p:spPr>
              <a:xfrm>
                <a:off x="2681108" y="1562075"/>
                <a:ext cx="50927" cy="127495"/>
              </a:xfrm>
              <a:custGeom>
                <a:avLst/>
                <a:gdLst/>
                <a:ahLst/>
                <a:cxnLst/>
                <a:rect l="l" t="t" r="r" b="b"/>
                <a:pathLst>
                  <a:path w="1589" h="3978" extrusionOk="0">
                    <a:moveTo>
                      <a:pt x="51" y="1"/>
                    </a:moveTo>
                    <a:cubicBezTo>
                      <a:pt x="34" y="18"/>
                      <a:pt x="18" y="18"/>
                      <a:pt x="1" y="18"/>
                    </a:cubicBezTo>
                    <a:cubicBezTo>
                      <a:pt x="68" y="18"/>
                      <a:pt x="134" y="18"/>
                      <a:pt x="201" y="34"/>
                    </a:cubicBezTo>
                    <a:cubicBezTo>
                      <a:pt x="402" y="68"/>
                      <a:pt x="569" y="151"/>
                      <a:pt x="686" y="302"/>
                    </a:cubicBezTo>
                    <a:cubicBezTo>
                      <a:pt x="769" y="419"/>
                      <a:pt x="820" y="536"/>
                      <a:pt x="836" y="669"/>
                    </a:cubicBezTo>
                    <a:cubicBezTo>
                      <a:pt x="836" y="820"/>
                      <a:pt x="836" y="970"/>
                      <a:pt x="803" y="1120"/>
                    </a:cubicBezTo>
                    <a:cubicBezTo>
                      <a:pt x="769" y="1271"/>
                      <a:pt x="736" y="1438"/>
                      <a:pt x="719" y="1622"/>
                    </a:cubicBezTo>
                    <a:cubicBezTo>
                      <a:pt x="686" y="1805"/>
                      <a:pt x="719" y="2006"/>
                      <a:pt x="803" y="2173"/>
                    </a:cubicBezTo>
                    <a:cubicBezTo>
                      <a:pt x="903" y="2323"/>
                      <a:pt x="1037" y="2457"/>
                      <a:pt x="1187" y="2574"/>
                    </a:cubicBezTo>
                    <a:cubicBezTo>
                      <a:pt x="1321" y="2674"/>
                      <a:pt x="1404" y="2825"/>
                      <a:pt x="1438" y="2975"/>
                    </a:cubicBezTo>
                    <a:cubicBezTo>
                      <a:pt x="1521" y="3259"/>
                      <a:pt x="1438" y="3543"/>
                      <a:pt x="1237" y="3744"/>
                    </a:cubicBezTo>
                    <a:cubicBezTo>
                      <a:pt x="1087" y="3877"/>
                      <a:pt x="903" y="3944"/>
                      <a:pt x="719" y="3961"/>
                    </a:cubicBezTo>
                    <a:cubicBezTo>
                      <a:pt x="636" y="3961"/>
                      <a:pt x="569" y="3961"/>
                      <a:pt x="502" y="3944"/>
                    </a:cubicBezTo>
                    <a:lnTo>
                      <a:pt x="502" y="3944"/>
                    </a:lnTo>
                    <a:cubicBezTo>
                      <a:pt x="519" y="3961"/>
                      <a:pt x="535" y="3961"/>
                      <a:pt x="552" y="3961"/>
                    </a:cubicBezTo>
                    <a:cubicBezTo>
                      <a:pt x="602" y="3978"/>
                      <a:pt x="669" y="3978"/>
                      <a:pt x="719" y="3978"/>
                    </a:cubicBezTo>
                    <a:cubicBezTo>
                      <a:pt x="920" y="3978"/>
                      <a:pt x="1104" y="3911"/>
                      <a:pt x="1254" y="3777"/>
                    </a:cubicBezTo>
                    <a:cubicBezTo>
                      <a:pt x="1488" y="3577"/>
                      <a:pt x="1588" y="3259"/>
                      <a:pt x="1505" y="2958"/>
                    </a:cubicBezTo>
                    <a:cubicBezTo>
                      <a:pt x="1471" y="2791"/>
                      <a:pt x="1371" y="2641"/>
                      <a:pt x="1237" y="2524"/>
                    </a:cubicBezTo>
                    <a:cubicBezTo>
                      <a:pt x="1087" y="2407"/>
                      <a:pt x="970" y="2290"/>
                      <a:pt x="853" y="2140"/>
                    </a:cubicBezTo>
                    <a:cubicBezTo>
                      <a:pt x="786" y="1972"/>
                      <a:pt x="753" y="1805"/>
                      <a:pt x="786" y="1622"/>
                    </a:cubicBezTo>
                    <a:cubicBezTo>
                      <a:pt x="803" y="1455"/>
                      <a:pt x="836" y="1287"/>
                      <a:pt x="870" y="1120"/>
                    </a:cubicBezTo>
                    <a:cubicBezTo>
                      <a:pt x="903" y="970"/>
                      <a:pt x="903" y="820"/>
                      <a:pt x="886" y="653"/>
                    </a:cubicBezTo>
                    <a:cubicBezTo>
                      <a:pt x="870" y="519"/>
                      <a:pt x="820" y="385"/>
                      <a:pt x="719" y="285"/>
                    </a:cubicBezTo>
                    <a:cubicBezTo>
                      <a:pt x="602" y="118"/>
                      <a:pt x="419" y="18"/>
                      <a:pt x="218"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204" name="Google Shape;3883;p60"/>
              <p:cNvSpPr/>
              <p:nvPr/>
            </p:nvSpPr>
            <p:spPr>
              <a:xfrm>
                <a:off x="2659154" y="1305547"/>
                <a:ext cx="237266" cy="196114"/>
              </a:xfrm>
              <a:custGeom>
                <a:avLst/>
                <a:gdLst/>
                <a:ahLst/>
                <a:cxnLst/>
                <a:rect l="l" t="t" r="r" b="b"/>
                <a:pathLst>
                  <a:path w="7403" h="6119" extrusionOk="0">
                    <a:moveTo>
                      <a:pt x="4751" y="1"/>
                    </a:moveTo>
                    <a:cubicBezTo>
                      <a:pt x="4645" y="1"/>
                      <a:pt x="4537" y="12"/>
                      <a:pt x="4429" y="35"/>
                    </a:cubicBezTo>
                    <a:lnTo>
                      <a:pt x="2006" y="453"/>
                    </a:lnTo>
                    <a:cubicBezTo>
                      <a:pt x="1722" y="586"/>
                      <a:pt x="1354" y="1104"/>
                      <a:pt x="1237" y="1388"/>
                    </a:cubicBezTo>
                    <a:cubicBezTo>
                      <a:pt x="1170" y="1606"/>
                      <a:pt x="1070" y="2057"/>
                      <a:pt x="970" y="2257"/>
                    </a:cubicBezTo>
                    <a:cubicBezTo>
                      <a:pt x="853" y="2491"/>
                      <a:pt x="619" y="2658"/>
                      <a:pt x="452" y="2859"/>
                    </a:cubicBezTo>
                    <a:cubicBezTo>
                      <a:pt x="1" y="3443"/>
                      <a:pt x="218" y="4312"/>
                      <a:pt x="886" y="4613"/>
                    </a:cubicBezTo>
                    <a:cubicBezTo>
                      <a:pt x="652" y="4964"/>
                      <a:pt x="686" y="5448"/>
                      <a:pt x="1003" y="5766"/>
                    </a:cubicBezTo>
                    <a:cubicBezTo>
                      <a:pt x="1233" y="5996"/>
                      <a:pt x="1551" y="6119"/>
                      <a:pt x="1875" y="6119"/>
                    </a:cubicBezTo>
                    <a:cubicBezTo>
                      <a:pt x="1975" y="6119"/>
                      <a:pt x="2075" y="6107"/>
                      <a:pt x="2173" y="6083"/>
                    </a:cubicBezTo>
                    <a:cubicBezTo>
                      <a:pt x="2591" y="5983"/>
                      <a:pt x="2958" y="5766"/>
                      <a:pt x="3259" y="5465"/>
                    </a:cubicBezTo>
                    <a:cubicBezTo>
                      <a:pt x="3459" y="5281"/>
                      <a:pt x="3660" y="5064"/>
                      <a:pt x="3927" y="5031"/>
                    </a:cubicBezTo>
                    <a:cubicBezTo>
                      <a:pt x="4004" y="5019"/>
                      <a:pt x="4104" y="5007"/>
                      <a:pt x="4201" y="5007"/>
                    </a:cubicBezTo>
                    <a:cubicBezTo>
                      <a:pt x="4380" y="5007"/>
                      <a:pt x="4551" y="5047"/>
                      <a:pt x="4562" y="5198"/>
                    </a:cubicBezTo>
                    <a:cubicBezTo>
                      <a:pt x="4618" y="5767"/>
                      <a:pt x="5100" y="6013"/>
                      <a:pt x="5635" y="6013"/>
                    </a:cubicBezTo>
                    <a:cubicBezTo>
                      <a:pt x="5744" y="6013"/>
                      <a:pt x="5855" y="6003"/>
                      <a:pt x="5966" y="5983"/>
                    </a:cubicBezTo>
                    <a:cubicBezTo>
                      <a:pt x="6450" y="5900"/>
                      <a:pt x="7319" y="5749"/>
                      <a:pt x="6968" y="4496"/>
                    </a:cubicBezTo>
                    <a:cubicBezTo>
                      <a:pt x="6918" y="4245"/>
                      <a:pt x="6952" y="3995"/>
                      <a:pt x="7052" y="3761"/>
                    </a:cubicBezTo>
                    <a:cubicBezTo>
                      <a:pt x="7102" y="3611"/>
                      <a:pt x="7219" y="3477"/>
                      <a:pt x="7286" y="3310"/>
                    </a:cubicBezTo>
                    <a:cubicBezTo>
                      <a:pt x="7403" y="2992"/>
                      <a:pt x="7269" y="2625"/>
                      <a:pt x="6968" y="2458"/>
                    </a:cubicBezTo>
                    <a:cubicBezTo>
                      <a:pt x="6801" y="2391"/>
                      <a:pt x="6634" y="2324"/>
                      <a:pt x="6484" y="2224"/>
                    </a:cubicBezTo>
                    <a:cubicBezTo>
                      <a:pt x="6317" y="2040"/>
                      <a:pt x="6350" y="1739"/>
                      <a:pt x="6333" y="1489"/>
                    </a:cubicBezTo>
                    <a:cubicBezTo>
                      <a:pt x="6274" y="647"/>
                      <a:pt x="5562" y="1"/>
                      <a:pt x="4751" y="1"/>
                    </a:cubicBezTo>
                    <a:close/>
                  </a:path>
                </a:pathLst>
              </a:custGeom>
              <a:solidFill>
                <a:schemeClr val="tx1"/>
              </a:solidFill>
              <a:ln>
                <a:noFill/>
              </a:ln>
            </p:spPr>
            <p:txBody>
              <a:bodyPr spcFirstLastPara="1" wrap="square" lIns="121900" tIns="121900" rIns="121900" bIns="121900" anchor="ctr" anchorCtr="0">
                <a:noAutofit/>
              </a:bodyPr>
              <a:lstStyle/>
              <a:p>
                <a:endParaRPr sz="2400"/>
              </a:p>
            </p:txBody>
          </p:sp>
          <p:sp>
            <p:nvSpPr>
              <p:cNvPr id="205" name="Google Shape;3884;p60"/>
              <p:cNvSpPr/>
              <p:nvPr/>
            </p:nvSpPr>
            <p:spPr>
              <a:xfrm>
                <a:off x="2714312" y="1324680"/>
                <a:ext cx="124290" cy="201018"/>
              </a:xfrm>
              <a:custGeom>
                <a:avLst/>
                <a:gdLst/>
                <a:ahLst/>
                <a:cxnLst/>
                <a:rect l="l" t="t" r="r" b="b"/>
                <a:pathLst>
                  <a:path w="3878" h="6272" extrusionOk="0">
                    <a:moveTo>
                      <a:pt x="1714" y="1"/>
                    </a:moveTo>
                    <a:cubicBezTo>
                      <a:pt x="1123" y="1"/>
                      <a:pt x="532" y="147"/>
                      <a:pt x="1" y="440"/>
                    </a:cubicBezTo>
                    <a:cubicBezTo>
                      <a:pt x="1" y="440"/>
                      <a:pt x="51" y="2780"/>
                      <a:pt x="151" y="3799"/>
                    </a:cubicBezTo>
                    <a:cubicBezTo>
                      <a:pt x="251" y="4818"/>
                      <a:pt x="1287" y="4885"/>
                      <a:pt x="1287" y="4885"/>
                    </a:cubicBezTo>
                    <a:cubicBezTo>
                      <a:pt x="1287" y="4885"/>
                      <a:pt x="1371" y="5988"/>
                      <a:pt x="1421" y="6272"/>
                    </a:cubicBezTo>
                    <a:lnTo>
                      <a:pt x="3877" y="6238"/>
                    </a:lnTo>
                    <a:lnTo>
                      <a:pt x="3760" y="641"/>
                    </a:lnTo>
                    <a:lnTo>
                      <a:pt x="3593" y="541"/>
                    </a:lnTo>
                    <a:cubicBezTo>
                      <a:pt x="3022" y="181"/>
                      <a:pt x="2368" y="1"/>
                      <a:pt x="1714" y="1"/>
                    </a:cubicBezTo>
                    <a:close/>
                  </a:path>
                </a:pathLst>
              </a:custGeom>
              <a:solidFill>
                <a:srgbClr val="6D5346"/>
              </a:solidFill>
              <a:ln>
                <a:noFill/>
              </a:ln>
            </p:spPr>
            <p:txBody>
              <a:bodyPr spcFirstLastPara="1" wrap="square" lIns="121900" tIns="121900" rIns="121900" bIns="121900" anchor="ctr" anchorCtr="0">
                <a:noAutofit/>
              </a:bodyPr>
              <a:lstStyle/>
              <a:p>
                <a:endParaRPr sz="2400"/>
              </a:p>
            </p:txBody>
          </p:sp>
          <p:sp>
            <p:nvSpPr>
              <p:cNvPr id="206" name="Google Shape;3885;p60"/>
              <p:cNvSpPr/>
              <p:nvPr/>
            </p:nvSpPr>
            <p:spPr>
              <a:xfrm>
                <a:off x="2741105" y="1385896"/>
                <a:ext cx="11794" cy="40415"/>
              </a:xfrm>
              <a:custGeom>
                <a:avLst/>
                <a:gdLst/>
                <a:ahLst/>
                <a:cxnLst/>
                <a:rect l="l" t="t" r="r" b="b"/>
                <a:pathLst>
                  <a:path w="368" h="1261" extrusionOk="0">
                    <a:moveTo>
                      <a:pt x="334" y="1"/>
                    </a:moveTo>
                    <a:lnTo>
                      <a:pt x="334" y="1"/>
                    </a:lnTo>
                    <a:cubicBezTo>
                      <a:pt x="234" y="251"/>
                      <a:pt x="151" y="502"/>
                      <a:pt x="100" y="753"/>
                    </a:cubicBezTo>
                    <a:cubicBezTo>
                      <a:pt x="67" y="853"/>
                      <a:pt x="34" y="953"/>
                      <a:pt x="17" y="1053"/>
                    </a:cubicBezTo>
                    <a:cubicBezTo>
                      <a:pt x="0" y="1104"/>
                      <a:pt x="0" y="1154"/>
                      <a:pt x="17" y="1204"/>
                    </a:cubicBezTo>
                    <a:cubicBezTo>
                      <a:pt x="17" y="1237"/>
                      <a:pt x="50" y="1254"/>
                      <a:pt x="84" y="1254"/>
                    </a:cubicBezTo>
                    <a:lnTo>
                      <a:pt x="134" y="1254"/>
                    </a:lnTo>
                    <a:cubicBezTo>
                      <a:pt x="158" y="1259"/>
                      <a:pt x="183" y="1261"/>
                      <a:pt x="207" y="1261"/>
                    </a:cubicBezTo>
                    <a:cubicBezTo>
                      <a:pt x="265" y="1261"/>
                      <a:pt x="321" y="1249"/>
                      <a:pt x="368" y="1237"/>
                    </a:cubicBezTo>
                    <a:cubicBezTo>
                      <a:pt x="301" y="1204"/>
                      <a:pt x="217" y="1204"/>
                      <a:pt x="134" y="1204"/>
                    </a:cubicBezTo>
                    <a:cubicBezTo>
                      <a:pt x="100" y="1204"/>
                      <a:pt x="67" y="1204"/>
                      <a:pt x="67" y="1170"/>
                    </a:cubicBezTo>
                    <a:cubicBezTo>
                      <a:pt x="67" y="1137"/>
                      <a:pt x="67" y="1104"/>
                      <a:pt x="84" y="1070"/>
                    </a:cubicBezTo>
                    <a:lnTo>
                      <a:pt x="167" y="769"/>
                    </a:lnTo>
                    <a:cubicBezTo>
                      <a:pt x="251" y="519"/>
                      <a:pt x="301" y="268"/>
                      <a:pt x="334"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07" name="Google Shape;3886;p60"/>
              <p:cNvSpPr/>
              <p:nvPr/>
            </p:nvSpPr>
            <p:spPr>
              <a:xfrm>
                <a:off x="2755560" y="1464611"/>
                <a:ext cx="41248" cy="24678"/>
              </a:xfrm>
              <a:custGeom>
                <a:avLst/>
                <a:gdLst/>
                <a:ahLst/>
                <a:cxnLst/>
                <a:rect l="l" t="t" r="r" b="b"/>
                <a:pathLst>
                  <a:path w="1287" h="770" extrusionOk="0">
                    <a:moveTo>
                      <a:pt x="1287" y="1"/>
                    </a:moveTo>
                    <a:cubicBezTo>
                      <a:pt x="919" y="285"/>
                      <a:pt x="468" y="469"/>
                      <a:pt x="0" y="502"/>
                    </a:cubicBezTo>
                    <a:lnTo>
                      <a:pt x="17" y="770"/>
                    </a:lnTo>
                    <a:cubicBezTo>
                      <a:pt x="1053" y="753"/>
                      <a:pt x="1287" y="1"/>
                      <a:pt x="1287" y="1"/>
                    </a:cubicBezTo>
                    <a:close/>
                  </a:path>
                </a:pathLst>
              </a:custGeom>
              <a:solidFill>
                <a:srgbClr val="60493E"/>
              </a:solidFill>
              <a:ln>
                <a:noFill/>
              </a:ln>
            </p:spPr>
            <p:txBody>
              <a:bodyPr spcFirstLastPara="1" wrap="square" lIns="121900" tIns="121900" rIns="121900" bIns="121900" anchor="ctr" anchorCtr="0">
                <a:noAutofit/>
              </a:bodyPr>
              <a:lstStyle/>
              <a:p>
                <a:endParaRPr sz="2400"/>
              </a:p>
            </p:txBody>
          </p:sp>
          <p:sp>
            <p:nvSpPr>
              <p:cNvPr id="208" name="Google Shape;3887;p60"/>
              <p:cNvSpPr/>
              <p:nvPr/>
            </p:nvSpPr>
            <p:spPr>
              <a:xfrm>
                <a:off x="2769470" y="1387498"/>
                <a:ext cx="8077" cy="8077"/>
              </a:xfrm>
              <a:custGeom>
                <a:avLst/>
                <a:gdLst/>
                <a:ahLst/>
                <a:cxnLst/>
                <a:rect l="l" t="t" r="r" b="b"/>
                <a:pathLst>
                  <a:path w="252" h="252" extrusionOk="0">
                    <a:moveTo>
                      <a:pt x="118" y="1"/>
                    </a:moveTo>
                    <a:cubicBezTo>
                      <a:pt x="51" y="1"/>
                      <a:pt x="1" y="51"/>
                      <a:pt x="1" y="135"/>
                    </a:cubicBezTo>
                    <a:cubicBezTo>
                      <a:pt x="1" y="201"/>
                      <a:pt x="51" y="252"/>
                      <a:pt x="134" y="252"/>
                    </a:cubicBezTo>
                    <a:cubicBezTo>
                      <a:pt x="201" y="252"/>
                      <a:pt x="251" y="185"/>
                      <a:pt x="251" y="118"/>
                    </a:cubicBezTo>
                    <a:cubicBezTo>
                      <a:pt x="251" y="51"/>
                      <a:pt x="185" y="1"/>
                      <a:pt x="118"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09" name="Google Shape;3888;p60"/>
              <p:cNvSpPr/>
              <p:nvPr/>
            </p:nvSpPr>
            <p:spPr>
              <a:xfrm>
                <a:off x="2767867" y="1382146"/>
                <a:ext cx="16634" cy="4936"/>
              </a:xfrm>
              <a:custGeom>
                <a:avLst/>
                <a:gdLst/>
                <a:ahLst/>
                <a:cxnLst/>
                <a:rect l="l" t="t" r="r" b="b"/>
                <a:pathLst>
                  <a:path w="519" h="154" extrusionOk="0">
                    <a:moveTo>
                      <a:pt x="268" y="1"/>
                    </a:moveTo>
                    <a:cubicBezTo>
                      <a:pt x="201" y="1"/>
                      <a:pt x="118" y="18"/>
                      <a:pt x="67" y="68"/>
                    </a:cubicBezTo>
                    <a:cubicBezTo>
                      <a:pt x="17" y="101"/>
                      <a:pt x="1" y="118"/>
                      <a:pt x="1" y="134"/>
                    </a:cubicBezTo>
                    <a:cubicBezTo>
                      <a:pt x="2" y="136"/>
                      <a:pt x="6" y="137"/>
                      <a:pt x="10" y="137"/>
                    </a:cubicBezTo>
                    <a:cubicBezTo>
                      <a:pt x="44" y="137"/>
                      <a:pt x="149" y="84"/>
                      <a:pt x="268" y="84"/>
                    </a:cubicBezTo>
                    <a:cubicBezTo>
                      <a:pt x="389" y="84"/>
                      <a:pt x="483" y="153"/>
                      <a:pt x="512" y="153"/>
                    </a:cubicBezTo>
                    <a:cubicBezTo>
                      <a:pt x="515" y="153"/>
                      <a:pt x="517" y="153"/>
                      <a:pt x="519" y="151"/>
                    </a:cubicBezTo>
                    <a:cubicBezTo>
                      <a:pt x="519" y="134"/>
                      <a:pt x="502" y="101"/>
                      <a:pt x="468" y="68"/>
                    </a:cubicBezTo>
                    <a:cubicBezTo>
                      <a:pt x="402" y="34"/>
                      <a:pt x="335" y="1"/>
                      <a:pt x="268"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10" name="Google Shape;3889;p60"/>
              <p:cNvSpPr/>
              <p:nvPr/>
            </p:nvSpPr>
            <p:spPr>
              <a:xfrm>
                <a:off x="2723959" y="1387434"/>
                <a:ext cx="8077" cy="7692"/>
              </a:xfrm>
              <a:custGeom>
                <a:avLst/>
                <a:gdLst/>
                <a:ahLst/>
                <a:cxnLst/>
                <a:rect l="l" t="t" r="r" b="b"/>
                <a:pathLst>
                  <a:path w="252" h="240" extrusionOk="0">
                    <a:moveTo>
                      <a:pt x="139" y="0"/>
                    </a:moveTo>
                    <a:cubicBezTo>
                      <a:pt x="132" y="0"/>
                      <a:pt x="125" y="1"/>
                      <a:pt x="117" y="3"/>
                    </a:cubicBezTo>
                    <a:cubicBezTo>
                      <a:pt x="51" y="3"/>
                      <a:pt x="1" y="53"/>
                      <a:pt x="1" y="120"/>
                    </a:cubicBezTo>
                    <a:cubicBezTo>
                      <a:pt x="1" y="180"/>
                      <a:pt x="41" y="239"/>
                      <a:pt x="109" y="239"/>
                    </a:cubicBezTo>
                    <a:cubicBezTo>
                      <a:pt x="117" y="239"/>
                      <a:pt x="125" y="239"/>
                      <a:pt x="134" y="237"/>
                    </a:cubicBezTo>
                    <a:cubicBezTo>
                      <a:pt x="201" y="237"/>
                      <a:pt x="251" y="187"/>
                      <a:pt x="251" y="120"/>
                    </a:cubicBezTo>
                    <a:cubicBezTo>
                      <a:pt x="251" y="60"/>
                      <a:pt x="198" y="0"/>
                      <a:pt x="139"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11" name="Google Shape;3890;p60"/>
              <p:cNvSpPr/>
              <p:nvPr/>
            </p:nvSpPr>
            <p:spPr>
              <a:xfrm>
                <a:off x="2721266" y="1382691"/>
                <a:ext cx="17179" cy="4936"/>
              </a:xfrm>
              <a:custGeom>
                <a:avLst/>
                <a:gdLst/>
                <a:ahLst/>
                <a:cxnLst/>
                <a:rect l="l" t="t" r="r" b="b"/>
                <a:pathLst>
                  <a:path w="536" h="154" extrusionOk="0">
                    <a:moveTo>
                      <a:pt x="268" y="1"/>
                    </a:moveTo>
                    <a:cubicBezTo>
                      <a:pt x="201" y="1"/>
                      <a:pt x="135" y="34"/>
                      <a:pt x="68" y="67"/>
                    </a:cubicBezTo>
                    <a:cubicBezTo>
                      <a:pt x="18" y="101"/>
                      <a:pt x="1" y="134"/>
                      <a:pt x="18" y="134"/>
                    </a:cubicBezTo>
                    <a:cubicBezTo>
                      <a:pt x="20" y="136"/>
                      <a:pt x="22" y="137"/>
                      <a:pt x="26" y="137"/>
                    </a:cubicBezTo>
                    <a:cubicBezTo>
                      <a:pt x="57" y="137"/>
                      <a:pt x="149" y="84"/>
                      <a:pt x="268" y="84"/>
                    </a:cubicBezTo>
                    <a:cubicBezTo>
                      <a:pt x="390" y="84"/>
                      <a:pt x="484" y="153"/>
                      <a:pt x="512" y="153"/>
                    </a:cubicBezTo>
                    <a:cubicBezTo>
                      <a:pt x="515" y="153"/>
                      <a:pt x="517" y="152"/>
                      <a:pt x="519" y="151"/>
                    </a:cubicBezTo>
                    <a:cubicBezTo>
                      <a:pt x="536" y="134"/>
                      <a:pt x="519" y="117"/>
                      <a:pt x="469" y="84"/>
                    </a:cubicBezTo>
                    <a:cubicBezTo>
                      <a:pt x="419" y="34"/>
                      <a:pt x="352" y="17"/>
                      <a:pt x="268"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12" name="Google Shape;3891;p60"/>
              <p:cNvSpPr/>
              <p:nvPr/>
            </p:nvSpPr>
            <p:spPr>
              <a:xfrm>
                <a:off x="2759823" y="1425542"/>
                <a:ext cx="15576" cy="13397"/>
              </a:xfrm>
              <a:custGeom>
                <a:avLst/>
                <a:gdLst/>
                <a:ahLst/>
                <a:cxnLst/>
                <a:rect l="l" t="t" r="r" b="b"/>
                <a:pathLst>
                  <a:path w="486" h="418" extrusionOk="0">
                    <a:moveTo>
                      <a:pt x="302" y="0"/>
                    </a:moveTo>
                    <a:cubicBezTo>
                      <a:pt x="252" y="0"/>
                      <a:pt x="201" y="17"/>
                      <a:pt x="168" y="50"/>
                    </a:cubicBezTo>
                    <a:cubicBezTo>
                      <a:pt x="151" y="84"/>
                      <a:pt x="151" y="134"/>
                      <a:pt x="135" y="151"/>
                    </a:cubicBezTo>
                    <a:cubicBezTo>
                      <a:pt x="118" y="159"/>
                      <a:pt x="105" y="159"/>
                      <a:pt x="93" y="159"/>
                    </a:cubicBezTo>
                    <a:cubicBezTo>
                      <a:pt x="80" y="159"/>
                      <a:pt x="68" y="159"/>
                      <a:pt x="51" y="167"/>
                    </a:cubicBezTo>
                    <a:cubicBezTo>
                      <a:pt x="18" y="184"/>
                      <a:pt x="1" y="217"/>
                      <a:pt x="1" y="251"/>
                    </a:cubicBezTo>
                    <a:cubicBezTo>
                      <a:pt x="1" y="284"/>
                      <a:pt x="1" y="318"/>
                      <a:pt x="18" y="351"/>
                    </a:cubicBezTo>
                    <a:lnTo>
                      <a:pt x="18" y="368"/>
                    </a:lnTo>
                    <a:cubicBezTo>
                      <a:pt x="18" y="385"/>
                      <a:pt x="18" y="401"/>
                      <a:pt x="34" y="401"/>
                    </a:cubicBezTo>
                    <a:cubicBezTo>
                      <a:pt x="51" y="401"/>
                      <a:pt x="68" y="418"/>
                      <a:pt x="85" y="418"/>
                    </a:cubicBezTo>
                    <a:cubicBezTo>
                      <a:pt x="151" y="418"/>
                      <a:pt x="201" y="418"/>
                      <a:pt x="268" y="401"/>
                    </a:cubicBezTo>
                    <a:cubicBezTo>
                      <a:pt x="318" y="401"/>
                      <a:pt x="369" y="385"/>
                      <a:pt x="419" y="351"/>
                    </a:cubicBezTo>
                    <a:cubicBezTo>
                      <a:pt x="452" y="318"/>
                      <a:pt x="486" y="268"/>
                      <a:pt x="486" y="217"/>
                    </a:cubicBezTo>
                    <a:cubicBezTo>
                      <a:pt x="486" y="167"/>
                      <a:pt x="452" y="117"/>
                      <a:pt x="419" y="84"/>
                    </a:cubicBezTo>
                    <a:cubicBezTo>
                      <a:pt x="385" y="50"/>
                      <a:pt x="335" y="17"/>
                      <a:pt x="302" y="0"/>
                    </a:cubicBezTo>
                    <a:close/>
                  </a:path>
                </a:pathLst>
              </a:custGeom>
              <a:solidFill>
                <a:srgbClr val="BF7A62"/>
              </a:solidFill>
              <a:ln>
                <a:noFill/>
              </a:ln>
            </p:spPr>
            <p:txBody>
              <a:bodyPr spcFirstLastPara="1" wrap="square" lIns="121900" tIns="121900" rIns="121900" bIns="121900" anchor="ctr" anchorCtr="0">
                <a:noAutofit/>
              </a:bodyPr>
              <a:lstStyle/>
              <a:p>
                <a:endParaRPr sz="2400"/>
              </a:p>
            </p:txBody>
          </p:sp>
          <p:sp>
            <p:nvSpPr>
              <p:cNvPr id="213" name="Google Shape;3892;p60"/>
              <p:cNvSpPr/>
              <p:nvPr/>
            </p:nvSpPr>
            <p:spPr>
              <a:xfrm>
                <a:off x="2757162" y="1424997"/>
                <a:ext cx="17179" cy="12339"/>
              </a:xfrm>
              <a:custGeom>
                <a:avLst/>
                <a:gdLst/>
                <a:ahLst/>
                <a:cxnLst/>
                <a:rect l="l" t="t" r="r" b="b"/>
                <a:pathLst>
                  <a:path w="536" h="385" extrusionOk="0">
                    <a:moveTo>
                      <a:pt x="535" y="1"/>
                    </a:moveTo>
                    <a:lnTo>
                      <a:pt x="0" y="385"/>
                    </a:lnTo>
                    <a:cubicBezTo>
                      <a:pt x="234" y="368"/>
                      <a:pt x="435" y="218"/>
                      <a:pt x="535" y="1"/>
                    </a:cubicBezTo>
                    <a:close/>
                  </a:path>
                </a:pathLst>
              </a:custGeom>
              <a:solidFill>
                <a:srgbClr val="BF7A62"/>
              </a:solidFill>
              <a:ln>
                <a:noFill/>
              </a:ln>
            </p:spPr>
            <p:txBody>
              <a:bodyPr spcFirstLastPara="1" wrap="square" lIns="121900" tIns="121900" rIns="121900" bIns="121900" anchor="ctr" anchorCtr="0">
                <a:noAutofit/>
              </a:bodyPr>
              <a:lstStyle/>
              <a:p>
                <a:endParaRPr sz="2400"/>
              </a:p>
            </p:txBody>
          </p:sp>
          <p:sp>
            <p:nvSpPr>
              <p:cNvPr id="214" name="Google Shape;3893;p60"/>
              <p:cNvSpPr/>
              <p:nvPr/>
            </p:nvSpPr>
            <p:spPr>
              <a:xfrm>
                <a:off x="2757162" y="1424965"/>
                <a:ext cx="17179" cy="12403"/>
              </a:xfrm>
              <a:custGeom>
                <a:avLst/>
                <a:gdLst/>
                <a:ahLst/>
                <a:cxnLst/>
                <a:rect l="l" t="t" r="r" b="b"/>
                <a:pathLst>
                  <a:path w="536" h="387" extrusionOk="0">
                    <a:moveTo>
                      <a:pt x="532" y="0"/>
                    </a:moveTo>
                    <a:cubicBezTo>
                      <a:pt x="511" y="0"/>
                      <a:pt x="444" y="140"/>
                      <a:pt x="301" y="235"/>
                    </a:cubicBezTo>
                    <a:cubicBezTo>
                      <a:pt x="201" y="286"/>
                      <a:pt x="101" y="352"/>
                      <a:pt x="0" y="386"/>
                    </a:cubicBezTo>
                    <a:cubicBezTo>
                      <a:pt x="12" y="387"/>
                      <a:pt x="24" y="387"/>
                      <a:pt x="35" y="387"/>
                    </a:cubicBezTo>
                    <a:cubicBezTo>
                      <a:pt x="272" y="387"/>
                      <a:pt x="487" y="225"/>
                      <a:pt x="535" y="2"/>
                    </a:cubicBezTo>
                    <a:cubicBezTo>
                      <a:pt x="534" y="1"/>
                      <a:pt x="533" y="0"/>
                      <a:pt x="532" y="0"/>
                    </a:cubicBezTo>
                    <a:close/>
                  </a:path>
                </a:pathLst>
              </a:custGeom>
              <a:solidFill>
                <a:srgbClr val="60493E"/>
              </a:solidFill>
              <a:ln>
                <a:noFill/>
              </a:ln>
            </p:spPr>
            <p:txBody>
              <a:bodyPr spcFirstLastPara="1" wrap="square" lIns="121900" tIns="121900" rIns="121900" bIns="121900" anchor="ctr" anchorCtr="0">
                <a:noAutofit/>
              </a:bodyPr>
              <a:lstStyle/>
              <a:p>
                <a:endParaRPr sz="2400"/>
              </a:p>
            </p:txBody>
          </p:sp>
          <p:sp>
            <p:nvSpPr>
              <p:cNvPr id="215" name="Google Shape;3894;p60"/>
              <p:cNvSpPr/>
              <p:nvPr/>
            </p:nvSpPr>
            <p:spPr>
              <a:xfrm>
                <a:off x="2721811" y="1373557"/>
                <a:ext cx="12339" cy="1667"/>
              </a:xfrm>
              <a:custGeom>
                <a:avLst/>
                <a:gdLst/>
                <a:ahLst/>
                <a:cxnLst/>
                <a:rect l="l" t="t" r="r" b="b"/>
                <a:pathLst>
                  <a:path w="385" h="52" extrusionOk="0">
                    <a:moveTo>
                      <a:pt x="244" y="1"/>
                    </a:moveTo>
                    <a:cubicBezTo>
                      <a:pt x="159" y="1"/>
                      <a:pt x="76" y="19"/>
                      <a:pt x="1" y="52"/>
                    </a:cubicBezTo>
                    <a:lnTo>
                      <a:pt x="385" y="18"/>
                    </a:lnTo>
                    <a:cubicBezTo>
                      <a:pt x="338" y="6"/>
                      <a:pt x="290" y="1"/>
                      <a:pt x="244" y="1"/>
                    </a:cubicBezTo>
                    <a:close/>
                  </a:path>
                </a:pathLst>
              </a:custGeom>
              <a:solidFill>
                <a:srgbClr val="BF7A62"/>
              </a:solidFill>
              <a:ln>
                <a:noFill/>
              </a:ln>
            </p:spPr>
            <p:txBody>
              <a:bodyPr spcFirstLastPara="1" wrap="square" lIns="121900" tIns="121900" rIns="121900" bIns="121900" anchor="ctr" anchorCtr="0">
                <a:noAutofit/>
              </a:bodyPr>
              <a:lstStyle/>
              <a:p>
                <a:endParaRPr sz="2400"/>
              </a:p>
            </p:txBody>
          </p:sp>
          <p:sp>
            <p:nvSpPr>
              <p:cNvPr id="216" name="Google Shape;3895;p60"/>
              <p:cNvSpPr/>
              <p:nvPr/>
            </p:nvSpPr>
            <p:spPr>
              <a:xfrm>
                <a:off x="2721266" y="1371377"/>
                <a:ext cx="12884" cy="4743"/>
              </a:xfrm>
              <a:custGeom>
                <a:avLst/>
                <a:gdLst/>
                <a:ahLst/>
                <a:cxnLst/>
                <a:rect l="l" t="t" r="r" b="b"/>
                <a:pathLst>
                  <a:path w="402" h="148" extrusionOk="0">
                    <a:moveTo>
                      <a:pt x="238" y="0"/>
                    </a:moveTo>
                    <a:cubicBezTo>
                      <a:pt x="226" y="0"/>
                      <a:pt x="214" y="1"/>
                      <a:pt x="201" y="3"/>
                    </a:cubicBezTo>
                    <a:cubicBezTo>
                      <a:pt x="68" y="19"/>
                      <a:pt x="1" y="86"/>
                      <a:pt x="18" y="120"/>
                    </a:cubicBezTo>
                    <a:cubicBezTo>
                      <a:pt x="27" y="139"/>
                      <a:pt x="60" y="147"/>
                      <a:pt x="106" y="147"/>
                    </a:cubicBezTo>
                    <a:cubicBezTo>
                      <a:pt x="138" y="147"/>
                      <a:pt x="177" y="143"/>
                      <a:pt x="218" y="136"/>
                    </a:cubicBezTo>
                    <a:cubicBezTo>
                      <a:pt x="302" y="136"/>
                      <a:pt x="385" y="120"/>
                      <a:pt x="402" y="86"/>
                    </a:cubicBezTo>
                    <a:cubicBezTo>
                      <a:pt x="402" y="56"/>
                      <a:pt x="336" y="0"/>
                      <a:pt x="238" y="0"/>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17" name="Google Shape;3896;p60"/>
              <p:cNvSpPr/>
              <p:nvPr/>
            </p:nvSpPr>
            <p:spPr>
              <a:xfrm>
                <a:off x="2767867" y="1374422"/>
                <a:ext cx="17179" cy="2404"/>
              </a:xfrm>
              <a:custGeom>
                <a:avLst/>
                <a:gdLst/>
                <a:ahLst/>
                <a:cxnLst/>
                <a:rect l="l" t="t" r="r" b="b"/>
                <a:pathLst>
                  <a:path w="536" h="75" extrusionOk="0">
                    <a:moveTo>
                      <a:pt x="222" y="0"/>
                    </a:moveTo>
                    <a:cubicBezTo>
                      <a:pt x="146" y="0"/>
                      <a:pt x="70" y="13"/>
                      <a:pt x="1" y="41"/>
                    </a:cubicBezTo>
                    <a:lnTo>
                      <a:pt x="535" y="75"/>
                    </a:lnTo>
                    <a:cubicBezTo>
                      <a:pt x="438" y="26"/>
                      <a:pt x="329" y="0"/>
                      <a:pt x="222" y="0"/>
                    </a:cubicBezTo>
                    <a:close/>
                  </a:path>
                </a:pathLst>
              </a:custGeom>
              <a:solidFill>
                <a:srgbClr val="BF7A62"/>
              </a:solidFill>
              <a:ln>
                <a:noFill/>
              </a:ln>
            </p:spPr>
            <p:txBody>
              <a:bodyPr spcFirstLastPara="1" wrap="square" lIns="121900" tIns="121900" rIns="121900" bIns="121900" anchor="ctr" anchorCtr="0">
                <a:noAutofit/>
              </a:bodyPr>
              <a:lstStyle/>
              <a:p>
                <a:endParaRPr sz="2400"/>
              </a:p>
            </p:txBody>
          </p:sp>
          <p:sp>
            <p:nvSpPr>
              <p:cNvPr id="218" name="Google Shape;3897;p60"/>
              <p:cNvSpPr/>
              <p:nvPr/>
            </p:nvSpPr>
            <p:spPr>
              <a:xfrm>
                <a:off x="2767386" y="1372435"/>
                <a:ext cx="18172" cy="4872"/>
              </a:xfrm>
              <a:custGeom>
                <a:avLst/>
                <a:gdLst/>
                <a:ahLst/>
                <a:cxnLst/>
                <a:rect l="l" t="t" r="r" b="b"/>
                <a:pathLst>
                  <a:path w="567" h="152" extrusionOk="0">
                    <a:moveTo>
                      <a:pt x="239" y="1"/>
                    </a:moveTo>
                    <a:cubicBezTo>
                      <a:pt x="96" y="1"/>
                      <a:pt x="0" y="73"/>
                      <a:pt x="16" y="103"/>
                    </a:cubicBezTo>
                    <a:cubicBezTo>
                      <a:pt x="16" y="137"/>
                      <a:pt x="133" y="137"/>
                      <a:pt x="283" y="137"/>
                    </a:cubicBezTo>
                    <a:cubicBezTo>
                      <a:pt x="372" y="137"/>
                      <a:pt x="454" y="152"/>
                      <a:pt x="503" y="152"/>
                    </a:cubicBezTo>
                    <a:cubicBezTo>
                      <a:pt x="528" y="152"/>
                      <a:pt x="545" y="148"/>
                      <a:pt x="550" y="137"/>
                    </a:cubicBezTo>
                    <a:cubicBezTo>
                      <a:pt x="567" y="103"/>
                      <a:pt x="450" y="3"/>
                      <a:pt x="283" y="3"/>
                    </a:cubicBezTo>
                    <a:cubicBezTo>
                      <a:pt x="268" y="2"/>
                      <a:pt x="254" y="1"/>
                      <a:pt x="239" y="1"/>
                    </a:cubicBezTo>
                    <a:close/>
                  </a:path>
                </a:pathLst>
              </a:custGeom>
              <a:solidFill>
                <a:srgbClr val="263238"/>
              </a:solidFill>
              <a:ln>
                <a:noFill/>
              </a:ln>
            </p:spPr>
            <p:txBody>
              <a:bodyPr spcFirstLastPara="1" wrap="square" lIns="121900" tIns="121900" rIns="121900" bIns="121900" anchor="ctr" anchorCtr="0">
                <a:noAutofit/>
              </a:bodyPr>
              <a:lstStyle/>
              <a:p>
                <a:endParaRPr sz="2400"/>
              </a:p>
            </p:txBody>
          </p:sp>
          <p:sp>
            <p:nvSpPr>
              <p:cNvPr id="219" name="Google Shape;3898;p60"/>
              <p:cNvSpPr/>
              <p:nvPr/>
            </p:nvSpPr>
            <p:spPr>
              <a:xfrm>
                <a:off x="2700402" y="1296701"/>
                <a:ext cx="134963" cy="74580"/>
              </a:xfrm>
              <a:custGeom>
                <a:avLst/>
                <a:gdLst/>
                <a:ahLst/>
                <a:cxnLst/>
                <a:rect l="l" t="t" r="r" b="b"/>
                <a:pathLst>
                  <a:path w="4211" h="2327" extrusionOk="0">
                    <a:moveTo>
                      <a:pt x="1887" y="1"/>
                    </a:moveTo>
                    <a:cubicBezTo>
                      <a:pt x="1283" y="1"/>
                      <a:pt x="699" y="295"/>
                      <a:pt x="335" y="795"/>
                    </a:cubicBezTo>
                    <a:cubicBezTo>
                      <a:pt x="117" y="1113"/>
                      <a:pt x="0" y="1564"/>
                      <a:pt x="201" y="1898"/>
                    </a:cubicBezTo>
                    <a:cubicBezTo>
                      <a:pt x="340" y="2118"/>
                      <a:pt x="565" y="2222"/>
                      <a:pt x="789" y="2222"/>
                    </a:cubicBezTo>
                    <a:cubicBezTo>
                      <a:pt x="1076" y="2222"/>
                      <a:pt x="1360" y="2050"/>
                      <a:pt x="1454" y="1731"/>
                    </a:cubicBezTo>
                    <a:cubicBezTo>
                      <a:pt x="1454" y="2111"/>
                      <a:pt x="1736" y="2296"/>
                      <a:pt x="2019" y="2296"/>
                    </a:cubicBezTo>
                    <a:cubicBezTo>
                      <a:pt x="2321" y="2296"/>
                      <a:pt x="2625" y="2086"/>
                      <a:pt x="2590" y="1681"/>
                    </a:cubicBezTo>
                    <a:lnTo>
                      <a:pt x="2590" y="1681"/>
                    </a:lnTo>
                    <a:cubicBezTo>
                      <a:pt x="2657" y="1882"/>
                      <a:pt x="2791" y="2065"/>
                      <a:pt x="2958" y="2199"/>
                    </a:cubicBezTo>
                    <a:cubicBezTo>
                      <a:pt x="3028" y="2250"/>
                      <a:pt x="3109" y="2275"/>
                      <a:pt x="3188" y="2275"/>
                    </a:cubicBezTo>
                    <a:cubicBezTo>
                      <a:pt x="3317" y="2275"/>
                      <a:pt x="3443" y="2212"/>
                      <a:pt x="3526" y="2099"/>
                    </a:cubicBezTo>
                    <a:cubicBezTo>
                      <a:pt x="3626" y="2213"/>
                      <a:pt x="3750" y="2327"/>
                      <a:pt x="3898" y="2327"/>
                    </a:cubicBezTo>
                    <a:cubicBezTo>
                      <a:pt x="3924" y="2327"/>
                      <a:pt x="3950" y="2323"/>
                      <a:pt x="3977" y="2316"/>
                    </a:cubicBezTo>
                    <a:cubicBezTo>
                      <a:pt x="4127" y="2266"/>
                      <a:pt x="4211" y="2132"/>
                      <a:pt x="4211" y="1965"/>
                    </a:cubicBezTo>
                    <a:cubicBezTo>
                      <a:pt x="4194" y="1815"/>
                      <a:pt x="4144" y="1681"/>
                      <a:pt x="4061" y="1547"/>
                    </a:cubicBezTo>
                    <a:cubicBezTo>
                      <a:pt x="3739" y="985"/>
                      <a:pt x="3263" y="468"/>
                      <a:pt x="2647" y="266"/>
                    </a:cubicBezTo>
                    <a:lnTo>
                      <a:pt x="2647" y="266"/>
                    </a:lnTo>
                    <a:cubicBezTo>
                      <a:pt x="2498" y="106"/>
                      <a:pt x="2301" y="10"/>
                      <a:pt x="2072" y="10"/>
                    </a:cubicBezTo>
                    <a:cubicBezTo>
                      <a:pt x="2011" y="4"/>
                      <a:pt x="1949" y="1"/>
                      <a:pt x="1887" y="1"/>
                    </a:cubicBezTo>
                    <a:close/>
                  </a:path>
                </a:pathLst>
              </a:custGeom>
              <a:solidFill>
                <a:schemeClr val="tx1"/>
              </a:solidFill>
              <a:ln>
                <a:noFill/>
              </a:ln>
            </p:spPr>
            <p:txBody>
              <a:bodyPr spcFirstLastPara="1" wrap="square" lIns="121900" tIns="121900" rIns="121900" bIns="121900" anchor="ctr" anchorCtr="0">
                <a:noAutofit/>
              </a:bodyPr>
              <a:lstStyle/>
              <a:p>
                <a:endParaRPr sz="2400"/>
              </a:p>
            </p:txBody>
          </p:sp>
          <p:sp>
            <p:nvSpPr>
              <p:cNvPr id="220" name="Google Shape;3899;p60"/>
              <p:cNvSpPr/>
              <p:nvPr/>
            </p:nvSpPr>
            <p:spPr>
              <a:xfrm>
                <a:off x="2800013" y="1331283"/>
                <a:ext cx="71792" cy="167942"/>
              </a:xfrm>
              <a:custGeom>
                <a:avLst/>
                <a:gdLst/>
                <a:ahLst/>
                <a:cxnLst/>
                <a:rect l="l" t="t" r="r" b="b"/>
                <a:pathLst>
                  <a:path w="2240" h="5240" extrusionOk="0">
                    <a:moveTo>
                      <a:pt x="1103" y="1"/>
                    </a:moveTo>
                    <a:lnTo>
                      <a:pt x="334" y="585"/>
                    </a:lnTo>
                    <a:cubicBezTo>
                      <a:pt x="652" y="1137"/>
                      <a:pt x="652" y="1805"/>
                      <a:pt x="351" y="2373"/>
                    </a:cubicBezTo>
                    <a:cubicBezTo>
                      <a:pt x="234" y="2523"/>
                      <a:pt x="151" y="2707"/>
                      <a:pt x="67" y="2874"/>
                    </a:cubicBezTo>
                    <a:cubicBezTo>
                      <a:pt x="0" y="3058"/>
                      <a:pt x="50" y="3275"/>
                      <a:pt x="184" y="3409"/>
                    </a:cubicBezTo>
                    <a:cubicBezTo>
                      <a:pt x="284" y="3493"/>
                      <a:pt x="435" y="3526"/>
                      <a:pt x="451" y="3643"/>
                    </a:cubicBezTo>
                    <a:cubicBezTo>
                      <a:pt x="451" y="3693"/>
                      <a:pt x="451" y="3760"/>
                      <a:pt x="418" y="3810"/>
                    </a:cubicBezTo>
                    <a:cubicBezTo>
                      <a:pt x="334" y="4044"/>
                      <a:pt x="318" y="4311"/>
                      <a:pt x="384" y="4545"/>
                    </a:cubicBezTo>
                    <a:cubicBezTo>
                      <a:pt x="418" y="4796"/>
                      <a:pt x="585" y="4996"/>
                      <a:pt x="819" y="5080"/>
                    </a:cubicBezTo>
                    <a:cubicBezTo>
                      <a:pt x="967" y="5142"/>
                      <a:pt x="1060" y="5240"/>
                      <a:pt x="1261" y="5240"/>
                    </a:cubicBezTo>
                    <a:cubicBezTo>
                      <a:pt x="1331" y="5240"/>
                      <a:pt x="1416" y="5227"/>
                      <a:pt x="1521" y="5197"/>
                    </a:cubicBezTo>
                    <a:cubicBezTo>
                      <a:pt x="2239" y="5013"/>
                      <a:pt x="1988" y="3409"/>
                      <a:pt x="1922" y="2674"/>
                    </a:cubicBezTo>
                    <a:cubicBezTo>
                      <a:pt x="1855" y="1939"/>
                      <a:pt x="1504" y="619"/>
                      <a:pt x="1103" y="1"/>
                    </a:cubicBezTo>
                    <a:close/>
                  </a:path>
                </a:pathLst>
              </a:custGeom>
              <a:solidFill>
                <a:schemeClr val="tx1"/>
              </a:solidFill>
              <a:ln>
                <a:noFill/>
              </a:ln>
            </p:spPr>
            <p:txBody>
              <a:bodyPr spcFirstLastPara="1" wrap="square" lIns="121900" tIns="121900" rIns="121900" bIns="121900" anchor="ctr" anchorCtr="0">
                <a:noAutofit/>
              </a:bodyPr>
              <a:lstStyle/>
              <a:p>
                <a:endParaRPr sz="2400"/>
              </a:p>
            </p:txBody>
          </p:sp>
          <p:sp>
            <p:nvSpPr>
              <p:cNvPr id="221" name="Google Shape;3900;p60"/>
              <p:cNvSpPr/>
              <p:nvPr/>
            </p:nvSpPr>
            <p:spPr>
              <a:xfrm>
                <a:off x="2736298" y="1496212"/>
                <a:ext cx="102304" cy="96470"/>
              </a:xfrm>
              <a:custGeom>
                <a:avLst/>
                <a:gdLst/>
                <a:ahLst/>
                <a:cxnLst/>
                <a:rect l="l" t="t" r="r" b="b"/>
                <a:pathLst>
                  <a:path w="3192" h="3010" extrusionOk="0">
                    <a:moveTo>
                      <a:pt x="2022" y="1"/>
                    </a:moveTo>
                    <a:lnTo>
                      <a:pt x="685" y="485"/>
                    </a:lnTo>
                    <a:cubicBezTo>
                      <a:pt x="685" y="485"/>
                      <a:pt x="1" y="3010"/>
                      <a:pt x="358" y="3010"/>
                    </a:cubicBezTo>
                    <a:cubicBezTo>
                      <a:pt x="376" y="3010"/>
                      <a:pt x="395" y="3004"/>
                      <a:pt x="418" y="2992"/>
                    </a:cubicBezTo>
                    <a:cubicBezTo>
                      <a:pt x="885" y="2708"/>
                      <a:pt x="3191" y="886"/>
                      <a:pt x="3191" y="886"/>
                    </a:cubicBezTo>
                    <a:lnTo>
                      <a:pt x="2022" y="1"/>
                    </a:lnTo>
                    <a:close/>
                  </a:path>
                </a:pathLst>
              </a:custGeom>
              <a:solidFill>
                <a:srgbClr val="6D5346"/>
              </a:solidFill>
              <a:ln>
                <a:noFill/>
              </a:ln>
            </p:spPr>
            <p:txBody>
              <a:bodyPr spcFirstLastPara="1" wrap="square" lIns="121900" tIns="121900" rIns="121900" bIns="121900" anchor="ctr" anchorCtr="0">
                <a:noAutofit/>
              </a:bodyPr>
              <a:lstStyle/>
              <a:p>
                <a:endParaRPr sz="2400"/>
              </a:p>
            </p:txBody>
          </p:sp>
        </p:grpSp>
        <p:sp>
          <p:nvSpPr>
            <p:cNvPr id="138" name="Google Shape;687;p29"/>
            <p:cNvSpPr/>
            <p:nvPr/>
          </p:nvSpPr>
          <p:spPr>
            <a:xfrm>
              <a:off x="8153675" y="4048925"/>
              <a:ext cx="114300" cy="114300"/>
            </a:xfrm>
            <a:prstGeom prst="ellipse">
              <a:avLst/>
            </a:prstGeom>
            <a:solidFill>
              <a:srgbClr val="FFFFFF"/>
            </a:solidFill>
            <a:ln>
              <a:noFill/>
            </a:ln>
          </p:spPr>
          <p:txBody>
            <a:bodyPr spcFirstLastPara="1" wrap="square" lIns="121900" tIns="121900" rIns="121900" bIns="121900" anchor="ctr" anchorCtr="0">
              <a:noAutofit/>
            </a:bodyPr>
            <a:lstStyle/>
            <a:p>
              <a:endParaRPr sz="2400"/>
            </a:p>
          </p:txBody>
        </p:sp>
        <p:sp>
          <p:nvSpPr>
            <p:cNvPr id="139" name="Google Shape;3999;p60"/>
            <p:cNvSpPr/>
            <p:nvPr/>
          </p:nvSpPr>
          <p:spPr>
            <a:xfrm>
              <a:off x="7823114" y="1035450"/>
              <a:ext cx="649561" cy="826997"/>
            </a:xfrm>
            <a:custGeom>
              <a:avLst/>
              <a:gdLst/>
              <a:ahLst/>
              <a:cxnLst/>
              <a:rect l="l" t="t" r="r" b="b"/>
              <a:pathLst>
                <a:path w="9174" h="11680" extrusionOk="0">
                  <a:moveTo>
                    <a:pt x="0" y="1"/>
                  </a:moveTo>
                  <a:lnTo>
                    <a:pt x="234" y="11646"/>
                  </a:lnTo>
                  <a:lnTo>
                    <a:pt x="9173" y="11680"/>
                  </a:lnTo>
                  <a:lnTo>
                    <a:pt x="9173" y="11680"/>
                  </a:lnTo>
                  <a:lnTo>
                    <a:pt x="8923" y="101"/>
                  </a:lnTo>
                  <a:lnTo>
                    <a:pt x="0" y="1"/>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140" name="Google Shape;4000;p60"/>
            <p:cNvSpPr/>
            <p:nvPr/>
          </p:nvSpPr>
          <p:spPr>
            <a:xfrm>
              <a:off x="7860995" y="1063842"/>
              <a:ext cx="569056" cy="754847"/>
            </a:xfrm>
            <a:custGeom>
              <a:avLst/>
              <a:gdLst/>
              <a:ahLst/>
              <a:cxnLst/>
              <a:rect l="l" t="t" r="r" b="b"/>
              <a:pathLst>
                <a:path w="8037" h="10661" extrusionOk="0">
                  <a:moveTo>
                    <a:pt x="0" y="1"/>
                  </a:moveTo>
                  <a:lnTo>
                    <a:pt x="217" y="10560"/>
                  </a:lnTo>
                  <a:lnTo>
                    <a:pt x="8037" y="10661"/>
                  </a:lnTo>
                  <a:lnTo>
                    <a:pt x="7820" y="218"/>
                  </a:lnTo>
                  <a:lnTo>
                    <a:pt x="0"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41" name="Google Shape;4001;p60"/>
            <p:cNvSpPr/>
            <p:nvPr/>
          </p:nvSpPr>
          <p:spPr>
            <a:xfrm>
              <a:off x="7952049" y="1184493"/>
              <a:ext cx="378662" cy="523032"/>
            </a:xfrm>
            <a:custGeom>
              <a:avLst/>
              <a:gdLst/>
              <a:ahLst/>
              <a:cxnLst/>
              <a:rect l="l" t="t" r="r" b="b"/>
              <a:pathLst>
                <a:path w="5348" h="7387" extrusionOk="0">
                  <a:moveTo>
                    <a:pt x="1" y="1"/>
                  </a:moveTo>
                  <a:lnTo>
                    <a:pt x="168" y="7386"/>
                  </a:lnTo>
                  <a:lnTo>
                    <a:pt x="5347" y="7269"/>
                  </a:lnTo>
                  <a:lnTo>
                    <a:pt x="5197" y="84"/>
                  </a:lnTo>
                  <a:lnTo>
                    <a:pt x="1" y="1"/>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142" name="Google Shape;4002;p60"/>
            <p:cNvSpPr/>
            <p:nvPr/>
          </p:nvSpPr>
          <p:spPr>
            <a:xfrm>
              <a:off x="7952049" y="1184493"/>
              <a:ext cx="372715" cy="523032"/>
            </a:xfrm>
            <a:custGeom>
              <a:avLst/>
              <a:gdLst/>
              <a:ahLst/>
              <a:cxnLst/>
              <a:rect l="l" t="t" r="r" b="b"/>
              <a:pathLst>
                <a:path w="5264" h="7387" extrusionOk="0">
                  <a:moveTo>
                    <a:pt x="1" y="1"/>
                  </a:moveTo>
                  <a:lnTo>
                    <a:pt x="168" y="7386"/>
                  </a:lnTo>
                  <a:lnTo>
                    <a:pt x="5264" y="3476"/>
                  </a:lnTo>
                  <a:lnTo>
                    <a:pt x="1" y="1"/>
                  </a:lnTo>
                  <a:close/>
                </a:path>
              </a:pathLst>
            </a:custGeom>
            <a:solidFill>
              <a:srgbClr val="F5F5F5"/>
            </a:solidFill>
            <a:ln>
              <a:noFill/>
            </a:ln>
          </p:spPr>
          <p:txBody>
            <a:bodyPr spcFirstLastPara="1" wrap="square" lIns="121900" tIns="121900" rIns="121900" bIns="121900" anchor="ctr" anchorCtr="0">
              <a:noAutofit/>
            </a:bodyPr>
            <a:lstStyle/>
            <a:p>
              <a:endParaRPr sz="2400"/>
            </a:p>
          </p:txBody>
        </p:sp>
        <p:sp>
          <p:nvSpPr>
            <p:cNvPr id="143" name="Google Shape;4003;p60"/>
            <p:cNvSpPr/>
            <p:nvPr/>
          </p:nvSpPr>
          <p:spPr>
            <a:xfrm>
              <a:off x="7743883" y="4140936"/>
              <a:ext cx="159735" cy="366838"/>
            </a:xfrm>
            <a:custGeom>
              <a:avLst/>
              <a:gdLst/>
              <a:ahLst/>
              <a:cxnLst/>
              <a:rect l="l" t="t" r="r" b="b"/>
              <a:pathLst>
                <a:path w="2256" h="5181" extrusionOk="0">
                  <a:moveTo>
                    <a:pt x="33" y="0"/>
                  </a:moveTo>
                  <a:cubicBezTo>
                    <a:pt x="0" y="117"/>
                    <a:pt x="1337" y="5180"/>
                    <a:pt x="1337" y="5180"/>
                  </a:cubicBezTo>
                  <a:lnTo>
                    <a:pt x="2256" y="4996"/>
                  </a:lnTo>
                  <a:lnTo>
                    <a:pt x="986" y="0"/>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144" name="Google Shape;4004;p60"/>
            <p:cNvSpPr/>
            <p:nvPr/>
          </p:nvSpPr>
          <p:spPr>
            <a:xfrm>
              <a:off x="8118865" y="4090027"/>
              <a:ext cx="198818" cy="417747"/>
            </a:xfrm>
            <a:custGeom>
              <a:avLst/>
              <a:gdLst/>
              <a:ahLst/>
              <a:cxnLst/>
              <a:rect l="l" t="t" r="r" b="b"/>
              <a:pathLst>
                <a:path w="2808" h="5900" extrusionOk="0">
                  <a:moveTo>
                    <a:pt x="1822" y="1"/>
                  </a:moveTo>
                  <a:lnTo>
                    <a:pt x="1" y="5899"/>
                  </a:lnTo>
                  <a:lnTo>
                    <a:pt x="1070" y="5899"/>
                  </a:lnTo>
                  <a:lnTo>
                    <a:pt x="2808" y="419"/>
                  </a:lnTo>
                  <a:lnTo>
                    <a:pt x="1822" y="1"/>
                  </a:lnTo>
                  <a:close/>
                </a:path>
              </a:pathLst>
            </a:custGeom>
            <a:solidFill>
              <a:srgbClr val="F5F5F5"/>
            </a:solidFill>
            <a:ln>
              <a:noFill/>
            </a:ln>
          </p:spPr>
          <p:txBody>
            <a:bodyPr spcFirstLastPara="1" wrap="square" lIns="121900" tIns="121900" rIns="121900" bIns="121900" anchor="ctr" anchorCtr="0">
              <a:noAutofit/>
            </a:bodyPr>
            <a:lstStyle/>
            <a:p>
              <a:endParaRPr sz="2400"/>
            </a:p>
          </p:txBody>
        </p:sp>
        <p:sp>
          <p:nvSpPr>
            <p:cNvPr id="145" name="Google Shape;4005;p60"/>
            <p:cNvSpPr/>
            <p:nvPr/>
          </p:nvSpPr>
          <p:spPr>
            <a:xfrm>
              <a:off x="8218274" y="4025029"/>
              <a:ext cx="218928" cy="482745"/>
            </a:xfrm>
            <a:custGeom>
              <a:avLst/>
              <a:gdLst/>
              <a:ahLst/>
              <a:cxnLst/>
              <a:rect l="l" t="t" r="r" b="b"/>
              <a:pathLst>
                <a:path w="3092" h="6818" extrusionOk="0">
                  <a:moveTo>
                    <a:pt x="2089" y="0"/>
                  </a:moveTo>
                  <a:lnTo>
                    <a:pt x="0" y="6817"/>
                  </a:lnTo>
                  <a:lnTo>
                    <a:pt x="1069" y="6817"/>
                  </a:lnTo>
                  <a:lnTo>
                    <a:pt x="3091" y="434"/>
                  </a:lnTo>
                  <a:lnTo>
                    <a:pt x="2089" y="0"/>
                  </a:lnTo>
                  <a:close/>
                </a:path>
              </a:pathLst>
            </a:custGeom>
            <a:solidFill>
              <a:srgbClr val="EBEBEB"/>
            </a:solidFill>
            <a:ln>
              <a:noFill/>
            </a:ln>
          </p:spPr>
          <p:txBody>
            <a:bodyPr spcFirstLastPara="1" wrap="square" lIns="121900" tIns="121900" rIns="121900" bIns="121900" anchor="ctr" anchorCtr="0">
              <a:noAutofit/>
            </a:bodyPr>
            <a:lstStyle/>
            <a:p>
              <a:endParaRPr sz="2400"/>
            </a:p>
          </p:txBody>
        </p:sp>
        <p:sp>
          <p:nvSpPr>
            <p:cNvPr id="146" name="Google Shape;4006;p60"/>
            <p:cNvSpPr/>
            <p:nvPr/>
          </p:nvSpPr>
          <p:spPr>
            <a:xfrm>
              <a:off x="7792384" y="4478107"/>
              <a:ext cx="525299" cy="261482"/>
            </a:xfrm>
            <a:custGeom>
              <a:avLst/>
              <a:gdLst/>
              <a:ahLst/>
              <a:cxnLst/>
              <a:rect l="l" t="t" r="r" b="b"/>
              <a:pathLst>
                <a:path w="7419" h="3693" extrusionOk="0">
                  <a:moveTo>
                    <a:pt x="0" y="0"/>
                  </a:moveTo>
                  <a:lnTo>
                    <a:pt x="1069" y="3693"/>
                  </a:lnTo>
                  <a:lnTo>
                    <a:pt x="6433" y="3693"/>
                  </a:lnTo>
                  <a:lnTo>
                    <a:pt x="7419" y="0"/>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147" name="Google Shape;4007;p60"/>
            <p:cNvSpPr/>
            <p:nvPr/>
          </p:nvSpPr>
          <p:spPr>
            <a:xfrm>
              <a:off x="7799464" y="3938647"/>
              <a:ext cx="189332" cy="539530"/>
            </a:xfrm>
            <a:custGeom>
              <a:avLst/>
              <a:gdLst/>
              <a:ahLst/>
              <a:cxnLst/>
              <a:rect l="l" t="t" r="r" b="b"/>
              <a:pathLst>
                <a:path w="2674" h="7620" extrusionOk="0">
                  <a:moveTo>
                    <a:pt x="0" y="0"/>
                  </a:moveTo>
                  <a:lnTo>
                    <a:pt x="17" y="50"/>
                  </a:lnTo>
                  <a:lnTo>
                    <a:pt x="1253" y="5431"/>
                  </a:lnTo>
                  <a:cubicBezTo>
                    <a:pt x="1404" y="6099"/>
                    <a:pt x="1538" y="6650"/>
                    <a:pt x="1621" y="7035"/>
                  </a:cubicBezTo>
                  <a:cubicBezTo>
                    <a:pt x="1671" y="7218"/>
                    <a:pt x="1705" y="7369"/>
                    <a:pt x="1721" y="7469"/>
                  </a:cubicBezTo>
                  <a:cubicBezTo>
                    <a:pt x="1738" y="7519"/>
                    <a:pt x="1755" y="7553"/>
                    <a:pt x="1755" y="7586"/>
                  </a:cubicBezTo>
                  <a:cubicBezTo>
                    <a:pt x="1755" y="7603"/>
                    <a:pt x="1771" y="7619"/>
                    <a:pt x="1771" y="7619"/>
                  </a:cubicBezTo>
                  <a:cubicBezTo>
                    <a:pt x="1771" y="7603"/>
                    <a:pt x="1771" y="7603"/>
                    <a:pt x="1771" y="7586"/>
                  </a:cubicBezTo>
                  <a:cubicBezTo>
                    <a:pt x="1755" y="7553"/>
                    <a:pt x="1755" y="7519"/>
                    <a:pt x="1738" y="7469"/>
                  </a:cubicBezTo>
                  <a:lnTo>
                    <a:pt x="1654" y="7035"/>
                  </a:lnTo>
                  <a:cubicBezTo>
                    <a:pt x="1554" y="6650"/>
                    <a:pt x="1437" y="6099"/>
                    <a:pt x="1287" y="5414"/>
                  </a:cubicBezTo>
                  <a:cubicBezTo>
                    <a:pt x="988" y="4051"/>
                    <a:pt x="556" y="2159"/>
                    <a:pt x="91" y="67"/>
                  </a:cubicBezTo>
                  <a:lnTo>
                    <a:pt x="956" y="67"/>
                  </a:lnTo>
                  <a:lnTo>
                    <a:pt x="2156" y="5431"/>
                  </a:lnTo>
                  <a:cubicBezTo>
                    <a:pt x="2306" y="6099"/>
                    <a:pt x="2440" y="6650"/>
                    <a:pt x="2523" y="7035"/>
                  </a:cubicBezTo>
                  <a:cubicBezTo>
                    <a:pt x="2573" y="7218"/>
                    <a:pt x="2607" y="7369"/>
                    <a:pt x="2624" y="7469"/>
                  </a:cubicBezTo>
                  <a:cubicBezTo>
                    <a:pt x="2640" y="7519"/>
                    <a:pt x="2657" y="7553"/>
                    <a:pt x="2657" y="7586"/>
                  </a:cubicBezTo>
                  <a:cubicBezTo>
                    <a:pt x="2657" y="7603"/>
                    <a:pt x="2657" y="7619"/>
                    <a:pt x="2674" y="7619"/>
                  </a:cubicBezTo>
                  <a:cubicBezTo>
                    <a:pt x="2674" y="7603"/>
                    <a:pt x="2674" y="7603"/>
                    <a:pt x="2674" y="7586"/>
                  </a:cubicBezTo>
                  <a:cubicBezTo>
                    <a:pt x="2657" y="7553"/>
                    <a:pt x="2657" y="7519"/>
                    <a:pt x="2640" y="7469"/>
                  </a:cubicBezTo>
                  <a:cubicBezTo>
                    <a:pt x="2624" y="7369"/>
                    <a:pt x="2590" y="7218"/>
                    <a:pt x="2557" y="7035"/>
                  </a:cubicBezTo>
                  <a:cubicBezTo>
                    <a:pt x="2473" y="6650"/>
                    <a:pt x="2356" y="6099"/>
                    <a:pt x="2206" y="5414"/>
                  </a:cubicBezTo>
                  <a:cubicBezTo>
                    <a:pt x="1905" y="4044"/>
                    <a:pt x="1487" y="2139"/>
                    <a:pt x="1020" y="34"/>
                  </a:cubicBezTo>
                  <a:lnTo>
                    <a:pt x="1020" y="0"/>
                  </a:lnTo>
                  <a:close/>
                </a:path>
              </a:pathLst>
            </a:custGeom>
            <a:solidFill>
              <a:srgbClr val="E0E0E0"/>
            </a:solidFill>
            <a:ln>
              <a:noFill/>
            </a:ln>
          </p:spPr>
          <p:txBody>
            <a:bodyPr spcFirstLastPara="1" wrap="square" lIns="121900" tIns="121900" rIns="121900" bIns="121900" anchor="ctr" anchorCtr="0">
              <a:noAutofit/>
            </a:bodyPr>
            <a:lstStyle/>
            <a:p>
              <a:endParaRPr sz="2400"/>
            </a:p>
          </p:txBody>
        </p:sp>
        <p:sp>
          <p:nvSpPr>
            <p:cNvPr id="148" name="Google Shape;9650;p71"/>
            <p:cNvSpPr>
              <a:spLocks noChangeAspect="1"/>
            </p:cNvSpPr>
            <p:nvPr/>
          </p:nvSpPr>
          <p:spPr>
            <a:xfrm rot="1368619">
              <a:off x="7475989" y="2711091"/>
              <a:ext cx="114881" cy="113734"/>
            </a:xfrm>
            <a:custGeom>
              <a:avLst/>
              <a:gdLst/>
              <a:ahLst/>
              <a:cxnLst/>
              <a:rect l="l" t="t" r="r" b="b"/>
              <a:pathLst>
                <a:path w="11113" h="11002" extrusionOk="0">
                  <a:moveTo>
                    <a:pt x="2619" y="0"/>
                  </a:moveTo>
                  <a:cubicBezTo>
                    <a:pt x="2492" y="0"/>
                    <a:pt x="2366" y="49"/>
                    <a:pt x="2268" y="146"/>
                  </a:cubicBezTo>
                  <a:lnTo>
                    <a:pt x="201" y="2213"/>
                  </a:lnTo>
                  <a:cubicBezTo>
                    <a:pt x="7" y="2407"/>
                    <a:pt x="7" y="2719"/>
                    <a:pt x="201" y="2914"/>
                  </a:cubicBezTo>
                  <a:lnTo>
                    <a:pt x="2782" y="5501"/>
                  </a:lnTo>
                  <a:lnTo>
                    <a:pt x="195" y="8081"/>
                  </a:lnTo>
                  <a:cubicBezTo>
                    <a:pt x="0" y="8275"/>
                    <a:pt x="0" y="8587"/>
                    <a:pt x="195" y="8782"/>
                  </a:cubicBezTo>
                  <a:lnTo>
                    <a:pt x="2268" y="10856"/>
                  </a:lnTo>
                  <a:cubicBezTo>
                    <a:pt x="2366" y="10953"/>
                    <a:pt x="2492" y="11001"/>
                    <a:pt x="2619" y="11001"/>
                  </a:cubicBezTo>
                  <a:cubicBezTo>
                    <a:pt x="2745" y="11001"/>
                    <a:pt x="2872" y="10953"/>
                    <a:pt x="2969" y="10856"/>
                  </a:cubicBezTo>
                  <a:lnTo>
                    <a:pt x="5556" y="8268"/>
                  </a:lnTo>
                  <a:lnTo>
                    <a:pt x="8143" y="10856"/>
                  </a:lnTo>
                  <a:cubicBezTo>
                    <a:pt x="8241" y="10953"/>
                    <a:pt x="8367" y="11001"/>
                    <a:pt x="8494" y="11001"/>
                  </a:cubicBezTo>
                  <a:cubicBezTo>
                    <a:pt x="8620" y="11001"/>
                    <a:pt x="8747" y="10953"/>
                    <a:pt x="8844" y="10856"/>
                  </a:cubicBezTo>
                  <a:lnTo>
                    <a:pt x="10911" y="8789"/>
                  </a:lnTo>
                  <a:cubicBezTo>
                    <a:pt x="11105" y="8594"/>
                    <a:pt x="11105" y="8275"/>
                    <a:pt x="10911" y="8081"/>
                  </a:cubicBezTo>
                  <a:lnTo>
                    <a:pt x="8331" y="5501"/>
                  </a:lnTo>
                  <a:lnTo>
                    <a:pt x="10918" y="2914"/>
                  </a:lnTo>
                  <a:cubicBezTo>
                    <a:pt x="11112" y="2719"/>
                    <a:pt x="11112" y="2407"/>
                    <a:pt x="10918" y="2213"/>
                  </a:cubicBezTo>
                  <a:lnTo>
                    <a:pt x="8844" y="146"/>
                  </a:lnTo>
                  <a:cubicBezTo>
                    <a:pt x="8747" y="49"/>
                    <a:pt x="8620" y="0"/>
                    <a:pt x="8494" y="0"/>
                  </a:cubicBezTo>
                  <a:cubicBezTo>
                    <a:pt x="8367" y="0"/>
                    <a:pt x="8241" y="49"/>
                    <a:pt x="8143" y="146"/>
                  </a:cubicBezTo>
                  <a:lnTo>
                    <a:pt x="5556" y="2726"/>
                  </a:lnTo>
                  <a:lnTo>
                    <a:pt x="2969" y="146"/>
                  </a:lnTo>
                  <a:cubicBezTo>
                    <a:pt x="2872" y="49"/>
                    <a:pt x="2745" y="0"/>
                    <a:pt x="2619" y="0"/>
                  </a:cubicBezTo>
                  <a:close/>
                </a:path>
              </a:pathLst>
            </a:custGeom>
            <a:solidFill>
              <a:schemeClr val="bg2"/>
            </a:solidFill>
            <a:ln>
              <a:noFill/>
            </a:ln>
          </p:spPr>
          <p:txBody>
            <a:bodyPr spcFirstLastPara="1" wrap="square" lIns="121900" tIns="121900" rIns="121900" bIns="121900" anchor="ctr" anchorCtr="0">
              <a:noAutofit/>
            </a:bodyPr>
            <a:lstStyle/>
            <a:p>
              <a:endParaRPr sz="2400"/>
            </a:p>
          </p:txBody>
        </p:sp>
        <p:sp>
          <p:nvSpPr>
            <p:cNvPr id="149" name="Google Shape;9650;p71"/>
            <p:cNvSpPr>
              <a:spLocks noChangeAspect="1"/>
            </p:cNvSpPr>
            <p:nvPr/>
          </p:nvSpPr>
          <p:spPr>
            <a:xfrm rot="1368619">
              <a:off x="6685134" y="4217123"/>
              <a:ext cx="114881" cy="113734"/>
            </a:xfrm>
            <a:custGeom>
              <a:avLst/>
              <a:gdLst/>
              <a:ahLst/>
              <a:cxnLst/>
              <a:rect l="l" t="t" r="r" b="b"/>
              <a:pathLst>
                <a:path w="11113" h="11002" extrusionOk="0">
                  <a:moveTo>
                    <a:pt x="2619" y="0"/>
                  </a:moveTo>
                  <a:cubicBezTo>
                    <a:pt x="2492" y="0"/>
                    <a:pt x="2366" y="49"/>
                    <a:pt x="2268" y="146"/>
                  </a:cubicBezTo>
                  <a:lnTo>
                    <a:pt x="201" y="2213"/>
                  </a:lnTo>
                  <a:cubicBezTo>
                    <a:pt x="7" y="2407"/>
                    <a:pt x="7" y="2719"/>
                    <a:pt x="201" y="2914"/>
                  </a:cubicBezTo>
                  <a:lnTo>
                    <a:pt x="2782" y="5501"/>
                  </a:lnTo>
                  <a:lnTo>
                    <a:pt x="195" y="8081"/>
                  </a:lnTo>
                  <a:cubicBezTo>
                    <a:pt x="0" y="8275"/>
                    <a:pt x="0" y="8587"/>
                    <a:pt x="195" y="8782"/>
                  </a:cubicBezTo>
                  <a:lnTo>
                    <a:pt x="2268" y="10856"/>
                  </a:lnTo>
                  <a:cubicBezTo>
                    <a:pt x="2366" y="10953"/>
                    <a:pt x="2492" y="11001"/>
                    <a:pt x="2619" y="11001"/>
                  </a:cubicBezTo>
                  <a:cubicBezTo>
                    <a:pt x="2745" y="11001"/>
                    <a:pt x="2872" y="10953"/>
                    <a:pt x="2969" y="10856"/>
                  </a:cubicBezTo>
                  <a:lnTo>
                    <a:pt x="5556" y="8268"/>
                  </a:lnTo>
                  <a:lnTo>
                    <a:pt x="8143" y="10856"/>
                  </a:lnTo>
                  <a:cubicBezTo>
                    <a:pt x="8241" y="10953"/>
                    <a:pt x="8367" y="11001"/>
                    <a:pt x="8494" y="11001"/>
                  </a:cubicBezTo>
                  <a:cubicBezTo>
                    <a:pt x="8620" y="11001"/>
                    <a:pt x="8747" y="10953"/>
                    <a:pt x="8844" y="10856"/>
                  </a:cubicBezTo>
                  <a:lnTo>
                    <a:pt x="10911" y="8789"/>
                  </a:lnTo>
                  <a:cubicBezTo>
                    <a:pt x="11105" y="8594"/>
                    <a:pt x="11105" y="8275"/>
                    <a:pt x="10911" y="8081"/>
                  </a:cubicBezTo>
                  <a:lnTo>
                    <a:pt x="8331" y="5501"/>
                  </a:lnTo>
                  <a:lnTo>
                    <a:pt x="10918" y="2914"/>
                  </a:lnTo>
                  <a:cubicBezTo>
                    <a:pt x="11112" y="2719"/>
                    <a:pt x="11112" y="2407"/>
                    <a:pt x="10918" y="2213"/>
                  </a:cubicBezTo>
                  <a:lnTo>
                    <a:pt x="8844" y="146"/>
                  </a:lnTo>
                  <a:cubicBezTo>
                    <a:pt x="8747" y="49"/>
                    <a:pt x="8620" y="0"/>
                    <a:pt x="8494" y="0"/>
                  </a:cubicBezTo>
                  <a:cubicBezTo>
                    <a:pt x="8367" y="0"/>
                    <a:pt x="8241" y="49"/>
                    <a:pt x="8143" y="146"/>
                  </a:cubicBezTo>
                  <a:lnTo>
                    <a:pt x="5556" y="2726"/>
                  </a:lnTo>
                  <a:lnTo>
                    <a:pt x="2969" y="146"/>
                  </a:lnTo>
                  <a:cubicBezTo>
                    <a:pt x="2872" y="49"/>
                    <a:pt x="2745" y="0"/>
                    <a:pt x="2619" y="0"/>
                  </a:cubicBezTo>
                  <a:close/>
                </a:path>
              </a:pathLst>
            </a:custGeom>
            <a:solidFill>
              <a:schemeClr val="bg2"/>
            </a:solidFill>
            <a:ln>
              <a:noFill/>
            </a:ln>
          </p:spPr>
          <p:txBody>
            <a:bodyPr spcFirstLastPara="1" wrap="square" lIns="121900" tIns="121900" rIns="121900" bIns="121900" anchor="ctr" anchorCtr="0">
              <a:noAutofit/>
            </a:bodyPr>
            <a:lstStyle/>
            <a:p>
              <a:endParaRPr sz="2400"/>
            </a:p>
          </p:txBody>
        </p:sp>
        <p:sp>
          <p:nvSpPr>
            <p:cNvPr id="150" name="Google Shape;9650;p71"/>
            <p:cNvSpPr>
              <a:spLocks noChangeAspect="1"/>
            </p:cNvSpPr>
            <p:nvPr/>
          </p:nvSpPr>
          <p:spPr>
            <a:xfrm rot="1368619">
              <a:off x="7316064" y="4012722"/>
              <a:ext cx="114881" cy="113734"/>
            </a:xfrm>
            <a:custGeom>
              <a:avLst/>
              <a:gdLst/>
              <a:ahLst/>
              <a:cxnLst/>
              <a:rect l="l" t="t" r="r" b="b"/>
              <a:pathLst>
                <a:path w="11113" h="11002" extrusionOk="0">
                  <a:moveTo>
                    <a:pt x="2619" y="0"/>
                  </a:moveTo>
                  <a:cubicBezTo>
                    <a:pt x="2492" y="0"/>
                    <a:pt x="2366" y="49"/>
                    <a:pt x="2268" y="146"/>
                  </a:cubicBezTo>
                  <a:lnTo>
                    <a:pt x="201" y="2213"/>
                  </a:lnTo>
                  <a:cubicBezTo>
                    <a:pt x="7" y="2407"/>
                    <a:pt x="7" y="2719"/>
                    <a:pt x="201" y="2914"/>
                  </a:cubicBezTo>
                  <a:lnTo>
                    <a:pt x="2782" y="5501"/>
                  </a:lnTo>
                  <a:lnTo>
                    <a:pt x="195" y="8081"/>
                  </a:lnTo>
                  <a:cubicBezTo>
                    <a:pt x="0" y="8275"/>
                    <a:pt x="0" y="8587"/>
                    <a:pt x="195" y="8782"/>
                  </a:cubicBezTo>
                  <a:lnTo>
                    <a:pt x="2268" y="10856"/>
                  </a:lnTo>
                  <a:cubicBezTo>
                    <a:pt x="2366" y="10953"/>
                    <a:pt x="2492" y="11001"/>
                    <a:pt x="2619" y="11001"/>
                  </a:cubicBezTo>
                  <a:cubicBezTo>
                    <a:pt x="2745" y="11001"/>
                    <a:pt x="2872" y="10953"/>
                    <a:pt x="2969" y="10856"/>
                  </a:cubicBezTo>
                  <a:lnTo>
                    <a:pt x="5556" y="8268"/>
                  </a:lnTo>
                  <a:lnTo>
                    <a:pt x="8143" y="10856"/>
                  </a:lnTo>
                  <a:cubicBezTo>
                    <a:pt x="8241" y="10953"/>
                    <a:pt x="8367" y="11001"/>
                    <a:pt x="8494" y="11001"/>
                  </a:cubicBezTo>
                  <a:cubicBezTo>
                    <a:pt x="8620" y="11001"/>
                    <a:pt x="8747" y="10953"/>
                    <a:pt x="8844" y="10856"/>
                  </a:cubicBezTo>
                  <a:lnTo>
                    <a:pt x="10911" y="8789"/>
                  </a:lnTo>
                  <a:cubicBezTo>
                    <a:pt x="11105" y="8594"/>
                    <a:pt x="11105" y="8275"/>
                    <a:pt x="10911" y="8081"/>
                  </a:cubicBezTo>
                  <a:lnTo>
                    <a:pt x="8331" y="5501"/>
                  </a:lnTo>
                  <a:lnTo>
                    <a:pt x="10918" y="2914"/>
                  </a:lnTo>
                  <a:cubicBezTo>
                    <a:pt x="11112" y="2719"/>
                    <a:pt x="11112" y="2407"/>
                    <a:pt x="10918" y="2213"/>
                  </a:cubicBezTo>
                  <a:lnTo>
                    <a:pt x="8844" y="146"/>
                  </a:lnTo>
                  <a:cubicBezTo>
                    <a:pt x="8747" y="49"/>
                    <a:pt x="8620" y="0"/>
                    <a:pt x="8494" y="0"/>
                  </a:cubicBezTo>
                  <a:cubicBezTo>
                    <a:pt x="8367" y="0"/>
                    <a:pt x="8241" y="49"/>
                    <a:pt x="8143" y="146"/>
                  </a:cubicBezTo>
                  <a:lnTo>
                    <a:pt x="5556" y="2726"/>
                  </a:lnTo>
                  <a:lnTo>
                    <a:pt x="2969" y="146"/>
                  </a:lnTo>
                  <a:cubicBezTo>
                    <a:pt x="2872" y="49"/>
                    <a:pt x="2745" y="0"/>
                    <a:pt x="2619" y="0"/>
                  </a:cubicBezTo>
                  <a:close/>
                </a:path>
              </a:pathLst>
            </a:custGeom>
            <a:solidFill>
              <a:schemeClr val="bg2"/>
            </a:solidFill>
            <a:ln>
              <a:noFill/>
            </a:ln>
          </p:spPr>
          <p:txBody>
            <a:bodyPr spcFirstLastPara="1" wrap="square" lIns="121900" tIns="121900" rIns="121900" bIns="121900" anchor="ctr" anchorCtr="0">
              <a:noAutofit/>
            </a:bodyPr>
            <a:lstStyle/>
            <a:p>
              <a:endParaRPr sz="2400"/>
            </a:p>
          </p:txBody>
        </p:sp>
        <p:sp>
          <p:nvSpPr>
            <p:cNvPr id="151" name="Google Shape;3961;p60"/>
            <p:cNvSpPr/>
            <p:nvPr/>
          </p:nvSpPr>
          <p:spPr>
            <a:xfrm rot="21063150">
              <a:off x="5501956" y="2570390"/>
              <a:ext cx="971830" cy="392885"/>
            </a:xfrm>
            <a:custGeom>
              <a:avLst/>
              <a:gdLst/>
              <a:ahLst/>
              <a:cxnLst/>
              <a:rect l="l" t="t" r="r" b="b"/>
              <a:pathLst>
                <a:path w="11479" h="5990" extrusionOk="0">
                  <a:moveTo>
                    <a:pt x="2273" y="0"/>
                  </a:moveTo>
                  <a:lnTo>
                    <a:pt x="234" y="686"/>
                  </a:lnTo>
                  <a:cubicBezTo>
                    <a:pt x="234" y="686"/>
                    <a:pt x="0" y="1371"/>
                    <a:pt x="1354" y="4612"/>
                  </a:cubicBezTo>
                  <a:cubicBezTo>
                    <a:pt x="1782" y="5641"/>
                    <a:pt x="2842" y="5989"/>
                    <a:pt x="4079" y="5989"/>
                  </a:cubicBezTo>
                  <a:cubicBezTo>
                    <a:pt x="6659" y="5989"/>
                    <a:pt x="10009" y="4478"/>
                    <a:pt x="10009" y="4478"/>
                  </a:cubicBezTo>
                  <a:lnTo>
                    <a:pt x="10460" y="4311"/>
                  </a:lnTo>
                  <a:cubicBezTo>
                    <a:pt x="11028" y="4044"/>
                    <a:pt x="11212" y="3125"/>
                    <a:pt x="11195" y="2991"/>
                  </a:cubicBezTo>
                  <a:cubicBezTo>
                    <a:pt x="11187" y="2937"/>
                    <a:pt x="11063" y="2922"/>
                    <a:pt x="10933" y="2922"/>
                  </a:cubicBezTo>
                  <a:cubicBezTo>
                    <a:pt x="10784" y="2922"/>
                    <a:pt x="10627" y="2941"/>
                    <a:pt x="10627" y="2941"/>
                  </a:cubicBezTo>
                  <a:cubicBezTo>
                    <a:pt x="10777" y="2891"/>
                    <a:pt x="10928" y="2824"/>
                    <a:pt x="11078" y="2757"/>
                  </a:cubicBezTo>
                  <a:cubicBezTo>
                    <a:pt x="11295" y="2657"/>
                    <a:pt x="11446" y="2457"/>
                    <a:pt x="11479" y="2223"/>
                  </a:cubicBezTo>
                  <a:lnTo>
                    <a:pt x="11479" y="2223"/>
                  </a:lnTo>
                  <a:cubicBezTo>
                    <a:pt x="11479" y="2223"/>
                    <a:pt x="10894" y="2440"/>
                    <a:pt x="10577" y="2523"/>
                  </a:cubicBezTo>
                  <a:cubicBezTo>
                    <a:pt x="10427" y="2568"/>
                    <a:pt x="10160" y="2654"/>
                    <a:pt x="9971" y="2654"/>
                  </a:cubicBezTo>
                  <a:cubicBezTo>
                    <a:pt x="9803" y="2654"/>
                    <a:pt x="9697" y="2585"/>
                    <a:pt x="9791" y="2356"/>
                  </a:cubicBezTo>
                  <a:cubicBezTo>
                    <a:pt x="9908" y="2089"/>
                    <a:pt x="10075" y="1855"/>
                    <a:pt x="10293" y="1655"/>
                  </a:cubicBezTo>
                  <a:cubicBezTo>
                    <a:pt x="10346" y="1570"/>
                    <a:pt x="10291" y="1471"/>
                    <a:pt x="10192" y="1471"/>
                  </a:cubicBezTo>
                  <a:cubicBezTo>
                    <a:pt x="10135" y="1471"/>
                    <a:pt x="10065" y="1503"/>
                    <a:pt x="9992" y="1588"/>
                  </a:cubicBezTo>
                  <a:cubicBezTo>
                    <a:pt x="9825" y="1688"/>
                    <a:pt x="9691" y="1822"/>
                    <a:pt x="9557" y="1955"/>
                  </a:cubicBezTo>
                  <a:cubicBezTo>
                    <a:pt x="9474" y="2072"/>
                    <a:pt x="9390" y="2223"/>
                    <a:pt x="9307" y="2340"/>
                  </a:cubicBezTo>
                  <a:cubicBezTo>
                    <a:pt x="9207" y="2473"/>
                    <a:pt x="9106" y="2574"/>
                    <a:pt x="9039" y="2657"/>
                  </a:cubicBezTo>
                  <a:cubicBezTo>
                    <a:pt x="8362" y="2893"/>
                    <a:pt x="6592" y="3441"/>
                    <a:pt x="4786" y="3441"/>
                  </a:cubicBezTo>
                  <a:cubicBezTo>
                    <a:pt x="4544" y="3441"/>
                    <a:pt x="4301" y="3431"/>
                    <a:pt x="4060" y="3409"/>
                  </a:cubicBezTo>
                  <a:cubicBezTo>
                    <a:pt x="3709" y="3376"/>
                    <a:pt x="2273" y="0"/>
                    <a:pt x="2273" y="0"/>
                  </a:cubicBezTo>
                  <a:close/>
                </a:path>
              </a:pathLst>
            </a:custGeom>
            <a:solidFill>
              <a:srgbClr val="735749"/>
            </a:solidFill>
            <a:ln>
              <a:noFill/>
            </a:ln>
          </p:spPr>
          <p:txBody>
            <a:bodyPr spcFirstLastPara="1" wrap="square" lIns="121900" tIns="121900" rIns="121900" bIns="121900" anchor="ctr" anchorCtr="0">
              <a:noAutofit/>
            </a:bodyPr>
            <a:lstStyle/>
            <a:p>
              <a:endParaRPr sz="2400"/>
            </a:p>
          </p:txBody>
        </p:sp>
        <p:sp>
          <p:nvSpPr>
            <p:cNvPr id="152" name="Google Shape;3068;p56"/>
            <p:cNvSpPr/>
            <p:nvPr/>
          </p:nvSpPr>
          <p:spPr>
            <a:xfrm>
              <a:off x="6696669" y="3344481"/>
              <a:ext cx="450765" cy="246804"/>
            </a:xfrm>
            <a:custGeom>
              <a:avLst/>
              <a:gdLst/>
              <a:ahLst/>
              <a:cxnLst/>
              <a:rect l="l" t="t" r="r" b="b"/>
              <a:pathLst>
                <a:path w="16692" h="15384" extrusionOk="0">
                  <a:moveTo>
                    <a:pt x="7253" y="1"/>
                  </a:moveTo>
                  <a:cubicBezTo>
                    <a:pt x="6697" y="1"/>
                    <a:pt x="6143" y="67"/>
                    <a:pt x="5597" y="213"/>
                  </a:cubicBezTo>
                  <a:cubicBezTo>
                    <a:pt x="4612" y="463"/>
                    <a:pt x="3676" y="914"/>
                    <a:pt x="2857" y="1549"/>
                  </a:cubicBezTo>
                  <a:cubicBezTo>
                    <a:pt x="1855" y="2318"/>
                    <a:pt x="1086" y="3354"/>
                    <a:pt x="635" y="4523"/>
                  </a:cubicBezTo>
                  <a:cubicBezTo>
                    <a:pt x="134" y="5877"/>
                    <a:pt x="0" y="7347"/>
                    <a:pt x="251" y="8784"/>
                  </a:cubicBezTo>
                  <a:cubicBezTo>
                    <a:pt x="518" y="10371"/>
                    <a:pt x="1287" y="11825"/>
                    <a:pt x="2439" y="12961"/>
                  </a:cubicBezTo>
                  <a:cubicBezTo>
                    <a:pt x="3676" y="14164"/>
                    <a:pt x="5247" y="14966"/>
                    <a:pt x="6951" y="15250"/>
                  </a:cubicBezTo>
                  <a:cubicBezTo>
                    <a:pt x="7450" y="15340"/>
                    <a:pt x="7950" y="15383"/>
                    <a:pt x="8445" y="15383"/>
                  </a:cubicBezTo>
                  <a:cubicBezTo>
                    <a:pt x="11279" y="15383"/>
                    <a:pt x="13958" y="13954"/>
                    <a:pt x="15522" y="11508"/>
                  </a:cubicBezTo>
                  <a:cubicBezTo>
                    <a:pt x="15923" y="10889"/>
                    <a:pt x="16224" y="10204"/>
                    <a:pt x="16425" y="9486"/>
                  </a:cubicBezTo>
                  <a:cubicBezTo>
                    <a:pt x="16608" y="8801"/>
                    <a:pt x="16692" y="8099"/>
                    <a:pt x="16675" y="7397"/>
                  </a:cubicBezTo>
                  <a:cubicBezTo>
                    <a:pt x="16675" y="6144"/>
                    <a:pt x="16341" y="4908"/>
                    <a:pt x="15723" y="3822"/>
                  </a:cubicBezTo>
                  <a:cubicBezTo>
                    <a:pt x="15188" y="2919"/>
                    <a:pt x="14470" y="2168"/>
                    <a:pt x="13601" y="1616"/>
                  </a:cubicBezTo>
                  <a:cubicBezTo>
                    <a:pt x="12966" y="1182"/>
                    <a:pt x="12247" y="881"/>
                    <a:pt x="11496" y="714"/>
                  </a:cubicBezTo>
                  <a:cubicBezTo>
                    <a:pt x="11086" y="612"/>
                    <a:pt x="10664" y="560"/>
                    <a:pt x="10240" y="560"/>
                  </a:cubicBezTo>
                  <a:cubicBezTo>
                    <a:pt x="10180" y="560"/>
                    <a:pt x="10119" y="561"/>
                    <a:pt x="10059" y="564"/>
                  </a:cubicBezTo>
                  <a:cubicBezTo>
                    <a:pt x="9741" y="580"/>
                    <a:pt x="9557" y="630"/>
                    <a:pt x="9574" y="647"/>
                  </a:cubicBezTo>
                  <a:cubicBezTo>
                    <a:pt x="9574" y="731"/>
                    <a:pt x="10259" y="664"/>
                    <a:pt x="11412" y="1031"/>
                  </a:cubicBezTo>
                  <a:cubicBezTo>
                    <a:pt x="12097" y="1249"/>
                    <a:pt x="12749" y="1583"/>
                    <a:pt x="13333" y="2000"/>
                  </a:cubicBezTo>
                  <a:cubicBezTo>
                    <a:pt x="14102" y="2552"/>
                    <a:pt x="14737" y="3287"/>
                    <a:pt x="15188" y="4106"/>
                  </a:cubicBezTo>
                  <a:cubicBezTo>
                    <a:pt x="15739" y="5125"/>
                    <a:pt x="16007" y="6261"/>
                    <a:pt x="15973" y="7397"/>
                  </a:cubicBezTo>
                  <a:cubicBezTo>
                    <a:pt x="15973" y="8032"/>
                    <a:pt x="15873" y="8667"/>
                    <a:pt x="15706" y="9269"/>
                  </a:cubicBezTo>
                  <a:cubicBezTo>
                    <a:pt x="15506" y="9920"/>
                    <a:pt x="15222" y="10522"/>
                    <a:pt x="14871" y="11090"/>
                  </a:cubicBezTo>
                  <a:cubicBezTo>
                    <a:pt x="13420" y="13265"/>
                    <a:pt x="11002" y="14533"/>
                    <a:pt x="8450" y="14533"/>
                  </a:cubicBezTo>
                  <a:cubicBezTo>
                    <a:pt x="8003" y="14533"/>
                    <a:pt x="7552" y="14495"/>
                    <a:pt x="7101" y="14415"/>
                  </a:cubicBezTo>
                  <a:cubicBezTo>
                    <a:pt x="5564" y="14148"/>
                    <a:pt x="4144" y="13446"/>
                    <a:pt x="3024" y="12376"/>
                  </a:cubicBezTo>
                  <a:cubicBezTo>
                    <a:pt x="1988" y="11357"/>
                    <a:pt x="1287" y="10054"/>
                    <a:pt x="1019" y="8634"/>
                  </a:cubicBezTo>
                  <a:cubicBezTo>
                    <a:pt x="769" y="7347"/>
                    <a:pt x="869" y="6010"/>
                    <a:pt x="1303" y="4774"/>
                  </a:cubicBezTo>
                  <a:cubicBezTo>
                    <a:pt x="1504" y="4223"/>
                    <a:pt x="1771" y="3688"/>
                    <a:pt x="2122" y="3203"/>
                  </a:cubicBezTo>
                  <a:cubicBezTo>
                    <a:pt x="2439" y="2769"/>
                    <a:pt x="2824" y="2368"/>
                    <a:pt x="3241" y="2017"/>
                  </a:cubicBezTo>
                  <a:cubicBezTo>
                    <a:pt x="3977" y="1399"/>
                    <a:pt x="4812" y="948"/>
                    <a:pt x="5731" y="664"/>
                  </a:cubicBezTo>
                  <a:cubicBezTo>
                    <a:pt x="6416" y="463"/>
                    <a:pt x="7151" y="346"/>
                    <a:pt x="7870" y="346"/>
                  </a:cubicBezTo>
                  <a:cubicBezTo>
                    <a:pt x="8911" y="361"/>
                    <a:pt x="9539" y="563"/>
                    <a:pt x="9700" y="563"/>
                  </a:cubicBezTo>
                  <a:cubicBezTo>
                    <a:pt x="9725" y="563"/>
                    <a:pt x="9739" y="558"/>
                    <a:pt x="9741" y="547"/>
                  </a:cubicBezTo>
                  <a:cubicBezTo>
                    <a:pt x="9758" y="530"/>
                    <a:pt x="9591" y="447"/>
                    <a:pt x="9290" y="313"/>
                  </a:cubicBezTo>
                  <a:cubicBezTo>
                    <a:pt x="9140" y="263"/>
                    <a:pt x="8939" y="213"/>
                    <a:pt x="8705" y="146"/>
                  </a:cubicBezTo>
                  <a:cubicBezTo>
                    <a:pt x="8588" y="112"/>
                    <a:pt x="8471" y="96"/>
                    <a:pt x="8321" y="79"/>
                  </a:cubicBezTo>
                  <a:cubicBezTo>
                    <a:pt x="8187" y="46"/>
                    <a:pt x="8037" y="29"/>
                    <a:pt x="7886" y="29"/>
                  </a:cubicBezTo>
                  <a:cubicBezTo>
                    <a:pt x="7675" y="10"/>
                    <a:pt x="7464" y="1"/>
                    <a:pt x="7253" y="1"/>
                  </a:cubicBezTo>
                  <a:close/>
                </a:path>
              </a:pathLst>
            </a:custGeom>
            <a:solidFill>
              <a:schemeClr val="bg2">
                <a:lumMod val="60000"/>
                <a:lumOff val="40000"/>
              </a:schemeClr>
            </a:solidFill>
            <a:ln>
              <a:noFill/>
            </a:ln>
          </p:spPr>
          <p:txBody>
            <a:bodyPr spcFirstLastPara="1" wrap="square" lIns="121900" tIns="121900" rIns="121900" bIns="121900" anchor="ctr" anchorCtr="0">
              <a:noAutofit/>
            </a:bodyPr>
            <a:lstStyle/>
            <a:p>
              <a:endParaRPr sz="2400"/>
            </a:p>
          </p:txBody>
        </p:sp>
        <p:sp>
          <p:nvSpPr>
            <p:cNvPr id="153" name="Google Shape;3068;p56"/>
            <p:cNvSpPr/>
            <p:nvPr/>
          </p:nvSpPr>
          <p:spPr>
            <a:xfrm rot="1262513">
              <a:off x="6561611" y="4144998"/>
              <a:ext cx="343669" cy="246804"/>
            </a:xfrm>
            <a:custGeom>
              <a:avLst/>
              <a:gdLst/>
              <a:ahLst/>
              <a:cxnLst/>
              <a:rect l="l" t="t" r="r" b="b"/>
              <a:pathLst>
                <a:path w="16692" h="15384" extrusionOk="0">
                  <a:moveTo>
                    <a:pt x="7253" y="1"/>
                  </a:moveTo>
                  <a:cubicBezTo>
                    <a:pt x="6697" y="1"/>
                    <a:pt x="6143" y="67"/>
                    <a:pt x="5597" y="213"/>
                  </a:cubicBezTo>
                  <a:cubicBezTo>
                    <a:pt x="4612" y="463"/>
                    <a:pt x="3676" y="914"/>
                    <a:pt x="2857" y="1549"/>
                  </a:cubicBezTo>
                  <a:cubicBezTo>
                    <a:pt x="1855" y="2318"/>
                    <a:pt x="1086" y="3354"/>
                    <a:pt x="635" y="4523"/>
                  </a:cubicBezTo>
                  <a:cubicBezTo>
                    <a:pt x="134" y="5877"/>
                    <a:pt x="0" y="7347"/>
                    <a:pt x="251" y="8784"/>
                  </a:cubicBezTo>
                  <a:cubicBezTo>
                    <a:pt x="518" y="10371"/>
                    <a:pt x="1287" y="11825"/>
                    <a:pt x="2439" y="12961"/>
                  </a:cubicBezTo>
                  <a:cubicBezTo>
                    <a:pt x="3676" y="14164"/>
                    <a:pt x="5247" y="14966"/>
                    <a:pt x="6951" y="15250"/>
                  </a:cubicBezTo>
                  <a:cubicBezTo>
                    <a:pt x="7450" y="15340"/>
                    <a:pt x="7950" y="15383"/>
                    <a:pt x="8445" y="15383"/>
                  </a:cubicBezTo>
                  <a:cubicBezTo>
                    <a:pt x="11279" y="15383"/>
                    <a:pt x="13958" y="13954"/>
                    <a:pt x="15522" y="11508"/>
                  </a:cubicBezTo>
                  <a:cubicBezTo>
                    <a:pt x="15923" y="10889"/>
                    <a:pt x="16224" y="10204"/>
                    <a:pt x="16425" y="9486"/>
                  </a:cubicBezTo>
                  <a:cubicBezTo>
                    <a:pt x="16608" y="8801"/>
                    <a:pt x="16692" y="8099"/>
                    <a:pt x="16675" y="7397"/>
                  </a:cubicBezTo>
                  <a:cubicBezTo>
                    <a:pt x="16675" y="6144"/>
                    <a:pt x="16341" y="4908"/>
                    <a:pt x="15723" y="3822"/>
                  </a:cubicBezTo>
                  <a:cubicBezTo>
                    <a:pt x="15188" y="2919"/>
                    <a:pt x="14470" y="2168"/>
                    <a:pt x="13601" y="1616"/>
                  </a:cubicBezTo>
                  <a:cubicBezTo>
                    <a:pt x="12966" y="1182"/>
                    <a:pt x="12247" y="881"/>
                    <a:pt x="11496" y="714"/>
                  </a:cubicBezTo>
                  <a:cubicBezTo>
                    <a:pt x="11086" y="612"/>
                    <a:pt x="10664" y="560"/>
                    <a:pt x="10240" y="560"/>
                  </a:cubicBezTo>
                  <a:cubicBezTo>
                    <a:pt x="10180" y="560"/>
                    <a:pt x="10119" y="561"/>
                    <a:pt x="10059" y="564"/>
                  </a:cubicBezTo>
                  <a:cubicBezTo>
                    <a:pt x="9741" y="580"/>
                    <a:pt x="9557" y="630"/>
                    <a:pt x="9574" y="647"/>
                  </a:cubicBezTo>
                  <a:cubicBezTo>
                    <a:pt x="9574" y="731"/>
                    <a:pt x="10259" y="664"/>
                    <a:pt x="11412" y="1031"/>
                  </a:cubicBezTo>
                  <a:cubicBezTo>
                    <a:pt x="12097" y="1249"/>
                    <a:pt x="12749" y="1583"/>
                    <a:pt x="13333" y="2000"/>
                  </a:cubicBezTo>
                  <a:cubicBezTo>
                    <a:pt x="14102" y="2552"/>
                    <a:pt x="14737" y="3287"/>
                    <a:pt x="15188" y="4106"/>
                  </a:cubicBezTo>
                  <a:cubicBezTo>
                    <a:pt x="15739" y="5125"/>
                    <a:pt x="16007" y="6261"/>
                    <a:pt x="15973" y="7397"/>
                  </a:cubicBezTo>
                  <a:cubicBezTo>
                    <a:pt x="15973" y="8032"/>
                    <a:pt x="15873" y="8667"/>
                    <a:pt x="15706" y="9269"/>
                  </a:cubicBezTo>
                  <a:cubicBezTo>
                    <a:pt x="15506" y="9920"/>
                    <a:pt x="15222" y="10522"/>
                    <a:pt x="14871" y="11090"/>
                  </a:cubicBezTo>
                  <a:cubicBezTo>
                    <a:pt x="13420" y="13265"/>
                    <a:pt x="11002" y="14533"/>
                    <a:pt x="8450" y="14533"/>
                  </a:cubicBezTo>
                  <a:cubicBezTo>
                    <a:pt x="8003" y="14533"/>
                    <a:pt x="7552" y="14495"/>
                    <a:pt x="7101" y="14415"/>
                  </a:cubicBezTo>
                  <a:cubicBezTo>
                    <a:pt x="5564" y="14148"/>
                    <a:pt x="4144" y="13446"/>
                    <a:pt x="3024" y="12376"/>
                  </a:cubicBezTo>
                  <a:cubicBezTo>
                    <a:pt x="1988" y="11357"/>
                    <a:pt x="1287" y="10054"/>
                    <a:pt x="1019" y="8634"/>
                  </a:cubicBezTo>
                  <a:cubicBezTo>
                    <a:pt x="769" y="7347"/>
                    <a:pt x="869" y="6010"/>
                    <a:pt x="1303" y="4774"/>
                  </a:cubicBezTo>
                  <a:cubicBezTo>
                    <a:pt x="1504" y="4223"/>
                    <a:pt x="1771" y="3688"/>
                    <a:pt x="2122" y="3203"/>
                  </a:cubicBezTo>
                  <a:cubicBezTo>
                    <a:pt x="2439" y="2769"/>
                    <a:pt x="2824" y="2368"/>
                    <a:pt x="3241" y="2017"/>
                  </a:cubicBezTo>
                  <a:cubicBezTo>
                    <a:pt x="3977" y="1399"/>
                    <a:pt x="4812" y="948"/>
                    <a:pt x="5731" y="664"/>
                  </a:cubicBezTo>
                  <a:cubicBezTo>
                    <a:pt x="6416" y="463"/>
                    <a:pt x="7151" y="346"/>
                    <a:pt x="7870" y="346"/>
                  </a:cubicBezTo>
                  <a:cubicBezTo>
                    <a:pt x="8911" y="361"/>
                    <a:pt x="9539" y="563"/>
                    <a:pt x="9700" y="563"/>
                  </a:cubicBezTo>
                  <a:cubicBezTo>
                    <a:pt x="9725" y="563"/>
                    <a:pt x="9739" y="558"/>
                    <a:pt x="9741" y="547"/>
                  </a:cubicBezTo>
                  <a:cubicBezTo>
                    <a:pt x="9758" y="530"/>
                    <a:pt x="9591" y="447"/>
                    <a:pt x="9290" y="313"/>
                  </a:cubicBezTo>
                  <a:cubicBezTo>
                    <a:pt x="9140" y="263"/>
                    <a:pt x="8939" y="213"/>
                    <a:pt x="8705" y="146"/>
                  </a:cubicBezTo>
                  <a:cubicBezTo>
                    <a:pt x="8588" y="112"/>
                    <a:pt x="8471" y="96"/>
                    <a:pt x="8321" y="79"/>
                  </a:cubicBezTo>
                  <a:cubicBezTo>
                    <a:pt x="8187" y="46"/>
                    <a:pt x="8037" y="29"/>
                    <a:pt x="7886" y="29"/>
                  </a:cubicBezTo>
                  <a:cubicBezTo>
                    <a:pt x="7675" y="10"/>
                    <a:pt x="7464" y="1"/>
                    <a:pt x="7253" y="1"/>
                  </a:cubicBezTo>
                  <a:close/>
                </a:path>
              </a:pathLst>
            </a:custGeom>
            <a:solidFill>
              <a:schemeClr val="bg2">
                <a:lumMod val="60000"/>
                <a:lumOff val="40000"/>
              </a:schemeClr>
            </a:solidFill>
            <a:ln>
              <a:noFill/>
            </a:ln>
          </p:spPr>
          <p:txBody>
            <a:bodyPr spcFirstLastPara="1" wrap="square" lIns="121900" tIns="121900" rIns="121900" bIns="121900" anchor="ctr" anchorCtr="0">
              <a:noAutofit/>
            </a:bodyPr>
            <a:lstStyle/>
            <a:p>
              <a:endParaRPr sz="2400"/>
            </a:p>
          </p:txBody>
        </p:sp>
      </p:grpSp>
    </p:spTree>
    <p:extLst>
      <p:ext uri="{BB962C8B-B14F-4D97-AF65-F5344CB8AC3E}">
        <p14:creationId xmlns:p14="http://schemas.microsoft.com/office/powerpoint/2010/main" val="2668263796"/>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1328</Words>
  <Application>Microsoft Office PowerPoint</Application>
  <PresentationFormat>Widescreen</PresentationFormat>
  <Paragraphs>222</Paragraphs>
  <Slides>18</Slides>
  <Notes>16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18</vt:i4>
      </vt:variant>
    </vt:vector>
  </HeadingPairs>
  <TitlesOfParts>
    <vt:vector size="30" baseType="lpstr">
      <vt:lpstr>Aptos</vt:lpstr>
      <vt:lpstr>Aptos Display</vt:lpstr>
      <vt:lpstr>Arial</vt:lpstr>
      <vt:lpstr>Calibri</vt:lpstr>
      <vt:lpstr>Courier New</vt:lpstr>
      <vt:lpstr>Josefin Sans</vt:lpstr>
      <vt:lpstr>Poppins</vt:lpstr>
      <vt:lpstr>Poppins Light</vt:lpstr>
      <vt:lpstr>Symbol</vt:lpstr>
      <vt:lpstr>Times New Roman</vt:lpstr>
      <vt:lpstr>Wingdings</vt:lpstr>
      <vt:lpstr>Office Theme</vt:lpstr>
      <vt:lpstr>PLANNING</vt:lpstr>
      <vt:lpstr>PLANNING FINANCES -  Acquiring Finances </vt:lpstr>
      <vt:lpstr>SELF-ASSESSMENT QUESTIONNAIRE "Acquiring finances  </vt:lpstr>
      <vt:lpstr>EXPLOIT BOOTSTRAPPING OPPORTUNITIES</vt:lpstr>
      <vt:lpstr>EXPLOIT BOOTSTRAPPING OPPORTUNITIES</vt:lpstr>
      <vt:lpstr>DISCUSSION:  Exploiting Bootstrapping Opportunities</vt:lpstr>
      <vt:lpstr>PowerPoint Presentation</vt:lpstr>
      <vt:lpstr>WHAT YOU NEED TO DO Acquire Finances</vt:lpstr>
      <vt:lpstr>EXERCISE: Acquiring Finances</vt:lpstr>
      <vt:lpstr>CASE STUDY:  Sophie and The Delivery Service</vt:lpstr>
      <vt:lpstr>Luke 14: 28-30</vt:lpstr>
      <vt:lpstr>CASE STUDY:  Sophie and The Delivery Service</vt:lpstr>
      <vt:lpstr>EXERCISE: Expenditure on Sophie’s Goal</vt:lpstr>
      <vt:lpstr>PowerPoint Presentation</vt:lpstr>
      <vt:lpstr>PowerPoint Presentation</vt:lpstr>
      <vt:lpstr>Exercise: Financial sources for your goal</vt:lpstr>
      <vt:lpstr>EXERCISE: Acquire Finances - Research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PLANNING</dc:title>
  <dc:creator>Shona Passfield</dc:creator>
  <cp:lastModifiedBy>Shona Passfield</cp:lastModifiedBy>
  <cp:revision>2</cp:revision>
  <dcterms:created xsi:type="dcterms:W3CDTF">2024-04-17T15:23:47Z</dcterms:created>
  <dcterms:modified xsi:type="dcterms:W3CDTF">2024-04-17T15:47:31Z</dcterms:modified>
</cp:coreProperties>
</file>