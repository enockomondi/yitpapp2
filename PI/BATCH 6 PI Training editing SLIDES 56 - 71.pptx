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905" r:id="rId2"/>
    <p:sldId id="564" r:id="rId3"/>
    <p:sldId id="886" r:id="rId4"/>
    <p:sldId id="416" r:id="rId5"/>
    <p:sldId id="907" r:id="rId6"/>
    <p:sldId id="417" r:id="rId7"/>
    <p:sldId id="418" r:id="rId8"/>
    <p:sldId id="566" r:id="rId9"/>
    <p:sldId id="420" r:id="rId10"/>
    <p:sldId id="909" r:id="rId11"/>
    <p:sldId id="906" r:id="rId12"/>
    <p:sldId id="568" r:id="rId13"/>
    <p:sldId id="569" r:id="rId14"/>
    <p:sldId id="424" r:id="rId15"/>
    <p:sldId id="42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2A7A0-1125-44DC-9D54-6027AD08CFCA}" type="datetimeFigureOut">
              <a:rPr lang="en-GB" smtClean="0"/>
              <a:t>07/03/2024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8CFF36-82F3-457C-A223-E8890ACF809E}" type="slidenum">
              <a:rPr lang="en-GB" smtClean="0"/>
              <a:t>‹#›</a:t>
            </a:fld>
            <a:endParaRPr lang="en-GB"/>
          </a:p>
        </p:txBody>
      </p:sp>
    </p:spTree>
    <p:extLst>
      <p:ext uri="{BB962C8B-B14F-4D97-AF65-F5344CB8AC3E}">
        <p14:creationId xmlns:p14="http://schemas.microsoft.com/office/powerpoint/2010/main" val="4247499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lienbildplatzhalter 1"/>
          <p:cNvSpPr>
            <a:spLocks noGrp="1" noRot="1" noChangeAspect="1" noTextEdit="1"/>
          </p:cNvSpPr>
          <p:nvPr>
            <p:ph type="sldImg"/>
          </p:nvPr>
        </p:nvSpPr>
        <p:spPr>
          <a:ln/>
        </p:spPr>
      </p:sp>
      <p:sp>
        <p:nvSpPr>
          <p:cNvPr id="37891" name="Notizenplatzhalter 2"/>
          <p:cNvSpPr>
            <a:spLocks noGrp="1"/>
          </p:cNvSpPr>
          <p:nvPr>
            <p:ph type="body" idx="1"/>
          </p:nvPr>
        </p:nvSpPr>
        <p:spPr>
          <a:noFill/>
        </p:spPr>
        <p:txBody>
          <a:bodyPr/>
          <a:lstStyle/>
          <a:p>
            <a:endParaRPr lang="de-DE" dirty="0">
              <a:latin typeface="Arial" panose="020B0604020202020204" pitchFamily="34" charset="0"/>
            </a:endParaRPr>
          </a:p>
          <a:p>
            <a:endParaRPr lang="de-DE" dirty="0">
              <a:latin typeface="Arial" panose="020B0604020202020204" pitchFamily="34" charset="0"/>
            </a:endParaRPr>
          </a:p>
          <a:p>
            <a:endParaRPr lang="de-DE" dirty="0">
              <a:latin typeface="Arial" panose="020B0604020202020204" pitchFamily="34" charset="0"/>
            </a:endParaRPr>
          </a:p>
          <a:p>
            <a:endParaRPr lang="de-DE" dirty="0">
              <a:latin typeface="Arial" panose="020B0604020202020204" pitchFamily="34" charset="0"/>
            </a:endParaRPr>
          </a:p>
        </p:txBody>
      </p:sp>
      <p:sp>
        <p:nvSpPr>
          <p:cNvPr id="37892" name="Foliennummernplatzhalter 3"/>
          <p:cNvSpPr>
            <a:spLocks noGrp="1"/>
          </p:cNvSpPr>
          <p:nvPr>
            <p:ph type="sldNum" sz="quarter" idx="5"/>
          </p:nvPr>
        </p:nvSpPr>
        <p:spPr>
          <a:noFill/>
        </p:spPr>
        <p:txBody>
          <a:bodyPr/>
          <a:lstStyle>
            <a:lvl1pPr>
              <a:defRPr sz="1600">
                <a:solidFill>
                  <a:schemeClr val="tx1"/>
                </a:solidFill>
                <a:latin typeface="Arial" panose="020B0604020202020204" pitchFamily="34" charset="0"/>
              </a:defRPr>
            </a:lvl1pPr>
            <a:lvl2pPr marL="744362" indent="-286293">
              <a:defRPr sz="1600">
                <a:solidFill>
                  <a:schemeClr val="tx1"/>
                </a:solidFill>
                <a:latin typeface="Arial" panose="020B0604020202020204" pitchFamily="34" charset="0"/>
              </a:defRPr>
            </a:lvl2pPr>
            <a:lvl3pPr marL="1145172" indent="-229034">
              <a:defRPr sz="1600">
                <a:solidFill>
                  <a:schemeClr val="tx1"/>
                </a:solidFill>
                <a:latin typeface="Arial" panose="020B0604020202020204" pitchFamily="34" charset="0"/>
              </a:defRPr>
            </a:lvl3pPr>
            <a:lvl4pPr marL="1603240" indent="-229034">
              <a:defRPr sz="1600">
                <a:solidFill>
                  <a:schemeClr val="tx1"/>
                </a:solidFill>
                <a:latin typeface="Arial" panose="020B0604020202020204" pitchFamily="34" charset="0"/>
              </a:defRPr>
            </a:lvl4pPr>
            <a:lvl5pPr marL="2061309" indent="-229034">
              <a:defRPr sz="1600">
                <a:solidFill>
                  <a:schemeClr val="tx1"/>
                </a:solidFill>
                <a:latin typeface="Arial" panose="020B0604020202020204" pitchFamily="34" charset="0"/>
              </a:defRPr>
            </a:lvl5pPr>
            <a:lvl6pPr marL="2519378" indent="-229034" eaLnBrk="0" fontAlgn="base" hangingPunct="0">
              <a:spcBef>
                <a:spcPct val="0"/>
              </a:spcBef>
              <a:spcAft>
                <a:spcPct val="0"/>
              </a:spcAft>
              <a:defRPr sz="1600">
                <a:solidFill>
                  <a:schemeClr val="tx1"/>
                </a:solidFill>
                <a:latin typeface="Arial" panose="020B0604020202020204" pitchFamily="34" charset="0"/>
              </a:defRPr>
            </a:lvl6pPr>
            <a:lvl7pPr marL="2977446" indent="-229034" eaLnBrk="0" fontAlgn="base" hangingPunct="0">
              <a:spcBef>
                <a:spcPct val="0"/>
              </a:spcBef>
              <a:spcAft>
                <a:spcPct val="0"/>
              </a:spcAft>
              <a:defRPr sz="1600">
                <a:solidFill>
                  <a:schemeClr val="tx1"/>
                </a:solidFill>
                <a:latin typeface="Arial" panose="020B0604020202020204" pitchFamily="34" charset="0"/>
              </a:defRPr>
            </a:lvl7pPr>
            <a:lvl8pPr marL="3435515" indent="-229034" eaLnBrk="0" fontAlgn="base" hangingPunct="0">
              <a:spcBef>
                <a:spcPct val="0"/>
              </a:spcBef>
              <a:spcAft>
                <a:spcPct val="0"/>
              </a:spcAft>
              <a:defRPr sz="1600">
                <a:solidFill>
                  <a:schemeClr val="tx1"/>
                </a:solidFill>
                <a:latin typeface="Arial" panose="020B0604020202020204" pitchFamily="34" charset="0"/>
              </a:defRPr>
            </a:lvl8pPr>
            <a:lvl9pPr marL="3893584" indent="-229034" eaLnBrk="0" fontAlgn="base" hangingPunct="0">
              <a:spcBef>
                <a:spcPct val="0"/>
              </a:spcBef>
              <a:spcAft>
                <a:spcPct val="0"/>
              </a:spcAft>
              <a:defRPr sz="1600">
                <a:solidFill>
                  <a:schemeClr val="tx1"/>
                </a:solidFill>
                <a:latin typeface="Arial" panose="020B0604020202020204" pitchFamily="34" charset="0"/>
              </a:defRPr>
            </a:lvl9pPr>
          </a:lstStyle>
          <a:p>
            <a:fld id="{104265C7-9CD4-4932-BDB8-A8DF905D7F2C}" type="slidenum">
              <a:rPr lang="de-DE" altLang="de-DE" sz="1200"/>
              <a:pPr/>
              <a:t>1</a:t>
            </a:fld>
            <a:endParaRPr lang="de-DE" altLang="de-DE" sz="1200"/>
          </a:p>
        </p:txBody>
      </p:sp>
    </p:spTree>
    <p:extLst>
      <p:ext uri="{BB962C8B-B14F-4D97-AF65-F5344CB8AC3E}">
        <p14:creationId xmlns:p14="http://schemas.microsoft.com/office/powerpoint/2010/main" val="3874951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5450" y="692150"/>
            <a:ext cx="6159500" cy="3463925"/>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7262687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lienbildplatzhalter 1"/>
          <p:cNvSpPr>
            <a:spLocks noGrp="1" noRot="1" noChangeAspect="1" noTextEdit="1"/>
          </p:cNvSpPr>
          <p:nvPr>
            <p:ph type="sldImg"/>
          </p:nvPr>
        </p:nvSpPr>
        <p:spPr>
          <a:xfrm>
            <a:off x="425450" y="692150"/>
            <a:ext cx="6159500" cy="3463925"/>
          </a:xfrm>
          <a:ln/>
        </p:spPr>
      </p:sp>
      <p:sp>
        <p:nvSpPr>
          <p:cNvPr id="55299" name="Notizenplatzhalter 2"/>
          <p:cNvSpPr>
            <a:spLocks noGrp="1"/>
          </p:cNvSpPr>
          <p:nvPr>
            <p:ph type="body" idx="1"/>
          </p:nvPr>
        </p:nvSpPr>
        <p:spPr>
          <a:noFill/>
        </p:spPr>
        <p:txBody>
          <a:bodyPr/>
          <a:lstStyle/>
          <a:p>
            <a:pPr marL="161163" indent="0">
              <a:buNone/>
            </a:pPr>
            <a:r>
              <a:rPr lang="de-DE" altLang="de-DE" dirty="0" err="1">
                <a:latin typeface="Arial" panose="020B0604020202020204" pitchFamily="34" charset="0"/>
              </a:rPr>
              <a:t>Refer</a:t>
            </a:r>
            <a:r>
              <a:rPr lang="de-DE" altLang="de-DE" dirty="0">
                <a:latin typeface="Arial" panose="020B0604020202020204" pitchFamily="34" charset="0"/>
              </a:rPr>
              <a:t> back</a:t>
            </a:r>
            <a:r>
              <a:rPr lang="de-DE" altLang="de-DE" baseline="0" dirty="0">
                <a:latin typeface="Arial" panose="020B0604020202020204" pitchFamily="34" charset="0"/>
              </a:rPr>
              <a:t> </a:t>
            </a:r>
            <a:r>
              <a:rPr lang="de-DE" altLang="de-DE" baseline="0" dirty="0" err="1">
                <a:latin typeface="Arial" panose="020B0604020202020204" pitchFamily="34" charset="0"/>
              </a:rPr>
              <a:t>to</a:t>
            </a:r>
            <a:r>
              <a:rPr lang="de-DE" altLang="de-DE" baseline="0" dirty="0">
                <a:latin typeface="Arial" panose="020B0604020202020204" pitchFamily="34" charset="0"/>
              </a:rPr>
              <a:t> „</a:t>
            </a:r>
            <a:r>
              <a:rPr lang="de-DE" altLang="de-DE" baseline="0" dirty="0" err="1">
                <a:latin typeface="Arial" panose="020B0604020202020204" pitchFamily="34" charset="0"/>
              </a:rPr>
              <a:t>combination</a:t>
            </a:r>
            <a:r>
              <a:rPr lang="de-DE" altLang="de-DE" baseline="0" dirty="0">
                <a:latin typeface="Arial" panose="020B0604020202020204" pitchFamily="34" charset="0"/>
              </a:rPr>
              <a:t>/</a:t>
            </a:r>
            <a:r>
              <a:rPr lang="de-DE" altLang="de-DE" baseline="0" dirty="0" err="1">
                <a:latin typeface="Arial" panose="020B0604020202020204" pitchFamily="34" charset="0"/>
              </a:rPr>
              <a:t>creativity</a:t>
            </a:r>
            <a:r>
              <a:rPr lang="de-DE" altLang="de-DE" baseline="0" dirty="0">
                <a:latin typeface="Arial" panose="020B0604020202020204" pitchFamily="34" charset="0"/>
              </a:rPr>
              <a:t>“ </a:t>
            </a:r>
            <a:r>
              <a:rPr lang="de-DE" altLang="de-DE" baseline="0" dirty="0" err="1">
                <a:latin typeface="Arial" panose="020B0604020202020204" pitchFamily="34" charset="0"/>
              </a:rPr>
              <a:t>exercise</a:t>
            </a:r>
            <a:r>
              <a:rPr lang="de-DE" altLang="de-DE" baseline="0" dirty="0">
                <a:latin typeface="Arial" panose="020B0604020202020204" pitchFamily="34" charset="0"/>
              </a:rPr>
              <a:t> (</a:t>
            </a:r>
            <a:r>
              <a:rPr lang="de-DE" altLang="de-DE" baseline="0" dirty="0" err="1">
                <a:latin typeface="Arial" panose="020B0604020202020204" pitchFamily="34" charset="0"/>
              </a:rPr>
              <a:t>combine</a:t>
            </a:r>
            <a:r>
              <a:rPr lang="de-DE" altLang="de-DE" baseline="0" dirty="0">
                <a:latin typeface="Arial" panose="020B0604020202020204" pitchFamily="34" charset="0"/>
              </a:rPr>
              <a:t> </a:t>
            </a:r>
            <a:r>
              <a:rPr lang="de-DE" altLang="de-DE" baseline="0" dirty="0" err="1">
                <a:latin typeface="Arial" panose="020B0604020202020204" pitchFamily="34" charset="0"/>
              </a:rPr>
              <a:t>balla</a:t>
            </a:r>
            <a:r>
              <a:rPr lang="de-DE" altLang="de-DE" baseline="0" dirty="0">
                <a:latin typeface="Arial" panose="020B0604020202020204" pitchFamily="34" charset="0"/>
              </a:rPr>
              <a:t> </a:t>
            </a:r>
            <a:r>
              <a:rPr lang="de-DE" altLang="de-DE" baseline="0" dirty="0" err="1">
                <a:latin typeface="Arial" panose="020B0604020202020204" pitchFamily="34" charset="0"/>
              </a:rPr>
              <a:t>nd</a:t>
            </a:r>
            <a:r>
              <a:rPr lang="de-DE" altLang="de-DE" baseline="0" dirty="0">
                <a:latin typeface="Arial" panose="020B0604020202020204" pitchFamily="34" charset="0"/>
              </a:rPr>
              <a:t> </a:t>
            </a:r>
            <a:r>
              <a:rPr lang="de-DE" altLang="de-DE" baseline="0" dirty="0" err="1">
                <a:latin typeface="Arial" panose="020B0604020202020204" pitchFamily="34" charset="0"/>
              </a:rPr>
              <a:t>bicycle</a:t>
            </a:r>
            <a:r>
              <a:rPr lang="de-DE" altLang="de-DE" baseline="0" dirty="0">
                <a:latin typeface="Arial" panose="020B0604020202020204" pitchFamily="34" charset="0"/>
              </a:rPr>
              <a:t>)</a:t>
            </a:r>
            <a:endParaRPr lang="de-DE" altLang="de-DE" dirty="0">
              <a:latin typeface="Arial" panose="020B0604020202020204" pitchFamily="34" charset="0"/>
            </a:endParaRPr>
          </a:p>
        </p:txBody>
      </p:sp>
      <p:sp>
        <p:nvSpPr>
          <p:cNvPr id="55300" name="Foliennummernplatzhalter 3"/>
          <p:cNvSpPr>
            <a:spLocks noGrp="1"/>
          </p:cNvSpPr>
          <p:nvPr>
            <p:ph type="sldNum" sz="quarter" idx="5"/>
          </p:nvPr>
        </p:nvSpPr>
        <p:spPr>
          <a:noFill/>
        </p:spPr>
        <p:txBody>
          <a:bodyPr lIns="92830" tIns="46415" rIns="92830" bIns="46415"/>
          <a:lstStyle>
            <a:lvl1pPr>
              <a:defRPr sz="1600">
                <a:solidFill>
                  <a:schemeClr val="tx1"/>
                </a:solidFill>
                <a:latin typeface="Arial" panose="020B0604020202020204" pitchFamily="34" charset="0"/>
              </a:defRPr>
            </a:lvl1pPr>
            <a:lvl2pPr marL="755676" indent="-290645">
              <a:defRPr sz="1600">
                <a:solidFill>
                  <a:schemeClr val="tx1"/>
                </a:solidFill>
                <a:latin typeface="Arial" panose="020B0604020202020204" pitchFamily="34" charset="0"/>
              </a:defRPr>
            </a:lvl2pPr>
            <a:lvl3pPr marL="1162579" indent="-232515">
              <a:defRPr sz="1600">
                <a:solidFill>
                  <a:schemeClr val="tx1"/>
                </a:solidFill>
                <a:latin typeface="Arial" panose="020B0604020202020204" pitchFamily="34" charset="0"/>
              </a:defRPr>
            </a:lvl3pPr>
            <a:lvl4pPr marL="1627609" indent="-232515">
              <a:defRPr sz="1600">
                <a:solidFill>
                  <a:schemeClr val="tx1"/>
                </a:solidFill>
                <a:latin typeface="Arial" panose="020B0604020202020204" pitchFamily="34" charset="0"/>
              </a:defRPr>
            </a:lvl4pPr>
            <a:lvl5pPr marL="2092641" indent="-232515">
              <a:defRPr sz="1600">
                <a:solidFill>
                  <a:schemeClr val="tx1"/>
                </a:solidFill>
                <a:latin typeface="Arial" panose="020B0604020202020204" pitchFamily="34" charset="0"/>
              </a:defRPr>
            </a:lvl5pPr>
            <a:lvl6pPr marL="2557673" indent="-232515" eaLnBrk="0" fontAlgn="base" hangingPunct="0">
              <a:spcBef>
                <a:spcPct val="0"/>
              </a:spcBef>
              <a:spcAft>
                <a:spcPct val="0"/>
              </a:spcAft>
              <a:defRPr sz="1600">
                <a:solidFill>
                  <a:schemeClr val="tx1"/>
                </a:solidFill>
                <a:latin typeface="Arial" panose="020B0604020202020204" pitchFamily="34" charset="0"/>
              </a:defRPr>
            </a:lvl6pPr>
            <a:lvl7pPr marL="3022703" indent="-232515" eaLnBrk="0" fontAlgn="base" hangingPunct="0">
              <a:spcBef>
                <a:spcPct val="0"/>
              </a:spcBef>
              <a:spcAft>
                <a:spcPct val="0"/>
              </a:spcAft>
              <a:defRPr sz="1600">
                <a:solidFill>
                  <a:schemeClr val="tx1"/>
                </a:solidFill>
                <a:latin typeface="Arial" panose="020B0604020202020204" pitchFamily="34" charset="0"/>
              </a:defRPr>
            </a:lvl7pPr>
            <a:lvl8pPr marL="3487735" indent="-232515" eaLnBrk="0" fontAlgn="base" hangingPunct="0">
              <a:spcBef>
                <a:spcPct val="0"/>
              </a:spcBef>
              <a:spcAft>
                <a:spcPct val="0"/>
              </a:spcAft>
              <a:defRPr sz="1600">
                <a:solidFill>
                  <a:schemeClr val="tx1"/>
                </a:solidFill>
                <a:latin typeface="Arial" panose="020B0604020202020204" pitchFamily="34" charset="0"/>
              </a:defRPr>
            </a:lvl8pPr>
            <a:lvl9pPr marL="3952766" indent="-232515" eaLnBrk="0" fontAlgn="base" hangingPunct="0">
              <a:spcBef>
                <a:spcPct val="0"/>
              </a:spcBef>
              <a:spcAft>
                <a:spcPct val="0"/>
              </a:spcAft>
              <a:defRPr sz="1600">
                <a:solidFill>
                  <a:schemeClr val="tx1"/>
                </a:solidFill>
                <a:latin typeface="Arial" panose="020B0604020202020204" pitchFamily="34" charset="0"/>
              </a:defRPr>
            </a:lvl9pPr>
          </a:lstStyle>
          <a:p>
            <a:fld id="{6527F8EA-444B-4BF6-9D49-67AD0A46B37F}" type="slidenum">
              <a:rPr lang="de-DE" altLang="de-DE" sz="1200"/>
              <a:t>4</a:t>
            </a:fld>
            <a:endParaRPr lang="de-DE" altLang="de-DE" sz="1200" dirty="0"/>
          </a:p>
        </p:txBody>
      </p:sp>
    </p:spTree>
    <p:extLst>
      <p:ext uri="{BB962C8B-B14F-4D97-AF65-F5344CB8AC3E}">
        <p14:creationId xmlns:p14="http://schemas.microsoft.com/office/powerpoint/2010/main" val="7301290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lienbildplatzhalter 1"/>
          <p:cNvSpPr>
            <a:spLocks noGrp="1" noRot="1" noChangeAspect="1" noTextEdit="1"/>
          </p:cNvSpPr>
          <p:nvPr>
            <p:ph type="sldImg"/>
          </p:nvPr>
        </p:nvSpPr>
        <p:spPr>
          <a:xfrm>
            <a:off x="425450" y="692150"/>
            <a:ext cx="6159500" cy="3463925"/>
          </a:xfrm>
          <a:ln/>
        </p:spPr>
      </p:sp>
      <p:sp>
        <p:nvSpPr>
          <p:cNvPr id="55299" name="Notizenplatzhalter 2"/>
          <p:cNvSpPr>
            <a:spLocks noGrp="1"/>
          </p:cNvSpPr>
          <p:nvPr>
            <p:ph type="body" idx="1"/>
          </p:nvPr>
        </p:nvSpPr>
        <p:spPr>
          <a:noFill/>
        </p:spPr>
        <p:txBody>
          <a:bodyPr/>
          <a:lstStyle/>
          <a:p>
            <a:pPr marL="161163" indent="0">
              <a:buNone/>
            </a:pPr>
            <a:r>
              <a:rPr lang="de-DE" altLang="de-DE" dirty="0" err="1">
                <a:latin typeface="Arial" panose="020B0604020202020204" pitchFamily="34" charset="0"/>
              </a:rPr>
              <a:t>Refer</a:t>
            </a:r>
            <a:r>
              <a:rPr lang="de-DE" altLang="de-DE" dirty="0">
                <a:latin typeface="Arial" panose="020B0604020202020204" pitchFamily="34" charset="0"/>
              </a:rPr>
              <a:t> back</a:t>
            </a:r>
            <a:r>
              <a:rPr lang="de-DE" altLang="de-DE" baseline="0" dirty="0">
                <a:latin typeface="Arial" panose="020B0604020202020204" pitchFamily="34" charset="0"/>
              </a:rPr>
              <a:t> </a:t>
            </a:r>
            <a:r>
              <a:rPr lang="de-DE" altLang="de-DE" baseline="0" dirty="0" err="1">
                <a:latin typeface="Arial" panose="020B0604020202020204" pitchFamily="34" charset="0"/>
              </a:rPr>
              <a:t>to</a:t>
            </a:r>
            <a:r>
              <a:rPr lang="de-DE" altLang="de-DE" baseline="0" dirty="0">
                <a:latin typeface="Arial" panose="020B0604020202020204" pitchFamily="34" charset="0"/>
              </a:rPr>
              <a:t> „</a:t>
            </a:r>
            <a:r>
              <a:rPr lang="de-DE" altLang="de-DE" baseline="0" dirty="0" err="1">
                <a:latin typeface="Arial" panose="020B0604020202020204" pitchFamily="34" charset="0"/>
              </a:rPr>
              <a:t>combination</a:t>
            </a:r>
            <a:r>
              <a:rPr lang="de-DE" altLang="de-DE" baseline="0" dirty="0">
                <a:latin typeface="Arial" panose="020B0604020202020204" pitchFamily="34" charset="0"/>
              </a:rPr>
              <a:t>/</a:t>
            </a:r>
            <a:r>
              <a:rPr lang="de-DE" altLang="de-DE" baseline="0" dirty="0" err="1">
                <a:latin typeface="Arial" panose="020B0604020202020204" pitchFamily="34" charset="0"/>
              </a:rPr>
              <a:t>creativity</a:t>
            </a:r>
            <a:r>
              <a:rPr lang="de-DE" altLang="de-DE" baseline="0" dirty="0">
                <a:latin typeface="Arial" panose="020B0604020202020204" pitchFamily="34" charset="0"/>
              </a:rPr>
              <a:t>“ </a:t>
            </a:r>
            <a:r>
              <a:rPr lang="de-DE" altLang="de-DE" baseline="0" dirty="0" err="1">
                <a:latin typeface="Arial" panose="020B0604020202020204" pitchFamily="34" charset="0"/>
              </a:rPr>
              <a:t>exercise</a:t>
            </a:r>
            <a:r>
              <a:rPr lang="de-DE" altLang="de-DE" baseline="0" dirty="0">
                <a:latin typeface="Arial" panose="020B0604020202020204" pitchFamily="34" charset="0"/>
              </a:rPr>
              <a:t> (</a:t>
            </a:r>
            <a:r>
              <a:rPr lang="de-DE" altLang="de-DE" baseline="0" dirty="0" err="1">
                <a:latin typeface="Arial" panose="020B0604020202020204" pitchFamily="34" charset="0"/>
              </a:rPr>
              <a:t>combine</a:t>
            </a:r>
            <a:r>
              <a:rPr lang="de-DE" altLang="de-DE" baseline="0" dirty="0">
                <a:latin typeface="Arial" panose="020B0604020202020204" pitchFamily="34" charset="0"/>
              </a:rPr>
              <a:t> </a:t>
            </a:r>
            <a:r>
              <a:rPr lang="de-DE" altLang="de-DE" baseline="0" dirty="0" err="1">
                <a:latin typeface="Arial" panose="020B0604020202020204" pitchFamily="34" charset="0"/>
              </a:rPr>
              <a:t>balla</a:t>
            </a:r>
            <a:r>
              <a:rPr lang="de-DE" altLang="de-DE" baseline="0" dirty="0">
                <a:latin typeface="Arial" panose="020B0604020202020204" pitchFamily="34" charset="0"/>
              </a:rPr>
              <a:t> </a:t>
            </a:r>
            <a:r>
              <a:rPr lang="de-DE" altLang="de-DE" baseline="0" dirty="0" err="1">
                <a:latin typeface="Arial" panose="020B0604020202020204" pitchFamily="34" charset="0"/>
              </a:rPr>
              <a:t>nd</a:t>
            </a:r>
            <a:r>
              <a:rPr lang="de-DE" altLang="de-DE" baseline="0" dirty="0">
                <a:latin typeface="Arial" panose="020B0604020202020204" pitchFamily="34" charset="0"/>
              </a:rPr>
              <a:t> </a:t>
            </a:r>
            <a:r>
              <a:rPr lang="de-DE" altLang="de-DE" baseline="0" dirty="0" err="1">
                <a:latin typeface="Arial" panose="020B0604020202020204" pitchFamily="34" charset="0"/>
              </a:rPr>
              <a:t>bicycle</a:t>
            </a:r>
            <a:r>
              <a:rPr lang="de-DE" altLang="de-DE" baseline="0" dirty="0">
                <a:latin typeface="Arial" panose="020B0604020202020204" pitchFamily="34" charset="0"/>
              </a:rPr>
              <a:t>)</a:t>
            </a:r>
            <a:endParaRPr lang="de-DE" altLang="de-DE" dirty="0">
              <a:latin typeface="Arial" panose="020B0604020202020204" pitchFamily="34" charset="0"/>
            </a:endParaRPr>
          </a:p>
        </p:txBody>
      </p:sp>
      <p:sp>
        <p:nvSpPr>
          <p:cNvPr id="55300" name="Foliennummernplatzhalter 3"/>
          <p:cNvSpPr>
            <a:spLocks noGrp="1"/>
          </p:cNvSpPr>
          <p:nvPr>
            <p:ph type="sldNum" sz="quarter" idx="5"/>
          </p:nvPr>
        </p:nvSpPr>
        <p:spPr>
          <a:noFill/>
        </p:spPr>
        <p:txBody>
          <a:bodyPr lIns="92830" tIns="46415" rIns="92830" bIns="46415"/>
          <a:lstStyle>
            <a:lvl1pPr>
              <a:defRPr sz="1600">
                <a:solidFill>
                  <a:schemeClr val="tx1"/>
                </a:solidFill>
                <a:latin typeface="Arial" panose="020B0604020202020204" pitchFamily="34" charset="0"/>
              </a:defRPr>
            </a:lvl1pPr>
            <a:lvl2pPr marL="755676" indent="-290645">
              <a:defRPr sz="1600">
                <a:solidFill>
                  <a:schemeClr val="tx1"/>
                </a:solidFill>
                <a:latin typeface="Arial" panose="020B0604020202020204" pitchFamily="34" charset="0"/>
              </a:defRPr>
            </a:lvl2pPr>
            <a:lvl3pPr marL="1162579" indent="-232515">
              <a:defRPr sz="1600">
                <a:solidFill>
                  <a:schemeClr val="tx1"/>
                </a:solidFill>
                <a:latin typeface="Arial" panose="020B0604020202020204" pitchFamily="34" charset="0"/>
              </a:defRPr>
            </a:lvl3pPr>
            <a:lvl4pPr marL="1627609" indent="-232515">
              <a:defRPr sz="1600">
                <a:solidFill>
                  <a:schemeClr val="tx1"/>
                </a:solidFill>
                <a:latin typeface="Arial" panose="020B0604020202020204" pitchFamily="34" charset="0"/>
              </a:defRPr>
            </a:lvl4pPr>
            <a:lvl5pPr marL="2092641" indent="-232515">
              <a:defRPr sz="1600">
                <a:solidFill>
                  <a:schemeClr val="tx1"/>
                </a:solidFill>
                <a:latin typeface="Arial" panose="020B0604020202020204" pitchFamily="34" charset="0"/>
              </a:defRPr>
            </a:lvl5pPr>
            <a:lvl6pPr marL="2557673" indent="-232515" eaLnBrk="0" fontAlgn="base" hangingPunct="0">
              <a:spcBef>
                <a:spcPct val="0"/>
              </a:spcBef>
              <a:spcAft>
                <a:spcPct val="0"/>
              </a:spcAft>
              <a:defRPr sz="1600">
                <a:solidFill>
                  <a:schemeClr val="tx1"/>
                </a:solidFill>
                <a:latin typeface="Arial" panose="020B0604020202020204" pitchFamily="34" charset="0"/>
              </a:defRPr>
            </a:lvl6pPr>
            <a:lvl7pPr marL="3022703" indent="-232515" eaLnBrk="0" fontAlgn="base" hangingPunct="0">
              <a:spcBef>
                <a:spcPct val="0"/>
              </a:spcBef>
              <a:spcAft>
                <a:spcPct val="0"/>
              </a:spcAft>
              <a:defRPr sz="1600">
                <a:solidFill>
                  <a:schemeClr val="tx1"/>
                </a:solidFill>
                <a:latin typeface="Arial" panose="020B0604020202020204" pitchFamily="34" charset="0"/>
              </a:defRPr>
            </a:lvl7pPr>
            <a:lvl8pPr marL="3487735" indent="-232515" eaLnBrk="0" fontAlgn="base" hangingPunct="0">
              <a:spcBef>
                <a:spcPct val="0"/>
              </a:spcBef>
              <a:spcAft>
                <a:spcPct val="0"/>
              </a:spcAft>
              <a:defRPr sz="1600">
                <a:solidFill>
                  <a:schemeClr val="tx1"/>
                </a:solidFill>
                <a:latin typeface="Arial" panose="020B0604020202020204" pitchFamily="34" charset="0"/>
              </a:defRPr>
            </a:lvl8pPr>
            <a:lvl9pPr marL="3952766" indent="-232515" eaLnBrk="0" fontAlgn="base" hangingPunct="0">
              <a:spcBef>
                <a:spcPct val="0"/>
              </a:spcBef>
              <a:spcAft>
                <a:spcPct val="0"/>
              </a:spcAft>
              <a:defRPr sz="1600">
                <a:solidFill>
                  <a:schemeClr val="tx1"/>
                </a:solidFill>
                <a:latin typeface="Arial" panose="020B0604020202020204" pitchFamily="34" charset="0"/>
              </a:defRPr>
            </a:lvl9pPr>
          </a:lstStyle>
          <a:p>
            <a:fld id="{6527F8EA-444B-4BF6-9D49-67AD0A46B37F}" type="slidenum">
              <a:rPr lang="de-DE" altLang="de-DE" sz="1200"/>
              <a:t>5</a:t>
            </a:fld>
            <a:endParaRPr lang="de-DE" altLang="de-DE" sz="1200" dirty="0"/>
          </a:p>
        </p:txBody>
      </p:sp>
    </p:spTree>
    <p:extLst>
      <p:ext uri="{BB962C8B-B14F-4D97-AF65-F5344CB8AC3E}">
        <p14:creationId xmlns:p14="http://schemas.microsoft.com/office/powerpoint/2010/main" val="23205610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Folienbildplatzhalter 1"/>
          <p:cNvSpPr>
            <a:spLocks noGrp="1" noRot="1" noChangeAspect="1" noTextEdit="1"/>
          </p:cNvSpPr>
          <p:nvPr>
            <p:ph type="sldImg"/>
          </p:nvPr>
        </p:nvSpPr>
        <p:spPr>
          <a:xfrm>
            <a:off x="425450" y="692150"/>
            <a:ext cx="6159500" cy="3463925"/>
          </a:xfrm>
          <a:ln/>
        </p:spPr>
      </p:sp>
      <p:sp>
        <p:nvSpPr>
          <p:cNvPr id="57347" name="Notizenplatzhalter 2"/>
          <p:cNvSpPr>
            <a:spLocks noGrp="1"/>
          </p:cNvSpPr>
          <p:nvPr>
            <p:ph type="body" idx="1"/>
          </p:nvPr>
        </p:nvSpPr>
        <p:spPr>
          <a:noFill/>
        </p:spPr>
        <p:txBody>
          <a:bodyPr/>
          <a:lstStyle/>
          <a:p>
            <a:endParaRPr lang="de-DE" altLang="de-DE" dirty="0">
              <a:latin typeface="Arial" panose="020B0604020202020204" pitchFamily="34" charset="0"/>
            </a:endParaRPr>
          </a:p>
        </p:txBody>
      </p:sp>
      <p:sp>
        <p:nvSpPr>
          <p:cNvPr id="57348" name="Foliennummernplatzhalter 3"/>
          <p:cNvSpPr>
            <a:spLocks noGrp="1"/>
          </p:cNvSpPr>
          <p:nvPr>
            <p:ph type="sldNum" sz="quarter" idx="5"/>
          </p:nvPr>
        </p:nvSpPr>
        <p:spPr>
          <a:noFill/>
        </p:spPr>
        <p:txBody>
          <a:bodyPr lIns="92830" tIns="46415" rIns="92830" bIns="46415"/>
          <a:lstStyle>
            <a:lvl1pPr>
              <a:defRPr sz="1600">
                <a:solidFill>
                  <a:schemeClr val="tx1"/>
                </a:solidFill>
                <a:latin typeface="Arial" panose="020B0604020202020204" pitchFamily="34" charset="0"/>
              </a:defRPr>
            </a:lvl1pPr>
            <a:lvl2pPr marL="755676" indent="-290645">
              <a:defRPr sz="1600">
                <a:solidFill>
                  <a:schemeClr val="tx1"/>
                </a:solidFill>
                <a:latin typeface="Arial" panose="020B0604020202020204" pitchFamily="34" charset="0"/>
              </a:defRPr>
            </a:lvl2pPr>
            <a:lvl3pPr marL="1162579" indent="-232515">
              <a:defRPr sz="1600">
                <a:solidFill>
                  <a:schemeClr val="tx1"/>
                </a:solidFill>
                <a:latin typeface="Arial" panose="020B0604020202020204" pitchFamily="34" charset="0"/>
              </a:defRPr>
            </a:lvl3pPr>
            <a:lvl4pPr marL="1627609" indent="-232515">
              <a:defRPr sz="1600">
                <a:solidFill>
                  <a:schemeClr val="tx1"/>
                </a:solidFill>
                <a:latin typeface="Arial" panose="020B0604020202020204" pitchFamily="34" charset="0"/>
              </a:defRPr>
            </a:lvl4pPr>
            <a:lvl5pPr marL="2092641" indent="-232515">
              <a:defRPr sz="1600">
                <a:solidFill>
                  <a:schemeClr val="tx1"/>
                </a:solidFill>
                <a:latin typeface="Arial" panose="020B0604020202020204" pitchFamily="34" charset="0"/>
              </a:defRPr>
            </a:lvl5pPr>
            <a:lvl6pPr marL="2557673" indent="-232515" eaLnBrk="0" fontAlgn="base" hangingPunct="0">
              <a:spcBef>
                <a:spcPct val="0"/>
              </a:spcBef>
              <a:spcAft>
                <a:spcPct val="0"/>
              </a:spcAft>
              <a:defRPr sz="1600">
                <a:solidFill>
                  <a:schemeClr val="tx1"/>
                </a:solidFill>
                <a:latin typeface="Arial" panose="020B0604020202020204" pitchFamily="34" charset="0"/>
              </a:defRPr>
            </a:lvl6pPr>
            <a:lvl7pPr marL="3022703" indent="-232515" eaLnBrk="0" fontAlgn="base" hangingPunct="0">
              <a:spcBef>
                <a:spcPct val="0"/>
              </a:spcBef>
              <a:spcAft>
                <a:spcPct val="0"/>
              </a:spcAft>
              <a:defRPr sz="1600">
                <a:solidFill>
                  <a:schemeClr val="tx1"/>
                </a:solidFill>
                <a:latin typeface="Arial" panose="020B0604020202020204" pitchFamily="34" charset="0"/>
              </a:defRPr>
            </a:lvl7pPr>
            <a:lvl8pPr marL="3487735" indent="-232515" eaLnBrk="0" fontAlgn="base" hangingPunct="0">
              <a:spcBef>
                <a:spcPct val="0"/>
              </a:spcBef>
              <a:spcAft>
                <a:spcPct val="0"/>
              </a:spcAft>
              <a:defRPr sz="1600">
                <a:solidFill>
                  <a:schemeClr val="tx1"/>
                </a:solidFill>
                <a:latin typeface="Arial" panose="020B0604020202020204" pitchFamily="34" charset="0"/>
              </a:defRPr>
            </a:lvl8pPr>
            <a:lvl9pPr marL="3952766" indent="-232515" eaLnBrk="0" fontAlgn="base" hangingPunct="0">
              <a:spcBef>
                <a:spcPct val="0"/>
              </a:spcBef>
              <a:spcAft>
                <a:spcPct val="0"/>
              </a:spcAft>
              <a:defRPr sz="1600">
                <a:solidFill>
                  <a:schemeClr val="tx1"/>
                </a:solidFill>
                <a:latin typeface="Arial" panose="020B0604020202020204" pitchFamily="34" charset="0"/>
              </a:defRPr>
            </a:lvl9pPr>
          </a:lstStyle>
          <a:p>
            <a:fld id="{FE695218-8BA2-4E9C-91C3-4271EFE347E9}" type="slidenum">
              <a:rPr lang="de-DE" altLang="de-DE" sz="1200"/>
              <a:t>6</a:t>
            </a:fld>
            <a:endParaRPr lang="de-DE" altLang="de-DE" sz="1200" dirty="0"/>
          </a:p>
        </p:txBody>
      </p:sp>
    </p:spTree>
    <p:extLst>
      <p:ext uri="{BB962C8B-B14F-4D97-AF65-F5344CB8AC3E}">
        <p14:creationId xmlns:p14="http://schemas.microsoft.com/office/powerpoint/2010/main" val="5760570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5450" y="692150"/>
            <a:ext cx="6159500" cy="3463925"/>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7886887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lIns="92830" tIns="46415" rIns="92830" bIns="46415"/>
          <a:lstStyle>
            <a:lvl1pPr>
              <a:defRPr sz="1600">
                <a:solidFill>
                  <a:schemeClr val="tx1"/>
                </a:solidFill>
                <a:latin typeface="Arial" panose="020B0604020202020204" pitchFamily="34" charset="0"/>
              </a:defRPr>
            </a:lvl1pPr>
            <a:lvl2pPr marL="755676" indent="-290645">
              <a:defRPr sz="1600">
                <a:solidFill>
                  <a:schemeClr val="tx1"/>
                </a:solidFill>
                <a:latin typeface="Arial" panose="020B0604020202020204" pitchFamily="34" charset="0"/>
              </a:defRPr>
            </a:lvl2pPr>
            <a:lvl3pPr marL="1162579" indent="-232515">
              <a:defRPr sz="1600">
                <a:solidFill>
                  <a:schemeClr val="tx1"/>
                </a:solidFill>
                <a:latin typeface="Arial" panose="020B0604020202020204" pitchFamily="34" charset="0"/>
              </a:defRPr>
            </a:lvl3pPr>
            <a:lvl4pPr marL="1627609" indent="-232515">
              <a:defRPr sz="1600">
                <a:solidFill>
                  <a:schemeClr val="tx1"/>
                </a:solidFill>
                <a:latin typeface="Arial" panose="020B0604020202020204" pitchFamily="34" charset="0"/>
              </a:defRPr>
            </a:lvl4pPr>
            <a:lvl5pPr marL="2092641" indent="-232515">
              <a:defRPr sz="1600">
                <a:solidFill>
                  <a:schemeClr val="tx1"/>
                </a:solidFill>
                <a:latin typeface="Arial" panose="020B0604020202020204" pitchFamily="34" charset="0"/>
              </a:defRPr>
            </a:lvl5pPr>
            <a:lvl6pPr marL="2557673" indent="-232515" eaLnBrk="0" fontAlgn="base" hangingPunct="0">
              <a:spcBef>
                <a:spcPct val="0"/>
              </a:spcBef>
              <a:spcAft>
                <a:spcPct val="0"/>
              </a:spcAft>
              <a:defRPr sz="1600">
                <a:solidFill>
                  <a:schemeClr val="tx1"/>
                </a:solidFill>
                <a:latin typeface="Arial" panose="020B0604020202020204" pitchFamily="34" charset="0"/>
              </a:defRPr>
            </a:lvl6pPr>
            <a:lvl7pPr marL="3022703" indent="-232515" eaLnBrk="0" fontAlgn="base" hangingPunct="0">
              <a:spcBef>
                <a:spcPct val="0"/>
              </a:spcBef>
              <a:spcAft>
                <a:spcPct val="0"/>
              </a:spcAft>
              <a:defRPr sz="1600">
                <a:solidFill>
                  <a:schemeClr val="tx1"/>
                </a:solidFill>
                <a:latin typeface="Arial" panose="020B0604020202020204" pitchFamily="34" charset="0"/>
              </a:defRPr>
            </a:lvl7pPr>
            <a:lvl8pPr marL="3487735" indent="-232515" eaLnBrk="0" fontAlgn="base" hangingPunct="0">
              <a:spcBef>
                <a:spcPct val="0"/>
              </a:spcBef>
              <a:spcAft>
                <a:spcPct val="0"/>
              </a:spcAft>
              <a:defRPr sz="1600">
                <a:solidFill>
                  <a:schemeClr val="tx1"/>
                </a:solidFill>
                <a:latin typeface="Arial" panose="020B0604020202020204" pitchFamily="34" charset="0"/>
              </a:defRPr>
            </a:lvl8pPr>
            <a:lvl9pPr marL="3952766" indent="-232515" eaLnBrk="0" fontAlgn="base" hangingPunct="0">
              <a:spcBef>
                <a:spcPct val="0"/>
              </a:spcBef>
              <a:spcAft>
                <a:spcPct val="0"/>
              </a:spcAft>
              <a:defRPr sz="1600">
                <a:solidFill>
                  <a:schemeClr val="tx1"/>
                </a:solidFill>
                <a:latin typeface="Arial" panose="020B0604020202020204" pitchFamily="34" charset="0"/>
              </a:defRPr>
            </a:lvl9pPr>
          </a:lstStyle>
          <a:p>
            <a:fld id="{3E870911-FA39-4A7C-8FB1-FC0D624BFCD7}" type="slidenum">
              <a:rPr lang="de-DE" altLang="de-DE" sz="1200"/>
              <a:t>9</a:t>
            </a:fld>
            <a:endParaRPr lang="de-DE" altLang="de-DE" sz="1200"/>
          </a:p>
        </p:txBody>
      </p:sp>
      <p:sp>
        <p:nvSpPr>
          <p:cNvPr id="61443" name="Rectangle 2"/>
          <p:cNvSpPr>
            <a:spLocks noGrp="1" noRot="1" noChangeAspect="1" noChangeArrowheads="1" noTextEdit="1"/>
          </p:cNvSpPr>
          <p:nvPr>
            <p:ph type="sldImg"/>
          </p:nvPr>
        </p:nvSpPr>
        <p:spPr>
          <a:xfrm>
            <a:off x="136525" y="754063"/>
            <a:ext cx="6677025" cy="3756025"/>
          </a:xfrm>
          <a:solidFill>
            <a:srgbClr val="FFFFFF"/>
          </a:solidFill>
          <a:ln/>
        </p:spPr>
      </p:sp>
      <p:sp>
        <p:nvSpPr>
          <p:cNvPr id="61444" name="Rectangle 3"/>
          <p:cNvSpPr>
            <a:spLocks noGrp="1" noChangeArrowheads="1"/>
          </p:cNvSpPr>
          <p:nvPr>
            <p:ph type="body" idx="1"/>
          </p:nvPr>
        </p:nvSpPr>
        <p:spPr>
          <a:xfrm>
            <a:off x="927366" y="4761949"/>
            <a:ext cx="5094003" cy="4511404"/>
          </a:xfrm>
          <a:solidFill>
            <a:srgbClr val="FFFFFF"/>
          </a:solidFill>
          <a:ln w="12700">
            <a:solidFill>
              <a:srgbClr val="000000"/>
            </a:solidFill>
            <a:miter lim="800000"/>
            <a:headEnd type="none" w="sm" len="sm"/>
            <a:tailEnd type="none" w="sm" len="sm"/>
          </a:ln>
        </p:spPr>
        <p:txBody>
          <a:bodyPr/>
          <a:lstStyle/>
          <a:p>
            <a:pPr marL="161163" indent="0">
              <a:buNone/>
            </a:pPr>
            <a:r>
              <a:rPr lang="en-US" altLang="de-DE" dirty="0">
                <a:latin typeface="Arial" panose="020B0604020202020204" pitchFamily="34" charset="0"/>
              </a:rPr>
              <a:t>Depending on target</a:t>
            </a:r>
            <a:r>
              <a:rPr lang="en-US" altLang="de-DE" baseline="0" dirty="0">
                <a:latin typeface="Arial" panose="020B0604020202020204" pitchFamily="34" charset="0"/>
              </a:rPr>
              <a:t> groups/point in time: Add AI</a:t>
            </a:r>
          </a:p>
          <a:p>
            <a:pPr marL="161163" indent="0">
              <a:buNone/>
            </a:pPr>
            <a:endParaRPr lang="en-US" altLang="de-DE" baseline="0" dirty="0">
              <a:latin typeface="Arial" panose="020B0604020202020204" pitchFamily="34" charset="0"/>
            </a:endParaRPr>
          </a:p>
          <a:p>
            <a:pPr marL="161163" indent="0">
              <a:buNone/>
            </a:pPr>
            <a:endParaRPr lang="en-US" altLang="de-DE" dirty="0">
              <a:latin typeface="Arial" panose="020B0604020202020204" pitchFamily="34" charset="0"/>
            </a:endParaRPr>
          </a:p>
        </p:txBody>
      </p:sp>
    </p:spTree>
    <p:extLst>
      <p:ext uri="{BB962C8B-B14F-4D97-AF65-F5344CB8AC3E}">
        <p14:creationId xmlns:p14="http://schemas.microsoft.com/office/powerpoint/2010/main" val="16188456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lIns="92830" tIns="46415" rIns="92830" bIns="46415"/>
          <a:lstStyle>
            <a:lvl1pPr>
              <a:defRPr sz="1600">
                <a:solidFill>
                  <a:schemeClr val="tx1"/>
                </a:solidFill>
                <a:latin typeface="Arial" panose="020B0604020202020204" pitchFamily="34" charset="0"/>
              </a:defRPr>
            </a:lvl1pPr>
            <a:lvl2pPr marL="755676" indent="-290645">
              <a:defRPr sz="1600">
                <a:solidFill>
                  <a:schemeClr val="tx1"/>
                </a:solidFill>
                <a:latin typeface="Arial" panose="020B0604020202020204" pitchFamily="34" charset="0"/>
              </a:defRPr>
            </a:lvl2pPr>
            <a:lvl3pPr marL="1162579" indent="-232515">
              <a:defRPr sz="1600">
                <a:solidFill>
                  <a:schemeClr val="tx1"/>
                </a:solidFill>
                <a:latin typeface="Arial" panose="020B0604020202020204" pitchFamily="34" charset="0"/>
              </a:defRPr>
            </a:lvl3pPr>
            <a:lvl4pPr marL="1627609" indent="-232515">
              <a:defRPr sz="1600">
                <a:solidFill>
                  <a:schemeClr val="tx1"/>
                </a:solidFill>
                <a:latin typeface="Arial" panose="020B0604020202020204" pitchFamily="34" charset="0"/>
              </a:defRPr>
            </a:lvl4pPr>
            <a:lvl5pPr marL="2092641" indent="-232515">
              <a:defRPr sz="1600">
                <a:solidFill>
                  <a:schemeClr val="tx1"/>
                </a:solidFill>
                <a:latin typeface="Arial" panose="020B0604020202020204" pitchFamily="34" charset="0"/>
              </a:defRPr>
            </a:lvl5pPr>
            <a:lvl6pPr marL="2557673" indent="-232515" eaLnBrk="0" fontAlgn="base" hangingPunct="0">
              <a:spcBef>
                <a:spcPct val="0"/>
              </a:spcBef>
              <a:spcAft>
                <a:spcPct val="0"/>
              </a:spcAft>
              <a:defRPr sz="1600">
                <a:solidFill>
                  <a:schemeClr val="tx1"/>
                </a:solidFill>
                <a:latin typeface="Arial" panose="020B0604020202020204" pitchFamily="34" charset="0"/>
              </a:defRPr>
            </a:lvl6pPr>
            <a:lvl7pPr marL="3022703" indent="-232515" eaLnBrk="0" fontAlgn="base" hangingPunct="0">
              <a:spcBef>
                <a:spcPct val="0"/>
              </a:spcBef>
              <a:spcAft>
                <a:spcPct val="0"/>
              </a:spcAft>
              <a:defRPr sz="1600">
                <a:solidFill>
                  <a:schemeClr val="tx1"/>
                </a:solidFill>
                <a:latin typeface="Arial" panose="020B0604020202020204" pitchFamily="34" charset="0"/>
              </a:defRPr>
            </a:lvl7pPr>
            <a:lvl8pPr marL="3487735" indent="-232515" eaLnBrk="0" fontAlgn="base" hangingPunct="0">
              <a:spcBef>
                <a:spcPct val="0"/>
              </a:spcBef>
              <a:spcAft>
                <a:spcPct val="0"/>
              </a:spcAft>
              <a:defRPr sz="1600">
                <a:solidFill>
                  <a:schemeClr val="tx1"/>
                </a:solidFill>
                <a:latin typeface="Arial" panose="020B0604020202020204" pitchFamily="34" charset="0"/>
              </a:defRPr>
            </a:lvl8pPr>
            <a:lvl9pPr marL="3952766" indent="-232515" eaLnBrk="0" fontAlgn="base" hangingPunct="0">
              <a:spcBef>
                <a:spcPct val="0"/>
              </a:spcBef>
              <a:spcAft>
                <a:spcPct val="0"/>
              </a:spcAft>
              <a:defRPr sz="1600">
                <a:solidFill>
                  <a:schemeClr val="tx1"/>
                </a:solidFill>
                <a:latin typeface="Arial" panose="020B0604020202020204" pitchFamily="34" charset="0"/>
              </a:defRPr>
            </a:lvl9pPr>
          </a:lstStyle>
          <a:p>
            <a:fld id="{3E870911-FA39-4A7C-8FB1-FC0D624BFCD7}" type="slidenum">
              <a:rPr lang="de-DE" altLang="de-DE" sz="1200"/>
              <a:t>10</a:t>
            </a:fld>
            <a:endParaRPr lang="de-DE" altLang="de-DE" sz="1200"/>
          </a:p>
        </p:txBody>
      </p:sp>
      <p:sp>
        <p:nvSpPr>
          <p:cNvPr id="61443" name="Rectangle 2"/>
          <p:cNvSpPr>
            <a:spLocks noGrp="1" noRot="1" noChangeAspect="1" noChangeArrowheads="1" noTextEdit="1"/>
          </p:cNvSpPr>
          <p:nvPr>
            <p:ph type="sldImg"/>
          </p:nvPr>
        </p:nvSpPr>
        <p:spPr>
          <a:xfrm>
            <a:off x="136525" y="754063"/>
            <a:ext cx="6677025" cy="3756025"/>
          </a:xfrm>
          <a:solidFill>
            <a:srgbClr val="FFFFFF"/>
          </a:solidFill>
          <a:ln/>
        </p:spPr>
      </p:sp>
      <p:sp>
        <p:nvSpPr>
          <p:cNvPr id="61444" name="Rectangle 3"/>
          <p:cNvSpPr>
            <a:spLocks noGrp="1" noChangeArrowheads="1"/>
          </p:cNvSpPr>
          <p:nvPr>
            <p:ph type="body" idx="1"/>
          </p:nvPr>
        </p:nvSpPr>
        <p:spPr>
          <a:xfrm>
            <a:off x="927366" y="4761949"/>
            <a:ext cx="5094003" cy="4511404"/>
          </a:xfrm>
          <a:solidFill>
            <a:srgbClr val="FFFFFF"/>
          </a:solidFill>
          <a:ln w="12700">
            <a:solidFill>
              <a:srgbClr val="000000"/>
            </a:solidFill>
            <a:miter lim="800000"/>
            <a:headEnd type="none" w="sm" len="sm"/>
            <a:tailEnd type="none" w="sm" len="sm"/>
          </a:ln>
        </p:spPr>
        <p:txBody>
          <a:bodyPr/>
          <a:lstStyle/>
          <a:p>
            <a:pPr marL="161163" indent="0">
              <a:buNone/>
            </a:pPr>
            <a:r>
              <a:rPr lang="en-US" altLang="de-DE" dirty="0">
                <a:latin typeface="Arial" panose="020B0604020202020204" pitchFamily="34" charset="0"/>
              </a:rPr>
              <a:t>Depending on target</a:t>
            </a:r>
            <a:r>
              <a:rPr lang="en-US" altLang="de-DE" baseline="0" dirty="0">
                <a:latin typeface="Arial" panose="020B0604020202020204" pitchFamily="34" charset="0"/>
              </a:rPr>
              <a:t> groups/point in time: Add AI</a:t>
            </a:r>
          </a:p>
          <a:p>
            <a:pPr marL="161163" indent="0">
              <a:buNone/>
            </a:pPr>
            <a:endParaRPr lang="en-US" altLang="de-DE" baseline="0" dirty="0">
              <a:latin typeface="Arial" panose="020B0604020202020204" pitchFamily="34" charset="0"/>
            </a:endParaRPr>
          </a:p>
          <a:p>
            <a:pPr marL="161163" indent="0">
              <a:buNone/>
            </a:pPr>
            <a:endParaRPr lang="en-US" altLang="de-DE" dirty="0">
              <a:latin typeface="Arial" panose="020B0604020202020204" pitchFamily="34" charset="0"/>
            </a:endParaRPr>
          </a:p>
        </p:txBody>
      </p:sp>
    </p:spTree>
    <p:extLst>
      <p:ext uri="{BB962C8B-B14F-4D97-AF65-F5344CB8AC3E}">
        <p14:creationId xmlns:p14="http://schemas.microsoft.com/office/powerpoint/2010/main" val="9385940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lienbildplatzhalter 1"/>
          <p:cNvSpPr>
            <a:spLocks noGrp="1" noRot="1" noChangeAspect="1" noTextEdit="1"/>
          </p:cNvSpPr>
          <p:nvPr>
            <p:ph type="sldImg"/>
          </p:nvPr>
        </p:nvSpPr>
        <p:spPr>
          <a:ln/>
        </p:spPr>
      </p:sp>
      <p:sp>
        <p:nvSpPr>
          <p:cNvPr id="37891" name="Notizenplatzhalter 2"/>
          <p:cNvSpPr>
            <a:spLocks noGrp="1"/>
          </p:cNvSpPr>
          <p:nvPr>
            <p:ph type="body" idx="1"/>
          </p:nvPr>
        </p:nvSpPr>
        <p:spPr>
          <a:noFill/>
        </p:spPr>
        <p:txBody>
          <a:bodyPr/>
          <a:lstStyle/>
          <a:p>
            <a:endParaRPr lang="de-DE" dirty="0">
              <a:latin typeface="Arial" panose="020B0604020202020204" pitchFamily="34" charset="0"/>
            </a:endParaRPr>
          </a:p>
          <a:p>
            <a:endParaRPr lang="de-DE" dirty="0">
              <a:latin typeface="Arial" panose="020B0604020202020204" pitchFamily="34" charset="0"/>
            </a:endParaRPr>
          </a:p>
          <a:p>
            <a:endParaRPr lang="de-DE" dirty="0">
              <a:latin typeface="Arial" panose="020B0604020202020204" pitchFamily="34" charset="0"/>
            </a:endParaRPr>
          </a:p>
          <a:p>
            <a:endParaRPr lang="de-DE" dirty="0">
              <a:latin typeface="Arial" panose="020B0604020202020204" pitchFamily="34" charset="0"/>
            </a:endParaRPr>
          </a:p>
        </p:txBody>
      </p:sp>
      <p:sp>
        <p:nvSpPr>
          <p:cNvPr id="37892" name="Foliennummernplatzhalter 3"/>
          <p:cNvSpPr>
            <a:spLocks noGrp="1"/>
          </p:cNvSpPr>
          <p:nvPr>
            <p:ph type="sldNum" sz="quarter" idx="5"/>
          </p:nvPr>
        </p:nvSpPr>
        <p:spPr>
          <a:noFill/>
        </p:spPr>
        <p:txBody>
          <a:bodyPr/>
          <a:lstStyle>
            <a:lvl1pPr>
              <a:defRPr sz="1600">
                <a:solidFill>
                  <a:schemeClr val="tx1"/>
                </a:solidFill>
                <a:latin typeface="Arial" panose="020B0604020202020204" pitchFamily="34" charset="0"/>
              </a:defRPr>
            </a:lvl1pPr>
            <a:lvl2pPr marL="744362" indent="-286293">
              <a:defRPr sz="1600">
                <a:solidFill>
                  <a:schemeClr val="tx1"/>
                </a:solidFill>
                <a:latin typeface="Arial" panose="020B0604020202020204" pitchFamily="34" charset="0"/>
              </a:defRPr>
            </a:lvl2pPr>
            <a:lvl3pPr marL="1145172" indent="-229034">
              <a:defRPr sz="1600">
                <a:solidFill>
                  <a:schemeClr val="tx1"/>
                </a:solidFill>
                <a:latin typeface="Arial" panose="020B0604020202020204" pitchFamily="34" charset="0"/>
              </a:defRPr>
            </a:lvl3pPr>
            <a:lvl4pPr marL="1603240" indent="-229034">
              <a:defRPr sz="1600">
                <a:solidFill>
                  <a:schemeClr val="tx1"/>
                </a:solidFill>
                <a:latin typeface="Arial" panose="020B0604020202020204" pitchFamily="34" charset="0"/>
              </a:defRPr>
            </a:lvl4pPr>
            <a:lvl5pPr marL="2061309" indent="-229034">
              <a:defRPr sz="1600">
                <a:solidFill>
                  <a:schemeClr val="tx1"/>
                </a:solidFill>
                <a:latin typeface="Arial" panose="020B0604020202020204" pitchFamily="34" charset="0"/>
              </a:defRPr>
            </a:lvl5pPr>
            <a:lvl6pPr marL="2519378" indent="-229034" eaLnBrk="0" fontAlgn="base" hangingPunct="0">
              <a:spcBef>
                <a:spcPct val="0"/>
              </a:spcBef>
              <a:spcAft>
                <a:spcPct val="0"/>
              </a:spcAft>
              <a:defRPr sz="1600">
                <a:solidFill>
                  <a:schemeClr val="tx1"/>
                </a:solidFill>
                <a:latin typeface="Arial" panose="020B0604020202020204" pitchFamily="34" charset="0"/>
              </a:defRPr>
            </a:lvl6pPr>
            <a:lvl7pPr marL="2977446" indent="-229034" eaLnBrk="0" fontAlgn="base" hangingPunct="0">
              <a:spcBef>
                <a:spcPct val="0"/>
              </a:spcBef>
              <a:spcAft>
                <a:spcPct val="0"/>
              </a:spcAft>
              <a:defRPr sz="1600">
                <a:solidFill>
                  <a:schemeClr val="tx1"/>
                </a:solidFill>
                <a:latin typeface="Arial" panose="020B0604020202020204" pitchFamily="34" charset="0"/>
              </a:defRPr>
            </a:lvl7pPr>
            <a:lvl8pPr marL="3435515" indent="-229034" eaLnBrk="0" fontAlgn="base" hangingPunct="0">
              <a:spcBef>
                <a:spcPct val="0"/>
              </a:spcBef>
              <a:spcAft>
                <a:spcPct val="0"/>
              </a:spcAft>
              <a:defRPr sz="1600">
                <a:solidFill>
                  <a:schemeClr val="tx1"/>
                </a:solidFill>
                <a:latin typeface="Arial" panose="020B0604020202020204" pitchFamily="34" charset="0"/>
              </a:defRPr>
            </a:lvl8pPr>
            <a:lvl9pPr marL="3893584" indent="-229034" eaLnBrk="0" fontAlgn="base" hangingPunct="0">
              <a:spcBef>
                <a:spcPct val="0"/>
              </a:spcBef>
              <a:spcAft>
                <a:spcPct val="0"/>
              </a:spcAft>
              <a:defRPr sz="1600">
                <a:solidFill>
                  <a:schemeClr val="tx1"/>
                </a:solidFill>
                <a:latin typeface="Arial" panose="020B0604020202020204" pitchFamily="34" charset="0"/>
              </a:defRPr>
            </a:lvl9pPr>
          </a:lstStyle>
          <a:p>
            <a:fld id="{104265C7-9CD4-4932-BDB8-A8DF905D7F2C}" type="slidenum">
              <a:rPr lang="de-DE" altLang="de-DE" sz="1200"/>
              <a:pPr/>
              <a:t>11</a:t>
            </a:fld>
            <a:endParaRPr lang="de-DE" altLang="de-DE" sz="1200"/>
          </a:p>
        </p:txBody>
      </p:sp>
    </p:spTree>
    <p:extLst>
      <p:ext uri="{BB962C8B-B14F-4D97-AF65-F5344CB8AC3E}">
        <p14:creationId xmlns:p14="http://schemas.microsoft.com/office/powerpoint/2010/main" val="5891496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5450" y="692150"/>
            <a:ext cx="6159500" cy="3463925"/>
          </a:xfrm>
        </p:spPr>
      </p:sp>
      <p:sp>
        <p:nvSpPr>
          <p:cNvPr id="3" name="Notizenplatzhalter 2"/>
          <p:cNvSpPr>
            <a:spLocks noGrp="1"/>
          </p:cNvSpPr>
          <p:nvPr>
            <p:ph type="body" idx="1"/>
          </p:nvPr>
        </p:nvSpPr>
        <p:spPr/>
        <p:txBody>
          <a:bodyPr/>
          <a:lstStyle/>
          <a:p>
            <a:pPr marL="161163" indent="0">
              <a:buNone/>
            </a:pPr>
            <a:r>
              <a:rPr lang="de-DE" dirty="0" err="1"/>
              <a:t>Too</a:t>
            </a:r>
            <a:r>
              <a:rPr lang="de-DE" dirty="0"/>
              <a:t> </a:t>
            </a:r>
            <a:r>
              <a:rPr lang="de-DE" dirty="0" err="1"/>
              <a:t>long</a:t>
            </a:r>
            <a:r>
              <a:rPr lang="de-DE" dirty="0"/>
              <a:t> </a:t>
            </a:r>
            <a:r>
              <a:rPr lang="de-DE" dirty="0" err="1"/>
              <a:t>for</a:t>
            </a:r>
            <a:r>
              <a:rPr lang="de-DE" dirty="0"/>
              <a:t> </a:t>
            </a:r>
            <a:r>
              <a:rPr lang="de-DE" dirty="0" err="1"/>
              <a:t>action</a:t>
            </a:r>
            <a:r>
              <a:rPr lang="de-DE" dirty="0"/>
              <a:t> </a:t>
            </a:r>
            <a:r>
              <a:rPr lang="de-DE" dirty="0" err="1"/>
              <a:t>principles</a:t>
            </a:r>
            <a:r>
              <a:rPr lang="de-DE" dirty="0"/>
              <a:t>;</a:t>
            </a:r>
          </a:p>
          <a:p>
            <a:pPr marL="161163" indent="0">
              <a:buNone/>
            </a:pPr>
            <a:r>
              <a:rPr lang="de-DE" dirty="0"/>
              <a:t>„</a:t>
            </a:r>
            <a:r>
              <a:rPr lang="de-DE" dirty="0" err="1"/>
              <a:t>think</a:t>
            </a:r>
            <a:r>
              <a:rPr lang="de-DE" dirty="0"/>
              <a:t> </a:t>
            </a:r>
            <a:r>
              <a:rPr lang="de-DE" dirty="0" err="1"/>
              <a:t>of</a:t>
            </a:r>
            <a:r>
              <a:rPr lang="de-DE" dirty="0"/>
              <a:t> 3 </a:t>
            </a:r>
            <a:r>
              <a:rPr lang="de-DE" dirty="0" err="1"/>
              <a:t>ways</a:t>
            </a:r>
            <a:r>
              <a:rPr lang="de-DE" baseline="0" dirty="0"/>
              <a:t> </a:t>
            </a:r>
            <a:r>
              <a:rPr lang="de-DE" baseline="0" dirty="0" err="1"/>
              <a:t>how</a:t>
            </a:r>
            <a:r>
              <a:rPr lang="de-DE" baseline="0" dirty="0"/>
              <a:t> </a:t>
            </a:r>
            <a:r>
              <a:rPr lang="de-DE" baseline="0" dirty="0" err="1"/>
              <a:t>to</a:t>
            </a:r>
            <a:r>
              <a:rPr lang="de-DE" baseline="0" dirty="0"/>
              <a:t>…“</a:t>
            </a:r>
          </a:p>
          <a:p>
            <a:pPr marL="161163" indent="0">
              <a:buNone/>
            </a:pPr>
            <a:endParaRPr lang="de-DE" baseline="0" dirty="0"/>
          </a:p>
          <a:p>
            <a:pPr marL="161163" indent="0">
              <a:buNone/>
            </a:pPr>
            <a:r>
              <a:rPr lang="de-DE" baseline="0" dirty="0"/>
              <a:t>„</a:t>
            </a:r>
            <a:r>
              <a:rPr lang="de-DE" baseline="0" dirty="0" err="1"/>
              <a:t>Changes</a:t>
            </a:r>
            <a:r>
              <a:rPr lang="de-DE" baseline="0" dirty="0"/>
              <a:t> </a:t>
            </a:r>
            <a:r>
              <a:rPr lang="de-DE" baseline="0" dirty="0" err="1"/>
              <a:t>are</a:t>
            </a:r>
            <a:r>
              <a:rPr lang="de-DE" baseline="0" dirty="0"/>
              <a:t> </a:t>
            </a:r>
            <a:r>
              <a:rPr lang="de-DE" baseline="0" dirty="0" err="1"/>
              <a:t>opportunities</a:t>
            </a:r>
            <a:r>
              <a:rPr lang="de-DE" baseline="0" dirty="0"/>
              <a:t>,  </a:t>
            </a:r>
            <a:r>
              <a:rPr lang="de-DE" baseline="0" dirty="0" err="1"/>
              <a:t>problems</a:t>
            </a:r>
            <a:r>
              <a:rPr lang="de-DE" baseline="0" dirty="0"/>
              <a:t> </a:t>
            </a:r>
            <a:r>
              <a:rPr lang="de-DE" baseline="0" dirty="0" err="1"/>
              <a:t>are</a:t>
            </a:r>
            <a:r>
              <a:rPr lang="de-DE" baseline="0" dirty="0"/>
              <a:t> </a:t>
            </a:r>
            <a:r>
              <a:rPr lang="de-DE" baseline="0" dirty="0" err="1"/>
              <a:t>opportunities</a:t>
            </a:r>
            <a:endParaRPr lang="de-DE" dirty="0"/>
          </a:p>
        </p:txBody>
      </p:sp>
    </p:spTree>
    <p:extLst>
      <p:ext uri="{BB962C8B-B14F-4D97-AF65-F5344CB8AC3E}">
        <p14:creationId xmlns:p14="http://schemas.microsoft.com/office/powerpoint/2010/main" val="8322751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5450" y="692150"/>
            <a:ext cx="6159500" cy="3463925"/>
          </a:xfrm>
        </p:spPr>
      </p:sp>
      <p:sp>
        <p:nvSpPr>
          <p:cNvPr id="3" name="Notizenplatzhalter 2"/>
          <p:cNvSpPr>
            <a:spLocks noGrp="1"/>
          </p:cNvSpPr>
          <p:nvPr>
            <p:ph type="body" idx="1"/>
          </p:nvPr>
        </p:nvSpPr>
        <p:spPr/>
        <p:txBody>
          <a:bodyPr/>
          <a:lstStyle/>
          <a:p>
            <a:pPr marL="161163" indent="0">
              <a:buNone/>
            </a:pPr>
            <a:r>
              <a:rPr lang="de-DE" dirty="0"/>
              <a:t>Same </a:t>
            </a:r>
            <a:r>
              <a:rPr lang="de-DE" dirty="0" err="1"/>
              <a:t>as</a:t>
            </a:r>
            <a:r>
              <a:rPr lang="de-DE" dirty="0"/>
              <a:t> </a:t>
            </a:r>
            <a:r>
              <a:rPr lang="de-DE" dirty="0" err="1"/>
              <a:t>previous</a:t>
            </a:r>
            <a:r>
              <a:rPr lang="de-DE" dirty="0"/>
              <a:t> </a:t>
            </a:r>
            <a:r>
              <a:rPr lang="de-DE" dirty="0" err="1"/>
              <a:t>slide</a:t>
            </a:r>
            <a:r>
              <a:rPr lang="de-DE" dirty="0"/>
              <a:t>: </a:t>
            </a:r>
            <a:r>
              <a:rPr lang="de-DE" dirty="0" err="1"/>
              <a:t>Too</a:t>
            </a:r>
            <a:r>
              <a:rPr lang="de-DE" dirty="0"/>
              <a:t> </a:t>
            </a:r>
            <a:r>
              <a:rPr lang="de-DE" dirty="0" err="1"/>
              <a:t>long</a:t>
            </a:r>
            <a:r>
              <a:rPr lang="de-DE" dirty="0"/>
              <a:t> </a:t>
            </a:r>
            <a:r>
              <a:rPr lang="de-DE" dirty="0" err="1"/>
              <a:t>for</a:t>
            </a:r>
            <a:r>
              <a:rPr lang="de-DE" dirty="0"/>
              <a:t> </a:t>
            </a:r>
            <a:r>
              <a:rPr lang="de-DE" dirty="0" err="1"/>
              <a:t>action</a:t>
            </a:r>
            <a:r>
              <a:rPr lang="de-DE" dirty="0"/>
              <a:t> </a:t>
            </a:r>
            <a:r>
              <a:rPr lang="de-DE" dirty="0" err="1"/>
              <a:t>principles</a:t>
            </a:r>
            <a:r>
              <a:rPr lang="de-DE" dirty="0"/>
              <a:t>.</a:t>
            </a:r>
          </a:p>
          <a:p>
            <a:pPr marL="161163" indent="0">
              <a:buNone/>
            </a:pPr>
            <a:endParaRPr lang="de-DE" dirty="0"/>
          </a:p>
          <a:p>
            <a:pPr marL="161163" indent="0">
              <a:buNone/>
            </a:pPr>
            <a:r>
              <a:rPr lang="de-DE" dirty="0" err="1"/>
              <a:t>Replace</a:t>
            </a:r>
            <a:r>
              <a:rPr lang="de-DE" dirty="0"/>
              <a:t> last </a:t>
            </a:r>
            <a:r>
              <a:rPr lang="de-DE" dirty="0" err="1"/>
              <a:t>action</a:t>
            </a:r>
            <a:r>
              <a:rPr lang="de-DE" dirty="0"/>
              <a:t> </a:t>
            </a:r>
            <a:r>
              <a:rPr lang="de-DE" dirty="0" err="1"/>
              <a:t>principle</a:t>
            </a:r>
            <a:r>
              <a:rPr lang="de-DE" dirty="0"/>
              <a:t>: „</a:t>
            </a:r>
            <a:r>
              <a:rPr lang="de-DE" dirty="0" err="1"/>
              <a:t>Obstacles</a:t>
            </a:r>
            <a:r>
              <a:rPr lang="de-DE" dirty="0"/>
              <a:t> </a:t>
            </a:r>
            <a:r>
              <a:rPr lang="de-DE" dirty="0" err="1"/>
              <a:t>can</a:t>
            </a:r>
            <a:r>
              <a:rPr lang="de-DE" dirty="0"/>
              <a:t> </a:t>
            </a:r>
            <a:r>
              <a:rPr lang="de-DE" dirty="0" err="1"/>
              <a:t>be</a:t>
            </a:r>
            <a:r>
              <a:rPr lang="de-DE" dirty="0"/>
              <a:t> </a:t>
            </a:r>
            <a:r>
              <a:rPr lang="de-DE" dirty="0" err="1"/>
              <a:t>opportunity</a:t>
            </a:r>
            <a:r>
              <a:rPr lang="de-DE" dirty="0"/>
              <a:t> </a:t>
            </a:r>
            <a:r>
              <a:rPr lang="de-DE" dirty="0" err="1"/>
              <a:t>for</a:t>
            </a:r>
            <a:r>
              <a:rPr lang="de-DE" dirty="0"/>
              <a:t> </a:t>
            </a:r>
            <a:r>
              <a:rPr lang="de-DE" dirty="0" err="1"/>
              <a:t>development</a:t>
            </a:r>
            <a:r>
              <a:rPr lang="de-DE" dirty="0"/>
              <a:t>“</a:t>
            </a:r>
          </a:p>
        </p:txBody>
      </p:sp>
    </p:spTree>
    <p:extLst>
      <p:ext uri="{BB962C8B-B14F-4D97-AF65-F5344CB8AC3E}">
        <p14:creationId xmlns:p14="http://schemas.microsoft.com/office/powerpoint/2010/main" val="16464761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5450" y="692150"/>
            <a:ext cx="6159500" cy="3463925"/>
          </a:xfrm>
        </p:spPr>
      </p:sp>
      <p:sp>
        <p:nvSpPr>
          <p:cNvPr id="3" name="Notizenplatzhalter 2"/>
          <p:cNvSpPr>
            <a:spLocks noGrp="1"/>
          </p:cNvSpPr>
          <p:nvPr>
            <p:ph type="body" idx="1"/>
          </p:nvPr>
        </p:nvSpPr>
        <p:spPr/>
        <p:txBody>
          <a:bodyPr/>
          <a:lstStyle/>
          <a:p>
            <a:pPr marL="161163" indent="0">
              <a:buNone/>
            </a:pPr>
            <a:r>
              <a:rPr lang="en-GB" dirty="0"/>
              <a:t>Improve English on this slide:</a:t>
            </a:r>
          </a:p>
          <a:p>
            <a:pPr marL="161163" indent="0">
              <a:buNone/>
            </a:pPr>
            <a:endParaRPr lang="en-GB" dirty="0"/>
          </a:p>
          <a:p>
            <a:pPr marL="464149" indent="-302986">
              <a:buFontTx/>
              <a:buChar char="-"/>
            </a:pPr>
            <a:r>
              <a:rPr lang="en-GB" dirty="0"/>
              <a:t>What is to expensive can be offered cheaper.</a:t>
            </a:r>
          </a:p>
          <a:p>
            <a:pPr marL="464149" indent="-302986">
              <a:buFontTx/>
              <a:buChar char="-"/>
            </a:pPr>
            <a:r>
              <a:rPr lang="en-GB" dirty="0"/>
              <a:t>What is difficult to use, ….</a:t>
            </a:r>
          </a:p>
          <a:p>
            <a:pPr marL="161163" indent="0">
              <a:buNone/>
            </a:pPr>
            <a:r>
              <a:rPr lang="en-GB" dirty="0"/>
              <a:t>Etc.</a:t>
            </a:r>
          </a:p>
          <a:p>
            <a:pPr marL="161163" indent="0">
              <a:buNone/>
            </a:pPr>
            <a:endParaRPr lang="en-GB" dirty="0"/>
          </a:p>
          <a:p>
            <a:pPr marL="161163" indent="0">
              <a:buNone/>
            </a:pPr>
            <a:r>
              <a:rPr lang="en-GB" dirty="0"/>
              <a:t>What</a:t>
            </a:r>
            <a:r>
              <a:rPr lang="en-GB" baseline="0" dirty="0"/>
              <a:t> could your customer need as a next step? Can you also offer this?</a:t>
            </a:r>
          </a:p>
          <a:p>
            <a:pPr marL="464149" indent="-302986">
              <a:buFontTx/>
              <a:buChar char="-"/>
            </a:pPr>
            <a:r>
              <a:rPr lang="en-GB" baseline="0" dirty="0"/>
              <a:t>Give example on smart phone (service to put in the sim card etc.)</a:t>
            </a:r>
          </a:p>
          <a:p>
            <a:pPr marL="161163" indent="0">
              <a:buNone/>
            </a:pPr>
            <a:r>
              <a:rPr lang="en-GB" baseline="0" dirty="0"/>
              <a:t>+ add examples in trainer manual</a:t>
            </a:r>
            <a:endParaRPr lang="en-GB" dirty="0"/>
          </a:p>
        </p:txBody>
      </p:sp>
    </p:spTree>
    <p:extLst>
      <p:ext uri="{BB962C8B-B14F-4D97-AF65-F5344CB8AC3E}">
        <p14:creationId xmlns:p14="http://schemas.microsoft.com/office/powerpoint/2010/main" val="37607258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5450" y="692150"/>
            <a:ext cx="6159500" cy="3463925"/>
          </a:xfrm>
        </p:spPr>
      </p:sp>
      <p:sp>
        <p:nvSpPr>
          <p:cNvPr id="3" name="Notizenplatzhalter 2"/>
          <p:cNvSpPr>
            <a:spLocks noGrp="1"/>
          </p:cNvSpPr>
          <p:nvPr>
            <p:ph type="body" idx="1"/>
          </p:nvPr>
        </p:nvSpPr>
        <p:spPr/>
        <p:txBody>
          <a:bodyPr/>
          <a:lstStyle/>
          <a:p>
            <a:pPr marL="161163" indent="0">
              <a:buNone/>
            </a:pPr>
            <a:r>
              <a:rPr lang="fr-FR" dirty="0"/>
              <a:t>Change « commune » to « </a:t>
            </a:r>
            <a:r>
              <a:rPr lang="fr-FR" dirty="0" err="1"/>
              <a:t>community</a:t>
            </a:r>
            <a:r>
              <a:rPr lang="fr-FR" dirty="0"/>
              <a:t> / village / area»</a:t>
            </a:r>
          </a:p>
        </p:txBody>
      </p:sp>
      <p:sp>
        <p:nvSpPr>
          <p:cNvPr id="4" name="Foliennummernplatzhalter 3"/>
          <p:cNvSpPr>
            <a:spLocks noGrp="1"/>
          </p:cNvSpPr>
          <p:nvPr>
            <p:ph type="sldNum" sz="quarter" idx="10"/>
          </p:nvPr>
        </p:nvSpPr>
        <p:spPr/>
        <p:txBody>
          <a:bodyPr lIns="92830" tIns="46415" rIns="92830" bIns="46415"/>
          <a:lstStyle/>
          <a:p>
            <a:pPr>
              <a:defRPr/>
            </a:pPr>
            <a:fld id="{7A052948-8FF2-4265-9115-B6B694A2C9D2}" type="slidenum">
              <a:rPr lang="de-DE" smtClean="0"/>
              <a:t>15</a:t>
            </a:fld>
            <a:endParaRPr lang="de-DE" dirty="0"/>
          </a:p>
        </p:txBody>
      </p:sp>
    </p:spTree>
    <p:extLst>
      <p:ext uri="{BB962C8B-B14F-4D97-AF65-F5344CB8AC3E}">
        <p14:creationId xmlns:p14="http://schemas.microsoft.com/office/powerpoint/2010/main" val="3144208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F90AE-A202-C8C9-D4FC-A9BAAF73926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57EC52ED-C6BA-9B7F-C6E9-5456EB0263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0700DEC9-CA3A-0018-30E8-6290E998C04D}"/>
              </a:ext>
            </a:extLst>
          </p:cNvPr>
          <p:cNvSpPr>
            <a:spLocks noGrp="1"/>
          </p:cNvSpPr>
          <p:nvPr>
            <p:ph type="dt" sz="half" idx="10"/>
          </p:nvPr>
        </p:nvSpPr>
        <p:spPr/>
        <p:txBody>
          <a:bodyPr/>
          <a:lstStyle/>
          <a:p>
            <a:fld id="{BF6C6EDA-4A4F-41D3-9E4F-6728BB26B924}" type="datetimeFigureOut">
              <a:rPr lang="en-GB" smtClean="0"/>
              <a:t>07/03/2024</a:t>
            </a:fld>
            <a:endParaRPr lang="en-GB"/>
          </a:p>
        </p:txBody>
      </p:sp>
      <p:sp>
        <p:nvSpPr>
          <p:cNvPr id="5" name="Footer Placeholder 4">
            <a:extLst>
              <a:ext uri="{FF2B5EF4-FFF2-40B4-BE49-F238E27FC236}">
                <a16:creationId xmlns:a16="http://schemas.microsoft.com/office/drawing/2014/main" id="{F854CFD4-DEA2-D170-493C-1253BB42965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9A79C78-9504-E4A5-71CE-DFBA28472E39}"/>
              </a:ext>
            </a:extLst>
          </p:cNvPr>
          <p:cNvSpPr>
            <a:spLocks noGrp="1"/>
          </p:cNvSpPr>
          <p:nvPr>
            <p:ph type="sldNum" sz="quarter" idx="12"/>
          </p:nvPr>
        </p:nvSpPr>
        <p:spPr/>
        <p:txBody>
          <a:bodyPr/>
          <a:lstStyle/>
          <a:p>
            <a:fld id="{DBD8602F-37A1-4E71-A798-7337BD9D47E6}" type="slidenum">
              <a:rPr lang="en-GB" smtClean="0"/>
              <a:t>‹#›</a:t>
            </a:fld>
            <a:endParaRPr lang="en-GB"/>
          </a:p>
        </p:txBody>
      </p:sp>
    </p:spTree>
    <p:extLst>
      <p:ext uri="{BB962C8B-B14F-4D97-AF65-F5344CB8AC3E}">
        <p14:creationId xmlns:p14="http://schemas.microsoft.com/office/powerpoint/2010/main" val="3440969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F53EB-FA92-12BA-3C9A-6C7E94D5D6C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65EFAA44-19A6-D8FF-215B-82CA1DBB99E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715AA21-198C-C4C5-C05C-A4633F492586}"/>
              </a:ext>
            </a:extLst>
          </p:cNvPr>
          <p:cNvSpPr>
            <a:spLocks noGrp="1"/>
          </p:cNvSpPr>
          <p:nvPr>
            <p:ph type="dt" sz="half" idx="10"/>
          </p:nvPr>
        </p:nvSpPr>
        <p:spPr/>
        <p:txBody>
          <a:bodyPr/>
          <a:lstStyle/>
          <a:p>
            <a:fld id="{BF6C6EDA-4A4F-41D3-9E4F-6728BB26B924}" type="datetimeFigureOut">
              <a:rPr lang="en-GB" smtClean="0"/>
              <a:t>07/03/2024</a:t>
            </a:fld>
            <a:endParaRPr lang="en-GB"/>
          </a:p>
        </p:txBody>
      </p:sp>
      <p:sp>
        <p:nvSpPr>
          <p:cNvPr id="5" name="Footer Placeholder 4">
            <a:extLst>
              <a:ext uri="{FF2B5EF4-FFF2-40B4-BE49-F238E27FC236}">
                <a16:creationId xmlns:a16="http://schemas.microsoft.com/office/drawing/2014/main" id="{2BBA633E-B2AB-134E-07FA-9D86209E80F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E6A0B7C-0C3E-A35A-BA35-075BFE9DDAB4}"/>
              </a:ext>
            </a:extLst>
          </p:cNvPr>
          <p:cNvSpPr>
            <a:spLocks noGrp="1"/>
          </p:cNvSpPr>
          <p:nvPr>
            <p:ph type="sldNum" sz="quarter" idx="12"/>
          </p:nvPr>
        </p:nvSpPr>
        <p:spPr/>
        <p:txBody>
          <a:bodyPr/>
          <a:lstStyle/>
          <a:p>
            <a:fld id="{DBD8602F-37A1-4E71-A798-7337BD9D47E6}" type="slidenum">
              <a:rPr lang="en-GB" smtClean="0"/>
              <a:t>‹#›</a:t>
            </a:fld>
            <a:endParaRPr lang="en-GB"/>
          </a:p>
        </p:txBody>
      </p:sp>
    </p:spTree>
    <p:extLst>
      <p:ext uri="{BB962C8B-B14F-4D97-AF65-F5344CB8AC3E}">
        <p14:creationId xmlns:p14="http://schemas.microsoft.com/office/powerpoint/2010/main" val="3255732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19873-D5EA-0DD5-3FB6-545361B2562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A4270950-4779-D93B-8A71-BA7E292262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FEE0534-59EE-9415-B4B1-AF0BC83860C0}"/>
              </a:ext>
            </a:extLst>
          </p:cNvPr>
          <p:cNvSpPr>
            <a:spLocks noGrp="1"/>
          </p:cNvSpPr>
          <p:nvPr>
            <p:ph type="dt" sz="half" idx="10"/>
          </p:nvPr>
        </p:nvSpPr>
        <p:spPr/>
        <p:txBody>
          <a:bodyPr/>
          <a:lstStyle/>
          <a:p>
            <a:fld id="{BF6C6EDA-4A4F-41D3-9E4F-6728BB26B924}" type="datetimeFigureOut">
              <a:rPr lang="en-GB" smtClean="0"/>
              <a:t>07/03/2024</a:t>
            </a:fld>
            <a:endParaRPr lang="en-GB"/>
          </a:p>
        </p:txBody>
      </p:sp>
      <p:sp>
        <p:nvSpPr>
          <p:cNvPr id="5" name="Footer Placeholder 4">
            <a:extLst>
              <a:ext uri="{FF2B5EF4-FFF2-40B4-BE49-F238E27FC236}">
                <a16:creationId xmlns:a16="http://schemas.microsoft.com/office/drawing/2014/main" id="{0B6310F7-1FC9-6910-7CE2-AE0BA6EBBDD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578C489-96D9-98FD-183D-19814627C084}"/>
              </a:ext>
            </a:extLst>
          </p:cNvPr>
          <p:cNvSpPr>
            <a:spLocks noGrp="1"/>
          </p:cNvSpPr>
          <p:nvPr>
            <p:ph type="sldNum" sz="quarter" idx="12"/>
          </p:nvPr>
        </p:nvSpPr>
        <p:spPr/>
        <p:txBody>
          <a:bodyPr/>
          <a:lstStyle/>
          <a:p>
            <a:fld id="{DBD8602F-37A1-4E71-A798-7337BD9D47E6}" type="slidenum">
              <a:rPr lang="en-GB" smtClean="0"/>
              <a:t>‹#›</a:t>
            </a:fld>
            <a:endParaRPr lang="en-GB"/>
          </a:p>
        </p:txBody>
      </p:sp>
    </p:spTree>
    <p:extLst>
      <p:ext uri="{BB962C8B-B14F-4D97-AF65-F5344CB8AC3E}">
        <p14:creationId xmlns:p14="http://schemas.microsoft.com/office/powerpoint/2010/main" val="4023599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B774-9E2E-5D87-D59B-A34FD25209F6}"/>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48B35AFB-D521-A179-2CF3-4422E14FF5C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A006A197-133D-87FA-441E-BE68EDB9644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620F28A4-7F17-BF48-C864-87BFA37D4B74}"/>
              </a:ext>
            </a:extLst>
          </p:cNvPr>
          <p:cNvSpPr>
            <a:spLocks noGrp="1"/>
          </p:cNvSpPr>
          <p:nvPr>
            <p:ph type="dt" sz="half" idx="10"/>
          </p:nvPr>
        </p:nvSpPr>
        <p:spPr/>
        <p:txBody>
          <a:bodyPr/>
          <a:lstStyle/>
          <a:p>
            <a:fld id="{BF6C6EDA-4A4F-41D3-9E4F-6728BB26B924}" type="datetimeFigureOut">
              <a:rPr lang="en-GB" smtClean="0"/>
              <a:t>07/03/2024</a:t>
            </a:fld>
            <a:endParaRPr lang="en-GB"/>
          </a:p>
        </p:txBody>
      </p:sp>
      <p:sp>
        <p:nvSpPr>
          <p:cNvPr id="6" name="Footer Placeholder 5">
            <a:extLst>
              <a:ext uri="{FF2B5EF4-FFF2-40B4-BE49-F238E27FC236}">
                <a16:creationId xmlns:a16="http://schemas.microsoft.com/office/drawing/2014/main" id="{6252EF25-093E-54EC-ED33-B87B7990920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C580036-433B-BF49-AD8E-49748359B166}"/>
              </a:ext>
            </a:extLst>
          </p:cNvPr>
          <p:cNvSpPr>
            <a:spLocks noGrp="1"/>
          </p:cNvSpPr>
          <p:nvPr>
            <p:ph type="sldNum" sz="quarter" idx="12"/>
          </p:nvPr>
        </p:nvSpPr>
        <p:spPr/>
        <p:txBody>
          <a:bodyPr/>
          <a:lstStyle/>
          <a:p>
            <a:fld id="{DBD8602F-37A1-4E71-A798-7337BD9D47E6}" type="slidenum">
              <a:rPr lang="en-GB" smtClean="0"/>
              <a:t>‹#›</a:t>
            </a:fld>
            <a:endParaRPr lang="en-GB"/>
          </a:p>
        </p:txBody>
      </p:sp>
    </p:spTree>
    <p:extLst>
      <p:ext uri="{BB962C8B-B14F-4D97-AF65-F5344CB8AC3E}">
        <p14:creationId xmlns:p14="http://schemas.microsoft.com/office/powerpoint/2010/main" val="2209516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7A3DB-E980-A15B-BF25-9F29857AFB12}"/>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E95C1044-F758-21DA-AE56-8D48B37BD2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E494AAE-A279-FB7B-FAC0-648F26E7BCA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FA2D8B05-78A4-B59F-B3D8-66543F63E3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08FDC3E-9FE7-F267-F1E8-F6AB43068F8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7CA5B745-FEFC-ABD9-5E7F-5873E0FE6478}"/>
              </a:ext>
            </a:extLst>
          </p:cNvPr>
          <p:cNvSpPr>
            <a:spLocks noGrp="1"/>
          </p:cNvSpPr>
          <p:nvPr>
            <p:ph type="dt" sz="half" idx="10"/>
          </p:nvPr>
        </p:nvSpPr>
        <p:spPr/>
        <p:txBody>
          <a:bodyPr/>
          <a:lstStyle/>
          <a:p>
            <a:fld id="{BF6C6EDA-4A4F-41D3-9E4F-6728BB26B924}" type="datetimeFigureOut">
              <a:rPr lang="en-GB" smtClean="0"/>
              <a:t>07/03/2024</a:t>
            </a:fld>
            <a:endParaRPr lang="en-GB"/>
          </a:p>
        </p:txBody>
      </p:sp>
      <p:sp>
        <p:nvSpPr>
          <p:cNvPr id="8" name="Footer Placeholder 7">
            <a:extLst>
              <a:ext uri="{FF2B5EF4-FFF2-40B4-BE49-F238E27FC236}">
                <a16:creationId xmlns:a16="http://schemas.microsoft.com/office/drawing/2014/main" id="{1AC78A9C-CC05-45D9-59A6-14380C70714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C6F151C-8781-E6F6-3C98-303D323BCC64}"/>
              </a:ext>
            </a:extLst>
          </p:cNvPr>
          <p:cNvSpPr>
            <a:spLocks noGrp="1"/>
          </p:cNvSpPr>
          <p:nvPr>
            <p:ph type="sldNum" sz="quarter" idx="12"/>
          </p:nvPr>
        </p:nvSpPr>
        <p:spPr/>
        <p:txBody>
          <a:bodyPr/>
          <a:lstStyle/>
          <a:p>
            <a:fld id="{DBD8602F-37A1-4E71-A798-7337BD9D47E6}" type="slidenum">
              <a:rPr lang="en-GB" smtClean="0"/>
              <a:t>‹#›</a:t>
            </a:fld>
            <a:endParaRPr lang="en-GB"/>
          </a:p>
        </p:txBody>
      </p:sp>
    </p:spTree>
    <p:extLst>
      <p:ext uri="{BB962C8B-B14F-4D97-AF65-F5344CB8AC3E}">
        <p14:creationId xmlns:p14="http://schemas.microsoft.com/office/powerpoint/2010/main" val="3052251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27054-E91A-E328-884D-A4B515853849}"/>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66E9B592-FD34-2609-7066-2C499B5B57EF}"/>
              </a:ext>
            </a:extLst>
          </p:cNvPr>
          <p:cNvSpPr>
            <a:spLocks noGrp="1"/>
          </p:cNvSpPr>
          <p:nvPr>
            <p:ph type="dt" sz="half" idx="10"/>
          </p:nvPr>
        </p:nvSpPr>
        <p:spPr/>
        <p:txBody>
          <a:bodyPr/>
          <a:lstStyle/>
          <a:p>
            <a:fld id="{BF6C6EDA-4A4F-41D3-9E4F-6728BB26B924}" type="datetimeFigureOut">
              <a:rPr lang="en-GB" smtClean="0"/>
              <a:t>07/03/2024</a:t>
            </a:fld>
            <a:endParaRPr lang="en-GB"/>
          </a:p>
        </p:txBody>
      </p:sp>
      <p:sp>
        <p:nvSpPr>
          <p:cNvPr id="4" name="Footer Placeholder 3">
            <a:extLst>
              <a:ext uri="{FF2B5EF4-FFF2-40B4-BE49-F238E27FC236}">
                <a16:creationId xmlns:a16="http://schemas.microsoft.com/office/drawing/2014/main" id="{3661349D-A26E-60A8-7A46-481F01CF9D5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AC7885A-40EE-1672-A64D-D32C8ADEB858}"/>
              </a:ext>
            </a:extLst>
          </p:cNvPr>
          <p:cNvSpPr>
            <a:spLocks noGrp="1"/>
          </p:cNvSpPr>
          <p:nvPr>
            <p:ph type="sldNum" sz="quarter" idx="12"/>
          </p:nvPr>
        </p:nvSpPr>
        <p:spPr/>
        <p:txBody>
          <a:bodyPr/>
          <a:lstStyle/>
          <a:p>
            <a:fld id="{DBD8602F-37A1-4E71-A798-7337BD9D47E6}" type="slidenum">
              <a:rPr lang="en-GB" smtClean="0"/>
              <a:t>‹#›</a:t>
            </a:fld>
            <a:endParaRPr lang="en-GB"/>
          </a:p>
        </p:txBody>
      </p:sp>
    </p:spTree>
    <p:extLst>
      <p:ext uri="{BB962C8B-B14F-4D97-AF65-F5344CB8AC3E}">
        <p14:creationId xmlns:p14="http://schemas.microsoft.com/office/powerpoint/2010/main" val="2380573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BDEF23-B094-50BB-055F-D575B8FF175B}"/>
              </a:ext>
            </a:extLst>
          </p:cNvPr>
          <p:cNvSpPr>
            <a:spLocks noGrp="1"/>
          </p:cNvSpPr>
          <p:nvPr>
            <p:ph type="dt" sz="half" idx="10"/>
          </p:nvPr>
        </p:nvSpPr>
        <p:spPr/>
        <p:txBody>
          <a:bodyPr/>
          <a:lstStyle/>
          <a:p>
            <a:fld id="{BF6C6EDA-4A4F-41D3-9E4F-6728BB26B924}" type="datetimeFigureOut">
              <a:rPr lang="en-GB" smtClean="0"/>
              <a:t>07/03/2024</a:t>
            </a:fld>
            <a:endParaRPr lang="en-GB"/>
          </a:p>
        </p:txBody>
      </p:sp>
      <p:sp>
        <p:nvSpPr>
          <p:cNvPr id="3" name="Footer Placeholder 2">
            <a:extLst>
              <a:ext uri="{FF2B5EF4-FFF2-40B4-BE49-F238E27FC236}">
                <a16:creationId xmlns:a16="http://schemas.microsoft.com/office/drawing/2014/main" id="{2A07E3AC-1191-05EA-6E24-10B651EB25F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0B9FE83-D5BC-3777-7C94-183B674B316B}"/>
              </a:ext>
            </a:extLst>
          </p:cNvPr>
          <p:cNvSpPr>
            <a:spLocks noGrp="1"/>
          </p:cNvSpPr>
          <p:nvPr>
            <p:ph type="sldNum" sz="quarter" idx="12"/>
          </p:nvPr>
        </p:nvSpPr>
        <p:spPr/>
        <p:txBody>
          <a:bodyPr/>
          <a:lstStyle/>
          <a:p>
            <a:fld id="{DBD8602F-37A1-4E71-A798-7337BD9D47E6}" type="slidenum">
              <a:rPr lang="en-GB" smtClean="0"/>
              <a:t>‹#›</a:t>
            </a:fld>
            <a:endParaRPr lang="en-GB"/>
          </a:p>
        </p:txBody>
      </p:sp>
    </p:spTree>
    <p:extLst>
      <p:ext uri="{BB962C8B-B14F-4D97-AF65-F5344CB8AC3E}">
        <p14:creationId xmlns:p14="http://schemas.microsoft.com/office/powerpoint/2010/main" val="739989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4526F-B99B-33B5-D2CA-346B9098560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8FB39BD2-681A-59B7-447E-6FBF464CCA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14470B9-7B54-F679-1FCE-31105EDFF5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7176922-BA4A-B5A8-D31C-72DA61137769}"/>
              </a:ext>
            </a:extLst>
          </p:cNvPr>
          <p:cNvSpPr>
            <a:spLocks noGrp="1"/>
          </p:cNvSpPr>
          <p:nvPr>
            <p:ph type="dt" sz="half" idx="10"/>
          </p:nvPr>
        </p:nvSpPr>
        <p:spPr/>
        <p:txBody>
          <a:bodyPr/>
          <a:lstStyle/>
          <a:p>
            <a:fld id="{BF6C6EDA-4A4F-41D3-9E4F-6728BB26B924}" type="datetimeFigureOut">
              <a:rPr lang="en-GB" smtClean="0"/>
              <a:t>07/03/2024</a:t>
            </a:fld>
            <a:endParaRPr lang="en-GB"/>
          </a:p>
        </p:txBody>
      </p:sp>
      <p:sp>
        <p:nvSpPr>
          <p:cNvPr id="6" name="Footer Placeholder 5">
            <a:extLst>
              <a:ext uri="{FF2B5EF4-FFF2-40B4-BE49-F238E27FC236}">
                <a16:creationId xmlns:a16="http://schemas.microsoft.com/office/drawing/2014/main" id="{56E3647F-B6AF-6DA0-EAE8-F75FCF361CE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DD5FEB2-4CF6-3601-DE8F-2E029183349F}"/>
              </a:ext>
            </a:extLst>
          </p:cNvPr>
          <p:cNvSpPr>
            <a:spLocks noGrp="1"/>
          </p:cNvSpPr>
          <p:nvPr>
            <p:ph type="sldNum" sz="quarter" idx="12"/>
          </p:nvPr>
        </p:nvSpPr>
        <p:spPr/>
        <p:txBody>
          <a:bodyPr/>
          <a:lstStyle/>
          <a:p>
            <a:fld id="{DBD8602F-37A1-4E71-A798-7337BD9D47E6}" type="slidenum">
              <a:rPr lang="en-GB" smtClean="0"/>
              <a:t>‹#›</a:t>
            </a:fld>
            <a:endParaRPr lang="en-GB"/>
          </a:p>
        </p:txBody>
      </p:sp>
    </p:spTree>
    <p:extLst>
      <p:ext uri="{BB962C8B-B14F-4D97-AF65-F5344CB8AC3E}">
        <p14:creationId xmlns:p14="http://schemas.microsoft.com/office/powerpoint/2010/main" val="3701160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62905-97E6-CFD8-230E-4C2C52FB59A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F037B749-1E6B-5204-B6F7-11BA32BC66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74B8EC8-82F9-09EE-560E-2A2F697FFA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C7A4B3A-5435-DB44-0F7C-D6C270F792E1}"/>
              </a:ext>
            </a:extLst>
          </p:cNvPr>
          <p:cNvSpPr>
            <a:spLocks noGrp="1"/>
          </p:cNvSpPr>
          <p:nvPr>
            <p:ph type="dt" sz="half" idx="10"/>
          </p:nvPr>
        </p:nvSpPr>
        <p:spPr/>
        <p:txBody>
          <a:bodyPr/>
          <a:lstStyle/>
          <a:p>
            <a:fld id="{BF6C6EDA-4A4F-41D3-9E4F-6728BB26B924}" type="datetimeFigureOut">
              <a:rPr lang="en-GB" smtClean="0"/>
              <a:t>07/03/2024</a:t>
            </a:fld>
            <a:endParaRPr lang="en-GB"/>
          </a:p>
        </p:txBody>
      </p:sp>
      <p:sp>
        <p:nvSpPr>
          <p:cNvPr id="6" name="Footer Placeholder 5">
            <a:extLst>
              <a:ext uri="{FF2B5EF4-FFF2-40B4-BE49-F238E27FC236}">
                <a16:creationId xmlns:a16="http://schemas.microsoft.com/office/drawing/2014/main" id="{4C458AC3-BF25-6241-976E-23CF77FC1DF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21A147C-14A0-BC6C-D51E-FB9CDE65832C}"/>
              </a:ext>
            </a:extLst>
          </p:cNvPr>
          <p:cNvSpPr>
            <a:spLocks noGrp="1"/>
          </p:cNvSpPr>
          <p:nvPr>
            <p:ph type="sldNum" sz="quarter" idx="12"/>
          </p:nvPr>
        </p:nvSpPr>
        <p:spPr/>
        <p:txBody>
          <a:bodyPr/>
          <a:lstStyle/>
          <a:p>
            <a:fld id="{DBD8602F-37A1-4E71-A798-7337BD9D47E6}" type="slidenum">
              <a:rPr lang="en-GB" smtClean="0"/>
              <a:t>‹#›</a:t>
            </a:fld>
            <a:endParaRPr lang="en-GB"/>
          </a:p>
        </p:txBody>
      </p:sp>
    </p:spTree>
    <p:extLst>
      <p:ext uri="{BB962C8B-B14F-4D97-AF65-F5344CB8AC3E}">
        <p14:creationId xmlns:p14="http://schemas.microsoft.com/office/powerpoint/2010/main" val="3389200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848A0-0097-3529-B2AC-C14E1132F7C5}"/>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9AADF2C3-2946-D891-7A6B-4B85FE1A62A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4AD6670-4162-8AB4-CD52-7F6E4E453119}"/>
              </a:ext>
            </a:extLst>
          </p:cNvPr>
          <p:cNvSpPr>
            <a:spLocks noGrp="1"/>
          </p:cNvSpPr>
          <p:nvPr>
            <p:ph type="dt" sz="half" idx="10"/>
          </p:nvPr>
        </p:nvSpPr>
        <p:spPr/>
        <p:txBody>
          <a:bodyPr/>
          <a:lstStyle/>
          <a:p>
            <a:fld id="{BF6C6EDA-4A4F-41D3-9E4F-6728BB26B924}" type="datetimeFigureOut">
              <a:rPr lang="en-GB" smtClean="0"/>
              <a:t>07/03/2024</a:t>
            </a:fld>
            <a:endParaRPr lang="en-GB"/>
          </a:p>
        </p:txBody>
      </p:sp>
      <p:sp>
        <p:nvSpPr>
          <p:cNvPr id="5" name="Footer Placeholder 4">
            <a:extLst>
              <a:ext uri="{FF2B5EF4-FFF2-40B4-BE49-F238E27FC236}">
                <a16:creationId xmlns:a16="http://schemas.microsoft.com/office/drawing/2014/main" id="{5E6C0DA7-E39E-F912-2A7C-F457E7A8515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7F5CE4-657E-9277-080E-A841B64E2444}"/>
              </a:ext>
            </a:extLst>
          </p:cNvPr>
          <p:cNvSpPr>
            <a:spLocks noGrp="1"/>
          </p:cNvSpPr>
          <p:nvPr>
            <p:ph type="sldNum" sz="quarter" idx="12"/>
          </p:nvPr>
        </p:nvSpPr>
        <p:spPr/>
        <p:txBody>
          <a:bodyPr/>
          <a:lstStyle/>
          <a:p>
            <a:fld id="{DBD8602F-37A1-4E71-A798-7337BD9D47E6}" type="slidenum">
              <a:rPr lang="en-GB" smtClean="0"/>
              <a:t>‹#›</a:t>
            </a:fld>
            <a:endParaRPr lang="en-GB"/>
          </a:p>
        </p:txBody>
      </p:sp>
    </p:spTree>
    <p:extLst>
      <p:ext uri="{BB962C8B-B14F-4D97-AF65-F5344CB8AC3E}">
        <p14:creationId xmlns:p14="http://schemas.microsoft.com/office/powerpoint/2010/main" val="2157790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032921-4BE2-8CCD-2330-1596CA611F94}"/>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0AC49E85-B947-3097-C176-6D221E93C58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7FD34419-242D-B3E3-3E79-140A7A166E78}"/>
              </a:ext>
            </a:extLst>
          </p:cNvPr>
          <p:cNvSpPr>
            <a:spLocks noGrp="1"/>
          </p:cNvSpPr>
          <p:nvPr>
            <p:ph type="dt" sz="half" idx="10"/>
          </p:nvPr>
        </p:nvSpPr>
        <p:spPr/>
        <p:txBody>
          <a:bodyPr/>
          <a:lstStyle/>
          <a:p>
            <a:fld id="{BF6C6EDA-4A4F-41D3-9E4F-6728BB26B924}" type="datetimeFigureOut">
              <a:rPr lang="en-GB" smtClean="0"/>
              <a:t>07/03/2024</a:t>
            </a:fld>
            <a:endParaRPr lang="en-GB"/>
          </a:p>
        </p:txBody>
      </p:sp>
      <p:sp>
        <p:nvSpPr>
          <p:cNvPr id="5" name="Footer Placeholder 4">
            <a:extLst>
              <a:ext uri="{FF2B5EF4-FFF2-40B4-BE49-F238E27FC236}">
                <a16:creationId xmlns:a16="http://schemas.microsoft.com/office/drawing/2014/main" id="{D5BE331B-F9FF-EA51-0C8E-5B3F5285034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ED7BFBA-8E94-71AE-271A-8FF22E0F5FFE}"/>
              </a:ext>
            </a:extLst>
          </p:cNvPr>
          <p:cNvSpPr>
            <a:spLocks noGrp="1"/>
          </p:cNvSpPr>
          <p:nvPr>
            <p:ph type="sldNum" sz="quarter" idx="12"/>
          </p:nvPr>
        </p:nvSpPr>
        <p:spPr/>
        <p:txBody>
          <a:bodyPr/>
          <a:lstStyle/>
          <a:p>
            <a:fld id="{DBD8602F-37A1-4E71-A798-7337BD9D47E6}" type="slidenum">
              <a:rPr lang="en-GB" smtClean="0"/>
              <a:t>‹#›</a:t>
            </a:fld>
            <a:endParaRPr lang="en-GB"/>
          </a:p>
        </p:txBody>
      </p:sp>
    </p:spTree>
    <p:extLst>
      <p:ext uri="{BB962C8B-B14F-4D97-AF65-F5344CB8AC3E}">
        <p14:creationId xmlns:p14="http://schemas.microsoft.com/office/powerpoint/2010/main" val="5924203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Benutzerdefiniertes Layout">
    <p:spTree>
      <p:nvGrpSpPr>
        <p:cNvPr id="1" name=""/>
        <p:cNvGrpSpPr/>
        <p:nvPr/>
      </p:nvGrpSpPr>
      <p:grpSpPr>
        <a:xfrm>
          <a:off x="0" y="0"/>
          <a:ext cx="0" cy="0"/>
          <a:chOff x="0" y="0"/>
          <a:chExt cx="0" cy="0"/>
        </a:xfrm>
      </p:grpSpPr>
      <p:sp>
        <p:nvSpPr>
          <p:cNvPr id="4" name="Google Shape;43;p10"/>
          <p:cNvSpPr txBox="1">
            <a:spLocks noGrp="1"/>
          </p:cNvSpPr>
          <p:nvPr>
            <p:ph type="title"/>
          </p:nvPr>
        </p:nvSpPr>
        <p:spPr>
          <a:xfrm>
            <a:off x="855859" y="698900"/>
            <a:ext cx="7805540" cy="12668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3467"/>
            </a:lvl1pPr>
            <a:lvl2pPr lvl="1" rtl="0">
              <a:spcBef>
                <a:spcPts val="0"/>
              </a:spcBef>
              <a:spcAft>
                <a:spcPts val="0"/>
              </a:spcAft>
              <a:buSzPts val="2600"/>
              <a:buNone/>
              <a:defRPr sz="3467"/>
            </a:lvl2pPr>
            <a:lvl3pPr lvl="2" rtl="0">
              <a:spcBef>
                <a:spcPts val="0"/>
              </a:spcBef>
              <a:spcAft>
                <a:spcPts val="0"/>
              </a:spcAft>
              <a:buSzPts val="2600"/>
              <a:buNone/>
              <a:defRPr sz="3467"/>
            </a:lvl3pPr>
            <a:lvl4pPr lvl="3" rtl="0">
              <a:spcBef>
                <a:spcPts val="0"/>
              </a:spcBef>
              <a:spcAft>
                <a:spcPts val="0"/>
              </a:spcAft>
              <a:buSzPts val="2600"/>
              <a:buNone/>
              <a:defRPr sz="3467"/>
            </a:lvl4pPr>
            <a:lvl5pPr lvl="4" rtl="0">
              <a:spcBef>
                <a:spcPts val="0"/>
              </a:spcBef>
              <a:spcAft>
                <a:spcPts val="0"/>
              </a:spcAft>
              <a:buSzPts val="2600"/>
              <a:buNone/>
              <a:defRPr sz="3467"/>
            </a:lvl5pPr>
            <a:lvl6pPr lvl="5" rtl="0">
              <a:spcBef>
                <a:spcPts val="0"/>
              </a:spcBef>
              <a:spcAft>
                <a:spcPts val="0"/>
              </a:spcAft>
              <a:buSzPts val="2600"/>
              <a:buNone/>
              <a:defRPr sz="3467"/>
            </a:lvl6pPr>
            <a:lvl7pPr lvl="6" rtl="0">
              <a:spcBef>
                <a:spcPts val="0"/>
              </a:spcBef>
              <a:spcAft>
                <a:spcPts val="0"/>
              </a:spcAft>
              <a:buSzPts val="2600"/>
              <a:buNone/>
              <a:defRPr sz="3467"/>
            </a:lvl7pPr>
            <a:lvl8pPr lvl="7" rtl="0">
              <a:spcBef>
                <a:spcPts val="0"/>
              </a:spcBef>
              <a:spcAft>
                <a:spcPts val="0"/>
              </a:spcAft>
              <a:buSzPts val="2600"/>
              <a:buNone/>
              <a:defRPr sz="3467"/>
            </a:lvl8pPr>
            <a:lvl9pPr lvl="8" rtl="0">
              <a:spcBef>
                <a:spcPts val="0"/>
              </a:spcBef>
              <a:spcAft>
                <a:spcPts val="0"/>
              </a:spcAft>
              <a:buSzPts val="2600"/>
              <a:buNone/>
              <a:defRPr sz="3467"/>
            </a:lvl9pPr>
          </a:lstStyle>
          <a:p>
            <a:endParaRPr dirty="0"/>
          </a:p>
        </p:txBody>
      </p:sp>
    </p:spTree>
    <p:extLst>
      <p:ext uri="{BB962C8B-B14F-4D97-AF65-F5344CB8AC3E}">
        <p14:creationId xmlns:p14="http://schemas.microsoft.com/office/powerpoint/2010/main" val="11985501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_Benutzerdefiniertes Layout">
    <p:spTree>
      <p:nvGrpSpPr>
        <p:cNvPr id="1" name=""/>
        <p:cNvGrpSpPr/>
        <p:nvPr/>
      </p:nvGrpSpPr>
      <p:grpSpPr>
        <a:xfrm>
          <a:off x="0" y="0"/>
          <a:ext cx="0" cy="0"/>
          <a:chOff x="0" y="0"/>
          <a:chExt cx="0" cy="0"/>
        </a:xfrm>
      </p:grpSpPr>
      <p:sp>
        <p:nvSpPr>
          <p:cNvPr id="5" name="Google Shape;43;p10"/>
          <p:cNvSpPr txBox="1">
            <a:spLocks noGrp="1"/>
          </p:cNvSpPr>
          <p:nvPr>
            <p:ph type="title"/>
          </p:nvPr>
        </p:nvSpPr>
        <p:spPr>
          <a:xfrm>
            <a:off x="1343026" y="698900"/>
            <a:ext cx="7318373" cy="12668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3467"/>
            </a:lvl1pPr>
            <a:lvl2pPr lvl="1" rtl="0">
              <a:spcBef>
                <a:spcPts val="0"/>
              </a:spcBef>
              <a:spcAft>
                <a:spcPts val="0"/>
              </a:spcAft>
              <a:buSzPts val="2600"/>
              <a:buNone/>
              <a:defRPr sz="3467"/>
            </a:lvl2pPr>
            <a:lvl3pPr lvl="2" rtl="0">
              <a:spcBef>
                <a:spcPts val="0"/>
              </a:spcBef>
              <a:spcAft>
                <a:spcPts val="0"/>
              </a:spcAft>
              <a:buSzPts val="2600"/>
              <a:buNone/>
              <a:defRPr sz="3467"/>
            </a:lvl3pPr>
            <a:lvl4pPr lvl="3" rtl="0">
              <a:spcBef>
                <a:spcPts val="0"/>
              </a:spcBef>
              <a:spcAft>
                <a:spcPts val="0"/>
              </a:spcAft>
              <a:buSzPts val="2600"/>
              <a:buNone/>
              <a:defRPr sz="3467"/>
            </a:lvl4pPr>
            <a:lvl5pPr lvl="4" rtl="0">
              <a:spcBef>
                <a:spcPts val="0"/>
              </a:spcBef>
              <a:spcAft>
                <a:spcPts val="0"/>
              </a:spcAft>
              <a:buSzPts val="2600"/>
              <a:buNone/>
              <a:defRPr sz="3467"/>
            </a:lvl5pPr>
            <a:lvl6pPr lvl="5" rtl="0">
              <a:spcBef>
                <a:spcPts val="0"/>
              </a:spcBef>
              <a:spcAft>
                <a:spcPts val="0"/>
              </a:spcAft>
              <a:buSzPts val="2600"/>
              <a:buNone/>
              <a:defRPr sz="3467"/>
            </a:lvl6pPr>
            <a:lvl7pPr lvl="6" rtl="0">
              <a:spcBef>
                <a:spcPts val="0"/>
              </a:spcBef>
              <a:spcAft>
                <a:spcPts val="0"/>
              </a:spcAft>
              <a:buSzPts val="2600"/>
              <a:buNone/>
              <a:defRPr sz="3467"/>
            </a:lvl7pPr>
            <a:lvl8pPr lvl="7" rtl="0">
              <a:spcBef>
                <a:spcPts val="0"/>
              </a:spcBef>
              <a:spcAft>
                <a:spcPts val="0"/>
              </a:spcAft>
              <a:buSzPts val="2600"/>
              <a:buNone/>
              <a:defRPr sz="3467"/>
            </a:lvl8pPr>
            <a:lvl9pPr lvl="8" rtl="0">
              <a:spcBef>
                <a:spcPts val="0"/>
              </a:spcBef>
              <a:spcAft>
                <a:spcPts val="0"/>
              </a:spcAft>
              <a:buSzPts val="2600"/>
              <a:buNone/>
              <a:defRPr sz="3467"/>
            </a:lvl9pPr>
          </a:lstStyle>
          <a:p>
            <a:endParaRPr dirty="0"/>
          </a:p>
        </p:txBody>
      </p:sp>
      <p:grpSp>
        <p:nvGrpSpPr>
          <p:cNvPr id="7" name="Gruppieren 6"/>
          <p:cNvGrpSpPr/>
          <p:nvPr userDrawn="1"/>
        </p:nvGrpSpPr>
        <p:grpSpPr>
          <a:xfrm>
            <a:off x="126999" y="195241"/>
            <a:ext cx="972127" cy="802009"/>
            <a:chOff x="2000250" y="0"/>
            <a:chExt cx="5143500" cy="4481945"/>
          </a:xfrm>
        </p:grpSpPr>
        <p:pic>
          <p:nvPicPr>
            <p:cNvPr id="2" name="Grafik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2000250" y="0"/>
              <a:ext cx="5143500" cy="4481945"/>
            </a:xfrm>
            <a:prstGeom prst="rect">
              <a:avLst/>
            </a:prstGeom>
          </p:spPr>
        </p:pic>
        <p:sp>
          <p:nvSpPr>
            <p:cNvPr id="6" name="Rechteck 5"/>
            <p:cNvSpPr/>
            <p:nvPr userDrawn="1"/>
          </p:nvSpPr>
          <p:spPr>
            <a:xfrm>
              <a:off x="3553688" y="990599"/>
              <a:ext cx="2078183" cy="26254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p>
          </p:txBody>
        </p:sp>
      </p:grpSp>
    </p:spTree>
    <p:extLst>
      <p:ext uri="{BB962C8B-B14F-4D97-AF65-F5344CB8AC3E}">
        <p14:creationId xmlns:p14="http://schemas.microsoft.com/office/powerpoint/2010/main" val="10656878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Benutzerdefiniertes Layout">
    <p:spTree>
      <p:nvGrpSpPr>
        <p:cNvPr id="1" name=""/>
        <p:cNvGrpSpPr/>
        <p:nvPr/>
      </p:nvGrpSpPr>
      <p:grpSpPr>
        <a:xfrm>
          <a:off x="0" y="0"/>
          <a:ext cx="0" cy="0"/>
          <a:chOff x="0" y="0"/>
          <a:chExt cx="0" cy="0"/>
        </a:xfrm>
      </p:grpSpPr>
      <p:sp>
        <p:nvSpPr>
          <p:cNvPr id="4" name="Google Shape;43;p10"/>
          <p:cNvSpPr txBox="1">
            <a:spLocks noGrp="1"/>
          </p:cNvSpPr>
          <p:nvPr>
            <p:ph type="title"/>
          </p:nvPr>
        </p:nvSpPr>
        <p:spPr>
          <a:xfrm>
            <a:off x="855859" y="698900"/>
            <a:ext cx="7805540" cy="12668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3467"/>
            </a:lvl1pPr>
            <a:lvl2pPr lvl="1" rtl="0">
              <a:spcBef>
                <a:spcPts val="0"/>
              </a:spcBef>
              <a:spcAft>
                <a:spcPts val="0"/>
              </a:spcAft>
              <a:buSzPts val="2600"/>
              <a:buNone/>
              <a:defRPr sz="3467"/>
            </a:lvl2pPr>
            <a:lvl3pPr lvl="2" rtl="0">
              <a:spcBef>
                <a:spcPts val="0"/>
              </a:spcBef>
              <a:spcAft>
                <a:spcPts val="0"/>
              </a:spcAft>
              <a:buSzPts val="2600"/>
              <a:buNone/>
              <a:defRPr sz="3467"/>
            </a:lvl3pPr>
            <a:lvl4pPr lvl="3" rtl="0">
              <a:spcBef>
                <a:spcPts val="0"/>
              </a:spcBef>
              <a:spcAft>
                <a:spcPts val="0"/>
              </a:spcAft>
              <a:buSzPts val="2600"/>
              <a:buNone/>
              <a:defRPr sz="3467"/>
            </a:lvl4pPr>
            <a:lvl5pPr lvl="4" rtl="0">
              <a:spcBef>
                <a:spcPts val="0"/>
              </a:spcBef>
              <a:spcAft>
                <a:spcPts val="0"/>
              </a:spcAft>
              <a:buSzPts val="2600"/>
              <a:buNone/>
              <a:defRPr sz="3467"/>
            </a:lvl5pPr>
            <a:lvl6pPr lvl="5" rtl="0">
              <a:spcBef>
                <a:spcPts val="0"/>
              </a:spcBef>
              <a:spcAft>
                <a:spcPts val="0"/>
              </a:spcAft>
              <a:buSzPts val="2600"/>
              <a:buNone/>
              <a:defRPr sz="3467"/>
            </a:lvl6pPr>
            <a:lvl7pPr lvl="6" rtl="0">
              <a:spcBef>
                <a:spcPts val="0"/>
              </a:spcBef>
              <a:spcAft>
                <a:spcPts val="0"/>
              </a:spcAft>
              <a:buSzPts val="2600"/>
              <a:buNone/>
              <a:defRPr sz="3467"/>
            </a:lvl7pPr>
            <a:lvl8pPr lvl="7" rtl="0">
              <a:spcBef>
                <a:spcPts val="0"/>
              </a:spcBef>
              <a:spcAft>
                <a:spcPts val="0"/>
              </a:spcAft>
              <a:buSzPts val="2600"/>
              <a:buNone/>
              <a:defRPr sz="3467"/>
            </a:lvl8pPr>
            <a:lvl9pPr lvl="8" rtl="0">
              <a:spcBef>
                <a:spcPts val="0"/>
              </a:spcBef>
              <a:spcAft>
                <a:spcPts val="0"/>
              </a:spcAft>
              <a:buSzPts val="2600"/>
              <a:buNone/>
              <a:defRPr sz="3467"/>
            </a:lvl9pPr>
          </a:lstStyle>
          <a:p>
            <a:endParaRPr dirty="0"/>
          </a:p>
        </p:txBody>
      </p:sp>
    </p:spTree>
    <p:extLst>
      <p:ext uri="{BB962C8B-B14F-4D97-AF65-F5344CB8AC3E}">
        <p14:creationId xmlns:p14="http://schemas.microsoft.com/office/powerpoint/2010/main" val="934483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9B98E0-4D9F-A09F-0B94-6F41C304C2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5527700E-054F-2EFF-627A-E55EFFB49B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B7E0F0D-6975-831A-F43B-9E25071D3C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F6C6EDA-4A4F-41D3-9E4F-6728BB26B924}" type="datetimeFigureOut">
              <a:rPr lang="en-GB" smtClean="0"/>
              <a:t>07/03/2024</a:t>
            </a:fld>
            <a:endParaRPr lang="en-GB"/>
          </a:p>
        </p:txBody>
      </p:sp>
      <p:sp>
        <p:nvSpPr>
          <p:cNvPr id="5" name="Footer Placeholder 4">
            <a:extLst>
              <a:ext uri="{FF2B5EF4-FFF2-40B4-BE49-F238E27FC236}">
                <a16:creationId xmlns:a16="http://schemas.microsoft.com/office/drawing/2014/main" id="{4B4DCDC8-D10A-C398-5361-300FF71176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1FA594D-8C93-4BCF-536D-531A5DCDCB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BD8602F-37A1-4E71-A798-7337BD9D47E6}" type="slidenum">
              <a:rPr lang="en-GB" smtClean="0"/>
              <a:t>‹#›</a:t>
            </a:fld>
            <a:endParaRPr lang="en-GB"/>
          </a:p>
        </p:txBody>
      </p:sp>
    </p:spTree>
    <p:extLst>
      <p:ext uri="{BB962C8B-B14F-4D97-AF65-F5344CB8AC3E}">
        <p14:creationId xmlns:p14="http://schemas.microsoft.com/office/powerpoint/2010/main" val="22964224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jpe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microsoft.com/office/2007/relationships/hdphoto" Target="../media/hdphoto1.wdp"/><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4.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jpe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microsoft.com/office/2007/relationships/hdphoto" Target="../media/hdphoto1.wdp"/><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sv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5.png"/><Relationship Id="rId7"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pPr eaLnBrk="1" hangingPunct="1"/>
            <a:r>
              <a:rPr lang="en-US" altLang="de-DE" dirty="0"/>
              <a:t>Process of Opportunity Identification</a:t>
            </a:r>
          </a:p>
        </p:txBody>
      </p:sp>
      <p:sp>
        <p:nvSpPr>
          <p:cNvPr id="3" name="Foliennummernplatzhalter 2"/>
          <p:cNvSpPr>
            <a:spLocks noGrp="1"/>
          </p:cNvSpPr>
          <p:nvPr>
            <p:ph type="sldNum" sz="quarter" idx="10"/>
          </p:nvPr>
        </p:nvSpPr>
        <p:spPr/>
        <p:txBody>
          <a:bodyPr/>
          <a:lstStyle/>
          <a:p>
            <a:pPr>
              <a:defRPr/>
            </a:pPr>
            <a:fld id="{B8B8376E-7F0E-4E8B-89BF-38FA73E7CC53}" type="slidenum">
              <a:rPr lang="de-DE" smtClean="0"/>
              <a:pPr>
                <a:defRPr/>
              </a:pPr>
              <a:t>1</a:t>
            </a:fld>
            <a:endParaRPr lang="de-DE" dirty="0"/>
          </a:p>
        </p:txBody>
      </p:sp>
      <p:sp>
        <p:nvSpPr>
          <p:cNvPr id="13315" name="Rechteck 1"/>
          <p:cNvSpPr>
            <a:spLocks noChangeArrowheads="1"/>
          </p:cNvSpPr>
          <p:nvPr/>
        </p:nvSpPr>
        <p:spPr bwMode="auto">
          <a:xfrm>
            <a:off x="2994036" y="1725305"/>
            <a:ext cx="2674937" cy="1949451"/>
          </a:xfrm>
          <a:prstGeom prst="rect">
            <a:avLst/>
          </a:prstGeom>
          <a:noFill/>
          <a:ln w="38100" algn="ctr">
            <a:solidFill>
              <a:schemeClr val="bg1">
                <a:lumMod val="50000"/>
              </a:schemeClr>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defRPr/>
            </a:pPr>
            <a:endParaRPr lang="en-US" sz="1800" b="1" dirty="0">
              <a:ln>
                <a:solidFill>
                  <a:srgbClr val="FF3300"/>
                </a:solidFill>
              </a:ln>
              <a:solidFill>
                <a:srgbClr val="FF0000"/>
              </a:solidFill>
            </a:endParaRPr>
          </a:p>
        </p:txBody>
      </p:sp>
      <p:sp>
        <p:nvSpPr>
          <p:cNvPr id="13321" name="Rechteck 9"/>
          <p:cNvSpPr>
            <a:spLocks noChangeArrowheads="1"/>
          </p:cNvSpPr>
          <p:nvPr/>
        </p:nvSpPr>
        <p:spPr bwMode="auto">
          <a:xfrm>
            <a:off x="4505655" y="5975220"/>
            <a:ext cx="854075" cy="330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r>
              <a:rPr lang="en-US" dirty="0">
                <a:solidFill>
                  <a:schemeClr val="bg1">
                    <a:lumMod val="50000"/>
                  </a:schemeClr>
                </a:solidFill>
              </a:rPr>
              <a:t>social</a:t>
            </a:r>
          </a:p>
        </p:txBody>
      </p:sp>
      <p:sp>
        <p:nvSpPr>
          <p:cNvPr id="13322" name="Rechteck 10"/>
          <p:cNvSpPr>
            <a:spLocks noChangeArrowheads="1"/>
          </p:cNvSpPr>
          <p:nvPr/>
        </p:nvSpPr>
        <p:spPr bwMode="auto">
          <a:xfrm>
            <a:off x="226905" y="4800343"/>
            <a:ext cx="2089151" cy="3286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r>
              <a:rPr lang="en-US" dirty="0">
                <a:solidFill>
                  <a:schemeClr val="bg1">
                    <a:lumMod val="50000"/>
                  </a:schemeClr>
                </a:solidFill>
              </a:rPr>
              <a:t>skills and knowledge</a:t>
            </a:r>
          </a:p>
        </p:txBody>
      </p:sp>
      <p:sp>
        <p:nvSpPr>
          <p:cNvPr id="13332" name="Rechteck 64"/>
          <p:cNvSpPr>
            <a:spLocks noChangeArrowheads="1"/>
          </p:cNvSpPr>
          <p:nvPr/>
        </p:nvSpPr>
        <p:spPr bwMode="auto">
          <a:xfrm>
            <a:off x="3247989" y="5966957"/>
            <a:ext cx="1073151" cy="3286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r>
              <a:rPr lang="en-US" dirty="0">
                <a:solidFill>
                  <a:schemeClr val="bg1">
                    <a:lumMod val="50000"/>
                  </a:schemeClr>
                </a:solidFill>
              </a:rPr>
              <a:t>financial</a:t>
            </a:r>
          </a:p>
        </p:txBody>
      </p:sp>
      <p:sp>
        <p:nvSpPr>
          <p:cNvPr id="13333" name="Rechteck 65"/>
          <p:cNvSpPr>
            <a:spLocks noChangeArrowheads="1"/>
          </p:cNvSpPr>
          <p:nvPr/>
        </p:nvSpPr>
        <p:spPr bwMode="auto">
          <a:xfrm>
            <a:off x="3025893" y="1308167"/>
            <a:ext cx="1218159" cy="260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defRPr/>
            </a:pPr>
            <a:r>
              <a:rPr lang="en-US" dirty="0">
                <a:solidFill>
                  <a:schemeClr val="bg1">
                    <a:lumMod val="50000"/>
                  </a:schemeClr>
                </a:solidFill>
              </a:rPr>
              <a:t>problems</a:t>
            </a:r>
          </a:p>
        </p:txBody>
      </p:sp>
      <p:sp>
        <p:nvSpPr>
          <p:cNvPr id="13334" name="Rechteck 66"/>
          <p:cNvSpPr>
            <a:spLocks noChangeArrowheads="1"/>
          </p:cNvSpPr>
          <p:nvPr/>
        </p:nvSpPr>
        <p:spPr bwMode="auto">
          <a:xfrm>
            <a:off x="9606937" y="978248"/>
            <a:ext cx="1647031" cy="3286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defRPr/>
            </a:pPr>
            <a:r>
              <a:rPr lang="en-US" dirty="0">
                <a:solidFill>
                  <a:schemeClr val="bg1">
                    <a:lumMod val="50000"/>
                  </a:schemeClr>
                </a:solidFill>
              </a:rPr>
              <a:t>own / others</a:t>
            </a:r>
          </a:p>
        </p:txBody>
      </p:sp>
      <p:sp>
        <p:nvSpPr>
          <p:cNvPr id="13335" name="Rechteck 67"/>
          <p:cNvSpPr>
            <a:spLocks noChangeArrowheads="1"/>
          </p:cNvSpPr>
          <p:nvPr/>
        </p:nvSpPr>
        <p:spPr bwMode="auto">
          <a:xfrm>
            <a:off x="4696406" y="1308376"/>
            <a:ext cx="1073151" cy="330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defRPr/>
            </a:pPr>
            <a:r>
              <a:rPr lang="en-US" dirty="0">
                <a:solidFill>
                  <a:schemeClr val="bg1">
                    <a:lumMod val="50000"/>
                  </a:schemeClr>
                </a:solidFill>
              </a:rPr>
              <a:t>needs</a:t>
            </a:r>
          </a:p>
        </p:txBody>
      </p:sp>
      <p:sp>
        <p:nvSpPr>
          <p:cNvPr id="13336" name="Rechteck 64"/>
          <p:cNvSpPr>
            <a:spLocks noChangeArrowheads="1"/>
          </p:cNvSpPr>
          <p:nvPr/>
        </p:nvSpPr>
        <p:spPr bwMode="auto">
          <a:xfrm>
            <a:off x="1576711" y="5188128"/>
            <a:ext cx="1073151" cy="3286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r>
              <a:rPr lang="en-US" dirty="0">
                <a:solidFill>
                  <a:schemeClr val="bg1">
                    <a:lumMod val="50000"/>
                  </a:schemeClr>
                </a:solidFill>
              </a:rPr>
              <a:t>creativity</a:t>
            </a:r>
          </a:p>
        </p:txBody>
      </p:sp>
      <p:sp>
        <p:nvSpPr>
          <p:cNvPr id="39" name="Rechteck 1"/>
          <p:cNvSpPr>
            <a:spLocks noChangeArrowheads="1"/>
          </p:cNvSpPr>
          <p:nvPr/>
        </p:nvSpPr>
        <p:spPr bwMode="auto">
          <a:xfrm>
            <a:off x="2983669" y="3868253"/>
            <a:ext cx="2674939" cy="1949451"/>
          </a:xfrm>
          <a:prstGeom prst="rect">
            <a:avLst/>
          </a:prstGeom>
          <a:pattFill prst="pct90">
            <a:fgClr>
              <a:schemeClr val="accent3">
                <a:lumMod val="60000"/>
                <a:lumOff val="40000"/>
              </a:schemeClr>
            </a:fgClr>
            <a:bgClr>
              <a:schemeClr val="bg1"/>
            </a:bgClr>
          </a:pattFill>
          <a:ln w="38100" algn="ctr">
            <a:solidFill>
              <a:srgbClr val="FF0000"/>
            </a:solidFill>
            <a:round/>
            <a:headEnd/>
            <a:tailEnd/>
          </a:ln>
          <a:effectLst/>
        </p:spPr>
        <p:txBody>
          <a:bodyPr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sz="1800" b="1" dirty="0"/>
          </a:p>
        </p:txBody>
      </p:sp>
      <p:sp>
        <p:nvSpPr>
          <p:cNvPr id="14" name="Textfeld 13"/>
          <p:cNvSpPr txBox="1">
            <a:spLocks noChangeArrowheads="1"/>
          </p:cNvSpPr>
          <p:nvPr/>
        </p:nvSpPr>
        <p:spPr bwMode="auto">
          <a:xfrm>
            <a:off x="3711237" y="1862631"/>
            <a:ext cx="14398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r>
              <a:rPr lang="de-DE" sz="1800" b="1" dirty="0"/>
              <a:t>MARKET</a:t>
            </a:r>
          </a:p>
        </p:txBody>
      </p:sp>
      <p:sp>
        <p:nvSpPr>
          <p:cNvPr id="41" name="Textfeld 40"/>
          <p:cNvSpPr txBox="1">
            <a:spLocks noChangeArrowheads="1"/>
          </p:cNvSpPr>
          <p:nvPr/>
        </p:nvSpPr>
        <p:spPr bwMode="auto">
          <a:xfrm>
            <a:off x="3539787" y="3907638"/>
            <a:ext cx="17827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de-DE" sz="1800" b="1" dirty="0">
                <a:solidFill>
                  <a:srgbClr val="FF0000"/>
                </a:solidFill>
              </a:rPr>
              <a:t>RESOURCES</a:t>
            </a:r>
          </a:p>
        </p:txBody>
      </p:sp>
      <p:sp>
        <p:nvSpPr>
          <p:cNvPr id="42" name="Rechteck 1"/>
          <p:cNvSpPr>
            <a:spLocks noChangeArrowheads="1"/>
          </p:cNvSpPr>
          <p:nvPr/>
        </p:nvSpPr>
        <p:spPr bwMode="auto">
          <a:xfrm>
            <a:off x="6136017" y="2964273"/>
            <a:ext cx="2674937" cy="1949451"/>
          </a:xfrm>
          <a:prstGeom prst="rect">
            <a:avLst/>
          </a:prstGeom>
          <a:noFill/>
          <a:ln w="38100" algn="ctr">
            <a:solidFill>
              <a:schemeClr val="bg1">
                <a:lumMod val="50000"/>
              </a:schemeClr>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defRPr/>
            </a:pPr>
            <a:endParaRPr lang="en-US" sz="1800" b="1" dirty="0"/>
          </a:p>
        </p:txBody>
      </p:sp>
      <p:sp>
        <p:nvSpPr>
          <p:cNvPr id="44" name="Textfeld 43"/>
          <p:cNvSpPr txBox="1">
            <a:spLocks noChangeArrowheads="1"/>
          </p:cNvSpPr>
          <p:nvPr/>
        </p:nvSpPr>
        <p:spPr bwMode="auto">
          <a:xfrm>
            <a:off x="6497891" y="3106679"/>
            <a:ext cx="2519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de-DE" sz="1800" b="1" dirty="0"/>
              <a:t>BUSINESS IDEA</a:t>
            </a:r>
          </a:p>
        </p:txBody>
      </p:sp>
      <p:sp>
        <p:nvSpPr>
          <p:cNvPr id="47" name="Rechteck 1"/>
          <p:cNvSpPr>
            <a:spLocks noChangeArrowheads="1"/>
          </p:cNvSpPr>
          <p:nvPr/>
        </p:nvSpPr>
        <p:spPr bwMode="auto">
          <a:xfrm>
            <a:off x="9305926" y="1381445"/>
            <a:ext cx="2676525" cy="2047555"/>
          </a:xfrm>
          <a:prstGeom prst="rect">
            <a:avLst/>
          </a:prstGeom>
          <a:noFill/>
          <a:ln w="38100" algn="ctr">
            <a:solidFill>
              <a:schemeClr val="bg1">
                <a:lumMod val="50000"/>
              </a:schemeClr>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defRPr/>
            </a:pPr>
            <a:endParaRPr lang="en-US" sz="1800" b="1" dirty="0"/>
          </a:p>
        </p:txBody>
      </p:sp>
      <p:sp>
        <p:nvSpPr>
          <p:cNvPr id="48" name="Textfeld 47"/>
          <p:cNvSpPr txBox="1">
            <a:spLocks noChangeArrowheads="1"/>
          </p:cNvSpPr>
          <p:nvPr/>
        </p:nvSpPr>
        <p:spPr bwMode="auto">
          <a:xfrm>
            <a:off x="9672637" y="1465793"/>
            <a:ext cx="2519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de-DE" sz="1800" b="1" dirty="0"/>
              <a:t>EVALUATION  </a:t>
            </a:r>
          </a:p>
        </p:txBody>
      </p:sp>
      <p:sp>
        <p:nvSpPr>
          <p:cNvPr id="50" name="Rechteck 1"/>
          <p:cNvSpPr>
            <a:spLocks noChangeArrowheads="1"/>
          </p:cNvSpPr>
          <p:nvPr/>
        </p:nvSpPr>
        <p:spPr bwMode="auto">
          <a:xfrm>
            <a:off x="9344534" y="4124253"/>
            <a:ext cx="2674937" cy="1949451"/>
          </a:xfrm>
          <a:prstGeom prst="rect">
            <a:avLst/>
          </a:prstGeom>
          <a:noFill/>
          <a:ln w="38100" algn="ctr">
            <a:solidFill>
              <a:schemeClr val="bg1">
                <a:lumMod val="50000"/>
              </a:schemeClr>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defRPr/>
            </a:pPr>
            <a:endParaRPr lang="en-US" sz="1800" b="1" dirty="0"/>
          </a:p>
        </p:txBody>
      </p:sp>
      <p:sp>
        <p:nvSpPr>
          <p:cNvPr id="51" name="Textfeld 50"/>
          <p:cNvSpPr txBox="1">
            <a:spLocks noChangeArrowheads="1"/>
          </p:cNvSpPr>
          <p:nvPr/>
        </p:nvSpPr>
        <p:spPr bwMode="auto">
          <a:xfrm>
            <a:off x="9993493" y="4273421"/>
            <a:ext cx="25209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de-DE" sz="1800" b="1" dirty="0">
                <a:solidFill>
                  <a:schemeClr val="bg1">
                    <a:lumMod val="25000"/>
                  </a:schemeClr>
                </a:solidFill>
              </a:rPr>
              <a:t>ACTION!</a:t>
            </a:r>
          </a:p>
        </p:txBody>
      </p:sp>
      <p:cxnSp>
        <p:nvCxnSpPr>
          <p:cNvPr id="17" name="Gerade Verbindung mit Pfeil 16"/>
          <p:cNvCxnSpPr>
            <a:stCxn id="13315" idx="3"/>
            <a:endCxn id="42" idx="1"/>
          </p:cNvCxnSpPr>
          <p:nvPr/>
        </p:nvCxnSpPr>
        <p:spPr bwMode="auto">
          <a:xfrm>
            <a:off x="5668973" y="2700031"/>
            <a:ext cx="467044" cy="1238968"/>
          </a:xfrm>
          <a:prstGeom prst="straightConnector1">
            <a:avLst/>
          </a:prstGeom>
          <a:noFill/>
          <a:ln w="38100" cap="flat" cmpd="sng" algn="ctr">
            <a:solidFill>
              <a:schemeClr val="bg1">
                <a:lumMod val="50000"/>
              </a:schemeClr>
            </a:solidFill>
            <a:prstDash val="solid"/>
            <a:round/>
            <a:headEnd type="none" w="med" len="med"/>
            <a:tailEnd type="triangle"/>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Gerade Verbindung mit Pfeil 18"/>
          <p:cNvCxnSpPr>
            <a:stCxn id="39" idx="3"/>
            <a:endCxn id="42" idx="1"/>
          </p:cNvCxnSpPr>
          <p:nvPr/>
        </p:nvCxnSpPr>
        <p:spPr bwMode="auto">
          <a:xfrm flipV="1">
            <a:off x="5658608" y="3938999"/>
            <a:ext cx="477408" cy="903980"/>
          </a:xfrm>
          <a:prstGeom prst="straightConnector1">
            <a:avLst/>
          </a:prstGeom>
          <a:noFill/>
          <a:ln w="38100" cap="flat" cmpd="sng" algn="ctr">
            <a:solidFill>
              <a:schemeClr val="bg1">
                <a:lumMod val="50000"/>
              </a:schemeClr>
            </a:solidFill>
            <a:prstDash val="solid"/>
            <a:round/>
            <a:headEnd type="none" w="med" len="med"/>
            <a:tailEnd type="triangle"/>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Gewinkelte Verbindung 24"/>
          <p:cNvCxnSpPr/>
          <p:nvPr/>
        </p:nvCxnSpPr>
        <p:spPr bwMode="auto">
          <a:xfrm rot="5400000" flipH="1" flipV="1">
            <a:off x="8082471" y="1689972"/>
            <a:ext cx="400051" cy="2124075"/>
          </a:xfrm>
          <a:prstGeom prst="bentConnector2">
            <a:avLst/>
          </a:prstGeom>
          <a:noFill/>
          <a:ln w="38100" cap="flat" cmpd="sng" algn="ctr">
            <a:solidFill>
              <a:schemeClr val="bg1">
                <a:lumMod val="50000"/>
              </a:schemeClr>
            </a:solidFill>
            <a:prstDash val="solid"/>
            <a:round/>
            <a:headEnd type="none" w="med" len="med"/>
            <a:tailEnd type="triangle"/>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Gerade Verbindung mit Pfeil 27"/>
          <p:cNvCxnSpPr>
            <a:stCxn id="47" idx="2"/>
          </p:cNvCxnSpPr>
          <p:nvPr/>
        </p:nvCxnSpPr>
        <p:spPr bwMode="auto">
          <a:xfrm>
            <a:off x="10644188" y="3429000"/>
            <a:ext cx="2427" cy="711307"/>
          </a:xfrm>
          <a:prstGeom prst="straightConnector1">
            <a:avLst/>
          </a:prstGeom>
          <a:noFill/>
          <a:ln w="38100" cap="flat" cmpd="sng" algn="ctr">
            <a:solidFill>
              <a:schemeClr val="bg1">
                <a:lumMod val="50000"/>
              </a:schemeClr>
            </a:solidFill>
            <a:prstDash val="solid"/>
            <a:round/>
            <a:headEnd type="none" w="med" len="med"/>
            <a:tailEnd type="triangle"/>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3" name="Picture 5" descr="Incandescent Light Bulb"/>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1587" y="3639637"/>
            <a:ext cx="923795" cy="923796"/>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ttps://cdn4.iconfinder.com/data/icons/commerce-2/500/market_marketplace_shop_shopping_stand_fruit-512.png"/>
          <p:cNvPicPr>
            <a:picLocks noChangeAspect="1" noChangeArrowheads="1"/>
          </p:cNvPicPr>
          <p:nvPr/>
        </p:nvPicPr>
        <p:blipFill>
          <a:blip r:embed="rId4" cstate="print">
            <a:clrChange>
              <a:clrFrom>
                <a:srgbClr val="444444">
                  <a:alpha val="5882"/>
                </a:srgbClr>
              </a:clrFrom>
              <a:clrTo>
                <a:srgbClr val="444444">
                  <a:alpha val="0"/>
                </a:srgbClr>
              </a:clrTo>
            </a:clrChange>
            <a:biLevel thresh="75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3664533" y="2230970"/>
            <a:ext cx="1428751" cy="1428751"/>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6" descr="Imbalanced scale"/>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148889" y="2052221"/>
            <a:ext cx="1106079" cy="1106079"/>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5" descr="C:\Users\Kathrin Wolf\Dropbox\_promotion\Training Material\Bilder\student42 neu.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056550" y="44530"/>
            <a:ext cx="792111" cy="792111"/>
          </a:xfrm>
          <a:prstGeom prst="rect">
            <a:avLst/>
          </a:prstGeom>
          <a:noFill/>
          <a:extLst>
            <a:ext uri="{909E8E84-426E-40DD-AFC4-6F175D3DCCD1}">
              <a14:hiddenFill xmlns:a14="http://schemas.microsoft.com/office/drawing/2010/main">
                <a:solidFill>
                  <a:srgbClr val="FFFFFF"/>
                </a:solidFill>
              </a14:hiddenFill>
            </a:ext>
          </a:extLst>
        </p:spPr>
      </p:pic>
      <p:pic>
        <p:nvPicPr>
          <p:cNvPr id="4" name="Graphic 3" descr="Cheers with solid fill">
            <a:extLst>
              <a:ext uri="{FF2B5EF4-FFF2-40B4-BE49-F238E27FC236}">
                <a16:creationId xmlns:a16="http://schemas.microsoft.com/office/drawing/2014/main" id="{8EA071D7-1E3F-385D-F839-729DFDF3D13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713492" y="4412172"/>
            <a:ext cx="1219200" cy="1219200"/>
          </a:xfrm>
          <a:prstGeom prst="rect">
            <a:avLst/>
          </a:prstGeom>
        </p:spPr>
      </p:pic>
      <p:pic>
        <p:nvPicPr>
          <p:cNvPr id="7" name="Grafik 9">
            <a:extLst>
              <a:ext uri="{FF2B5EF4-FFF2-40B4-BE49-F238E27FC236}">
                <a16:creationId xmlns:a16="http://schemas.microsoft.com/office/drawing/2014/main" id="{26AF3BB7-17A9-F9EB-6D7E-3C5A23DE083B}"/>
              </a:ext>
            </a:extLst>
          </p:cNvPr>
          <p:cNvPicPr>
            <a:picLocks noChangeAspect="1"/>
          </p:cNvPicPr>
          <p:nvPr/>
        </p:nvPicPr>
        <p:blipFill rotWithShape="1">
          <a:blip r:embed="rId10" cstate="email">
            <a:extLst>
              <a:ext uri="{28A0092B-C50C-407E-A947-70E740481C1C}">
                <a14:useLocalDpi xmlns:a14="http://schemas.microsoft.com/office/drawing/2010/main"/>
              </a:ext>
            </a:extLst>
          </a:blip>
          <a:srcRect b="13250"/>
          <a:stretch/>
        </p:blipFill>
        <p:spPr>
          <a:xfrm>
            <a:off x="9872918" y="4669060"/>
            <a:ext cx="1269645" cy="1101409"/>
          </a:xfrm>
          <a:prstGeom prst="rect">
            <a:avLst/>
          </a:prstGeom>
        </p:spPr>
      </p:pic>
      <p:sp>
        <p:nvSpPr>
          <p:cNvPr id="21" name="Rechteck 1">
            <a:extLst>
              <a:ext uri="{FF2B5EF4-FFF2-40B4-BE49-F238E27FC236}">
                <a16:creationId xmlns:a16="http://schemas.microsoft.com/office/drawing/2014/main" id="{10CBFE59-57F2-CA95-8A8E-B1BAAED19A51}"/>
              </a:ext>
            </a:extLst>
          </p:cNvPr>
          <p:cNvSpPr>
            <a:spLocks noChangeArrowheads="1"/>
          </p:cNvSpPr>
          <p:nvPr/>
        </p:nvSpPr>
        <p:spPr bwMode="auto">
          <a:xfrm>
            <a:off x="172530" y="2700031"/>
            <a:ext cx="2674937" cy="1949451"/>
          </a:xfrm>
          <a:prstGeom prst="rect">
            <a:avLst/>
          </a:prstGeom>
          <a:noFill/>
          <a:ln w="38100" algn="ctr">
            <a:solidFill>
              <a:schemeClr val="bg1">
                <a:lumMod val="50000"/>
              </a:schemeClr>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defRPr/>
            </a:pPr>
            <a:endParaRPr lang="en-US" sz="1800" b="1" dirty="0">
              <a:ln>
                <a:solidFill>
                  <a:srgbClr val="FF3300"/>
                </a:solidFill>
              </a:ln>
              <a:solidFill>
                <a:srgbClr val="FF0000"/>
              </a:solidFill>
            </a:endParaRPr>
          </a:p>
        </p:txBody>
      </p:sp>
      <p:sp>
        <p:nvSpPr>
          <p:cNvPr id="22" name="Textfeld 13">
            <a:extLst>
              <a:ext uri="{FF2B5EF4-FFF2-40B4-BE49-F238E27FC236}">
                <a16:creationId xmlns:a16="http://schemas.microsoft.com/office/drawing/2014/main" id="{7A39E872-1A33-5554-CE8D-8E503D53C6A4}"/>
              </a:ext>
            </a:extLst>
          </p:cNvPr>
          <p:cNvSpPr txBox="1">
            <a:spLocks noChangeArrowheads="1"/>
          </p:cNvSpPr>
          <p:nvPr/>
        </p:nvSpPr>
        <p:spPr bwMode="auto">
          <a:xfrm>
            <a:off x="646417" y="2795629"/>
            <a:ext cx="17719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r>
              <a:rPr lang="de-DE" sz="1800" b="1" dirty="0"/>
              <a:t>CREATIVITY</a:t>
            </a:r>
          </a:p>
        </p:txBody>
      </p:sp>
      <p:pic>
        <p:nvPicPr>
          <p:cNvPr id="35" name="Graphic 34" descr="Fireworks with solid fill">
            <a:extLst>
              <a:ext uri="{FF2B5EF4-FFF2-40B4-BE49-F238E27FC236}">
                <a16:creationId xmlns:a16="http://schemas.microsoft.com/office/drawing/2014/main" id="{770AFA7F-60FA-B1C6-0DC3-86EB8B73CE4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35785" y="3291335"/>
            <a:ext cx="1219200" cy="1219200"/>
          </a:xfrm>
          <a:prstGeom prst="rect">
            <a:avLst/>
          </a:prstGeom>
        </p:spPr>
      </p:pic>
    </p:spTree>
    <p:extLst>
      <p:ext uri="{BB962C8B-B14F-4D97-AF65-F5344CB8AC3E}">
        <p14:creationId xmlns:p14="http://schemas.microsoft.com/office/powerpoint/2010/main" val="190815139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3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33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33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3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3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33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3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3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animBg="1"/>
      <p:bldP spid="13321" grpId="0"/>
      <p:bldP spid="13322" grpId="0"/>
      <p:bldP spid="13332" grpId="0"/>
      <p:bldP spid="13333" grpId="0"/>
      <p:bldP spid="13334" grpId="0"/>
      <p:bldP spid="13335" grpId="0"/>
      <p:bldP spid="13336" grpId="0"/>
      <p:bldP spid="39" grpId="0" animBg="1"/>
      <p:bldP spid="14" grpId="0"/>
      <p:bldP spid="41" grpId="0"/>
      <p:bldP spid="42" grpId="0" animBg="1"/>
      <p:bldP spid="44" grpId="0"/>
      <p:bldP spid="47" grpId="0" animBg="1"/>
      <p:bldP spid="48" grpId="0"/>
      <p:bldP spid="50" grpId="0" animBg="1"/>
      <p:bldP spid="51" grpId="0"/>
      <p:bldP spid="21" grpId="0" animBg="1"/>
      <p:bldP spid="2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a:xfrm>
            <a:off x="1165567" y="232834"/>
            <a:ext cx="7908584" cy="700617"/>
          </a:xfrm>
        </p:spPr>
        <p:txBody>
          <a:bodyPr/>
          <a:lstStyle/>
          <a:p>
            <a:r>
              <a:rPr lang="fr-FR" b="0" noProof="0" dirty="0">
                <a:solidFill>
                  <a:schemeClr val="accent3"/>
                </a:solidFill>
                <a:latin typeface="Josefin Sans" panose="020B0604020202020204" charset="0"/>
              </a:rPr>
              <a:t>WHAT YOU NEED TO DO </a:t>
            </a:r>
            <a:br>
              <a:rPr lang="fr-FR" b="0" noProof="0" dirty="0">
                <a:solidFill>
                  <a:schemeClr val="accent3"/>
                </a:solidFill>
                <a:latin typeface="Josefin Sans" panose="020B0604020202020204" charset="0"/>
              </a:rPr>
            </a:br>
            <a:r>
              <a:rPr lang="fr-FR" b="0" dirty="0">
                <a:latin typeface="Josefin Sans" panose="020B0604020202020204" charset="0"/>
                <a:cs typeface="Arial" pitchFamily="2"/>
              </a:rPr>
              <a:t>Use </a:t>
            </a:r>
            <a:r>
              <a:rPr lang="fr-FR" b="0" dirty="0" err="1">
                <a:latin typeface="Josefin Sans" panose="020B0604020202020204" charset="0"/>
                <a:cs typeface="Arial" pitchFamily="2"/>
              </a:rPr>
              <a:t>Your</a:t>
            </a:r>
            <a:r>
              <a:rPr lang="fr-FR" b="0" dirty="0">
                <a:latin typeface="Josefin Sans" panose="020B0604020202020204" charset="0"/>
                <a:cs typeface="Arial" pitchFamily="2"/>
              </a:rPr>
              <a:t> </a:t>
            </a:r>
            <a:r>
              <a:rPr lang="fr-FR" b="0" dirty="0" err="1">
                <a:latin typeface="Josefin Sans" panose="020B0604020202020204" charset="0"/>
                <a:cs typeface="Arial" pitchFamily="2"/>
              </a:rPr>
              <a:t>Resources</a:t>
            </a:r>
            <a:endParaRPr lang="fr-FR" b="0" noProof="0" dirty="0">
              <a:latin typeface="Josefin Sans" panose="020B0604020202020204" charset="0"/>
            </a:endParaRPr>
          </a:p>
        </p:txBody>
      </p:sp>
      <p:sp>
        <p:nvSpPr>
          <p:cNvPr id="14" name="Foliennummernplatzhalter 3"/>
          <p:cNvSpPr txBox="1">
            <a:spLocks/>
          </p:cNvSpPr>
          <p:nvPr/>
        </p:nvSpPr>
        <p:spPr>
          <a:xfrm>
            <a:off x="7243" y="6668877"/>
            <a:ext cx="2344616" cy="189123"/>
          </a:xfrm>
          <a:ln/>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endParaRPr lang="de-DE" sz="1400" dirty="0"/>
          </a:p>
        </p:txBody>
      </p:sp>
      <p:sp>
        <p:nvSpPr>
          <p:cNvPr id="15" name="Rechteck 14"/>
          <p:cNvSpPr/>
          <p:nvPr/>
        </p:nvSpPr>
        <p:spPr>
          <a:xfrm>
            <a:off x="1165567" y="2200013"/>
            <a:ext cx="10467277" cy="4657988"/>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endParaRPr lang="de-DE" sz="2400"/>
          </a:p>
        </p:txBody>
      </p:sp>
      <p:sp>
        <p:nvSpPr>
          <p:cNvPr id="16" name="Google Shape;480;p42"/>
          <p:cNvSpPr/>
          <p:nvPr/>
        </p:nvSpPr>
        <p:spPr>
          <a:xfrm>
            <a:off x="2760899" y="2513635"/>
            <a:ext cx="232724" cy="158588"/>
          </a:xfrm>
          <a:prstGeom prst="ellipse">
            <a:avLst/>
          </a:prstGeom>
          <a:solidFill>
            <a:schemeClr val="lt2"/>
          </a:solidFill>
          <a:ln>
            <a:noFill/>
          </a:ln>
        </p:spPr>
        <p:txBody>
          <a:bodyPr spcFirstLastPara="1" wrap="square" lIns="121900" tIns="121900" rIns="121900" bIns="121900" anchor="ctr" anchorCtr="0">
            <a:noAutofit/>
          </a:bodyPr>
          <a:lstStyle/>
          <a:p>
            <a:endParaRPr sz="2400"/>
          </a:p>
        </p:txBody>
      </p:sp>
      <p:sp>
        <p:nvSpPr>
          <p:cNvPr id="17" name="Google Shape;496;p42"/>
          <p:cNvSpPr txBox="1">
            <a:spLocks/>
          </p:cNvSpPr>
          <p:nvPr/>
        </p:nvSpPr>
        <p:spPr>
          <a:xfrm>
            <a:off x="1959161" y="2573928"/>
            <a:ext cx="9915443" cy="416225"/>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2000"/>
              </a:spcAft>
              <a:buClr>
                <a:schemeClr val="accent3"/>
              </a:buClr>
            </a:pPr>
            <a:r>
              <a:rPr lang="fr-FR" sz="1867" b="0" dirty="0" err="1"/>
              <a:t>Remember</a:t>
            </a:r>
            <a:r>
              <a:rPr lang="fr-FR" sz="1867" b="0" dirty="0"/>
              <a:t>: resources are more than money! </a:t>
            </a:r>
          </a:p>
        </p:txBody>
      </p:sp>
      <p:sp>
        <p:nvSpPr>
          <p:cNvPr id="18" name="Google Shape;497;p42"/>
          <p:cNvSpPr txBox="1">
            <a:spLocks/>
          </p:cNvSpPr>
          <p:nvPr/>
        </p:nvSpPr>
        <p:spPr>
          <a:xfrm>
            <a:off x="1963574" y="3330114"/>
            <a:ext cx="9322453" cy="342844"/>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2000"/>
              </a:spcAft>
              <a:buClr>
                <a:schemeClr val="accent3"/>
              </a:buClr>
            </a:pPr>
            <a:r>
              <a:rPr lang="fr-FR" sz="1867" b="0" dirty="0"/>
              <a:t>Focus on your </a:t>
            </a:r>
            <a:r>
              <a:rPr lang="fr-FR" sz="1867" b="0" dirty="0" err="1"/>
              <a:t>strengths</a:t>
            </a:r>
            <a:r>
              <a:rPr lang="fr-FR" sz="1867" b="0" dirty="0"/>
              <a:t>.</a:t>
            </a:r>
          </a:p>
        </p:txBody>
      </p:sp>
      <p:sp>
        <p:nvSpPr>
          <p:cNvPr id="19" name="Google Shape;498;p42"/>
          <p:cNvSpPr txBox="1">
            <a:spLocks/>
          </p:cNvSpPr>
          <p:nvPr/>
        </p:nvSpPr>
        <p:spPr>
          <a:xfrm>
            <a:off x="1959162" y="3982883"/>
            <a:ext cx="9886996" cy="40507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2000"/>
              </a:spcAft>
              <a:buClr>
                <a:schemeClr val="accent3"/>
              </a:buClr>
            </a:pPr>
            <a:r>
              <a:rPr lang="fr-FR" sz="1867" b="0" dirty="0"/>
              <a:t>Focus on your interests. </a:t>
            </a:r>
          </a:p>
        </p:txBody>
      </p:sp>
      <p:sp>
        <p:nvSpPr>
          <p:cNvPr id="20" name="Google Shape;499;p42"/>
          <p:cNvSpPr txBox="1">
            <a:spLocks/>
          </p:cNvSpPr>
          <p:nvPr/>
        </p:nvSpPr>
        <p:spPr>
          <a:xfrm>
            <a:off x="1983943" y="4665688"/>
            <a:ext cx="9347236" cy="40507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2000"/>
              </a:spcAft>
              <a:buClr>
                <a:schemeClr val="accent3"/>
              </a:buClr>
            </a:pPr>
            <a:r>
              <a:rPr lang="fr-FR" sz="1867" b="0" dirty="0"/>
              <a:t>Don't forget your social networks </a:t>
            </a:r>
            <a:r>
              <a:rPr lang="fr-FR" sz="1867" b="0" dirty="0" err="1"/>
              <a:t>they</a:t>
            </a:r>
            <a:r>
              <a:rPr lang="fr-FR" sz="1867" b="0" dirty="0"/>
              <a:t> can </a:t>
            </a:r>
            <a:r>
              <a:rPr lang="fr-FR" sz="1867" b="0" dirty="0" err="1"/>
              <a:t>bring</a:t>
            </a:r>
            <a:r>
              <a:rPr lang="fr-FR" sz="1867" b="0" dirty="0"/>
              <a:t> </a:t>
            </a:r>
            <a:r>
              <a:rPr lang="fr-FR" sz="1867" b="0" dirty="0" err="1"/>
              <a:t>resources</a:t>
            </a:r>
            <a:r>
              <a:rPr lang="fr-FR" sz="1867" b="0" dirty="0"/>
              <a:t> </a:t>
            </a:r>
            <a:r>
              <a:rPr lang="fr-FR" sz="1867" b="0" dirty="0" err="1"/>
              <a:t>too</a:t>
            </a:r>
            <a:r>
              <a:rPr lang="fr-FR" sz="1867" b="0" dirty="0"/>
              <a:t>! </a:t>
            </a:r>
            <a:endParaRPr lang="fr-FR" sz="1867" b="0" strike="sngStrike" dirty="0">
              <a:solidFill>
                <a:srgbClr val="FF0000"/>
              </a:solidFill>
            </a:endParaRPr>
          </a:p>
        </p:txBody>
      </p:sp>
      <p:cxnSp>
        <p:nvCxnSpPr>
          <p:cNvPr id="24" name="Google Shape;472;p42"/>
          <p:cNvCxnSpPr/>
          <p:nvPr/>
        </p:nvCxnSpPr>
        <p:spPr>
          <a:xfrm>
            <a:off x="1313368" y="3020009"/>
            <a:ext cx="9997441" cy="24171"/>
          </a:xfrm>
          <a:prstGeom prst="straightConnector1">
            <a:avLst/>
          </a:prstGeom>
          <a:noFill/>
          <a:ln w="19050" cap="flat" cmpd="sng">
            <a:solidFill>
              <a:srgbClr val="666666"/>
            </a:solidFill>
            <a:prstDash val="solid"/>
            <a:round/>
            <a:headEnd type="none" w="med" len="med"/>
            <a:tailEnd type="none" w="med" len="med"/>
          </a:ln>
        </p:spPr>
      </p:cxnSp>
      <p:pic>
        <p:nvPicPr>
          <p:cNvPr id="25" name="Grafik 24"/>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428001" y="2369343"/>
            <a:ext cx="534875" cy="463848"/>
          </a:xfrm>
          <a:prstGeom prst="rect">
            <a:avLst/>
          </a:prstGeom>
        </p:spPr>
      </p:pic>
      <p:pic>
        <p:nvPicPr>
          <p:cNvPr id="26" name="Grafik 25"/>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424287" y="3128609"/>
            <a:ext cx="534875" cy="463848"/>
          </a:xfrm>
          <a:prstGeom prst="rect">
            <a:avLst/>
          </a:prstGeom>
        </p:spPr>
      </p:pic>
      <p:pic>
        <p:nvPicPr>
          <p:cNvPr id="27" name="Grafik 26"/>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437883" y="3790228"/>
            <a:ext cx="534875" cy="463848"/>
          </a:xfrm>
          <a:prstGeom prst="rect">
            <a:avLst/>
          </a:prstGeom>
        </p:spPr>
      </p:pic>
      <p:pic>
        <p:nvPicPr>
          <p:cNvPr id="28" name="Grafik 27"/>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449068" y="4438927"/>
            <a:ext cx="534875" cy="463848"/>
          </a:xfrm>
          <a:prstGeom prst="rect">
            <a:avLst/>
          </a:prstGeom>
        </p:spPr>
      </p:pic>
      <p:cxnSp>
        <p:nvCxnSpPr>
          <p:cNvPr id="32" name="Google Shape;472;p42"/>
          <p:cNvCxnSpPr/>
          <p:nvPr/>
        </p:nvCxnSpPr>
        <p:spPr>
          <a:xfrm>
            <a:off x="1321894" y="3715675"/>
            <a:ext cx="9997441" cy="24171"/>
          </a:xfrm>
          <a:prstGeom prst="straightConnector1">
            <a:avLst/>
          </a:prstGeom>
          <a:noFill/>
          <a:ln w="19050" cap="flat" cmpd="sng">
            <a:solidFill>
              <a:srgbClr val="666666"/>
            </a:solidFill>
            <a:prstDash val="solid"/>
            <a:round/>
            <a:headEnd type="none" w="med" len="med"/>
            <a:tailEnd type="none" w="med" len="med"/>
          </a:ln>
        </p:spPr>
      </p:cxnSp>
      <p:cxnSp>
        <p:nvCxnSpPr>
          <p:cNvPr id="33" name="Google Shape;472;p42"/>
          <p:cNvCxnSpPr/>
          <p:nvPr/>
        </p:nvCxnSpPr>
        <p:spPr>
          <a:xfrm>
            <a:off x="1313368" y="4387652"/>
            <a:ext cx="9997441" cy="24171"/>
          </a:xfrm>
          <a:prstGeom prst="straightConnector1">
            <a:avLst/>
          </a:prstGeom>
          <a:noFill/>
          <a:ln w="19050" cap="flat" cmpd="sng">
            <a:solidFill>
              <a:srgbClr val="666666"/>
            </a:solidFill>
            <a:prstDash val="solid"/>
            <a:round/>
            <a:headEnd type="none" w="med" len="med"/>
            <a:tailEnd type="none" w="med" len="med"/>
          </a:ln>
        </p:spPr>
      </p:cxnSp>
      <p:pic>
        <p:nvPicPr>
          <p:cNvPr id="40" name="Grafik 39"/>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1190867" y="183379"/>
            <a:ext cx="894391" cy="775624"/>
          </a:xfrm>
          <a:prstGeom prst="rect">
            <a:avLst/>
          </a:prstGeom>
        </p:spPr>
      </p:pic>
      <p:grpSp>
        <p:nvGrpSpPr>
          <p:cNvPr id="41" name="Google Shape;9047;p64"/>
          <p:cNvGrpSpPr/>
          <p:nvPr/>
        </p:nvGrpSpPr>
        <p:grpSpPr>
          <a:xfrm>
            <a:off x="10348332" y="233698"/>
            <a:ext cx="767536" cy="725305"/>
            <a:chOff x="2497275" y="2744159"/>
            <a:chExt cx="370930" cy="370549"/>
          </a:xfrm>
          <a:solidFill>
            <a:srgbClr val="000000"/>
          </a:solidFill>
        </p:grpSpPr>
        <p:sp>
          <p:nvSpPr>
            <p:cNvPr id="42" name="Google Shape;9048;p64"/>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grpFill/>
            <a:ln>
              <a:noFill/>
            </a:ln>
          </p:spPr>
          <p:txBody>
            <a:bodyPr spcFirstLastPara="1" wrap="square" lIns="121900" tIns="121900" rIns="121900" bIns="121900" anchor="ctr" anchorCtr="0">
              <a:noAutofit/>
            </a:bodyPr>
            <a:lstStyle/>
            <a:p>
              <a:endParaRPr sz="2400"/>
            </a:p>
          </p:txBody>
        </p:sp>
        <p:sp>
          <p:nvSpPr>
            <p:cNvPr id="43" name="Google Shape;9049;p64"/>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grpFill/>
            <a:ln>
              <a:noFill/>
            </a:ln>
          </p:spPr>
          <p:txBody>
            <a:bodyPr spcFirstLastPara="1" wrap="square" lIns="121900" tIns="121900" rIns="121900" bIns="121900" anchor="ctr" anchorCtr="0">
              <a:noAutofit/>
            </a:bodyPr>
            <a:lstStyle/>
            <a:p>
              <a:endParaRPr sz="2400"/>
            </a:p>
          </p:txBody>
        </p:sp>
        <p:sp>
          <p:nvSpPr>
            <p:cNvPr id="44" name="Google Shape;9050;p64"/>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grpFill/>
            <a:ln>
              <a:noFill/>
            </a:ln>
          </p:spPr>
          <p:txBody>
            <a:bodyPr spcFirstLastPara="1" wrap="square" lIns="121900" tIns="121900" rIns="121900" bIns="121900" anchor="ctr" anchorCtr="0">
              <a:noAutofit/>
            </a:bodyPr>
            <a:lstStyle/>
            <a:p>
              <a:endParaRPr sz="2400"/>
            </a:p>
          </p:txBody>
        </p:sp>
        <p:sp>
          <p:nvSpPr>
            <p:cNvPr id="45" name="Google Shape;9051;p64"/>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grpFill/>
            <a:ln>
              <a:noFill/>
            </a:ln>
          </p:spPr>
          <p:txBody>
            <a:bodyPr spcFirstLastPara="1" wrap="square" lIns="121900" tIns="121900" rIns="121900" bIns="121900" anchor="ctr" anchorCtr="0">
              <a:noAutofit/>
            </a:bodyPr>
            <a:lstStyle/>
            <a:p>
              <a:endParaRPr sz="2400"/>
            </a:p>
          </p:txBody>
        </p:sp>
        <p:sp>
          <p:nvSpPr>
            <p:cNvPr id="46" name="Google Shape;9052;p64"/>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grpFill/>
            <a:ln>
              <a:noFill/>
            </a:ln>
          </p:spPr>
          <p:txBody>
            <a:bodyPr spcFirstLastPara="1" wrap="square" lIns="121900" tIns="121900" rIns="121900" bIns="121900" anchor="ctr" anchorCtr="0">
              <a:noAutofit/>
            </a:bodyPr>
            <a:lstStyle/>
            <a:p>
              <a:endParaRPr sz="2400"/>
            </a:p>
          </p:txBody>
        </p:sp>
        <p:sp>
          <p:nvSpPr>
            <p:cNvPr id="47" name="Google Shape;9053;p64"/>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grpFill/>
            <a:ln>
              <a:noFill/>
            </a:ln>
          </p:spPr>
          <p:txBody>
            <a:bodyPr spcFirstLastPara="1" wrap="square" lIns="121900" tIns="121900" rIns="121900" bIns="121900" anchor="ctr" anchorCtr="0">
              <a:noAutofit/>
            </a:bodyPr>
            <a:lstStyle/>
            <a:p>
              <a:endParaRPr sz="2400"/>
            </a:p>
          </p:txBody>
        </p:sp>
      </p:grpSp>
      <p:cxnSp>
        <p:nvCxnSpPr>
          <p:cNvPr id="2" name="Google Shape;472;p42">
            <a:extLst>
              <a:ext uri="{FF2B5EF4-FFF2-40B4-BE49-F238E27FC236}">
                <a16:creationId xmlns:a16="http://schemas.microsoft.com/office/drawing/2014/main" id="{3FBBCC13-AF5F-597C-928A-663BDA620D59}"/>
              </a:ext>
            </a:extLst>
          </p:cNvPr>
          <p:cNvCxnSpPr/>
          <p:nvPr/>
        </p:nvCxnSpPr>
        <p:spPr>
          <a:xfrm>
            <a:off x="1333738" y="5086948"/>
            <a:ext cx="9997441" cy="24171"/>
          </a:xfrm>
          <a:prstGeom prst="straightConnector1">
            <a:avLst/>
          </a:prstGeom>
          <a:noFill/>
          <a:ln w="19050" cap="flat" cmpd="sng">
            <a:solidFill>
              <a:srgbClr val="666666"/>
            </a:solidFill>
            <a:prstDash val="solid"/>
            <a:round/>
            <a:headEnd type="none" w="med" len="med"/>
            <a:tailEnd type="none" w="med" len="med"/>
          </a:ln>
        </p:spPr>
      </p:cxnSp>
      <p:cxnSp>
        <p:nvCxnSpPr>
          <p:cNvPr id="4" name="Google Shape;472;p42">
            <a:extLst>
              <a:ext uri="{FF2B5EF4-FFF2-40B4-BE49-F238E27FC236}">
                <a16:creationId xmlns:a16="http://schemas.microsoft.com/office/drawing/2014/main" id="{20E8198A-3126-9418-F85E-32236C885D51}"/>
              </a:ext>
            </a:extLst>
          </p:cNvPr>
          <p:cNvCxnSpPr/>
          <p:nvPr/>
        </p:nvCxnSpPr>
        <p:spPr>
          <a:xfrm>
            <a:off x="1333738" y="5707395"/>
            <a:ext cx="9997441" cy="24171"/>
          </a:xfrm>
          <a:prstGeom prst="straightConnector1">
            <a:avLst/>
          </a:prstGeom>
          <a:noFill/>
          <a:ln w="19050" cap="flat" cmpd="sng">
            <a:solidFill>
              <a:srgbClr val="666666"/>
            </a:solidFill>
            <a:prstDash val="solid"/>
            <a:round/>
            <a:headEnd type="none" w="med" len="med"/>
            <a:tailEnd type="none" w="med" len="med"/>
          </a:ln>
        </p:spPr>
      </p:cxnSp>
      <p:pic>
        <p:nvPicPr>
          <p:cNvPr id="5" name="Grafik 27">
            <a:extLst>
              <a:ext uri="{FF2B5EF4-FFF2-40B4-BE49-F238E27FC236}">
                <a16:creationId xmlns:a16="http://schemas.microsoft.com/office/drawing/2014/main" id="{9BA38F05-9BAE-5ABB-CC68-91BB72320B6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449068" y="5199184"/>
            <a:ext cx="534875" cy="463848"/>
          </a:xfrm>
          <a:prstGeom prst="rect">
            <a:avLst/>
          </a:prstGeom>
        </p:spPr>
      </p:pic>
      <p:sp>
        <p:nvSpPr>
          <p:cNvPr id="6" name="Google Shape;497;p42">
            <a:extLst>
              <a:ext uri="{FF2B5EF4-FFF2-40B4-BE49-F238E27FC236}">
                <a16:creationId xmlns:a16="http://schemas.microsoft.com/office/drawing/2014/main" id="{4762B301-A027-7FED-9EA3-05E0FE96ACBC}"/>
              </a:ext>
            </a:extLst>
          </p:cNvPr>
          <p:cNvSpPr txBox="1">
            <a:spLocks/>
          </p:cNvSpPr>
          <p:nvPr/>
        </p:nvSpPr>
        <p:spPr>
          <a:xfrm>
            <a:off x="1959161" y="5375362"/>
            <a:ext cx="9915444" cy="40507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2000"/>
              </a:spcAft>
              <a:buClr>
                <a:schemeClr val="accent3"/>
              </a:buClr>
            </a:pPr>
            <a:r>
              <a:rPr lang="fr-FR" sz="1867" b="0" dirty="0"/>
              <a:t>Look for new resources, don't wait for them to appear!</a:t>
            </a:r>
          </a:p>
        </p:txBody>
      </p:sp>
    </p:spTree>
    <p:extLst>
      <p:ext uri="{BB962C8B-B14F-4D97-AF65-F5344CB8AC3E}">
        <p14:creationId xmlns:p14="http://schemas.microsoft.com/office/powerpoint/2010/main" val="4071322708"/>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17941-5F06-4542-88C4-81A320C627D7}"/>
              </a:ext>
            </a:extLst>
          </p:cNvPr>
          <p:cNvSpPr>
            <a:spLocks noGrp="1"/>
          </p:cNvSpPr>
          <p:nvPr>
            <p:ph type="title"/>
          </p:nvPr>
        </p:nvSpPr>
        <p:spPr/>
        <p:txBody>
          <a:bodyPr/>
          <a:lstStyle/>
          <a:p>
            <a:r>
              <a:rPr lang="en-GB" dirty="0"/>
              <a:t>Matthew 25: 14-30</a:t>
            </a:r>
          </a:p>
        </p:txBody>
      </p:sp>
      <p:sp>
        <p:nvSpPr>
          <p:cNvPr id="3" name="Content Placeholder 2">
            <a:extLst>
              <a:ext uri="{FF2B5EF4-FFF2-40B4-BE49-F238E27FC236}">
                <a16:creationId xmlns:a16="http://schemas.microsoft.com/office/drawing/2014/main" id="{3C36B599-D9C3-4AC4-94CC-C9B0490B342A}"/>
              </a:ext>
            </a:extLst>
          </p:cNvPr>
          <p:cNvSpPr>
            <a:spLocks noGrp="1"/>
          </p:cNvSpPr>
          <p:nvPr>
            <p:ph idx="1"/>
          </p:nvPr>
        </p:nvSpPr>
        <p:spPr/>
        <p:txBody>
          <a:bodyPr/>
          <a:lstStyle/>
          <a:p>
            <a:r>
              <a:rPr lang="en-GB" sz="2400" dirty="0"/>
              <a:t>The Parable of the Talents teaches that God always gives us everything we need to do what he has called us to do.</a:t>
            </a:r>
          </a:p>
          <a:p>
            <a:endParaRPr lang="en-GB" dirty="0"/>
          </a:p>
        </p:txBody>
      </p:sp>
      <p:sp>
        <p:nvSpPr>
          <p:cNvPr id="4" name="Slide Number Placeholder 3">
            <a:extLst>
              <a:ext uri="{FF2B5EF4-FFF2-40B4-BE49-F238E27FC236}">
                <a16:creationId xmlns:a16="http://schemas.microsoft.com/office/drawing/2014/main" id="{863367AC-D3A0-460E-9B1A-942F3A47F4C7}"/>
              </a:ext>
            </a:extLst>
          </p:cNvPr>
          <p:cNvSpPr>
            <a:spLocks noGrp="1"/>
          </p:cNvSpPr>
          <p:nvPr>
            <p:ph type="sldNum" sz="quarter" idx="10"/>
          </p:nvPr>
        </p:nvSpPr>
        <p:spPr/>
        <p:txBody>
          <a:bodyPr/>
          <a:lstStyle/>
          <a:p>
            <a:pPr>
              <a:defRPr/>
            </a:pPr>
            <a:fld id="{B8B8376E-7F0E-4E8B-89BF-38FA73E7CC53}" type="slidenum">
              <a:rPr lang="de-DE" smtClean="0">
                <a:solidFill>
                  <a:srgbClr val="000000"/>
                </a:solidFill>
              </a:rPr>
              <a:pPr>
                <a:defRPr/>
              </a:pPr>
              <a:t>3</a:t>
            </a:fld>
            <a:endParaRPr lang="de-DE" dirty="0">
              <a:solidFill>
                <a:srgbClr val="000000"/>
              </a:solidFill>
            </a:endParaRPr>
          </a:p>
        </p:txBody>
      </p:sp>
    </p:spTree>
    <p:extLst>
      <p:ext uri="{BB962C8B-B14F-4D97-AF65-F5344CB8AC3E}">
        <p14:creationId xmlns:p14="http://schemas.microsoft.com/office/powerpoint/2010/main" val="22836256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5"/>
          <p:cNvSpPr>
            <a:spLocks noGrp="1" noChangeArrowheads="1"/>
          </p:cNvSpPr>
          <p:nvPr>
            <p:ph idx="4294967295"/>
          </p:nvPr>
        </p:nvSpPr>
        <p:spPr>
          <a:xfrm>
            <a:off x="1343026" y="1557867"/>
            <a:ext cx="7561132" cy="4897967"/>
          </a:xfrm>
        </p:spPr>
        <p:txBody>
          <a:bodyPr/>
          <a:lstStyle/>
          <a:p>
            <a:pPr marL="0" indent="0" algn="just">
              <a:lnSpc>
                <a:spcPct val="100000"/>
              </a:lnSpc>
              <a:buSzPts val="1100"/>
              <a:buNone/>
              <a:defRPr/>
            </a:pPr>
            <a:r>
              <a:rPr lang="fr-FR" altLang="de-DE" sz="1867" b="1" dirty="0">
                <a:latin typeface="Poppins" panose="020B0604020202020204" charset="0"/>
                <a:cs typeface="Poppins" panose="020B0604020202020204" charset="0"/>
                <a:sym typeface="Josefin Sans"/>
              </a:rPr>
              <a:t>Instruction:</a:t>
            </a:r>
          </a:p>
          <a:p>
            <a:pPr marL="304792" indent="-304792">
              <a:lnSpc>
                <a:spcPct val="100000"/>
              </a:lnSpc>
              <a:buClr>
                <a:schemeClr val="accent5"/>
              </a:buClr>
              <a:buFont typeface="+mj-lt"/>
              <a:buAutoNum type="arabicPeriod"/>
              <a:defRPr/>
            </a:pPr>
            <a:endParaRPr lang="fr-FR" altLang="de-DE" sz="1600" dirty="0">
              <a:latin typeface="Poppins" panose="020B0604020202020204" charset="0"/>
              <a:ea typeface="Josefin Sans"/>
              <a:cs typeface="Poppins" panose="020B0604020202020204" charset="0"/>
              <a:sym typeface="Josefin Sans"/>
            </a:endParaRPr>
          </a:p>
          <a:p>
            <a:pPr marL="457189" algn="just">
              <a:lnSpc>
                <a:spcPct val="100000"/>
              </a:lnSpc>
              <a:buSzPts val="1100"/>
              <a:buFont typeface="+mj-lt"/>
              <a:buAutoNum type="arabicPeriod"/>
              <a:defRPr/>
            </a:pPr>
            <a:r>
              <a:rPr lang="fr-FR" altLang="de-DE" sz="1867" dirty="0">
                <a:latin typeface="Poppins" panose="020B0604020202020204" charset="0"/>
                <a:cs typeface="Poppins" panose="020B0604020202020204" charset="0"/>
                <a:sym typeface="Josefin Sans"/>
              </a:rPr>
              <a:t>Think about your</a:t>
            </a:r>
          </a:p>
          <a:p>
            <a:pPr marL="990575" lvl="3" indent="-380990" algn="just">
              <a:lnSpc>
                <a:spcPct val="100000"/>
              </a:lnSpc>
              <a:spcBef>
                <a:spcPts val="0"/>
              </a:spcBef>
              <a:buClr>
                <a:schemeClr val="accent5"/>
              </a:buClr>
              <a:buSzPts val="1100"/>
              <a:buFont typeface="Courier New" panose="02070309020205020404" pitchFamily="49" charset="0"/>
              <a:buChar char="o"/>
              <a:defRPr/>
            </a:pPr>
            <a:r>
              <a:rPr lang="fr-FR" altLang="de-DE" b="1" dirty="0">
                <a:latin typeface="Poppins" panose="020B0604020202020204" charset="0"/>
                <a:cs typeface="Poppins" panose="020B0604020202020204" charset="0"/>
                <a:sym typeface="Josefin Sans"/>
              </a:rPr>
              <a:t>Strengths</a:t>
            </a:r>
            <a:r>
              <a:rPr lang="fr-FR" altLang="de-DE" dirty="0">
                <a:latin typeface="Poppins" panose="020B0604020202020204" charset="0"/>
                <a:cs typeface="Poppins" panose="020B0604020202020204" charset="0"/>
                <a:sym typeface="Josefin Sans"/>
              </a:rPr>
              <a:t> - List 5 which you are good at</a:t>
            </a:r>
          </a:p>
          <a:p>
            <a:pPr marL="990575" lvl="3" indent="-380990" algn="just">
              <a:lnSpc>
                <a:spcPct val="100000"/>
              </a:lnSpc>
              <a:spcBef>
                <a:spcPts val="0"/>
              </a:spcBef>
              <a:buClr>
                <a:schemeClr val="accent5"/>
              </a:buClr>
              <a:buSzPts val="1100"/>
              <a:buFont typeface="Courier New" panose="02070309020205020404" pitchFamily="49" charset="0"/>
              <a:buChar char="o"/>
              <a:defRPr/>
            </a:pPr>
            <a:r>
              <a:rPr lang="fr-FR" altLang="de-DE" b="1" dirty="0">
                <a:latin typeface="Poppins" panose="020B0604020202020204" charset="0"/>
                <a:cs typeface="Poppins" panose="020B0604020202020204" charset="0"/>
                <a:sym typeface="Josefin Sans"/>
              </a:rPr>
              <a:t>Interests</a:t>
            </a:r>
            <a:r>
              <a:rPr lang="fr-FR" altLang="de-DE" dirty="0">
                <a:latin typeface="Poppins" panose="020B0604020202020204" charset="0"/>
                <a:cs typeface="Poppins" panose="020B0604020202020204" charset="0"/>
                <a:sym typeface="Josefin Sans"/>
              </a:rPr>
              <a:t> - List 5 you really like doing</a:t>
            </a:r>
          </a:p>
          <a:p>
            <a:pPr marL="990575" lvl="3" indent="-380990" algn="just">
              <a:lnSpc>
                <a:spcPct val="100000"/>
              </a:lnSpc>
              <a:spcBef>
                <a:spcPts val="0"/>
              </a:spcBef>
              <a:buClr>
                <a:schemeClr val="accent5"/>
              </a:buClr>
              <a:buSzPts val="1100"/>
              <a:buFont typeface="Courier New" panose="02070309020205020404" pitchFamily="49" charset="0"/>
              <a:buChar char="o"/>
              <a:defRPr/>
            </a:pPr>
            <a:r>
              <a:rPr lang="fr-FR" altLang="de-DE" b="1" dirty="0">
                <a:latin typeface="Poppins" panose="020B0604020202020204" charset="0"/>
                <a:cs typeface="Poppins" panose="020B0604020202020204" charset="0"/>
                <a:sym typeface="Josefin Sans"/>
              </a:rPr>
              <a:t>Other resources - </a:t>
            </a:r>
            <a:r>
              <a:rPr lang="fr-FR" altLang="de-DE" dirty="0">
                <a:latin typeface="Poppins" panose="020B0604020202020204" charset="0"/>
                <a:cs typeface="Poppins" panose="020B0604020202020204" charset="0"/>
                <a:sym typeface="Josefin Sans"/>
              </a:rPr>
              <a:t>List 5 (e.g. your </a:t>
            </a:r>
            <a:r>
              <a:rPr lang="fr-FR" dirty="0">
                <a:latin typeface="Poppins" panose="020B0604020202020204" charset="0"/>
                <a:cs typeface="Poppins" panose="020B0604020202020204" charset="0"/>
                <a:sym typeface="Josefin Sans"/>
              </a:rPr>
              <a:t>social or financial </a:t>
            </a:r>
            <a:r>
              <a:rPr lang="fr-FR" altLang="de-DE" dirty="0">
                <a:latin typeface="Poppins" panose="020B0604020202020204" charset="0"/>
                <a:cs typeface="Poppins" panose="020B0604020202020204" charset="0"/>
                <a:sym typeface="Josefin Sans"/>
              </a:rPr>
              <a:t>resources)</a:t>
            </a:r>
          </a:p>
          <a:p>
            <a:pPr marL="457189" algn="just">
              <a:lnSpc>
                <a:spcPct val="100000"/>
              </a:lnSpc>
              <a:buSzPts val="1100"/>
              <a:buFont typeface="+mj-lt"/>
              <a:buAutoNum type="arabicPeriod"/>
              <a:defRPr/>
            </a:pPr>
            <a:r>
              <a:rPr lang="fr-FR" altLang="de-DE" sz="1867" dirty="0">
                <a:latin typeface="Poppins" panose="020B0604020202020204" charset="0"/>
                <a:cs typeface="Poppins" panose="020B0604020202020204" charset="0"/>
                <a:sym typeface="Josefin Sans"/>
              </a:rPr>
              <a:t>Now try to create 2 business ideas that include (at least) </a:t>
            </a:r>
            <a:r>
              <a:rPr lang="fr-FR" altLang="de-DE" sz="1867" b="1" dirty="0">
                <a:latin typeface="Poppins" panose="020B0604020202020204" charset="0"/>
                <a:cs typeface="Poppins" panose="020B0604020202020204" charset="0"/>
                <a:sym typeface="Josefin Sans"/>
              </a:rPr>
              <a:t>one</a:t>
            </a:r>
            <a:r>
              <a:rPr lang="fr-FR" altLang="de-DE" sz="1867" dirty="0">
                <a:latin typeface="Poppins" panose="020B0604020202020204" charset="0"/>
                <a:cs typeface="Poppins" panose="020B0604020202020204" charset="0"/>
                <a:sym typeface="Josefin Sans"/>
              </a:rPr>
              <a:t> of your strengths, </a:t>
            </a:r>
            <a:r>
              <a:rPr lang="fr-FR" altLang="de-DE" sz="1867" b="1" dirty="0">
                <a:latin typeface="Poppins" panose="020B0604020202020204" charset="0"/>
                <a:cs typeface="Poppins" panose="020B0604020202020204" charset="0"/>
                <a:sym typeface="Josefin Sans"/>
              </a:rPr>
              <a:t>one</a:t>
            </a:r>
            <a:r>
              <a:rPr lang="fr-FR" altLang="de-DE" sz="1867" dirty="0">
                <a:latin typeface="Poppins" panose="020B0604020202020204" charset="0"/>
                <a:cs typeface="Poppins" panose="020B0604020202020204" charset="0"/>
                <a:sym typeface="Josefin Sans"/>
              </a:rPr>
              <a:t> of your interests and </a:t>
            </a:r>
            <a:r>
              <a:rPr lang="fr-FR" altLang="de-DE" sz="1867" b="1" dirty="0">
                <a:latin typeface="Poppins" panose="020B0604020202020204" charset="0"/>
                <a:cs typeface="Poppins" panose="020B0604020202020204" charset="0"/>
                <a:sym typeface="Josefin Sans"/>
              </a:rPr>
              <a:t>one</a:t>
            </a:r>
            <a:r>
              <a:rPr lang="fr-FR" altLang="de-DE" sz="1867" dirty="0">
                <a:latin typeface="Poppins" panose="020B0604020202020204" charset="0"/>
                <a:cs typeface="Poppins" panose="020B0604020202020204" charset="0"/>
                <a:sym typeface="Josefin Sans"/>
              </a:rPr>
              <a:t> of your other resources.  Present your ideas to your partner. </a:t>
            </a:r>
          </a:p>
          <a:p>
            <a:pPr marL="457189" algn="just">
              <a:lnSpc>
                <a:spcPct val="100000"/>
              </a:lnSpc>
              <a:buSzPts val="1100"/>
              <a:buFont typeface="+mj-lt"/>
              <a:buAutoNum type="arabicPeriod"/>
              <a:defRPr/>
            </a:pPr>
            <a:endParaRPr lang="fr-FR" altLang="de-DE" sz="1867" dirty="0">
              <a:latin typeface="Poppins" panose="020B0604020202020204" charset="0"/>
              <a:cs typeface="Poppins" panose="020B0604020202020204" charset="0"/>
              <a:sym typeface="Josefin Sans"/>
            </a:endParaRPr>
          </a:p>
          <a:p>
            <a:pPr marL="457189" algn="just">
              <a:lnSpc>
                <a:spcPct val="100000"/>
              </a:lnSpc>
              <a:buSzPts val="1100"/>
              <a:buFont typeface="+mj-lt"/>
              <a:buAutoNum type="arabicPeriod"/>
              <a:defRPr/>
            </a:pPr>
            <a:r>
              <a:rPr lang="fr-FR" sz="1867" dirty="0">
                <a:latin typeface="Poppins" panose="020B0604020202020204" charset="0"/>
                <a:cs typeface="Poppins" panose="020B0604020202020204" charset="0"/>
                <a:sym typeface="Josefin Sans"/>
              </a:rPr>
              <a:t>What more could you do (based on your resources) to be unique? </a:t>
            </a:r>
          </a:p>
        </p:txBody>
      </p:sp>
      <p:sp>
        <p:nvSpPr>
          <p:cNvPr id="17" name="Rectangle 1026"/>
          <p:cNvSpPr txBox="1">
            <a:spLocks noChangeArrowheads="1"/>
          </p:cNvSpPr>
          <p:nvPr/>
        </p:nvSpPr>
        <p:spPr>
          <a:xfrm>
            <a:off x="1433828" y="221162"/>
            <a:ext cx="8888323" cy="700087"/>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buClr>
                <a:schemeClr val="accent5"/>
              </a:buClr>
            </a:pPr>
            <a:r>
              <a:rPr lang="fr-FR" altLang="de-DE" sz="3467" dirty="0">
                <a:latin typeface="Josefin Sans" panose="020B0604020202020204" charset="0"/>
              </a:rPr>
              <a:t>EXERCISE: </a:t>
            </a:r>
            <a:r>
              <a:rPr lang="fr-FR" sz="3467" b="0" dirty="0" err="1">
                <a:latin typeface="Josefin Sans" panose="020B0604020202020204" charset="0"/>
                <a:cs typeface="Arial" pitchFamily="2"/>
              </a:rPr>
              <a:t>Your</a:t>
            </a:r>
            <a:r>
              <a:rPr lang="fr-FR" sz="3467" b="0" dirty="0">
                <a:latin typeface="Josefin Sans" panose="020B0604020202020204" charset="0"/>
                <a:cs typeface="Arial" pitchFamily="2"/>
              </a:rPr>
              <a:t> </a:t>
            </a:r>
            <a:r>
              <a:rPr lang="fr-FR" sz="3467" b="0" dirty="0" err="1">
                <a:latin typeface="Josefin Sans" panose="020B0604020202020204" charset="0"/>
                <a:cs typeface="Arial" pitchFamily="2"/>
              </a:rPr>
              <a:t>Strengths</a:t>
            </a:r>
            <a:r>
              <a:rPr lang="fr-FR" sz="3467" b="0" dirty="0">
                <a:latin typeface="Josefin Sans" panose="020B0604020202020204" charset="0"/>
                <a:cs typeface="Arial" pitchFamily="2"/>
              </a:rPr>
              <a:t>, </a:t>
            </a:r>
            <a:r>
              <a:rPr lang="fr-FR" sz="3467" b="0" dirty="0" err="1">
                <a:latin typeface="Josefin Sans" panose="020B0604020202020204" charset="0"/>
                <a:cs typeface="Arial" pitchFamily="2"/>
              </a:rPr>
              <a:t>Your</a:t>
            </a:r>
            <a:endParaRPr lang="fr-FR" sz="3467" b="0" dirty="0">
              <a:latin typeface="Josefin Sans" panose="020B0604020202020204" charset="0"/>
              <a:cs typeface="Arial" pitchFamily="2"/>
            </a:endParaRPr>
          </a:p>
          <a:p>
            <a:pPr>
              <a:buClr>
                <a:schemeClr val="accent5"/>
              </a:buClr>
            </a:pPr>
            <a:r>
              <a:rPr lang="fr-FR" sz="3467" b="0" dirty="0" err="1">
                <a:latin typeface="Josefin Sans" panose="020B0604020202020204" charset="0"/>
                <a:cs typeface="Arial" pitchFamily="2"/>
              </a:rPr>
              <a:t>Interests</a:t>
            </a:r>
            <a:r>
              <a:rPr lang="fr-FR" sz="3467" b="0" dirty="0">
                <a:latin typeface="Josefin Sans" panose="020B0604020202020204" charset="0"/>
                <a:cs typeface="Arial" pitchFamily="2"/>
              </a:rPr>
              <a:t> &amp; </a:t>
            </a:r>
            <a:r>
              <a:rPr lang="fr-FR" sz="3467" b="0" dirty="0" err="1">
                <a:solidFill>
                  <a:schemeClr val="tx1"/>
                </a:solidFill>
                <a:latin typeface="Josefin Sans" panose="020B0604020202020204" charset="0"/>
                <a:cs typeface="Arial" pitchFamily="2"/>
              </a:rPr>
              <a:t>Other</a:t>
            </a:r>
            <a:r>
              <a:rPr lang="fr-FR" sz="3467" b="0" dirty="0">
                <a:solidFill>
                  <a:schemeClr val="tx1"/>
                </a:solidFill>
                <a:latin typeface="Josefin Sans" panose="020B0604020202020204" charset="0"/>
                <a:cs typeface="Arial" pitchFamily="2"/>
              </a:rPr>
              <a:t> </a:t>
            </a:r>
            <a:r>
              <a:rPr lang="fr-FR" sz="3467" b="0" dirty="0" err="1">
                <a:solidFill>
                  <a:schemeClr val="tx1"/>
                </a:solidFill>
                <a:latin typeface="Josefin Sans" panose="020B0604020202020204" charset="0"/>
                <a:cs typeface="Arial" pitchFamily="2"/>
              </a:rPr>
              <a:t>R</a:t>
            </a:r>
            <a:r>
              <a:rPr lang="fr-FR" sz="3467" b="0" dirty="0" err="1">
                <a:latin typeface="Josefin Sans" panose="020B0604020202020204" charset="0"/>
                <a:cs typeface="Arial" pitchFamily="2"/>
              </a:rPr>
              <a:t>esources</a:t>
            </a:r>
            <a:endParaRPr lang="fr-FR" sz="3467" b="0" dirty="0">
              <a:solidFill>
                <a:schemeClr val="tx1"/>
              </a:solidFill>
              <a:latin typeface="Josefin Sans" panose="020B0604020202020204" charset="0"/>
            </a:endParaRPr>
          </a:p>
        </p:txBody>
      </p:sp>
      <p:grpSp>
        <p:nvGrpSpPr>
          <p:cNvPr id="20" name="Google Shape;9047;p64"/>
          <p:cNvGrpSpPr/>
          <p:nvPr/>
        </p:nvGrpSpPr>
        <p:grpSpPr>
          <a:xfrm>
            <a:off x="10348332" y="233698"/>
            <a:ext cx="767536" cy="725305"/>
            <a:chOff x="2497275" y="2744159"/>
            <a:chExt cx="370930" cy="370549"/>
          </a:xfrm>
          <a:solidFill>
            <a:srgbClr val="000000"/>
          </a:solidFill>
        </p:grpSpPr>
        <p:sp>
          <p:nvSpPr>
            <p:cNvPr id="21" name="Google Shape;9048;p64"/>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grpFill/>
            <a:ln>
              <a:noFill/>
            </a:ln>
          </p:spPr>
          <p:txBody>
            <a:bodyPr spcFirstLastPara="1" wrap="square" lIns="121900" tIns="121900" rIns="121900" bIns="121900" anchor="ctr" anchorCtr="0">
              <a:noAutofit/>
            </a:bodyPr>
            <a:lstStyle/>
            <a:p>
              <a:endParaRPr sz="2400"/>
            </a:p>
          </p:txBody>
        </p:sp>
        <p:sp>
          <p:nvSpPr>
            <p:cNvPr id="22" name="Google Shape;9049;p64"/>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grpFill/>
            <a:ln>
              <a:noFill/>
            </a:ln>
          </p:spPr>
          <p:txBody>
            <a:bodyPr spcFirstLastPara="1" wrap="square" lIns="121900" tIns="121900" rIns="121900" bIns="121900" anchor="ctr" anchorCtr="0">
              <a:noAutofit/>
            </a:bodyPr>
            <a:lstStyle/>
            <a:p>
              <a:endParaRPr sz="2400"/>
            </a:p>
          </p:txBody>
        </p:sp>
        <p:sp>
          <p:nvSpPr>
            <p:cNvPr id="23" name="Google Shape;9050;p64"/>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grpFill/>
            <a:ln>
              <a:noFill/>
            </a:ln>
          </p:spPr>
          <p:txBody>
            <a:bodyPr spcFirstLastPara="1" wrap="square" lIns="121900" tIns="121900" rIns="121900" bIns="121900" anchor="ctr" anchorCtr="0">
              <a:noAutofit/>
            </a:bodyPr>
            <a:lstStyle/>
            <a:p>
              <a:endParaRPr sz="2400"/>
            </a:p>
          </p:txBody>
        </p:sp>
        <p:sp>
          <p:nvSpPr>
            <p:cNvPr id="24" name="Google Shape;9051;p64"/>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grpFill/>
            <a:ln>
              <a:noFill/>
            </a:ln>
          </p:spPr>
          <p:txBody>
            <a:bodyPr spcFirstLastPara="1" wrap="square" lIns="121900" tIns="121900" rIns="121900" bIns="121900" anchor="ctr" anchorCtr="0">
              <a:noAutofit/>
            </a:bodyPr>
            <a:lstStyle/>
            <a:p>
              <a:endParaRPr sz="2400"/>
            </a:p>
          </p:txBody>
        </p:sp>
        <p:sp>
          <p:nvSpPr>
            <p:cNvPr id="25" name="Google Shape;9052;p64"/>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grpFill/>
            <a:ln>
              <a:noFill/>
            </a:ln>
          </p:spPr>
          <p:txBody>
            <a:bodyPr spcFirstLastPara="1" wrap="square" lIns="121900" tIns="121900" rIns="121900" bIns="121900" anchor="ctr" anchorCtr="0">
              <a:noAutofit/>
            </a:bodyPr>
            <a:lstStyle/>
            <a:p>
              <a:endParaRPr sz="2400"/>
            </a:p>
          </p:txBody>
        </p:sp>
        <p:sp>
          <p:nvSpPr>
            <p:cNvPr id="26" name="Google Shape;9053;p64"/>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grpFill/>
            <a:ln>
              <a:noFill/>
            </a:ln>
          </p:spPr>
          <p:txBody>
            <a:bodyPr spcFirstLastPara="1" wrap="square" lIns="121900" tIns="121900" rIns="121900" bIns="121900" anchor="ctr" anchorCtr="0">
              <a:noAutofit/>
            </a:bodyPr>
            <a:lstStyle/>
            <a:p>
              <a:endParaRPr sz="2400"/>
            </a:p>
          </p:txBody>
        </p:sp>
      </p:grpSp>
      <p:sp>
        <p:nvSpPr>
          <p:cNvPr id="13" name="Textfeld 12"/>
          <p:cNvSpPr txBox="1"/>
          <p:nvPr/>
        </p:nvSpPr>
        <p:spPr>
          <a:xfrm>
            <a:off x="128630" y="293441"/>
            <a:ext cx="907373" cy="830997"/>
          </a:xfrm>
          <a:prstGeom prst="rect">
            <a:avLst/>
          </a:prstGeom>
          <a:noFill/>
        </p:spPr>
        <p:txBody>
          <a:bodyPr wrap="square" rtlCol="0">
            <a:spAutoFit/>
          </a:bodyPr>
          <a:lstStyle/>
          <a:p>
            <a:pPr algn="ctr"/>
            <a:r>
              <a:rPr lang="de-DE" sz="2400" dirty="0">
                <a:latin typeface="Poppins" panose="020B0604020202020204" charset="0"/>
                <a:cs typeface="Poppins" panose="020B0604020202020204" charset="0"/>
              </a:rPr>
              <a:t>WS </a:t>
            </a:r>
          </a:p>
          <a:p>
            <a:pPr algn="ctr"/>
            <a:r>
              <a:rPr lang="de-DE" sz="2400" dirty="0">
                <a:latin typeface="Poppins" panose="020B0604020202020204" charset="0"/>
                <a:cs typeface="Poppins" panose="020B0604020202020204" charset="0"/>
              </a:rPr>
              <a:t>12 </a:t>
            </a:r>
            <a:endParaRPr lang="en-GB" sz="2400" dirty="0">
              <a:latin typeface="Poppins" panose="020B0604020202020204" charset="0"/>
              <a:cs typeface="Poppins" panose="020B0604020202020204" charset="0"/>
            </a:endParaRPr>
          </a:p>
        </p:txBody>
      </p:sp>
      <p:grpSp>
        <p:nvGrpSpPr>
          <p:cNvPr id="18" name="Gruppieren 17"/>
          <p:cNvGrpSpPr/>
          <p:nvPr/>
        </p:nvGrpSpPr>
        <p:grpSpPr>
          <a:xfrm>
            <a:off x="8544312" y="3867063"/>
            <a:ext cx="3996267" cy="2893773"/>
            <a:chOff x="6408234" y="2900297"/>
            <a:chExt cx="2997200" cy="2170330"/>
          </a:xfrm>
        </p:grpSpPr>
        <p:pic>
          <p:nvPicPr>
            <p:cNvPr id="19" name="Grafik 18"/>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408234" y="2900297"/>
              <a:ext cx="2997200" cy="2170330"/>
            </a:xfrm>
            <a:prstGeom prst="rect">
              <a:avLst/>
            </a:prstGeom>
          </p:spPr>
        </p:pic>
        <p:sp>
          <p:nvSpPr>
            <p:cNvPr id="27" name="Rechteck 26"/>
            <p:cNvSpPr/>
            <p:nvPr/>
          </p:nvSpPr>
          <p:spPr>
            <a:xfrm>
              <a:off x="7005529" y="3909735"/>
              <a:ext cx="1228942" cy="346249"/>
            </a:xfrm>
            <a:prstGeom prst="rect">
              <a:avLst/>
            </a:prstGeom>
          </p:spPr>
          <p:txBody>
            <a:bodyPr wrap="none">
              <a:spAutoFit/>
            </a:bodyPr>
            <a:lstStyle/>
            <a:p>
              <a:pPr algn="ctr"/>
              <a:r>
                <a:rPr lang="de-DE" sz="2400" dirty="0">
                  <a:latin typeface="Josefin Sans" panose="020B0604020202020204" charset="0"/>
                </a:rPr>
                <a:t>EXAMPLE</a:t>
              </a:r>
              <a:endParaRPr lang="fr-FR" sz="2400" dirty="0">
                <a:latin typeface="Josefin Sans" panose="020B0604020202020204" charset="0"/>
              </a:endParaRPr>
            </a:p>
          </p:txBody>
        </p:sp>
      </p:grpSp>
      <p:grpSp>
        <p:nvGrpSpPr>
          <p:cNvPr id="34" name="Google Shape;8797;p63"/>
          <p:cNvGrpSpPr/>
          <p:nvPr/>
        </p:nvGrpSpPr>
        <p:grpSpPr>
          <a:xfrm>
            <a:off x="288514" y="1137524"/>
            <a:ext cx="197108" cy="389321"/>
            <a:chOff x="3527539" y="4476677"/>
            <a:chExt cx="159232" cy="314510"/>
          </a:xfrm>
          <a:solidFill>
            <a:srgbClr val="000000"/>
          </a:solidFill>
        </p:grpSpPr>
        <p:sp>
          <p:nvSpPr>
            <p:cNvPr id="35"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36"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pic>
        <p:nvPicPr>
          <p:cNvPr id="2" name="Grafik 1"/>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9279539" y="2101800"/>
            <a:ext cx="2456796" cy="2087157"/>
          </a:xfrm>
          <a:prstGeom prst="rect">
            <a:avLst/>
          </a:prstGeom>
        </p:spPr>
      </p:pic>
    </p:spTree>
    <p:extLst>
      <p:ext uri="{BB962C8B-B14F-4D97-AF65-F5344CB8AC3E}">
        <p14:creationId xmlns:p14="http://schemas.microsoft.com/office/powerpoint/2010/main" val="395857137"/>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5"/>
          <p:cNvSpPr>
            <a:spLocks noGrp="1" noChangeArrowheads="1"/>
          </p:cNvSpPr>
          <p:nvPr>
            <p:ph idx="4294967295"/>
          </p:nvPr>
        </p:nvSpPr>
        <p:spPr>
          <a:xfrm>
            <a:off x="1343026" y="1557867"/>
            <a:ext cx="7561132" cy="4897967"/>
          </a:xfrm>
        </p:spPr>
        <p:txBody>
          <a:bodyPr/>
          <a:lstStyle/>
          <a:p>
            <a:pPr marL="0" indent="0" algn="just">
              <a:lnSpc>
                <a:spcPct val="100000"/>
              </a:lnSpc>
              <a:buSzPts val="1100"/>
              <a:buNone/>
              <a:defRPr/>
            </a:pPr>
            <a:r>
              <a:rPr lang="fr-FR" altLang="de-DE" sz="1867" b="1" dirty="0">
                <a:latin typeface="Poppins" panose="020B0604020202020204" charset="0"/>
                <a:cs typeface="Poppins" panose="020B0604020202020204" charset="0"/>
                <a:sym typeface="Josefin Sans"/>
              </a:rPr>
              <a:t>Instruction:</a:t>
            </a:r>
          </a:p>
          <a:p>
            <a:pPr marL="304792" indent="-304792">
              <a:lnSpc>
                <a:spcPct val="100000"/>
              </a:lnSpc>
              <a:buClr>
                <a:schemeClr val="accent5"/>
              </a:buClr>
              <a:buFont typeface="+mj-lt"/>
              <a:buAutoNum type="arabicPeriod"/>
              <a:defRPr/>
            </a:pPr>
            <a:endParaRPr lang="fr-FR" altLang="de-DE" sz="1600" dirty="0">
              <a:latin typeface="Poppins" panose="020B0604020202020204" charset="0"/>
              <a:ea typeface="Josefin Sans"/>
              <a:cs typeface="Poppins" panose="020B0604020202020204" charset="0"/>
              <a:sym typeface="Josefin Sans"/>
            </a:endParaRPr>
          </a:p>
          <a:p>
            <a:pPr marL="457189" algn="just">
              <a:lnSpc>
                <a:spcPct val="100000"/>
              </a:lnSpc>
              <a:buSzPts val="1100"/>
              <a:buFont typeface="+mj-lt"/>
              <a:buAutoNum type="arabicPeriod"/>
              <a:defRPr/>
            </a:pPr>
            <a:r>
              <a:rPr lang="fr-FR" altLang="de-DE" sz="1867" dirty="0">
                <a:latin typeface="Poppins" panose="020B0604020202020204" charset="0"/>
                <a:cs typeface="Poppins" panose="020B0604020202020204" charset="0"/>
                <a:sym typeface="Josefin Sans"/>
              </a:rPr>
              <a:t>Think about...</a:t>
            </a:r>
          </a:p>
          <a:p>
            <a:pPr marL="990575" lvl="3" indent="-380990" algn="just">
              <a:lnSpc>
                <a:spcPct val="100000"/>
              </a:lnSpc>
              <a:spcBef>
                <a:spcPts val="0"/>
              </a:spcBef>
              <a:buClr>
                <a:schemeClr val="accent5"/>
              </a:buClr>
              <a:buSzPts val="1100"/>
              <a:buFont typeface="Courier New" panose="02070309020205020404" pitchFamily="49" charset="0"/>
              <a:buChar char="o"/>
              <a:defRPr/>
            </a:pPr>
            <a:r>
              <a:rPr lang="fr-FR" altLang="de-DE" dirty="0">
                <a:latin typeface="Poppins" panose="020B0604020202020204" charset="0"/>
                <a:cs typeface="Poppins" panose="020B0604020202020204" charset="0"/>
                <a:sym typeface="Josefin Sans"/>
              </a:rPr>
              <a:t>5 notable strengths (which you are good at),</a:t>
            </a:r>
          </a:p>
          <a:p>
            <a:pPr marL="990575" lvl="3" indent="-380990" algn="just">
              <a:lnSpc>
                <a:spcPct val="100000"/>
              </a:lnSpc>
              <a:spcBef>
                <a:spcPts val="0"/>
              </a:spcBef>
              <a:buClr>
                <a:schemeClr val="accent5"/>
              </a:buClr>
              <a:buSzPts val="1100"/>
              <a:buFont typeface="Courier New" panose="02070309020205020404" pitchFamily="49" charset="0"/>
              <a:buChar char="o"/>
              <a:defRPr/>
            </a:pPr>
            <a:r>
              <a:rPr lang="fr-FR" altLang="de-DE" dirty="0">
                <a:latin typeface="Poppins" panose="020B0604020202020204" charset="0"/>
                <a:cs typeface="Poppins" panose="020B0604020202020204" charset="0"/>
                <a:sym typeface="Josefin Sans"/>
              </a:rPr>
              <a:t>5 interests (what you like to do), and</a:t>
            </a:r>
          </a:p>
          <a:p>
            <a:pPr marL="990575" lvl="3" indent="-380990" algn="just">
              <a:lnSpc>
                <a:spcPct val="100000"/>
              </a:lnSpc>
              <a:spcBef>
                <a:spcPts val="0"/>
              </a:spcBef>
              <a:buClr>
                <a:schemeClr val="accent5"/>
              </a:buClr>
              <a:buSzPts val="1100"/>
              <a:buFont typeface="Courier New" panose="02070309020205020404" pitchFamily="49" charset="0"/>
              <a:buChar char="o"/>
              <a:defRPr/>
            </a:pPr>
            <a:r>
              <a:rPr lang="fr-FR" altLang="de-DE" dirty="0">
                <a:latin typeface="Poppins" panose="020B0604020202020204" charset="0"/>
                <a:cs typeface="Poppins" panose="020B0604020202020204" charset="0"/>
                <a:sym typeface="Josefin Sans"/>
              </a:rPr>
              <a:t>5 other resources (e.g. your </a:t>
            </a:r>
            <a:r>
              <a:rPr lang="fr-FR" dirty="0">
                <a:latin typeface="Poppins" panose="020B0604020202020204" charset="0"/>
                <a:cs typeface="Poppins" panose="020B0604020202020204" charset="0"/>
                <a:sym typeface="Josefin Sans"/>
              </a:rPr>
              <a:t>social or financial </a:t>
            </a:r>
            <a:r>
              <a:rPr lang="fr-FR" altLang="de-DE" dirty="0">
                <a:latin typeface="Poppins" panose="020B0604020202020204" charset="0"/>
                <a:cs typeface="Poppins" panose="020B0604020202020204" charset="0"/>
                <a:sym typeface="Josefin Sans"/>
              </a:rPr>
              <a:t>resources)</a:t>
            </a:r>
          </a:p>
          <a:p>
            <a:pPr marL="380990" lvl="2" indent="-380990" algn="just">
              <a:lnSpc>
                <a:spcPct val="100000"/>
              </a:lnSpc>
              <a:spcBef>
                <a:spcPts val="0"/>
              </a:spcBef>
              <a:buClr>
                <a:schemeClr val="accent5"/>
              </a:buClr>
              <a:buSzPts val="1100"/>
              <a:buFont typeface="Courier New" panose="02070309020205020404" pitchFamily="49" charset="0"/>
              <a:buChar char="o"/>
              <a:defRPr/>
            </a:pPr>
            <a:endParaRPr lang="fr-FR" altLang="de-DE" dirty="0">
              <a:latin typeface="Poppins" panose="020B0604020202020204" charset="0"/>
              <a:cs typeface="Poppins" panose="020B0604020202020204" charset="0"/>
              <a:sym typeface="Josefin Sans"/>
            </a:endParaRPr>
          </a:p>
          <a:p>
            <a:pPr marL="457189" algn="just">
              <a:lnSpc>
                <a:spcPct val="100000"/>
              </a:lnSpc>
              <a:buSzPts val="1100"/>
              <a:buFont typeface="+mj-lt"/>
              <a:buAutoNum type="arabicPeriod"/>
              <a:defRPr/>
            </a:pPr>
            <a:r>
              <a:rPr lang="fr-FR" altLang="de-DE" sz="1867" dirty="0">
                <a:latin typeface="Poppins" panose="020B0604020202020204" charset="0"/>
                <a:cs typeface="Poppins" panose="020B0604020202020204" charset="0"/>
                <a:sym typeface="Josefin Sans"/>
              </a:rPr>
              <a:t>Now try to create 2 business ideas that include (at least) one of your strengths, one of your interests and one of your other resources. Present your ideas to your partner. </a:t>
            </a:r>
          </a:p>
          <a:p>
            <a:pPr marL="457189" algn="just">
              <a:lnSpc>
                <a:spcPct val="100000"/>
              </a:lnSpc>
              <a:buSzPts val="1100"/>
              <a:buFont typeface="+mj-lt"/>
              <a:buAutoNum type="arabicPeriod"/>
              <a:defRPr/>
            </a:pPr>
            <a:endParaRPr lang="fr-FR" altLang="de-DE" sz="1867" dirty="0">
              <a:latin typeface="Poppins" panose="020B0604020202020204" charset="0"/>
              <a:cs typeface="Poppins" panose="020B0604020202020204" charset="0"/>
              <a:sym typeface="Josefin Sans"/>
            </a:endParaRPr>
          </a:p>
          <a:p>
            <a:pPr marL="457189" algn="just">
              <a:lnSpc>
                <a:spcPct val="100000"/>
              </a:lnSpc>
              <a:buSzPts val="1100"/>
              <a:buFont typeface="+mj-lt"/>
              <a:buAutoNum type="arabicPeriod"/>
              <a:defRPr/>
            </a:pPr>
            <a:r>
              <a:rPr lang="fr-FR" sz="1867" dirty="0">
                <a:latin typeface="Poppins" panose="020B0604020202020204" charset="0"/>
                <a:cs typeface="Poppins" panose="020B0604020202020204" charset="0"/>
                <a:sym typeface="Josefin Sans"/>
              </a:rPr>
              <a:t>What more could you do (based on your resources) to be unique? </a:t>
            </a:r>
          </a:p>
        </p:txBody>
      </p:sp>
      <p:sp>
        <p:nvSpPr>
          <p:cNvPr id="17" name="Rectangle 1026"/>
          <p:cNvSpPr txBox="1">
            <a:spLocks noChangeArrowheads="1"/>
          </p:cNvSpPr>
          <p:nvPr/>
        </p:nvSpPr>
        <p:spPr>
          <a:xfrm>
            <a:off x="1433828" y="221162"/>
            <a:ext cx="8888323" cy="700087"/>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buClr>
                <a:schemeClr val="accent5"/>
              </a:buClr>
            </a:pPr>
            <a:r>
              <a:rPr lang="fr-FR" altLang="de-DE" sz="3467" dirty="0">
                <a:latin typeface="Josefin Sans" panose="020B0604020202020204" charset="0"/>
              </a:rPr>
              <a:t>EXERCISE: </a:t>
            </a:r>
            <a:r>
              <a:rPr lang="fr-FR" sz="3467" b="0" dirty="0" err="1">
                <a:latin typeface="Josefin Sans" panose="020B0604020202020204" charset="0"/>
                <a:cs typeface="Arial" pitchFamily="2"/>
              </a:rPr>
              <a:t>Your</a:t>
            </a:r>
            <a:r>
              <a:rPr lang="fr-FR" sz="3467" b="0" dirty="0">
                <a:latin typeface="Josefin Sans" panose="020B0604020202020204" charset="0"/>
                <a:cs typeface="Arial" pitchFamily="2"/>
              </a:rPr>
              <a:t> </a:t>
            </a:r>
            <a:r>
              <a:rPr lang="fr-FR" sz="3467" b="0" dirty="0" err="1">
                <a:latin typeface="Josefin Sans" panose="020B0604020202020204" charset="0"/>
                <a:cs typeface="Arial" pitchFamily="2"/>
              </a:rPr>
              <a:t>Strengths</a:t>
            </a:r>
            <a:r>
              <a:rPr lang="fr-FR" sz="3467" b="0" dirty="0">
                <a:latin typeface="Josefin Sans" panose="020B0604020202020204" charset="0"/>
                <a:cs typeface="Arial" pitchFamily="2"/>
              </a:rPr>
              <a:t>, </a:t>
            </a:r>
            <a:r>
              <a:rPr lang="fr-FR" sz="3467" b="0" dirty="0" err="1">
                <a:latin typeface="Josefin Sans" panose="020B0604020202020204" charset="0"/>
                <a:cs typeface="Arial" pitchFamily="2"/>
              </a:rPr>
              <a:t>Your</a:t>
            </a:r>
            <a:endParaRPr lang="fr-FR" sz="3467" b="0" dirty="0">
              <a:latin typeface="Josefin Sans" panose="020B0604020202020204" charset="0"/>
              <a:cs typeface="Arial" pitchFamily="2"/>
            </a:endParaRPr>
          </a:p>
          <a:p>
            <a:pPr>
              <a:buClr>
                <a:schemeClr val="accent5"/>
              </a:buClr>
            </a:pPr>
            <a:r>
              <a:rPr lang="fr-FR" sz="3467" b="0" dirty="0" err="1">
                <a:latin typeface="Josefin Sans" panose="020B0604020202020204" charset="0"/>
                <a:cs typeface="Arial" pitchFamily="2"/>
              </a:rPr>
              <a:t>Interests</a:t>
            </a:r>
            <a:r>
              <a:rPr lang="fr-FR" sz="3467" b="0" dirty="0">
                <a:latin typeface="Josefin Sans" panose="020B0604020202020204" charset="0"/>
                <a:cs typeface="Arial" pitchFamily="2"/>
              </a:rPr>
              <a:t> &amp; </a:t>
            </a:r>
            <a:r>
              <a:rPr lang="fr-FR" sz="3467" b="0" dirty="0" err="1">
                <a:solidFill>
                  <a:schemeClr val="tx1"/>
                </a:solidFill>
                <a:latin typeface="Josefin Sans" panose="020B0604020202020204" charset="0"/>
                <a:cs typeface="Arial" pitchFamily="2"/>
              </a:rPr>
              <a:t>Other</a:t>
            </a:r>
            <a:r>
              <a:rPr lang="fr-FR" sz="3467" b="0" dirty="0">
                <a:solidFill>
                  <a:schemeClr val="tx1"/>
                </a:solidFill>
                <a:latin typeface="Josefin Sans" panose="020B0604020202020204" charset="0"/>
                <a:cs typeface="Arial" pitchFamily="2"/>
              </a:rPr>
              <a:t> </a:t>
            </a:r>
            <a:r>
              <a:rPr lang="fr-FR" sz="3467" b="0" dirty="0" err="1">
                <a:solidFill>
                  <a:schemeClr val="tx1"/>
                </a:solidFill>
                <a:latin typeface="Josefin Sans" panose="020B0604020202020204" charset="0"/>
                <a:cs typeface="Arial" pitchFamily="2"/>
              </a:rPr>
              <a:t>R</a:t>
            </a:r>
            <a:r>
              <a:rPr lang="fr-FR" sz="3467" b="0" dirty="0" err="1">
                <a:latin typeface="Josefin Sans" panose="020B0604020202020204" charset="0"/>
                <a:cs typeface="Arial" pitchFamily="2"/>
              </a:rPr>
              <a:t>esources</a:t>
            </a:r>
            <a:endParaRPr lang="fr-FR" sz="3467" b="0" dirty="0">
              <a:solidFill>
                <a:schemeClr val="tx1"/>
              </a:solidFill>
              <a:latin typeface="Josefin Sans" panose="020B0604020202020204" charset="0"/>
            </a:endParaRPr>
          </a:p>
        </p:txBody>
      </p:sp>
      <p:grpSp>
        <p:nvGrpSpPr>
          <p:cNvPr id="20" name="Google Shape;9047;p64"/>
          <p:cNvGrpSpPr/>
          <p:nvPr/>
        </p:nvGrpSpPr>
        <p:grpSpPr>
          <a:xfrm>
            <a:off x="10348332" y="233698"/>
            <a:ext cx="767536" cy="725305"/>
            <a:chOff x="2497275" y="2744159"/>
            <a:chExt cx="370930" cy="370549"/>
          </a:xfrm>
          <a:solidFill>
            <a:srgbClr val="000000"/>
          </a:solidFill>
        </p:grpSpPr>
        <p:sp>
          <p:nvSpPr>
            <p:cNvPr id="21" name="Google Shape;9048;p64"/>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grpFill/>
            <a:ln>
              <a:noFill/>
            </a:ln>
          </p:spPr>
          <p:txBody>
            <a:bodyPr spcFirstLastPara="1" wrap="square" lIns="121900" tIns="121900" rIns="121900" bIns="121900" anchor="ctr" anchorCtr="0">
              <a:noAutofit/>
            </a:bodyPr>
            <a:lstStyle/>
            <a:p>
              <a:endParaRPr sz="2400"/>
            </a:p>
          </p:txBody>
        </p:sp>
        <p:sp>
          <p:nvSpPr>
            <p:cNvPr id="22" name="Google Shape;9049;p64"/>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grpFill/>
            <a:ln>
              <a:noFill/>
            </a:ln>
          </p:spPr>
          <p:txBody>
            <a:bodyPr spcFirstLastPara="1" wrap="square" lIns="121900" tIns="121900" rIns="121900" bIns="121900" anchor="ctr" anchorCtr="0">
              <a:noAutofit/>
            </a:bodyPr>
            <a:lstStyle/>
            <a:p>
              <a:endParaRPr sz="2400"/>
            </a:p>
          </p:txBody>
        </p:sp>
        <p:sp>
          <p:nvSpPr>
            <p:cNvPr id="23" name="Google Shape;9050;p64"/>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grpFill/>
            <a:ln>
              <a:noFill/>
            </a:ln>
          </p:spPr>
          <p:txBody>
            <a:bodyPr spcFirstLastPara="1" wrap="square" lIns="121900" tIns="121900" rIns="121900" bIns="121900" anchor="ctr" anchorCtr="0">
              <a:noAutofit/>
            </a:bodyPr>
            <a:lstStyle/>
            <a:p>
              <a:endParaRPr sz="2400"/>
            </a:p>
          </p:txBody>
        </p:sp>
        <p:sp>
          <p:nvSpPr>
            <p:cNvPr id="24" name="Google Shape;9051;p64"/>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grpFill/>
            <a:ln>
              <a:noFill/>
            </a:ln>
          </p:spPr>
          <p:txBody>
            <a:bodyPr spcFirstLastPara="1" wrap="square" lIns="121900" tIns="121900" rIns="121900" bIns="121900" anchor="ctr" anchorCtr="0">
              <a:noAutofit/>
            </a:bodyPr>
            <a:lstStyle/>
            <a:p>
              <a:endParaRPr sz="2400"/>
            </a:p>
          </p:txBody>
        </p:sp>
        <p:sp>
          <p:nvSpPr>
            <p:cNvPr id="25" name="Google Shape;9052;p64"/>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grpFill/>
            <a:ln>
              <a:noFill/>
            </a:ln>
          </p:spPr>
          <p:txBody>
            <a:bodyPr spcFirstLastPara="1" wrap="square" lIns="121900" tIns="121900" rIns="121900" bIns="121900" anchor="ctr" anchorCtr="0">
              <a:noAutofit/>
            </a:bodyPr>
            <a:lstStyle/>
            <a:p>
              <a:endParaRPr sz="2400"/>
            </a:p>
          </p:txBody>
        </p:sp>
        <p:sp>
          <p:nvSpPr>
            <p:cNvPr id="26" name="Google Shape;9053;p64"/>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grpFill/>
            <a:ln>
              <a:noFill/>
            </a:ln>
          </p:spPr>
          <p:txBody>
            <a:bodyPr spcFirstLastPara="1" wrap="square" lIns="121900" tIns="121900" rIns="121900" bIns="121900" anchor="ctr" anchorCtr="0">
              <a:noAutofit/>
            </a:bodyPr>
            <a:lstStyle/>
            <a:p>
              <a:endParaRPr sz="2400"/>
            </a:p>
          </p:txBody>
        </p:sp>
      </p:grpSp>
      <p:sp>
        <p:nvSpPr>
          <p:cNvPr id="13" name="Textfeld 12"/>
          <p:cNvSpPr txBox="1"/>
          <p:nvPr/>
        </p:nvSpPr>
        <p:spPr>
          <a:xfrm>
            <a:off x="128630" y="293441"/>
            <a:ext cx="907373" cy="830997"/>
          </a:xfrm>
          <a:prstGeom prst="rect">
            <a:avLst/>
          </a:prstGeom>
          <a:noFill/>
        </p:spPr>
        <p:txBody>
          <a:bodyPr wrap="square" rtlCol="0">
            <a:spAutoFit/>
          </a:bodyPr>
          <a:lstStyle/>
          <a:p>
            <a:pPr algn="ctr"/>
            <a:r>
              <a:rPr lang="de-DE" sz="2400" dirty="0">
                <a:latin typeface="Poppins" panose="020B0604020202020204" charset="0"/>
                <a:cs typeface="Poppins" panose="020B0604020202020204" charset="0"/>
              </a:rPr>
              <a:t>WS </a:t>
            </a:r>
          </a:p>
          <a:p>
            <a:pPr algn="ctr"/>
            <a:r>
              <a:rPr lang="de-DE" sz="2400" dirty="0">
                <a:latin typeface="Poppins" panose="020B0604020202020204" charset="0"/>
                <a:cs typeface="Poppins" panose="020B0604020202020204" charset="0"/>
              </a:rPr>
              <a:t>12 </a:t>
            </a:r>
            <a:endParaRPr lang="en-GB" sz="2400" dirty="0">
              <a:latin typeface="Poppins" panose="020B0604020202020204" charset="0"/>
              <a:cs typeface="Poppins" panose="020B0604020202020204" charset="0"/>
            </a:endParaRPr>
          </a:p>
        </p:txBody>
      </p:sp>
      <p:grpSp>
        <p:nvGrpSpPr>
          <p:cNvPr id="34" name="Google Shape;8797;p63"/>
          <p:cNvGrpSpPr/>
          <p:nvPr/>
        </p:nvGrpSpPr>
        <p:grpSpPr>
          <a:xfrm>
            <a:off x="288514" y="1137524"/>
            <a:ext cx="197108" cy="389321"/>
            <a:chOff x="3527539" y="4476677"/>
            <a:chExt cx="159232" cy="314510"/>
          </a:xfrm>
          <a:solidFill>
            <a:srgbClr val="000000"/>
          </a:solidFill>
        </p:grpSpPr>
        <p:sp>
          <p:nvSpPr>
            <p:cNvPr id="35"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36"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pic>
        <p:nvPicPr>
          <p:cNvPr id="4" name="Picture 3">
            <a:extLst>
              <a:ext uri="{FF2B5EF4-FFF2-40B4-BE49-F238E27FC236}">
                <a16:creationId xmlns:a16="http://schemas.microsoft.com/office/drawing/2014/main" id="{C64F6252-2A46-23B4-B447-025AE4C03520}"/>
              </a:ext>
            </a:extLst>
          </p:cNvPr>
          <p:cNvPicPr>
            <a:picLocks noChangeAspect="1"/>
          </p:cNvPicPr>
          <p:nvPr/>
        </p:nvPicPr>
        <p:blipFill>
          <a:blip r:embed="rId3"/>
          <a:stretch>
            <a:fillRect/>
          </a:stretch>
        </p:blipFill>
        <p:spPr>
          <a:xfrm>
            <a:off x="1433829" y="1479688"/>
            <a:ext cx="9359900" cy="5511800"/>
          </a:xfrm>
          <a:prstGeom prst="rect">
            <a:avLst/>
          </a:prstGeom>
        </p:spPr>
      </p:pic>
    </p:spTree>
    <p:extLst>
      <p:ext uri="{BB962C8B-B14F-4D97-AF65-F5344CB8AC3E}">
        <p14:creationId xmlns:p14="http://schemas.microsoft.com/office/powerpoint/2010/main" val="3378392065"/>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5"/>
          <p:cNvSpPr>
            <a:spLocks noGrp="1" noChangeArrowheads="1"/>
          </p:cNvSpPr>
          <p:nvPr>
            <p:ph idx="4294967295"/>
          </p:nvPr>
        </p:nvSpPr>
        <p:spPr>
          <a:xfrm>
            <a:off x="3757535" y="1420285"/>
            <a:ext cx="7774064" cy="4897967"/>
          </a:xfrm>
        </p:spPr>
        <p:txBody>
          <a:bodyPr/>
          <a:lstStyle/>
          <a:p>
            <a:pPr marL="0" indent="0">
              <a:buClr>
                <a:srgbClr val="FF3300"/>
              </a:buClr>
              <a:buNone/>
              <a:defRPr/>
            </a:pPr>
            <a:r>
              <a:rPr lang="fr-FR" sz="1733" b="1" dirty="0"/>
              <a:t>Example: </a:t>
            </a:r>
          </a:p>
          <a:p>
            <a:pPr marL="0" indent="0">
              <a:buClr>
                <a:srgbClr val="FF3300"/>
              </a:buClr>
              <a:defRPr/>
            </a:pPr>
            <a:endParaRPr lang="fr-FR" sz="1733" dirty="0"/>
          </a:p>
          <a:p>
            <a:pPr marL="0" indent="0">
              <a:buClr>
                <a:srgbClr val="C00000"/>
              </a:buClr>
              <a:buNone/>
              <a:defRPr/>
            </a:pPr>
            <a:r>
              <a:rPr lang="fr-FR" sz="1733" dirty="0"/>
              <a:t>Julienne is fluent in French.  She likes to teach French language skills.  In her home, she has a room that could be used as an office.</a:t>
            </a:r>
          </a:p>
          <a:p>
            <a:pPr marL="0" indent="0">
              <a:buClr>
                <a:srgbClr val="C00000"/>
              </a:buClr>
              <a:defRPr/>
            </a:pPr>
            <a:endParaRPr lang="de-DE" sz="1733" dirty="0"/>
          </a:p>
          <a:p>
            <a:pPr>
              <a:buClr>
                <a:schemeClr val="accent5"/>
              </a:buClr>
              <a:buFont typeface="+mj-lt"/>
              <a:buAutoNum type="arabicPeriod"/>
              <a:defRPr/>
            </a:pPr>
            <a:r>
              <a:rPr lang="fr-FR" sz="1733" dirty="0"/>
              <a:t>Strength: Being able to speak French fluently</a:t>
            </a:r>
            <a:br>
              <a:rPr lang="fr-FR" sz="1733" dirty="0"/>
            </a:br>
            <a:r>
              <a:rPr lang="fr-FR" sz="1733" dirty="0"/>
              <a:t>Interest: Teaching others</a:t>
            </a:r>
            <a:br>
              <a:rPr lang="fr-FR" sz="1733" dirty="0"/>
            </a:br>
            <a:r>
              <a:rPr lang="fr-FR" sz="1733" dirty="0"/>
              <a:t>Other resource: A free room</a:t>
            </a:r>
          </a:p>
          <a:p>
            <a:pPr marL="0" indent="0">
              <a:defRPr/>
            </a:pPr>
            <a:endParaRPr lang="fr-FR" sz="1733" dirty="0"/>
          </a:p>
          <a:p>
            <a:pPr marL="457189">
              <a:buClr>
                <a:schemeClr val="accent5"/>
              </a:buClr>
              <a:buFont typeface="+mj-lt"/>
              <a:buAutoNum type="arabicPeriod" startAt="2"/>
              <a:defRPr/>
            </a:pPr>
            <a:r>
              <a:rPr lang="fr-FR" sz="1733" dirty="0"/>
              <a:t>The business idea:  Open a small language school offering French courses</a:t>
            </a:r>
          </a:p>
          <a:p>
            <a:pPr marL="457189">
              <a:buClr>
                <a:schemeClr val="accent5"/>
              </a:buClr>
              <a:buFont typeface="+mj-lt"/>
              <a:buAutoNum type="arabicPeriod" startAt="2"/>
              <a:defRPr/>
            </a:pPr>
            <a:endParaRPr lang="de-DE" sz="1733" dirty="0"/>
          </a:p>
          <a:p>
            <a:pPr marL="457189">
              <a:buClr>
                <a:schemeClr val="accent5"/>
              </a:buClr>
              <a:buFont typeface="+mj-lt"/>
              <a:buAutoNum type="arabicPeriod" startAt="2"/>
              <a:defRPr/>
            </a:pPr>
            <a:r>
              <a:rPr lang="fr-FR" sz="1733" dirty="0"/>
              <a:t>What else could she do to be unique: </a:t>
            </a:r>
            <a:r>
              <a:rPr lang="fr-FR" sz="1733" dirty="0">
                <a:sym typeface="Wingdings" panose="05000000000000000000" pitchFamily="2" charset="2"/>
              </a:rPr>
              <a:t>Organise a </a:t>
            </a:r>
            <a:r>
              <a:rPr lang="fr-FR" sz="1733" dirty="0" err="1"/>
              <a:t>poetry</a:t>
            </a:r>
            <a:r>
              <a:rPr lang="fr-FR" sz="1733" dirty="0"/>
              <a:t> </a:t>
            </a:r>
            <a:r>
              <a:rPr lang="fr-FR" sz="1733" dirty="0">
                <a:sym typeface="Wingdings" panose="05000000000000000000" pitchFamily="2" charset="2"/>
              </a:rPr>
              <a:t>competition </a:t>
            </a:r>
            <a:r>
              <a:rPr lang="fr-FR" sz="1733" dirty="0"/>
              <a:t>in French            </a:t>
            </a:r>
            <a:endParaRPr lang="de-DE" sz="1733" dirty="0"/>
          </a:p>
        </p:txBody>
      </p:sp>
      <p:sp>
        <p:nvSpPr>
          <p:cNvPr id="21" name="Rectangle 1026"/>
          <p:cNvSpPr txBox="1">
            <a:spLocks noChangeArrowheads="1"/>
          </p:cNvSpPr>
          <p:nvPr/>
        </p:nvSpPr>
        <p:spPr>
          <a:xfrm>
            <a:off x="1433828" y="221162"/>
            <a:ext cx="8888323" cy="700087"/>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buClr>
                <a:schemeClr val="accent5"/>
              </a:buClr>
            </a:pPr>
            <a:r>
              <a:rPr lang="fr-FR" altLang="de-DE" sz="3467" dirty="0">
                <a:latin typeface="Josefin Sans" panose="020B0604020202020204" charset="0"/>
              </a:rPr>
              <a:t>EXAMPLE: </a:t>
            </a:r>
            <a:r>
              <a:rPr lang="fr-FR" sz="3467" b="0" dirty="0" err="1">
                <a:latin typeface="Josefin Sans" panose="020B0604020202020204" charset="0"/>
                <a:cs typeface="Arial" pitchFamily="2"/>
              </a:rPr>
              <a:t>Your</a:t>
            </a:r>
            <a:r>
              <a:rPr lang="fr-FR" sz="3467" b="0" dirty="0">
                <a:latin typeface="Josefin Sans" panose="020B0604020202020204" charset="0"/>
                <a:cs typeface="Arial" pitchFamily="2"/>
              </a:rPr>
              <a:t> </a:t>
            </a:r>
            <a:r>
              <a:rPr lang="fr-FR" sz="3467" b="0" dirty="0" err="1">
                <a:latin typeface="Josefin Sans" panose="020B0604020202020204" charset="0"/>
                <a:cs typeface="Arial" pitchFamily="2"/>
              </a:rPr>
              <a:t>Strengths</a:t>
            </a:r>
            <a:r>
              <a:rPr lang="fr-FR" sz="3467" b="0" dirty="0">
                <a:latin typeface="Josefin Sans" panose="020B0604020202020204" charset="0"/>
                <a:cs typeface="Arial" pitchFamily="2"/>
              </a:rPr>
              <a:t>, </a:t>
            </a:r>
            <a:r>
              <a:rPr lang="fr-FR" sz="3467" b="0" dirty="0" err="1">
                <a:latin typeface="Josefin Sans" panose="020B0604020202020204" charset="0"/>
                <a:cs typeface="Arial" pitchFamily="2"/>
              </a:rPr>
              <a:t>Your</a:t>
            </a:r>
            <a:endParaRPr lang="fr-FR" sz="3467" b="0" dirty="0">
              <a:latin typeface="Josefin Sans" panose="020B0604020202020204" charset="0"/>
              <a:cs typeface="Arial" pitchFamily="2"/>
            </a:endParaRPr>
          </a:p>
          <a:p>
            <a:pPr>
              <a:buClr>
                <a:schemeClr val="accent5"/>
              </a:buClr>
            </a:pPr>
            <a:r>
              <a:rPr lang="fr-FR" sz="3467" b="0" dirty="0" err="1">
                <a:latin typeface="Josefin Sans" panose="020B0604020202020204" charset="0"/>
                <a:cs typeface="Arial" pitchFamily="2"/>
              </a:rPr>
              <a:t>Interests</a:t>
            </a:r>
            <a:r>
              <a:rPr lang="fr-FR" sz="3467" b="0" dirty="0">
                <a:latin typeface="Josefin Sans" panose="020B0604020202020204" charset="0"/>
                <a:cs typeface="Arial" pitchFamily="2"/>
              </a:rPr>
              <a:t> &amp; </a:t>
            </a:r>
            <a:r>
              <a:rPr lang="fr-FR" sz="3467" b="0" dirty="0" err="1">
                <a:solidFill>
                  <a:schemeClr val="tx1"/>
                </a:solidFill>
                <a:latin typeface="Josefin Sans" panose="020B0604020202020204" charset="0"/>
                <a:cs typeface="Arial" pitchFamily="2"/>
              </a:rPr>
              <a:t>Other</a:t>
            </a:r>
            <a:r>
              <a:rPr lang="fr-FR" sz="3467" b="0" dirty="0">
                <a:solidFill>
                  <a:schemeClr val="tx1"/>
                </a:solidFill>
                <a:latin typeface="Josefin Sans" panose="020B0604020202020204" charset="0"/>
                <a:cs typeface="Arial" pitchFamily="2"/>
              </a:rPr>
              <a:t> </a:t>
            </a:r>
            <a:r>
              <a:rPr lang="fr-FR" sz="3467" b="0" dirty="0" err="1">
                <a:solidFill>
                  <a:schemeClr val="tx1"/>
                </a:solidFill>
                <a:latin typeface="Josefin Sans" panose="020B0604020202020204" charset="0"/>
                <a:cs typeface="Arial" pitchFamily="2"/>
              </a:rPr>
              <a:t>R</a:t>
            </a:r>
            <a:r>
              <a:rPr lang="fr-FR" sz="3467" b="0" dirty="0" err="1">
                <a:latin typeface="Josefin Sans" panose="020B0604020202020204" charset="0"/>
                <a:cs typeface="Arial" pitchFamily="2"/>
              </a:rPr>
              <a:t>esources</a:t>
            </a:r>
            <a:endParaRPr lang="fr-FR" sz="3467" b="0" dirty="0">
              <a:solidFill>
                <a:schemeClr val="tx1"/>
              </a:solidFill>
              <a:latin typeface="Josefin Sans" panose="020B0604020202020204" charset="0"/>
            </a:endParaRPr>
          </a:p>
        </p:txBody>
      </p:sp>
      <p:grpSp>
        <p:nvGrpSpPr>
          <p:cNvPr id="23" name="Google Shape;9047;p64"/>
          <p:cNvGrpSpPr/>
          <p:nvPr/>
        </p:nvGrpSpPr>
        <p:grpSpPr>
          <a:xfrm>
            <a:off x="10348332" y="233698"/>
            <a:ext cx="767536" cy="725305"/>
            <a:chOff x="2497275" y="2744159"/>
            <a:chExt cx="370930" cy="370549"/>
          </a:xfrm>
          <a:solidFill>
            <a:srgbClr val="000000"/>
          </a:solidFill>
        </p:grpSpPr>
        <p:sp>
          <p:nvSpPr>
            <p:cNvPr id="24" name="Google Shape;9048;p64"/>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grpFill/>
            <a:ln>
              <a:noFill/>
            </a:ln>
          </p:spPr>
          <p:txBody>
            <a:bodyPr spcFirstLastPara="1" wrap="square" lIns="121900" tIns="121900" rIns="121900" bIns="121900" anchor="ctr" anchorCtr="0">
              <a:noAutofit/>
            </a:bodyPr>
            <a:lstStyle/>
            <a:p>
              <a:endParaRPr sz="2400"/>
            </a:p>
          </p:txBody>
        </p:sp>
        <p:sp>
          <p:nvSpPr>
            <p:cNvPr id="25" name="Google Shape;9049;p64"/>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grpFill/>
            <a:ln>
              <a:noFill/>
            </a:ln>
          </p:spPr>
          <p:txBody>
            <a:bodyPr spcFirstLastPara="1" wrap="square" lIns="121900" tIns="121900" rIns="121900" bIns="121900" anchor="ctr" anchorCtr="0">
              <a:noAutofit/>
            </a:bodyPr>
            <a:lstStyle/>
            <a:p>
              <a:endParaRPr sz="2400"/>
            </a:p>
          </p:txBody>
        </p:sp>
        <p:sp>
          <p:nvSpPr>
            <p:cNvPr id="26" name="Google Shape;9050;p64"/>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grpFill/>
            <a:ln>
              <a:noFill/>
            </a:ln>
          </p:spPr>
          <p:txBody>
            <a:bodyPr spcFirstLastPara="1" wrap="square" lIns="121900" tIns="121900" rIns="121900" bIns="121900" anchor="ctr" anchorCtr="0">
              <a:noAutofit/>
            </a:bodyPr>
            <a:lstStyle/>
            <a:p>
              <a:endParaRPr sz="2400"/>
            </a:p>
          </p:txBody>
        </p:sp>
        <p:sp>
          <p:nvSpPr>
            <p:cNvPr id="27" name="Google Shape;9051;p64"/>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grpFill/>
            <a:ln>
              <a:noFill/>
            </a:ln>
          </p:spPr>
          <p:txBody>
            <a:bodyPr spcFirstLastPara="1" wrap="square" lIns="121900" tIns="121900" rIns="121900" bIns="121900" anchor="ctr" anchorCtr="0">
              <a:noAutofit/>
            </a:bodyPr>
            <a:lstStyle/>
            <a:p>
              <a:endParaRPr sz="2400"/>
            </a:p>
          </p:txBody>
        </p:sp>
        <p:sp>
          <p:nvSpPr>
            <p:cNvPr id="28" name="Google Shape;9052;p64"/>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grpFill/>
            <a:ln>
              <a:noFill/>
            </a:ln>
          </p:spPr>
          <p:txBody>
            <a:bodyPr spcFirstLastPara="1" wrap="square" lIns="121900" tIns="121900" rIns="121900" bIns="121900" anchor="ctr" anchorCtr="0">
              <a:noAutofit/>
            </a:bodyPr>
            <a:lstStyle/>
            <a:p>
              <a:endParaRPr sz="2400"/>
            </a:p>
          </p:txBody>
        </p:sp>
        <p:sp>
          <p:nvSpPr>
            <p:cNvPr id="29" name="Google Shape;9053;p64"/>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9" name="Google Shape;1447;p34"/>
          <p:cNvGrpSpPr/>
          <p:nvPr/>
        </p:nvGrpSpPr>
        <p:grpSpPr>
          <a:xfrm>
            <a:off x="671489" y="2748199"/>
            <a:ext cx="2406491" cy="3570053"/>
            <a:chOff x="10383350" y="3525925"/>
            <a:chExt cx="2056100" cy="2883575"/>
          </a:xfrm>
        </p:grpSpPr>
        <p:sp>
          <p:nvSpPr>
            <p:cNvPr id="34" name="Google Shape;1448;p34"/>
            <p:cNvSpPr/>
            <p:nvPr/>
          </p:nvSpPr>
          <p:spPr>
            <a:xfrm>
              <a:off x="10774425" y="5695775"/>
              <a:ext cx="993600" cy="89150"/>
            </a:xfrm>
            <a:custGeom>
              <a:avLst/>
              <a:gdLst/>
              <a:ahLst/>
              <a:cxnLst/>
              <a:rect l="l" t="t" r="r" b="b"/>
              <a:pathLst>
                <a:path w="39744" h="3566" extrusionOk="0">
                  <a:moveTo>
                    <a:pt x="36" y="1"/>
                  </a:moveTo>
                  <a:cubicBezTo>
                    <a:pt x="16" y="1"/>
                    <a:pt x="0" y="16"/>
                    <a:pt x="0" y="35"/>
                  </a:cubicBezTo>
                  <a:lnTo>
                    <a:pt x="0" y="3530"/>
                  </a:lnTo>
                  <a:cubicBezTo>
                    <a:pt x="0" y="3550"/>
                    <a:pt x="16" y="3566"/>
                    <a:pt x="36" y="3566"/>
                  </a:cubicBezTo>
                  <a:lnTo>
                    <a:pt x="39708" y="3566"/>
                  </a:lnTo>
                  <a:cubicBezTo>
                    <a:pt x="39728" y="3566"/>
                    <a:pt x="39743" y="3550"/>
                    <a:pt x="39743" y="3530"/>
                  </a:cubicBezTo>
                  <a:lnTo>
                    <a:pt x="39743" y="35"/>
                  </a:lnTo>
                  <a:cubicBezTo>
                    <a:pt x="39743" y="16"/>
                    <a:pt x="39728" y="1"/>
                    <a:pt x="39708" y="1"/>
                  </a:cubicBezTo>
                  <a:close/>
                </a:path>
              </a:pathLst>
            </a:custGeom>
            <a:solidFill>
              <a:srgbClr val="61332A"/>
            </a:solidFill>
            <a:ln>
              <a:noFill/>
            </a:ln>
          </p:spPr>
          <p:txBody>
            <a:bodyPr spcFirstLastPara="1" wrap="square" lIns="121900" tIns="121900" rIns="121900" bIns="121900" anchor="ctr" anchorCtr="0">
              <a:noAutofit/>
            </a:bodyPr>
            <a:lstStyle/>
            <a:p>
              <a:endParaRPr sz="2400"/>
            </a:p>
          </p:txBody>
        </p:sp>
        <p:sp>
          <p:nvSpPr>
            <p:cNvPr id="35" name="Google Shape;1449;p34"/>
            <p:cNvSpPr/>
            <p:nvPr/>
          </p:nvSpPr>
          <p:spPr>
            <a:xfrm>
              <a:off x="11330300" y="5400850"/>
              <a:ext cx="522050" cy="299100"/>
            </a:xfrm>
            <a:custGeom>
              <a:avLst/>
              <a:gdLst/>
              <a:ahLst/>
              <a:cxnLst/>
              <a:rect l="l" t="t" r="r" b="b"/>
              <a:pathLst>
                <a:path w="20882" h="11964" extrusionOk="0">
                  <a:moveTo>
                    <a:pt x="0" y="0"/>
                  </a:moveTo>
                  <a:lnTo>
                    <a:pt x="139" y="11963"/>
                  </a:lnTo>
                  <a:lnTo>
                    <a:pt x="20882" y="11963"/>
                  </a:lnTo>
                  <a:lnTo>
                    <a:pt x="20882" y="0"/>
                  </a:lnTo>
                  <a:close/>
                </a:path>
              </a:pathLst>
            </a:custGeom>
            <a:solidFill>
              <a:srgbClr val="CCA18B"/>
            </a:solidFill>
            <a:ln>
              <a:noFill/>
            </a:ln>
          </p:spPr>
          <p:txBody>
            <a:bodyPr spcFirstLastPara="1" wrap="square" lIns="121900" tIns="121900" rIns="121900" bIns="121900" anchor="ctr" anchorCtr="0">
              <a:noAutofit/>
            </a:bodyPr>
            <a:lstStyle/>
            <a:p>
              <a:endParaRPr sz="2400"/>
            </a:p>
          </p:txBody>
        </p:sp>
        <p:sp>
          <p:nvSpPr>
            <p:cNvPr id="36" name="Google Shape;1450;p34"/>
            <p:cNvSpPr/>
            <p:nvPr/>
          </p:nvSpPr>
          <p:spPr>
            <a:xfrm>
              <a:off x="10648150" y="4508300"/>
              <a:ext cx="851650" cy="900525"/>
            </a:xfrm>
            <a:custGeom>
              <a:avLst/>
              <a:gdLst/>
              <a:ahLst/>
              <a:cxnLst/>
              <a:rect l="l" t="t" r="r" b="b"/>
              <a:pathLst>
                <a:path w="34066" h="36021" extrusionOk="0">
                  <a:moveTo>
                    <a:pt x="0" y="0"/>
                  </a:moveTo>
                  <a:lnTo>
                    <a:pt x="8966" y="36020"/>
                  </a:lnTo>
                  <a:lnTo>
                    <a:pt x="34065" y="35565"/>
                  </a:lnTo>
                  <a:lnTo>
                    <a:pt x="22231" y="0"/>
                  </a:lnTo>
                  <a:close/>
                </a:path>
              </a:pathLst>
            </a:custGeom>
            <a:solidFill>
              <a:srgbClr val="CCA18B"/>
            </a:solidFill>
            <a:ln>
              <a:noFill/>
            </a:ln>
          </p:spPr>
          <p:txBody>
            <a:bodyPr spcFirstLastPara="1" wrap="square" lIns="121900" tIns="121900" rIns="121900" bIns="121900" anchor="ctr" anchorCtr="0">
              <a:noAutofit/>
            </a:bodyPr>
            <a:lstStyle/>
            <a:p>
              <a:endParaRPr sz="2400"/>
            </a:p>
          </p:txBody>
        </p:sp>
        <p:sp>
          <p:nvSpPr>
            <p:cNvPr id="37" name="Google Shape;1451;p34"/>
            <p:cNvSpPr/>
            <p:nvPr/>
          </p:nvSpPr>
          <p:spPr>
            <a:xfrm>
              <a:off x="10774425" y="5784900"/>
              <a:ext cx="195750" cy="622325"/>
            </a:xfrm>
            <a:custGeom>
              <a:avLst/>
              <a:gdLst/>
              <a:ahLst/>
              <a:cxnLst/>
              <a:rect l="l" t="t" r="r" b="b"/>
              <a:pathLst>
                <a:path w="7830" h="24893" extrusionOk="0">
                  <a:moveTo>
                    <a:pt x="4323" y="1"/>
                  </a:moveTo>
                  <a:lnTo>
                    <a:pt x="0" y="24893"/>
                  </a:lnTo>
                  <a:lnTo>
                    <a:pt x="1631" y="24893"/>
                  </a:lnTo>
                  <a:lnTo>
                    <a:pt x="7829" y="1"/>
                  </a:lnTo>
                  <a:close/>
                </a:path>
              </a:pathLst>
            </a:custGeom>
            <a:solidFill>
              <a:srgbClr val="61332A"/>
            </a:solidFill>
            <a:ln>
              <a:noFill/>
            </a:ln>
          </p:spPr>
          <p:txBody>
            <a:bodyPr spcFirstLastPara="1" wrap="square" lIns="121900" tIns="121900" rIns="121900" bIns="121900" anchor="ctr" anchorCtr="0">
              <a:noAutofit/>
            </a:bodyPr>
            <a:lstStyle/>
            <a:p>
              <a:endParaRPr sz="2400"/>
            </a:p>
          </p:txBody>
        </p:sp>
        <p:sp>
          <p:nvSpPr>
            <p:cNvPr id="38" name="Google Shape;1452;p34"/>
            <p:cNvSpPr/>
            <p:nvPr/>
          </p:nvSpPr>
          <p:spPr>
            <a:xfrm>
              <a:off x="11125400" y="5784900"/>
              <a:ext cx="195750" cy="622325"/>
            </a:xfrm>
            <a:custGeom>
              <a:avLst/>
              <a:gdLst/>
              <a:ahLst/>
              <a:cxnLst/>
              <a:rect l="l" t="t" r="r" b="b"/>
              <a:pathLst>
                <a:path w="7830" h="24893" extrusionOk="0">
                  <a:moveTo>
                    <a:pt x="4324" y="1"/>
                  </a:moveTo>
                  <a:lnTo>
                    <a:pt x="1" y="24893"/>
                  </a:lnTo>
                  <a:lnTo>
                    <a:pt x="1632" y="24893"/>
                  </a:lnTo>
                  <a:lnTo>
                    <a:pt x="7830" y="1"/>
                  </a:lnTo>
                  <a:close/>
                </a:path>
              </a:pathLst>
            </a:custGeom>
            <a:solidFill>
              <a:srgbClr val="8C5C50"/>
            </a:solidFill>
            <a:ln>
              <a:noFill/>
            </a:ln>
          </p:spPr>
          <p:txBody>
            <a:bodyPr spcFirstLastPara="1" wrap="square" lIns="121900" tIns="121900" rIns="121900" bIns="121900" anchor="ctr" anchorCtr="0">
              <a:noAutofit/>
            </a:bodyPr>
            <a:lstStyle/>
            <a:p>
              <a:endParaRPr sz="2400"/>
            </a:p>
          </p:txBody>
        </p:sp>
        <p:sp>
          <p:nvSpPr>
            <p:cNvPr id="39" name="Google Shape;1453;p34"/>
            <p:cNvSpPr/>
            <p:nvPr/>
          </p:nvSpPr>
          <p:spPr>
            <a:xfrm>
              <a:off x="11415775" y="5784900"/>
              <a:ext cx="195775" cy="622325"/>
            </a:xfrm>
            <a:custGeom>
              <a:avLst/>
              <a:gdLst/>
              <a:ahLst/>
              <a:cxnLst/>
              <a:rect l="l" t="t" r="r" b="b"/>
              <a:pathLst>
                <a:path w="7831" h="24893" extrusionOk="0">
                  <a:moveTo>
                    <a:pt x="1" y="1"/>
                  </a:moveTo>
                  <a:lnTo>
                    <a:pt x="6199" y="24893"/>
                  </a:lnTo>
                  <a:lnTo>
                    <a:pt x="7830" y="24893"/>
                  </a:lnTo>
                  <a:lnTo>
                    <a:pt x="3507" y="1"/>
                  </a:lnTo>
                  <a:close/>
                </a:path>
              </a:pathLst>
            </a:custGeom>
            <a:solidFill>
              <a:srgbClr val="61332A"/>
            </a:solidFill>
            <a:ln>
              <a:noFill/>
            </a:ln>
          </p:spPr>
          <p:txBody>
            <a:bodyPr spcFirstLastPara="1" wrap="square" lIns="121900" tIns="121900" rIns="121900" bIns="121900" anchor="ctr" anchorCtr="0">
              <a:noAutofit/>
            </a:bodyPr>
            <a:lstStyle/>
            <a:p>
              <a:endParaRPr sz="2400"/>
            </a:p>
          </p:txBody>
        </p:sp>
        <p:sp>
          <p:nvSpPr>
            <p:cNvPr id="40" name="Google Shape;1454;p34"/>
            <p:cNvSpPr/>
            <p:nvPr/>
          </p:nvSpPr>
          <p:spPr>
            <a:xfrm>
              <a:off x="10383350" y="4508300"/>
              <a:ext cx="950450" cy="1191675"/>
            </a:xfrm>
            <a:custGeom>
              <a:avLst/>
              <a:gdLst/>
              <a:ahLst/>
              <a:cxnLst/>
              <a:rect l="l" t="t" r="r" b="b"/>
              <a:pathLst>
                <a:path w="38018" h="47667" extrusionOk="0">
                  <a:moveTo>
                    <a:pt x="10592" y="0"/>
                  </a:moveTo>
                  <a:cubicBezTo>
                    <a:pt x="4479" y="0"/>
                    <a:pt x="1" y="5758"/>
                    <a:pt x="1505" y="11682"/>
                  </a:cubicBezTo>
                  <a:lnTo>
                    <a:pt x="10592" y="47500"/>
                  </a:lnTo>
                  <a:lnTo>
                    <a:pt x="38017" y="47666"/>
                  </a:lnTo>
                  <a:lnTo>
                    <a:pt x="38017" y="47666"/>
                  </a:lnTo>
                  <a:lnTo>
                    <a:pt x="37878" y="35702"/>
                  </a:lnTo>
                  <a:lnTo>
                    <a:pt x="19444" y="35702"/>
                  </a:lnTo>
                  <a:lnTo>
                    <a:pt x="10592" y="0"/>
                  </a:lnTo>
                  <a:close/>
                </a:path>
              </a:pathLst>
            </a:custGeom>
            <a:solidFill>
              <a:srgbClr val="DCB9A5"/>
            </a:solidFill>
            <a:ln>
              <a:noFill/>
            </a:ln>
          </p:spPr>
          <p:txBody>
            <a:bodyPr spcFirstLastPara="1" wrap="square" lIns="121900" tIns="121900" rIns="121900" bIns="121900" anchor="ctr" anchorCtr="0">
              <a:noAutofit/>
            </a:bodyPr>
            <a:lstStyle/>
            <a:p>
              <a:endParaRPr sz="2400"/>
            </a:p>
          </p:txBody>
        </p:sp>
        <p:sp>
          <p:nvSpPr>
            <p:cNvPr id="41" name="Google Shape;1455;p34"/>
            <p:cNvSpPr/>
            <p:nvPr/>
          </p:nvSpPr>
          <p:spPr>
            <a:xfrm>
              <a:off x="10501050" y="4559875"/>
              <a:ext cx="832750" cy="998425"/>
            </a:xfrm>
            <a:custGeom>
              <a:avLst/>
              <a:gdLst/>
              <a:ahLst/>
              <a:cxnLst/>
              <a:rect l="l" t="t" r="r" b="b"/>
              <a:pathLst>
                <a:path w="33310" h="39937" extrusionOk="0">
                  <a:moveTo>
                    <a:pt x="17" y="1"/>
                  </a:moveTo>
                  <a:cubicBezTo>
                    <a:pt x="16" y="1"/>
                    <a:pt x="16" y="1"/>
                    <a:pt x="16" y="1"/>
                  </a:cubicBezTo>
                  <a:cubicBezTo>
                    <a:pt x="1" y="5"/>
                    <a:pt x="38" y="226"/>
                    <a:pt x="127" y="644"/>
                  </a:cubicBezTo>
                  <a:cubicBezTo>
                    <a:pt x="225" y="1075"/>
                    <a:pt x="363" y="1684"/>
                    <a:pt x="538" y="2463"/>
                  </a:cubicBezTo>
                  <a:cubicBezTo>
                    <a:pt x="912" y="4054"/>
                    <a:pt x="1450" y="6332"/>
                    <a:pt x="2112" y="9141"/>
                  </a:cubicBezTo>
                  <a:cubicBezTo>
                    <a:pt x="3462" y="14773"/>
                    <a:pt x="5298" y="22566"/>
                    <a:pt x="7603" y="31107"/>
                  </a:cubicBezTo>
                  <a:cubicBezTo>
                    <a:pt x="8426" y="34147"/>
                    <a:pt x="9260" y="37074"/>
                    <a:pt x="10073" y="39769"/>
                  </a:cubicBezTo>
                  <a:lnTo>
                    <a:pt x="10123" y="39936"/>
                  </a:lnTo>
                  <a:lnTo>
                    <a:pt x="10298" y="39936"/>
                  </a:lnTo>
                  <a:cubicBezTo>
                    <a:pt x="16961" y="39922"/>
                    <a:pt x="22715" y="39891"/>
                    <a:pt x="26801" y="39850"/>
                  </a:cubicBezTo>
                  <a:lnTo>
                    <a:pt x="31588" y="39781"/>
                  </a:lnTo>
                  <a:lnTo>
                    <a:pt x="32867" y="39742"/>
                  </a:lnTo>
                  <a:cubicBezTo>
                    <a:pt x="33158" y="39729"/>
                    <a:pt x="33309" y="39715"/>
                    <a:pt x="33309" y="39701"/>
                  </a:cubicBezTo>
                  <a:cubicBezTo>
                    <a:pt x="33309" y="39688"/>
                    <a:pt x="33158" y="39674"/>
                    <a:pt x="32867" y="39661"/>
                  </a:cubicBezTo>
                  <a:lnTo>
                    <a:pt x="31588" y="39622"/>
                  </a:lnTo>
                  <a:lnTo>
                    <a:pt x="26801" y="39553"/>
                  </a:lnTo>
                  <a:cubicBezTo>
                    <a:pt x="22751" y="39512"/>
                    <a:pt x="17062" y="39482"/>
                    <a:pt x="10473" y="39467"/>
                  </a:cubicBezTo>
                  <a:lnTo>
                    <a:pt x="10473" y="39467"/>
                  </a:lnTo>
                  <a:cubicBezTo>
                    <a:pt x="9690" y="36819"/>
                    <a:pt x="8881" y="33953"/>
                    <a:pt x="8076" y="30980"/>
                  </a:cubicBezTo>
                  <a:cubicBezTo>
                    <a:pt x="5773" y="22448"/>
                    <a:pt x="3885" y="14670"/>
                    <a:pt x="2447" y="9059"/>
                  </a:cubicBezTo>
                  <a:cubicBezTo>
                    <a:pt x="1735" y="6250"/>
                    <a:pt x="1143" y="3982"/>
                    <a:pt x="722" y="2417"/>
                  </a:cubicBezTo>
                  <a:cubicBezTo>
                    <a:pt x="509" y="1648"/>
                    <a:pt x="342" y="1045"/>
                    <a:pt x="223" y="619"/>
                  </a:cubicBezTo>
                  <a:cubicBezTo>
                    <a:pt x="105" y="213"/>
                    <a:pt x="34" y="1"/>
                    <a:pt x="17" y="1"/>
                  </a:cubicBezTo>
                  <a:close/>
                </a:path>
              </a:pathLst>
            </a:custGeom>
            <a:solidFill>
              <a:srgbClr val="CCA18B"/>
            </a:solidFill>
            <a:ln>
              <a:noFill/>
            </a:ln>
          </p:spPr>
          <p:txBody>
            <a:bodyPr spcFirstLastPara="1" wrap="square" lIns="121900" tIns="121900" rIns="121900" bIns="121900" anchor="ctr" anchorCtr="0">
              <a:noAutofit/>
            </a:bodyPr>
            <a:lstStyle/>
            <a:p>
              <a:endParaRPr sz="2400"/>
            </a:p>
          </p:txBody>
        </p:sp>
        <p:sp>
          <p:nvSpPr>
            <p:cNvPr id="42" name="Google Shape;1456;p34"/>
            <p:cNvSpPr/>
            <p:nvPr/>
          </p:nvSpPr>
          <p:spPr>
            <a:xfrm>
              <a:off x="11730900" y="6190875"/>
              <a:ext cx="342600" cy="6150"/>
            </a:xfrm>
            <a:custGeom>
              <a:avLst/>
              <a:gdLst/>
              <a:ahLst/>
              <a:cxnLst/>
              <a:rect l="l" t="t" r="r" b="b"/>
              <a:pathLst>
                <a:path w="13704" h="246" extrusionOk="0">
                  <a:moveTo>
                    <a:pt x="6853" y="0"/>
                  </a:moveTo>
                  <a:cubicBezTo>
                    <a:pt x="3068" y="0"/>
                    <a:pt x="0" y="56"/>
                    <a:pt x="0" y="122"/>
                  </a:cubicBezTo>
                  <a:cubicBezTo>
                    <a:pt x="0" y="190"/>
                    <a:pt x="3070" y="246"/>
                    <a:pt x="6853" y="246"/>
                  </a:cubicBezTo>
                  <a:cubicBezTo>
                    <a:pt x="10635" y="246"/>
                    <a:pt x="13703" y="190"/>
                    <a:pt x="13703" y="122"/>
                  </a:cubicBezTo>
                  <a:cubicBezTo>
                    <a:pt x="13703" y="55"/>
                    <a:pt x="10637" y="0"/>
                    <a:pt x="6853" y="0"/>
                  </a:cubicBezTo>
                  <a:close/>
                </a:path>
              </a:pathLst>
            </a:custGeom>
            <a:solidFill>
              <a:srgbClr val="1D2239"/>
            </a:solidFill>
            <a:ln>
              <a:noFill/>
            </a:ln>
          </p:spPr>
          <p:txBody>
            <a:bodyPr spcFirstLastPara="1" wrap="square" lIns="121900" tIns="121900" rIns="121900" bIns="121900" anchor="ctr" anchorCtr="0">
              <a:noAutofit/>
            </a:bodyPr>
            <a:lstStyle/>
            <a:p>
              <a:endParaRPr sz="2400"/>
            </a:p>
          </p:txBody>
        </p:sp>
        <p:sp>
          <p:nvSpPr>
            <p:cNvPr id="43" name="Google Shape;1457;p34"/>
            <p:cNvSpPr/>
            <p:nvPr/>
          </p:nvSpPr>
          <p:spPr>
            <a:xfrm>
              <a:off x="12056900" y="6190875"/>
              <a:ext cx="271550" cy="6150"/>
            </a:xfrm>
            <a:custGeom>
              <a:avLst/>
              <a:gdLst/>
              <a:ahLst/>
              <a:cxnLst/>
              <a:rect l="l" t="t" r="r" b="b"/>
              <a:pathLst>
                <a:path w="10862" h="246" extrusionOk="0">
                  <a:moveTo>
                    <a:pt x="5431" y="0"/>
                  </a:moveTo>
                  <a:cubicBezTo>
                    <a:pt x="2431" y="0"/>
                    <a:pt x="0" y="56"/>
                    <a:pt x="0" y="122"/>
                  </a:cubicBezTo>
                  <a:cubicBezTo>
                    <a:pt x="0" y="190"/>
                    <a:pt x="2433" y="246"/>
                    <a:pt x="5431" y="246"/>
                  </a:cubicBezTo>
                  <a:cubicBezTo>
                    <a:pt x="8430" y="246"/>
                    <a:pt x="10862" y="190"/>
                    <a:pt x="10862" y="122"/>
                  </a:cubicBezTo>
                  <a:cubicBezTo>
                    <a:pt x="10862" y="55"/>
                    <a:pt x="8431" y="0"/>
                    <a:pt x="5431" y="0"/>
                  </a:cubicBezTo>
                  <a:close/>
                </a:path>
              </a:pathLst>
            </a:custGeom>
            <a:solidFill>
              <a:srgbClr val="1D2239"/>
            </a:solidFill>
            <a:ln>
              <a:noFill/>
            </a:ln>
          </p:spPr>
          <p:txBody>
            <a:bodyPr spcFirstLastPara="1" wrap="square" lIns="121900" tIns="121900" rIns="121900" bIns="121900" anchor="ctr" anchorCtr="0">
              <a:noAutofit/>
            </a:bodyPr>
            <a:lstStyle/>
            <a:p>
              <a:endParaRPr sz="2400"/>
            </a:p>
          </p:txBody>
        </p:sp>
        <p:sp>
          <p:nvSpPr>
            <p:cNvPr id="44" name="Google Shape;1458;p34"/>
            <p:cNvSpPr/>
            <p:nvPr/>
          </p:nvSpPr>
          <p:spPr>
            <a:xfrm>
              <a:off x="11604550" y="4357975"/>
              <a:ext cx="53825" cy="202600"/>
            </a:xfrm>
            <a:custGeom>
              <a:avLst/>
              <a:gdLst/>
              <a:ahLst/>
              <a:cxnLst/>
              <a:rect l="l" t="t" r="r" b="b"/>
              <a:pathLst>
                <a:path w="2153" h="8104" extrusionOk="0">
                  <a:moveTo>
                    <a:pt x="35" y="1"/>
                  </a:moveTo>
                  <a:cubicBezTo>
                    <a:pt x="33" y="1"/>
                    <a:pt x="32" y="1"/>
                    <a:pt x="31" y="2"/>
                  </a:cubicBezTo>
                  <a:cubicBezTo>
                    <a:pt x="0" y="30"/>
                    <a:pt x="346" y="384"/>
                    <a:pt x="758" y="1051"/>
                  </a:cubicBezTo>
                  <a:cubicBezTo>
                    <a:pt x="1170" y="1712"/>
                    <a:pt x="1622" y="2720"/>
                    <a:pt x="1764" y="3903"/>
                  </a:cubicBezTo>
                  <a:cubicBezTo>
                    <a:pt x="1905" y="5087"/>
                    <a:pt x="1704" y="6172"/>
                    <a:pt x="1458" y="6912"/>
                  </a:cubicBezTo>
                  <a:cubicBezTo>
                    <a:pt x="1216" y="7657"/>
                    <a:pt x="964" y="8082"/>
                    <a:pt x="1001" y="8104"/>
                  </a:cubicBezTo>
                  <a:cubicBezTo>
                    <a:pt x="1001" y="8104"/>
                    <a:pt x="1002" y="8104"/>
                    <a:pt x="1003" y="8104"/>
                  </a:cubicBezTo>
                  <a:cubicBezTo>
                    <a:pt x="1020" y="8104"/>
                    <a:pt x="1096" y="8007"/>
                    <a:pt x="1210" y="7824"/>
                  </a:cubicBezTo>
                  <a:cubicBezTo>
                    <a:pt x="1326" y="7633"/>
                    <a:pt x="1476" y="7344"/>
                    <a:pt x="1622" y="6970"/>
                  </a:cubicBezTo>
                  <a:cubicBezTo>
                    <a:pt x="1916" y="6226"/>
                    <a:pt x="2153" y="5104"/>
                    <a:pt x="2007" y="3873"/>
                  </a:cubicBezTo>
                  <a:cubicBezTo>
                    <a:pt x="1861" y="2644"/>
                    <a:pt x="1363" y="1609"/>
                    <a:pt x="902" y="956"/>
                  </a:cubicBezTo>
                  <a:cubicBezTo>
                    <a:pt x="672" y="626"/>
                    <a:pt x="459" y="382"/>
                    <a:pt x="300" y="224"/>
                  </a:cubicBezTo>
                  <a:cubicBezTo>
                    <a:pt x="152" y="77"/>
                    <a:pt x="55" y="1"/>
                    <a:pt x="35" y="1"/>
                  </a:cubicBezTo>
                  <a:close/>
                </a:path>
              </a:pathLst>
            </a:custGeom>
            <a:solidFill>
              <a:srgbClr val="1D2239"/>
            </a:solidFill>
            <a:ln>
              <a:noFill/>
            </a:ln>
          </p:spPr>
          <p:txBody>
            <a:bodyPr spcFirstLastPara="1" wrap="square" lIns="121900" tIns="121900" rIns="121900" bIns="121900" anchor="ctr" anchorCtr="0">
              <a:noAutofit/>
            </a:bodyPr>
            <a:lstStyle/>
            <a:p>
              <a:endParaRPr sz="2400"/>
            </a:p>
          </p:txBody>
        </p:sp>
        <p:sp>
          <p:nvSpPr>
            <p:cNvPr id="45" name="Google Shape;1459;p34"/>
            <p:cNvSpPr/>
            <p:nvPr/>
          </p:nvSpPr>
          <p:spPr>
            <a:xfrm>
              <a:off x="11625425" y="4555600"/>
              <a:ext cx="8575" cy="188325"/>
            </a:xfrm>
            <a:custGeom>
              <a:avLst/>
              <a:gdLst/>
              <a:ahLst/>
              <a:cxnLst/>
              <a:rect l="l" t="t" r="r" b="b"/>
              <a:pathLst>
                <a:path w="343" h="7533" extrusionOk="0">
                  <a:moveTo>
                    <a:pt x="310" y="1"/>
                  </a:moveTo>
                  <a:cubicBezTo>
                    <a:pt x="278" y="1"/>
                    <a:pt x="209" y="419"/>
                    <a:pt x="144" y="1096"/>
                  </a:cubicBezTo>
                  <a:cubicBezTo>
                    <a:pt x="78" y="1777"/>
                    <a:pt x="20" y="2721"/>
                    <a:pt x="10" y="3764"/>
                  </a:cubicBezTo>
                  <a:cubicBezTo>
                    <a:pt x="0" y="4807"/>
                    <a:pt x="39" y="5751"/>
                    <a:pt x="90" y="6433"/>
                  </a:cubicBezTo>
                  <a:cubicBezTo>
                    <a:pt x="142" y="7114"/>
                    <a:pt x="203" y="7533"/>
                    <a:pt x="237" y="7533"/>
                  </a:cubicBezTo>
                  <a:cubicBezTo>
                    <a:pt x="237" y="7533"/>
                    <a:pt x="237" y="7533"/>
                    <a:pt x="237" y="7533"/>
                  </a:cubicBezTo>
                  <a:cubicBezTo>
                    <a:pt x="271" y="7530"/>
                    <a:pt x="271" y="7107"/>
                    <a:pt x="264" y="6426"/>
                  </a:cubicBezTo>
                  <a:cubicBezTo>
                    <a:pt x="256" y="5745"/>
                    <a:pt x="245" y="4805"/>
                    <a:pt x="255" y="3767"/>
                  </a:cubicBezTo>
                  <a:cubicBezTo>
                    <a:pt x="265" y="2728"/>
                    <a:pt x="295" y="1788"/>
                    <a:pt x="316" y="1107"/>
                  </a:cubicBezTo>
                  <a:cubicBezTo>
                    <a:pt x="337" y="426"/>
                    <a:pt x="343" y="3"/>
                    <a:pt x="310" y="1"/>
                  </a:cubicBezTo>
                  <a:cubicBezTo>
                    <a:pt x="310" y="1"/>
                    <a:pt x="310" y="1"/>
                    <a:pt x="310" y="1"/>
                  </a:cubicBezTo>
                  <a:close/>
                </a:path>
              </a:pathLst>
            </a:custGeom>
            <a:solidFill>
              <a:srgbClr val="1D2239"/>
            </a:solidFill>
            <a:ln>
              <a:noFill/>
            </a:ln>
          </p:spPr>
          <p:txBody>
            <a:bodyPr spcFirstLastPara="1" wrap="square" lIns="121900" tIns="121900" rIns="121900" bIns="121900" anchor="ctr" anchorCtr="0">
              <a:noAutofit/>
            </a:bodyPr>
            <a:lstStyle/>
            <a:p>
              <a:endParaRPr sz="2400"/>
            </a:p>
          </p:txBody>
        </p:sp>
        <p:sp>
          <p:nvSpPr>
            <p:cNvPr id="46" name="Google Shape;1460;p34"/>
            <p:cNvSpPr/>
            <p:nvPr/>
          </p:nvSpPr>
          <p:spPr>
            <a:xfrm>
              <a:off x="10412950" y="5423450"/>
              <a:ext cx="501250" cy="328875"/>
            </a:xfrm>
            <a:custGeom>
              <a:avLst/>
              <a:gdLst/>
              <a:ahLst/>
              <a:cxnLst/>
              <a:rect l="l" t="t" r="r" b="b"/>
              <a:pathLst>
                <a:path w="20050" h="13155" extrusionOk="0">
                  <a:moveTo>
                    <a:pt x="2362" y="0"/>
                  </a:moveTo>
                  <a:cubicBezTo>
                    <a:pt x="1058" y="0"/>
                    <a:pt x="1" y="1058"/>
                    <a:pt x="1" y="2361"/>
                  </a:cubicBezTo>
                  <a:lnTo>
                    <a:pt x="1" y="10795"/>
                  </a:lnTo>
                  <a:cubicBezTo>
                    <a:pt x="1" y="12099"/>
                    <a:pt x="1058" y="13155"/>
                    <a:pt x="2362" y="13155"/>
                  </a:cubicBezTo>
                  <a:lnTo>
                    <a:pt x="17687" y="13155"/>
                  </a:lnTo>
                  <a:cubicBezTo>
                    <a:pt x="18992" y="13155"/>
                    <a:pt x="20048" y="12099"/>
                    <a:pt x="20048" y="10795"/>
                  </a:cubicBezTo>
                  <a:lnTo>
                    <a:pt x="20048" y="2361"/>
                  </a:lnTo>
                  <a:cubicBezTo>
                    <a:pt x="20050" y="1057"/>
                    <a:pt x="18992" y="0"/>
                    <a:pt x="17687" y="0"/>
                  </a:cubicBezTo>
                  <a:close/>
                </a:path>
              </a:pathLst>
            </a:custGeom>
            <a:solidFill>
              <a:schemeClr val="accent6">
                <a:lumMod val="50000"/>
              </a:schemeClr>
            </a:solidFill>
            <a:ln>
              <a:noFill/>
            </a:ln>
          </p:spPr>
          <p:txBody>
            <a:bodyPr spcFirstLastPara="1" wrap="square" lIns="121900" tIns="121900" rIns="121900" bIns="121900" anchor="ctr" anchorCtr="0">
              <a:noAutofit/>
            </a:bodyPr>
            <a:lstStyle/>
            <a:p>
              <a:endParaRPr sz="2400"/>
            </a:p>
          </p:txBody>
        </p:sp>
        <p:sp>
          <p:nvSpPr>
            <p:cNvPr id="47" name="Google Shape;1461;p34"/>
            <p:cNvSpPr/>
            <p:nvPr/>
          </p:nvSpPr>
          <p:spPr>
            <a:xfrm>
              <a:off x="10415425" y="5462475"/>
              <a:ext cx="446025" cy="290025"/>
            </a:xfrm>
            <a:custGeom>
              <a:avLst/>
              <a:gdLst/>
              <a:ahLst/>
              <a:cxnLst/>
              <a:rect l="l" t="t" r="r" b="b"/>
              <a:pathLst>
                <a:path w="17841" h="11601" extrusionOk="0">
                  <a:moveTo>
                    <a:pt x="14330" y="1"/>
                  </a:moveTo>
                  <a:cubicBezTo>
                    <a:pt x="14258" y="1"/>
                    <a:pt x="14186" y="1"/>
                    <a:pt x="14115" y="1"/>
                  </a:cubicBezTo>
                  <a:lnTo>
                    <a:pt x="4134" y="36"/>
                  </a:lnTo>
                  <a:cubicBezTo>
                    <a:pt x="2880" y="53"/>
                    <a:pt x="1855" y="65"/>
                    <a:pt x="1109" y="75"/>
                  </a:cubicBezTo>
                  <a:lnTo>
                    <a:pt x="287" y="99"/>
                  </a:lnTo>
                  <a:cubicBezTo>
                    <a:pt x="99" y="106"/>
                    <a:pt x="1" y="115"/>
                    <a:pt x="1" y="123"/>
                  </a:cubicBezTo>
                  <a:cubicBezTo>
                    <a:pt x="1" y="132"/>
                    <a:pt x="99" y="140"/>
                    <a:pt x="287" y="147"/>
                  </a:cubicBezTo>
                  <a:lnTo>
                    <a:pt x="1110" y="171"/>
                  </a:lnTo>
                  <a:lnTo>
                    <a:pt x="4134" y="210"/>
                  </a:lnTo>
                  <a:lnTo>
                    <a:pt x="14116" y="246"/>
                  </a:lnTo>
                  <a:cubicBezTo>
                    <a:pt x="14207" y="246"/>
                    <a:pt x="14298" y="246"/>
                    <a:pt x="14389" y="246"/>
                  </a:cubicBezTo>
                  <a:cubicBezTo>
                    <a:pt x="14782" y="246"/>
                    <a:pt x="15169" y="250"/>
                    <a:pt x="15552" y="269"/>
                  </a:cubicBezTo>
                  <a:cubicBezTo>
                    <a:pt x="15786" y="281"/>
                    <a:pt x="16019" y="295"/>
                    <a:pt x="16245" y="325"/>
                  </a:cubicBezTo>
                  <a:cubicBezTo>
                    <a:pt x="16356" y="341"/>
                    <a:pt x="16469" y="361"/>
                    <a:pt x="16560" y="391"/>
                  </a:cubicBezTo>
                  <a:cubicBezTo>
                    <a:pt x="16636" y="418"/>
                    <a:pt x="16732" y="492"/>
                    <a:pt x="16804" y="557"/>
                  </a:cubicBezTo>
                  <a:cubicBezTo>
                    <a:pt x="17106" y="845"/>
                    <a:pt x="17220" y="1291"/>
                    <a:pt x="17282" y="1711"/>
                  </a:cubicBezTo>
                  <a:cubicBezTo>
                    <a:pt x="17340" y="2138"/>
                    <a:pt x="17360" y="2576"/>
                    <a:pt x="17393" y="2995"/>
                  </a:cubicBezTo>
                  <a:cubicBezTo>
                    <a:pt x="17515" y="4677"/>
                    <a:pt x="17591" y="6194"/>
                    <a:pt x="17641" y="7469"/>
                  </a:cubicBezTo>
                  <a:cubicBezTo>
                    <a:pt x="17678" y="8722"/>
                    <a:pt x="17708" y="9746"/>
                    <a:pt x="17731" y="10491"/>
                  </a:cubicBezTo>
                  <a:cubicBezTo>
                    <a:pt x="17741" y="10828"/>
                    <a:pt x="17748" y="11100"/>
                    <a:pt x="17754" y="11314"/>
                  </a:cubicBezTo>
                  <a:cubicBezTo>
                    <a:pt x="17762" y="11502"/>
                    <a:pt x="17769" y="11601"/>
                    <a:pt x="17778" y="11601"/>
                  </a:cubicBezTo>
                  <a:cubicBezTo>
                    <a:pt x="17786" y="11601"/>
                    <a:pt x="17795" y="11502"/>
                    <a:pt x="17803" y="11313"/>
                  </a:cubicBezTo>
                  <a:cubicBezTo>
                    <a:pt x="17809" y="11099"/>
                    <a:pt x="17816" y="10827"/>
                    <a:pt x="17826" y="10491"/>
                  </a:cubicBezTo>
                  <a:cubicBezTo>
                    <a:pt x="17838" y="9776"/>
                    <a:pt x="17840" y="8742"/>
                    <a:pt x="17813" y="7465"/>
                  </a:cubicBezTo>
                  <a:cubicBezTo>
                    <a:pt x="17785" y="6187"/>
                    <a:pt x="17727" y="4665"/>
                    <a:pt x="17618" y="2979"/>
                  </a:cubicBezTo>
                  <a:cubicBezTo>
                    <a:pt x="17586" y="2556"/>
                    <a:pt x="17571" y="2129"/>
                    <a:pt x="17514" y="1679"/>
                  </a:cubicBezTo>
                  <a:cubicBezTo>
                    <a:pt x="17448" y="1240"/>
                    <a:pt x="17341" y="745"/>
                    <a:pt x="16969" y="383"/>
                  </a:cubicBezTo>
                  <a:cubicBezTo>
                    <a:pt x="16871" y="296"/>
                    <a:pt x="16784" y="222"/>
                    <a:pt x="16643" y="165"/>
                  </a:cubicBezTo>
                  <a:cubicBezTo>
                    <a:pt x="16514" y="122"/>
                    <a:pt x="16397" y="103"/>
                    <a:pt x="16278" y="86"/>
                  </a:cubicBezTo>
                  <a:cubicBezTo>
                    <a:pt x="16039" y="53"/>
                    <a:pt x="15803" y="38"/>
                    <a:pt x="15564" y="25"/>
                  </a:cubicBezTo>
                  <a:cubicBezTo>
                    <a:pt x="15157" y="4"/>
                    <a:pt x="14744" y="1"/>
                    <a:pt x="14330" y="1"/>
                  </a:cubicBezTo>
                  <a:close/>
                </a:path>
              </a:pathLst>
            </a:custGeom>
            <a:solidFill>
              <a:schemeClr val="accent6">
                <a:lumMod val="50000"/>
              </a:schemeClr>
            </a:solidFill>
            <a:ln>
              <a:noFill/>
            </a:ln>
          </p:spPr>
          <p:txBody>
            <a:bodyPr spcFirstLastPara="1" wrap="square" lIns="121900" tIns="121900" rIns="121900" bIns="121900" anchor="ctr" anchorCtr="0">
              <a:noAutofit/>
            </a:bodyPr>
            <a:lstStyle/>
            <a:p>
              <a:endParaRPr sz="2400"/>
            </a:p>
          </p:txBody>
        </p:sp>
        <p:sp>
          <p:nvSpPr>
            <p:cNvPr id="48" name="Google Shape;1462;p34"/>
            <p:cNvSpPr/>
            <p:nvPr/>
          </p:nvSpPr>
          <p:spPr>
            <a:xfrm>
              <a:off x="10814025" y="5468600"/>
              <a:ext cx="23075" cy="41200"/>
            </a:xfrm>
            <a:custGeom>
              <a:avLst/>
              <a:gdLst/>
              <a:ahLst/>
              <a:cxnLst/>
              <a:rect l="l" t="t" r="r" b="b"/>
              <a:pathLst>
                <a:path w="923" h="1648" extrusionOk="0">
                  <a:moveTo>
                    <a:pt x="526" y="1"/>
                  </a:moveTo>
                  <a:cubicBezTo>
                    <a:pt x="485" y="1"/>
                    <a:pt x="316" y="114"/>
                    <a:pt x="165" y="388"/>
                  </a:cubicBezTo>
                  <a:cubicBezTo>
                    <a:pt x="72" y="565"/>
                    <a:pt x="17" y="761"/>
                    <a:pt x="6" y="961"/>
                  </a:cubicBezTo>
                  <a:cubicBezTo>
                    <a:pt x="1" y="1075"/>
                    <a:pt x="10" y="1203"/>
                    <a:pt x="63" y="1333"/>
                  </a:cubicBezTo>
                  <a:cubicBezTo>
                    <a:pt x="112" y="1459"/>
                    <a:pt x="235" y="1596"/>
                    <a:pt x="396" y="1632"/>
                  </a:cubicBezTo>
                  <a:cubicBezTo>
                    <a:pt x="431" y="1642"/>
                    <a:pt x="469" y="1647"/>
                    <a:pt x="507" y="1647"/>
                  </a:cubicBezTo>
                  <a:cubicBezTo>
                    <a:pt x="635" y="1647"/>
                    <a:pt x="772" y="1590"/>
                    <a:pt x="840" y="1468"/>
                  </a:cubicBezTo>
                  <a:cubicBezTo>
                    <a:pt x="923" y="1316"/>
                    <a:pt x="899" y="1183"/>
                    <a:pt x="895" y="1081"/>
                  </a:cubicBezTo>
                  <a:cubicBezTo>
                    <a:pt x="881" y="892"/>
                    <a:pt x="856" y="704"/>
                    <a:pt x="819" y="519"/>
                  </a:cubicBezTo>
                  <a:cubicBezTo>
                    <a:pt x="755" y="209"/>
                    <a:pt x="679" y="24"/>
                    <a:pt x="645" y="24"/>
                  </a:cubicBezTo>
                  <a:cubicBezTo>
                    <a:pt x="645" y="24"/>
                    <a:pt x="644" y="25"/>
                    <a:pt x="644" y="25"/>
                  </a:cubicBezTo>
                  <a:cubicBezTo>
                    <a:pt x="609" y="32"/>
                    <a:pt x="627" y="229"/>
                    <a:pt x="646" y="542"/>
                  </a:cubicBezTo>
                  <a:cubicBezTo>
                    <a:pt x="656" y="699"/>
                    <a:pt x="666" y="884"/>
                    <a:pt x="668" y="1091"/>
                  </a:cubicBezTo>
                  <a:cubicBezTo>
                    <a:pt x="679" y="1286"/>
                    <a:pt x="646" y="1403"/>
                    <a:pt x="519" y="1403"/>
                  </a:cubicBezTo>
                  <a:cubicBezTo>
                    <a:pt x="500" y="1403"/>
                    <a:pt x="479" y="1400"/>
                    <a:pt x="456" y="1395"/>
                  </a:cubicBezTo>
                  <a:cubicBezTo>
                    <a:pt x="298" y="1363"/>
                    <a:pt x="228" y="1151"/>
                    <a:pt x="232" y="966"/>
                  </a:cubicBezTo>
                  <a:cubicBezTo>
                    <a:pt x="233" y="793"/>
                    <a:pt x="264" y="621"/>
                    <a:pt x="324" y="460"/>
                  </a:cubicBezTo>
                  <a:cubicBezTo>
                    <a:pt x="428" y="178"/>
                    <a:pt x="562" y="29"/>
                    <a:pt x="534" y="4"/>
                  </a:cubicBezTo>
                  <a:cubicBezTo>
                    <a:pt x="532" y="2"/>
                    <a:pt x="530" y="1"/>
                    <a:pt x="526" y="1"/>
                  </a:cubicBezTo>
                  <a:close/>
                </a:path>
              </a:pathLst>
            </a:custGeom>
            <a:solidFill>
              <a:srgbClr val="1D2239"/>
            </a:solidFill>
            <a:ln>
              <a:noFill/>
            </a:ln>
          </p:spPr>
          <p:txBody>
            <a:bodyPr spcFirstLastPara="1" wrap="square" lIns="121900" tIns="121900" rIns="121900" bIns="121900" anchor="ctr" anchorCtr="0">
              <a:noAutofit/>
            </a:bodyPr>
            <a:lstStyle/>
            <a:p>
              <a:endParaRPr sz="2400"/>
            </a:p>
          </p:txBody>
        </p:sp>
        <p:sp>
          <p:nvSpPr>
            <p:cNvPr id="49" name="Google Shape;1463;p34"/>
            <p:cNvSpPr/>
            <p:nvPr/>
          </p:nvSpPr>
          <p:spPr>
            <a:xfrm>
              <a:off x="10546350" y="5564375"/>
              <a:ext cx="201550" cy="23550"/>
            </a:xfrm>
            <a:custGeom>
              <a:avLst/>
              <a:gdLst/>
              <a:ahLst/>
              <a:cxnLst/>
              <a:rect l="l" t="t" r="r" b="b"/>
              <a:pathLst>
                <a:path w="8062" h="942" extrusionOk="0">
                  <a:moveTo>
                    <a:pt x="1" y="1"/>
                  </a:moveTo>
                  <a:lnTo>
                    <a:pt x="1" y="941"/>
                  </a:lnTo>
                  <a:lnTo>
                    <a:pt x="8061" y="941"/>
                  </a:lnTo>
                  <a:lnTo>
                    <a:pt x="8061" y="1"/>
                  </a:lnTo>
                  <a:close/>
                </a:path>
              </a:pathLst>
            </a:custGeom>
            <a:solidFill>
              <a:srgbClr val="F5C8A8"/>
            </a:solidFill>
            <a:ln>
              <a:noFill/>
            </a:ln>
          </p:spPr>
          <p:txBody>
            <a:bodyPr spcFirstLastPara="1" wrap="square" lIns="121900" tIns="121900" rIns="121900" bIns="121900" anchor="ctr" anchorCtr="0">
              <a:noAutofit/>
            </a:bodyPr>
            <a:lstStyle/>
            <a:p>
              <a:endParaRPr sz="2400"/>
            </a:p>
          </p:txBody>
        </p:sp>
        <p:sp>
          <p:nvSpPr>
            <p:cNvPr id="50" name="Google Shape;1464;p34"/>
            <p:cNvSpPr/>
            <p:nvPr/>
          </p:nvSpPr>
          <p:spPr>
            <a:xfrm>
              <a:off x="10460350" y="4949075"/>
              <a:ext cx="24900" cy="490150"/>
            </a:xfrm>
            <a:custGeom>
              <a:avLst/>
              <a:gdLst/>
              <a:ahLst/>
              <a:cxnLst/>
              <a:rect l="l" t="t" r="r" b="b"/>
              <a:pathLst>
                <a:path w="996" h="19606" extrusionOk="0">
                  <a:moveTo>
                    <a:pt x="17" y="1"/>
                  </a:moveTo>
                  <a:cubicBezTo>
                    <a:pt x="17" y="1"/>
                    <a:pt x="17" y="1"/>
                    <a:pt x="17" y="1"/>
                  </a:cubicBezTo>
                  <a:cubicBezTo>
                    <a:pt x="1" y="2"/>
                    <a:pt x="15" y="277"/>
                    <a:pt x="55" y="772"/>
                  </a:cubicBezTo>
                  <a:cubicBezTo>
                    <a:pt x="99" y="1310"/>
                    <a:pt x="157" y="2016"/>
                    <a:pt x="227" y="2869"/>
                  </a:cubicBezTo>
                  <a:cubicBezTo>
                    <a:pt x="370" y="4638"/>
                    <a:pt x="541" y="7085"/>
                    <a:pt x="646" y="9792"/>
                  </a:cubicBezTo>
                  <a:cubicBezTo>
                    <a:pt x="749" y="12500"/>
                    <a:pt x="768" y="14953"/>
                    <a:pt x="762" y="16729"/>
                  </a:cubicBezTo>
                  <a:cubicBezTo>
                    <a:pt x="758" y="17585"/>
                    <a:pt x="755" y="18294"/>
                    <a:pt x="752" y="18832"/>
                  </a:cubicBezTo>
                  <a:cubicBezTo>
                    <a:pt x="751" y="19330"/>
                    <a:pt x="758" y="19604"/>
                    <a:pt x="775" y="19605"/>
                  </a:cubicBezTo>
                  <a:cubicBezTo>
                    <a:pt x="775" y="19605"/>
                    <a:pt x="775" y="19605"/>
                    <a:pt x="775" y="19605"/>
                  </a:cubicBezTo>
                  <a:cubicBezTo>
                    <a:pt x="792" y="19605"/>
                    <a:pt x="816" y="19331"/>
                    <a:pt x="848" y="18836"/>
                  </a:cubicBezTo>
                  <a:cubicBezTo>
                    <a:pt x="879" y="18339"/>
                    <a:pt x="910" y="17621"/>
                    <a:pt x="934" y="16732"/>
                  </a:cubicBezTo>
                  <a:cubicBezTo>
                    <a:pt x="986" y="14954"/>
                    <a:pt x="996" y="12495"/>
                    <a:pt x="890" y="9783"/>
                  </a:cubicBezTo>
                  <a:cubicBezTo>
                    <a:pt x="785" y="7071"/>
                    <a:pt x="587" y="4622"/>
                    <a:pt x="399" y="2852"/>
                  </a:cubicBezTo>
                  <a:cubicBezTo>
                    <a:pt x="306" y="1968"/>
                    <a:pt x="218" y="1254"/>
                    <a:pt x="149" y="762"/>
                  </a:cubicBezTo>
                  <a:cubicBezTo>
                    <a:pt x="81" y="271"/>
                    <a:pt x="35" y="1"/>
                    <a:pt x="17" y="1"/>
                  </a:cubicBezTo>
                  <a:close/>
                </a:path>
              </a:pathLst>
            </a:custGeom>
            <a:solidFill>
              <a:srgbClr val="1D2239"/>
            </a:solidFill>
            <a:ln>
              <a:noFill/>
            </a:ln>
          </p:spPr>
          <p:txBody>
            <a:bodyPr spcFirstLastPara="1" wrap="square" lIns="121900" tIns="121900" rIns="121900" bIns="121900" anchor="ctr" anchorCtr="0">
              <a:noAutofit/>
            </a:bodyPr>
            <a:lstStyle/>
            <a:p>
              <a:endParaRPr sz="2400"/>
            </a:p>
          </p:txBody>
        </p:sp>
        <p:sp>
          <p:nvSpPr>
            <p:cNvPr id="51" name="Google Shape;1465;p34"/>
            <p:cNvSpPr/>
            <p:nvPr/>
          </p:nvSpPr>
          <p:spPr>
            <a:xfrm>
              <a:off x="10673475" y="4520950"/>
              <a:ext cx="168600" cy="912150"/>
            </a:xfrm>
            <a:custGeom>
              <a:avLst/>
              <a:gdLst/>
              <a:ahLst/>
              <a:cxnLst/>
              <a:rect l="l" t="t" r="r" b="b"/>
              <a:pathLst>
                <a:path w="6744" h="36486" extrusionOk="0">
                  <a:moveTo>
                    <a:pt x="7" y="0"/>
                  </a:moveTo>
                  <a:cubicBezTo>
                    <a:pt x="6" y="0"/>
                    <a:pt x="6" y="1"/>
                    <a:pt x="6" y="1"/>
                  </a:cubicBezTo>
                  <a:cubicBezTo>
                    <a:pt x="0" y="9"/>
                    <a:pt x="99" y="95"/>
                    <a:pt x="282" y="265"/>
                  </a:cubicBezTo>
                  <a:cubicBezTo>
                    <a:pt x="546" y="515"/>
                    <a:pt x="792" y="783"/>
                    <a:pt x="1018" y="1068"/>
                  </a:cubicBezTo>
                  <a:cubicBezTo>
                    <a:pt x="1613" y="1801"/>
                    <a:pt x="2316" y="3007"/>
                    <a:pt x="2763" y="4642"/>
                  </a:cubicBezTo>
                  <a:cubicBezTo>
                    <a:pt x="3231" y="6272"/>
                    <a:pt x="3413" y="8294"/>
                    <a:pt x="3663" y="10531"/>
                  </a:cubicBezTo>
                  <a:lnTo>
                    <a:pt x="4482" y="17809"/>
                  </a:lnTo>
                  <a:cubicBezTo>
                    <a:pt x="5083" y="22957"/>
                    <a:pt x="5627" y="27618"/>
                    <a:pt x="6025" y="31021"/>
                  </a:cubicBezTo>
                  <a:cubicBezTo>
                    <a:pt x="6231" y="32691"/>
                    <a:pt x="6400" y="34053"/>
                    <a:pt x="6520" y="35022"/>
                  </a:cubicBezTo>
                  <a:cubicBezTo>
                    <a:pt x="6580" y="35475"/>
                    <a:pt x="6630" y="35837"/>
                    <a:pt x="6667" y="36108"/>
                  </a:cubicBezTo>
                  <a:cubicBezTo>
                    <a:pt x="6703" y="36356"/>
                    <a:pt x="6725" y="36486"/>
                    <a:pt x="6734" y="36486"/>
                  </a:cubicBezTo>
                  <a:cubicBezTo>
                    <a:pt x="6734" y="36486"/>
                    <a:pt x="6734" y="36486"/>
                    <a:pt x="6734" y="36486"/>
                  </a:cubicBezTo>
                  <a:cubicBezTo>
                    <a:pt x="6743" y="36485"/>
                    <a:pt x="6737" y="36353"/>
                    <a:pt x="6716" y="36103"/>
                  </a:cubicBezTo>
                  <a:cubicBezTo>
                    <a:pt x="6690" y="35832"/>
                    <a:pt x="6657" y="35467"/>
                    <a:pt x="6614" y="35011"/>
                  </a:cubicBezTo>
                  <a:cubicBezTo>
                    <a:pt x="6513" y="34039"/>
                    <a:pt x="6371" y="32676"/>
                    <a:pt x="6197" y="31001"/>
                  </a:cubicBezTo>
                  <a:cubicBezTo>
                    <a:pt x="5818" y="27596"/>
                    <a:pt x="5298" y="22933"/>
                    <a:pt x="4725" y="17781"/>
                  </a:cubicBezTo>
                  <a:cubicBezTo>
                    <a:pt x="4428" y="15201"/>
                    <a:pt x="4145" y="12744"/>
                    <a:pt x="3887" y="10506"/>
                  </a:cubicBezTo>
                  <a:cubicBezTo>
                    <a:pt x="3625" y="8274"/>
                    <a:pt x="3425" y="6240"/>
                    <a:pt x="2929" y="4594"/>
                  </a:cubicBezTo>
                  <a:cubicBezTo>
                    <a:pt x="2454" y="2944"/>
                    <a:pt x="1717" y="1730"/>
                    <a:pt x="1093" y="1007"/>
                  </a:cubicBezTo>
                  <a:cubicBezTo>
                    <a:pt x="782" y="643"/>
                    <a:pt x="510" y="388"/>
                    <a:pt x="315" y="229"/>
                  </a:cubicBezTo>
                  <a:cubicBezTo>
                    <a:pt x="220" y="146"/>
                    <a:pt x="142" y="91"/>
                    <a:pt x="89" y="53"/>
                  </a:cubicBezTo>
                  <a:cubicBezTo>
                    <a:pt x="41" y="17"/>
                    <a:pt x="14" y="0"/>
                    <a:pt x="7" y="0"/>
                  </a:cubicBezTo>
                  <a:close/>
                </a:path>
              </a:pathLst>
            </a:custGeom>
            <a:solidFill>
              <a:srgbClr val="1D2239"/>
            </a:solidFill>
            <a:ln>
              <a:noFill/>
            </a:ln>
          </p:spPr>
          <p:txBody>
            <a:bodyPr spcFirstLastPara="1" wrap="square" lIns="121900" tIns="121900" rIns="121900" bIns="121900" anchor="ctr" anchorCtr="0">
              <a:noAutofit/>
            </a:bodyPr>
            <a:lstStyle/>
            <a:p>
              <a:endParaRPr sz="2400"/>
            </a:p>
          </p:txBody>
        </p:sp>
        <p:sp>
          <p:nvSpPr>
            <p:cNvPr id="52" name="Google Shape;1466;p34"/>
            <p:cNvSpPr/>
            <p:nvPr/>
          </p:nvSpPr>
          <p:spPr>
            <a:xfrm>
              <a:off x="11373325" y="4281325"/>
              <a:ext cx="757625" cy="551875"/>
            </a:xfrm>
            <a:custGeom>
              <a:avLst/>
              <a:gdLst/>
              <a:ahLst/>
              <a:cxnLst/>
              <a:rect l="l" t="t" r="r" b="b"/>
              <a:pathLst>
                <a:path w="30305" h="22075" extrusionOk="0">
                  <a:moveTo>
                    <a:pt x="22956" y="1"/>
                  </a:moveTo>
                  <a:cubicBezTo>
                    <a:pt x="22956" y="1"/>
                    <a:pt x="16319" y="11359"/>
                    <a:pt x="15697" y="11359"/>
                  </a:cubicBezTo>
                  <a:cubicBezTo>
                    <a:pt x="15684" y="11359"/>
                    <a:pt x="15675" y="11355"/>
                    <a:pt x="15667" y="11346"/>
                  </a:cubicBezTo>
                  <a:cubicBezTo>
                    <a:pt x="14681" y="10190"/>
                    <a:pt x="10226" y="5191"/>
                    <a:pt x="10226" y="5191"/>
                  </a:cubicBezTo>
                  <a:lnTo>
                    <a:pt x="1" y="7842"/>
                  </a:lnTo>
                  <a:cubicBezTo>
                    <a:pt x="1" y="7842"/>
                    <a:pt x="5347" y="20278"/>
                    <a:pt x="14356" y="21923"/>
                  </a:cubicBezTo>
                  <a:cubicBezTo>
                    <a:pt x="14916" y="22025"/>
                    <a:pt x="15460" y="22074"/>
                    <a:pt x="15987" y="22074"/>
                  </a:cubicBezTo>
                  <a:cubicBezTo>
                    <a:pt x="26421" y="22074"/>
                    <a:pt x="30304" y="2960"/>
                    <a:pt x="30304" y="2960"/>
                  </a:cubicBezTo>
                  <a:lnTo>
                    <a:pt x="22956" y="1"/>
                  </a:lnTo>
                  <a:close/>
                </a:path>
              </a:pathLst>
            </a:custGeom>
            <a:solidFill>
              <a:srgbClr val="7C5F50"/>
            </a:solidFill>
            <a:ln>
              <a:noFill/>
            </a:ln>
          </p:spPr>
          <p:txBody>
            <a:bodyPr spcFirstLastPara="1" wrap="square" lIns="121900" tIns="121900" rIns="121900" bIns="121900" anchor="ctr" anchorCtr="0">
              <a:noAutofit/>
            </a:bodyPr>
            <a:lstStyle/>
            <a:p>
              <a:endParaRPr sz="2400"/>
            </a:p>
          </p:txBody>
        </p:sp>
        <p:sp>
          <p:nvSpPr>
            <p:cNvPr id="53" name="Google Shape;1467;p34"/>
            <p:cNvSpPr/>
            <p:nvPr/>
          </p:nvSpPr>
          <p:spPr>
            <a:xfrm>
              <a:off x="11928600" y="4044800"/>
              <a:ext cx="266550" cy="383175"/>
            </a:xfrm>
            <a:custGeom>
              <a:avLst/>
              <a:gdLst/>
              <a:ahLst/>
              <a:cxnLst/>
              <a:rect l="l" t="t" r="r" b="b"/>
              <a:pathLst>
                <a:path w="10662" h="15327" extrusionOk="0">
                  <a:moveTo>
                    <a:pt x="6484" y="0"/>
                  </a:moveTo>
                  <a:cubicBezTo>
                    <a:pt x="6331" y="0"/>
                    <a:pt x="6124" y="93"/>
                    <a:pt x="5842" y="335"/>
                  </a:cubicBezTo>
                  <a:cubicBezTo>
                    <a:pt x="4646" y="1366"/>
                    <a:pt x="2247" y="5726"/>
                    <a:pt x="2247" y="5726"/>
                  </a:cubicBezTo>
                  <a:cubicBezTo>
                    <a:pt x="1734" y="5072"/>
                    <a:pt x="1191" y="4903"/>
                    <a:pt x="767" y="4903"/>
                  </a:cubicBezTo>
                  <a:cubicBezTo>
                    <a:pt x="316" y="4903"/>
                    <a:pt x="1" y="5094"/>
                    <a:pt x="1" y="5094"/>
                  </a:cubicBezTo>
                  <a:cubicBezTo>
                    <a:pt x="1" y="5094"/>
                    <a:pt x="588" y="5915"/>
                    <a:pt x="1043" y="6876"/>
                  </a:cubicBezTo>
                  <a:cubicBezTo>
                    <a:pt x="1477" y="7795"/>
                    <a:pt x="466" y="9936"/>
                    <a:pt x="466" y="9936"/>
                  </a:cubicBezTo>
                  <a:lnTo>
                    <a:pt x="7284" y="15327"/>
                  </a:lnTo>
                  <a:cubicBezTo>
                    <a:pt x="7284" y="15327"/>
                    <a:pt x="8948" y="12017"/>
                    <a:pt x="9339" y="10943"/>
                  </a:cubicBezTo>
                  <a:cubicBezTo>
                    <a:pt x="10274" y="8368"/>
                    <a:pt x="10405" y="7394"/>
                    <a:pt x="10530" y="6860"/>
                  </a:cubicBezTo>
                  <a:cubicBezTo>
                    <a:pt x="10610" y="6521"/>
                    <a:pt x="10636" y="5166"/>
                    <a:pt x="10654" y="4093"/>
                  </a:cubicBezTo>
                  <a:cubicBezTo>
                    <a:pt x="10662" y="3598"/>
                    <a:pt x="10344" y="3213"/>
                    <a:pt x="9992" y="2865"/>
                  </a:cubicBezTo>
                  <a:cubicBezTo>
                    <a:pt x="9947" y="2821"/>
                    <a:pt x="9923" y="2727"/>
                    <a:pt x="9946" y="2553"/>
                  </a:cubicBezTo>
                  <a:cubicBezTo>
                    <a:pt x="10125" y="1143"/>
                    <a:pt x="9210" y="1021"/>
                    <a:pt x="8888" y="1021"/>
                  </a:cubicBezTo>
                  <a:cubicBezTo>
                    <a:pt x="8820" y="1021"/>
                    <a:pt x="8778" y="1026"/>
                    <a:pt x="8778" y="1026"/>
                  </a:cubicBezTo>
                  <a:cubicBezTo>
                    <a:pt x="8715" y="574"/>
                    <a:pt x="8476" y="425"/>
                    <a:pt x="8188" y="425"/>
                  </a:cubicBezTo>
                  <a:cubicBezTo>
                    <a:pt x="7632" y="425"/>
                    <a:pt x="6897" y="977"/>
                    <a:pt x="6897" y="977"/>
                  </a:cubicBezTo>
                  <a:cubicBezTo>
                    <a:pt x="6897" y="977"/>
                    <a:pt x="6980" y="0"/>
                    <a:pt x="6484" y="0"/>
                  </a:cubicBezTo>
                  <a:close/>
                </a:path>
              </a:pathLst>
            </a:custGeom>
            <a:solidFill>
              <a:srgbClr val="7C5F50"/>
            </a:solidFill>
            <a:ln>
              <a:noFill/>
            </a:ln>
          </p:spPr>
          <p:txBody>
            <a:bodyPr spcFirstLastPara="1" wrap="square" lIns="121900" tIns="121900" rIns="121900" bIns="121900" anchor="ctr" anchorCtr="0">
              <a:noAutofit/>
            </a:bodyPr>
            <a:lstStyle/>
            <a:p>
              <a:endParaRPr sz="2400"/>
            </a:p>
          </p:txBody>
        </p:sp>
        <p:sp>
          <p:nvSpPr>
            <p:cNvPr id="54" name="Google Shape;1468;p34"/>
            <p:cNvSpPr/>
            <p:nvPr/>
          </p:nvSpPr>
          <p:spPr>
            <a:xfrm>
              <a:off x="12060950" y="4067425"/>
              <a:ext cx="42050" cy="101250"/>
            </a:xfrm>
            <a:custGeom>
              <a:avLst/>
              <a:gdLst/>
              <a:ahLst/>
              <a:cxnLst/>
              <a:rect l="l" t="t" r="r" b="b"/>
              <a:pathLst>
                <a:path w="1682" h="4050" extrusionOk="0">
                  <a:moveTo>
                    <a:pt x="1598" y="1"/>
                  </a:moveTo>
                  <a:cubicBezTo>
                    <a:pt x="1576" y="1"/>
                    <a:pt x="1555" y="11"/>
                    <a:pt x="1542" y="37"/>
                  </a:cubicBezTo>
                  <a:cubicBezTo>
                    <a:pt x="901" y="1236"/>
                    <a:pt x="477" y="2622"/>
                    <a:pt x="31" y="3906"/>
                  </a:cubicBezTo>
                  <a:cubicBezTo>
                    <a:pt x="0" y="3993"/>
                    <a:pt x="72" y="4049"/>
                    <a:pt x="144" y="4049"/>
                  </a:cubicBezTo>
                  <a:cubicBezTo>
                    <a:pt x="192" y="4049"/>
                    <a:pt x="240" y="4025"/>
                    <a:pt x="260" y="3968"/>
                  </a:cubicBezTo>
                  <a:cubicBezTo>
                    <a:pt x="718" y="2695"/>
                    <a:pt x="1372" y="1409"/>
                    <a:pt x="1671" y="90"/>
                  </a:cubicBezTo>
                  <a:cubicBezTo>
                    <a:pt x="1682" y="41"/>
                    <a:pt x="1639" y="1"/>
                    <a:pt x="1598" y="1"/>
                  </a:cubicBezTo>
                  <a:close/>
                </a:path>
              </a:pathLst>
            </a:custGeom>
            <a:solidFill>
              <a:srgbClr val="9B5334"/>
            </a:solidFill>
            <a:ln>
              <a:noFill/>
            </a:ln>
          </p:spPr>
          <p:txBody>
            <a:bodyPr spcFirstLastPara="1" wrap="square" lIns="121900" tIns="121900" rIns="121900" bIns="121900" anchor="ctr" anchorCtr="0">
              <a:noAutofit/>
            </a:bodyPr>
            <a:lstStyle/>
            <a:p>
              <a:endParaRPr sz="2400"/>
            </a:p>
          </p:txBody>
        </p:sp>
        <p:sp>
          <p:nvSpPr>
            <p:cNvPr id="55" name="Google Shape;1469;p34"/>
            <p:cNvSpPr/>
            <p:nvPr/>
          </p:nvSpPr>
          <p:spPr>
            <a:xfrm>
              <a:off x="12144475" y="4114875"/>
              <a:ext cx="33700" cy="79175"/>
            </a:xfrm>
            <a:custGeom>
              <a:avLst/>
              <a:gdLst/>
              <a:ahLst/>
              <a:cxnLst/>
              <a:rect l="l" t="t" r="r" b="b"/>
              <a:pathLst>
                <a:path w="1348" h="3167" extrusionOk="0">
                  <a:moveTo>
                    <a:pt x="1266" y="1"/>
                  </a:moveTo>
                  <a:cubicBezTo>
                    <a:pt x="1245" y="1"/>
                    <a:pt x="1224" y="11"/>
                    <a:pt x="1210" y="35"/>
                  </a:cubicBezTo>
                  <a:cubicBezTo>
                    <a:pt x="683" y="924"/>
                    <a:pt x="367" y="2048"/>
                    <a:pt x="31" y="3022"/>
                  </a:cubicBezTo>
                  <a:cubicBezTo>
                    <a:pt x="0" y="3109"/>
                    <a:pt x="71" y="3166"/>
                    <a:pt x="144" y="3166"/>
                  </a:cubicBezTo>
                  <a:cubicBezTo>
                    <a:pt x="192" y="3166"/>
                    <a:pt x="240" y="3142"/>
                    <a:pt x="260" y="3085"/>
                  </a:cubicBezTo>
                  <a:cubicBezTo>
                    <a:pt x="608" y="2123"/>
                    <a:pt x="1157" y="1096"/>
                    <a:pt x="1338" y="90"/>
                  </a:cubicBezTo>
                  <a:cubicBezTo>
                    <a:pt x="1347" y="40"/>
                    <a:pt x="1306" y="1"/>
                    <a:pt x="1266" y="1"/>
                  </a:cubicBezTo>
                  <a:close/>
                </a:path>
              </a:pathLst>
            </a:custGeom>
            <a:solidFill>
              <a:srgbClr val="9B5334"/>
            </a:solidFill>
            <a:ln>
              <a:noFill/>
            </a:ln>
          </p:spPr>
          <p:txBody>
            <a:bodyPr spcFirstLastPara="1" wrap="square" lIns="121900" tIns="121900" rIns="121900" bIns="121900" anchor="ctr" anchorCtr="0">
              <a:noAutofit/>
            </a:bodyPr>
            <a:lstStyle/>
            <a:p>
              <a:endParaRPr sz="2400"/>
            </a:p>
          </p:txBody>
        </p:sp>
        <p:sp>
          <p:nvSpPr>
            <p:cNvPr id="56" name="Google Shape;1470;p34"/>
            <p:cNvSpPr/>
            <p:nvPr/>
          </p:nvSpPr>
          <p:spPr>
            <a:xfrm>
              <a:off x="12105350" y="4070500"/>
              <a:ext cx="44575" cy="112225"/>
            </a:xfrm>
            <a:custGeom>
              <a:avLst/>
              <a:gdLst/>
              <a:ahLst/>
              <a:cxnLst/>
              <a:rect l="l" t="t" r="r" b="b"/>
              <a:pathLst>
                <a:path w="1783" h="4489" extrusionOk="0">
                  <a:moveTo>
                    <a:pt x="1715" y="1"/>
                  </a:moveTo>
                  <a:cubicBezTo>
                    <a:pt x="1645" y="1"/>
                    <a:pt x="1286" y="998"/>
                    <a:pt x="829" y="2221"/>
                  </a:cubicBezTo>
                  <a:cubicBezTo>
                    <a:pt x="370" y="3456"/>
                    <a:pt x="0" y="4460"/>
                    <a:pt x="65" y="4488"/>
                  </a:cubicBezTo>
                  <a:cubicBezTo>
                    <a:pt x="66" y="4488"/>
                    <a:pt x="66" y="4488"/>
                    <a:pt x="67" y="4488"/>
                  </a:cubicBezTo>
                  <a:cubicBezTo>
                    <a:pt x="138" y="4488"/>
                    <a:pt x="604" y="3532"/>
                    <a:pt x="1059" y="2307"/>
                  </a:cubicBezTo>
                  <a:cubicBezTo>
                    <a:pt x="1523" y="1065"/>
                    <a:pt x="1783" y="20"/>
                    <a:pt x="1717" y="1"/>
                  </a:cubicBezTo>
                  <a:cubicBezTo>
                    <a:pt x="1717" y="1"/>
                    <a:pt x="1716" y="1"/>
                    <a:pt x="1715" y="1"/>
                  </a:cubicBezTo>
                  <a:close/>
                </a:path>
              </a:pathLst>
            </a:custGeom>
            <a:solidFill>
              <a:srgbClr val="9B5334"/>
            </a:solidFill>
            <a:ln>
              <a:noFill/>
            </a:ln>
          </p:spPr>
          <p:txBody>
            <a:bodyPr spcFirstLastPara="1" wrap="square" lIns="121900" tIns="121900" rIns="121900" bIns="121900" anchor="ctr" anchorCtr="0">
              <a:noAutofit/>
            </a:bodyPr>
            <a:lstStyle/>
            <a:p>
              <a:endParaRPr sz="2400"/>
            </a:p>
          </p:txBody>
        </p:sp>
        <p:sp>
          <p:nvSpPr>
            <p:cNvPr id="57" name="Google Shape;1471;p34"/>
            <p:cNvSpPr/>
            <p:nvPr/>
          </p:nvSpPr>
          <p:spPr>
            <a:xfrm>
              <a:off x="12065425" y="6261250"/>
              <a:ext cx="374025" cy="145975"/>
            </a:xfrm>
            <a:custGeom>
              <a:avLst/>
              <a:gdLst/>
              <a:ahLst/>
              <a:cxnLst/>
              <a:rect l="l" t="t" r="r" b="b"/>
              <a:pathLst>
                <a:path w="14961" h="5839" extrusionOk="0">
                  <a:moveTo>
                    <a:pt x="588" y="0"/>
                  </a:moveTo>
                  <a:lnTo>
                    <a:pt x="0" y="5839"/>
                  </a:lnTo>
                  <a:lnTo>
                    <a:pt x="14961" y="5839"/>
                  </a:lnTo>
                  <a:cubicBezTo>
                    <a:pt x="14723" y="3973"/>
                    <a:pt x="13093" y="2917"/>
                    <a:pt x="9647" y="2917"/>
                  </a:cubicBezTo>
                  <a:cubicBezTo>
                    <a:pt x="9559" y="2917"/>
                    <a:pt x="9469" y="2918"/>
                    <a:pt x="9379" y="2919"/>
                  </a:cubicBezTo>
                  <a:lnTo>
                    <a:pt x="9658" y="0"/>
                  </a:lnTo>
                  <a:close/>
                </a:path>
              </a:pathLst>
            </a:custGeom>
            <a:solidFill>
              <a:srgbClr val="8C5C50"/>
            </a:solidFill>
            <a:ln>
              <a:noFill/>
            </a:ln>
          </p:spPr>
          <p:txBody>
            <a:bodyPr spcFirstLastPara="1" wrap="square" lIns="121900" tIns="121900" rIns="121900" bIns="121900" anchor="ctr" anchorCtr="0">
              <a:noAutofit/>
            </a:bodyPr>
            <a:lstStyle/>
            <a:p>
              <a:endParaRPr sz="2400"/>
            </a:p>
          </p:txBody>
        </p:sp>
        <p:sp>
          <p:nvSpPr>
            <p:cNvPr id="58" name="Google Shape;1472;p34"/>
            <p:cNvSpPr/>
            <p:nvPr/>
          </p:nvSpPr>
          <p:spPr>
            <a:xfrm>
              <a:off x="12317625" y="6338850"/>
              <a:ext cx="24575" cy="36075"/>
            </a:xfrm>
            <a:custGeom>
              <a:avLst/>
              <a:gdLst/>
              <a:ahLst/>
              <a:cxnLst/>
              <a:rect l="l" t="t" r="r" b="b"/>
              <a:pathLst>
                <a:path w="983" h="1443" extrusionOk="0">
                  <a:moveTo>
                    <a:pt x="917" y="1"/>
                  </a:moveTo>
                  <a:cubicBezTo>
                    <a:pt x="830" y="1"/>
                    <a:pt x="520" y="212"/>
                    <a:pt x="288" y="596"/>
                  </a:cubicBezTo>
                  <a:cubicBezTo>
                    <a:pt x="29" y="1020"/>
                    <a:pt x="1" y="1432"/>
                    <a:pt x="65" y="1442"/>
                  </a:cubicBezTo>
                  <a:cubicBezTo>
                    <a:pt x="67" y="1442"/>
                    <a:pt x="68" y="1442"/>
                    <a:pt x="70" y="1442"/>
                  </a:cubicBezTo>
                  <a:cubicBezTo>
                    <a:pt x="139" y="1442"/>
                    <a:pt x="267" y="1097"/>
                    <a:pt x="498" y="723"/>
                  </a:cubicBezTo>
                  <a:cubicBezTo>
                    <a:pt x="729" y="338"/>
                    <a:pt x="982" y="63"/>
                    <a:pt x="937" y="8"/>
                  </a:cubicBezTo>
                  <a:cubicBezTo>
                    <a:pt x="933" y="3"/>
                    <a:pt x="926" y="1"/>
                    <a:pt x="917" y="1"/>
                  </a:cubicBezTo>
                  <a:close/>
                </a:path>
              </a:pathLst>
            </a:custGeom>
            <a:solidFill>
              <a:srgbClr val="EBECED"/>
            </a:solidFill>
            <a:ln>
              <a:noFill/>
            </a:ln>
          </p:spPr>
          <p:txBody>
            <a:bodyPr spcFirstLastPara="1" wrap="square" lIns="121900" tIns="121900" rIns="121900" bIns="121900" anchor="ctr" anchorCtr="0">
              <a:noAutofit/>
            </a:bodyPr>
            <a:lstStyle/>
            <a:p>
              <a:endParaRPr sz="2400"/>
            </a:p>
          </p:txBody>
        </p:sp>
        <p:sp>
          <p:nvSpPr>
            <p:cNvPr id="59" name="Google Shape;1473;p34"/>
            <p:cNvSpPr/>
            <p:nvPr/>
          </p:nvSpPr>
          <p:spPr>
            <a:xfrm>
              <a:off x="12278375" y="6333950"/>
              <a:ext cx="27300" cy="33900"/>
            </a:xfrm>
            <a:custGeom>
              <a:avLst/>
              <a:gdLst/>
              <a:ahLst/>
              <a:cxnLst/>
              <a:rect l="l" t="t" r="r" b="b"/>
              <a:pathLst>
                <a:path w="1092" h="1356" extrusionOk="0">
                  <a:moveTo>
                    <a:pt x="1027" y="0"/>
                  </a:moveTo>
                  <a:cubicBezTo>
                    <a:pt x="928" y="0"/>
                    <a:pt x="601" y="169"/>
                    <a:pt x="342" y="523"/>
                  </a:cubicBezTo>
                  <a:cubicBezTo>
                    <a:pt x="43" y="926"/>
                    <a:pt x="0" y="1344"/>
                    <a:pt x="64" y="1355"/>
                  </a:cubicBezTo>
                  <a:cubicBezTo>
                    <a:pt x="65" y="1355"/>
                    <a:pt x="67" y="1355"/>
                    <a:pt x="69" y="1355"/>
                  </a:cubicBezTo>
                  <a:cubicBezTo>
                    <a:pt x="139" y="1355"/>
                    <a:pt x="279" y="1017"/>
                    <a:pt x="540" y="668"/>
                  </a:cubicBezTo>
                  <a:cubicBezTo>
                    <a:pt x="802" y="306"/>
                    <a:pt x="1092" y="71"/>
                    <a:pt x="1054" y="11"/>
                  </a:cubicBezTo>
                  <a:cubicBezTo>
                    <a:pt x="1051" y="4"/>
                    <a:pt x="1041" y="0"/>
                    <a:pt x="1027" y="0"/>
                  </a:cubicBezTo>
                  <a:close/>
                </a:path>
              </a:pathLst>
            </a:custGeom>
            <a:solidFill>
              <a:srgbClr val="EBECED"/>
            </a:solidFill>
            <a:ln>
              <a:noFill/>
            </a:ln>
          </p:spPr>
          <p:txBody>
            <a:bodyPr spcFirstLastPara="1" wrap="square" lIns="121900" tIns="121900" rIns="121900" bIns="121900" anchor="ctr" anchorCtr="0">
              <a:noAutofit/>
            </a:bodyPr>
            <a:lstStyle/>
            <a:p>
              <a:endParaRPr sz="2400"/>
            </a:p>
          </p:txBody>
        </p:sp>
        <p:sp>
          <p:nvSpPr>
            <p:cNvPr id="60" name="Google Shape;1474;p34"/>
            <p:cNvSpPr/>
            <p:nvPr/>
          </p:nvSpPr>
          <p:spPr>
            <a:xfrm>
              <a:off x="12251300" y="6314350"/>
              <a:ext cx="51400" cy="13225"/>
            </a:xfrm>
            <a:custGeom>
              <a:avLst/>
              <a:gdLst/>
              <a:ahLst/>
              <a:cxnLst/>
              <a:rect l="l" t="t" r="r" b="b"/>
              <a:pathLst>
                <a:path w="2056" h="529" extrusionOk="0">
                  <a:moveTo>
                    <a:pt x="1277" y="0"/>
                  </a:moveTo>
                  <a:cubicBezTo>
                    <a:pt x="1185" y="0"/>
                    <a:pt x="1087" y="7"/>
                    <a:pt x="986" y="23"/>
                  </a:cubicBezTo>
                  <a:cubicBezTo>
                    <a:pt x="376" y="113"/>
                    <a:pt x="1" y="474"/>
                    <a:pt x="45" y="520"/>
                  </a:cubicBezTo>
                  <a:cubicBezTo>
                    <a:pt x="50" y="526"/>
                    <a:pt x="58" y="529"/>
                    <a:pt x="71" y="529"/>
                  </a:cubicBezTo>
                  <a:cubicBezTo>
                    <a:pt x="175" y="529"/>
                    <a:pt x="540" y="334"/>
                    <a:pt x="1022" y="265"/>
                  </a:cubicBezTo>
                  <a:cubicBezTo>
                    <a:pt x="1195" y="237"/>
                    <a:pt x="1359" y="230"/>
                    <a:pt x="1502" y="230"/>
                  </a:cubicBezTo>
                  <a:cubicBezTo>
                    <a:pt x="1685" y="230"/>
                    <a:pt x="1834" y="242"/>
                    <a:pt x="1927" y="242"/>
                  </a:cubicBezTo>
                  <a:cubicBezTo>
                    <a:pt x="1989" y="242"/>
                    <a:pt x="2026" y="237"/>
                    <a:pt x="2032" y="219"/>
                  </a:cubicBezTo>
                  <a:cubicBezTo>
                    <a:pt x="2056" y="170"/>
                    <a:pt x="1737" y="0"/>
                    <a:pt x="1277" y="0"/>
                  </a:cubicBezTo>
                  <a:close/>
                </a:path>
              </a:pathLst>
            </a:custGeom>
            <a:solidFill>
              <a:srgbClr val="EBECED"/>
            </a:solidFill>
            <a:ln>
              <a:noFill/>
            </a:ln>
          </p:spPr>
          <p:txBody>
            <a:bodyPr spcFirstLastPara="1" wrap="square" lIns="121900" tIns="121900" rIns="121900" bIns="121900" anchor="ctr" anchorCtr="0">
              <a:noAutofit/>
            </a:bodyPr>
            <a:lstStyle/>
            <a:p>
              <a:endParaRPr sz="2400"/>
            </a:p>
          </p:txBody>
        </p:sp>
        <p:sp>
          <p:nvSpPr>
            <p:cNvPr id="61" name="Google Shape;1475;p34"/>
            <p:cNvSpPr/>
            <p:nvPr/>
          </p:nvSpPr>
          <p:spPr>
            <a:xfrm>
              <a:off x="12075950" y="6388600"/>
              <a:ext cx="360200" cy="6150"/>
            </a:xfrm>
            <a:custGeom>
              <a:avLst/>
              <a:gdLst/>
              <a:ahLst/>
              <a:cxnLst/>
              <a:rect l="l" t="t" r="r" b="b"/>
              <a:pathLst>
                <a:path w="14408" h="246" extrusionOk="0">
                  <a:moveTo>
                    <a:pt x="7203" y="1"/>
                  </a:moveTo>
                  <a:cubicBezTo>
                    <a:pt x="3225" y="1"/>
                    <a:pt x="0" y="55"/>
                    <a:pt x="0" y="123"/>
                  </a:cubicBezTo>
                  <a:cubicBezTo>
                    <a:pt x="0" y="190"/>
                    <a:pt x="3224" y="246"/>
                    <a:pt x="7203" y="246"/>
                  </a:cubicBezTo>
                  <a:cubicBezTo>
                    <a:pt x="11182" y="246"/>
                    <a:pt x="14407" y="190"/>
                    <a:pt x="14407" y="123"/>
                  </a:cubicBezTo>
                  <a:cubicBezTo>
                    <a:pt x="14407" y="56"/>
                    <a:pt x="11181" y="1"/>
                    <a:pt x="7203" y="1"/>
                  </a:cubicBezTo>
                  <a:close/>
                </a:path>
              </a:pathLst>
            </a:custGeom>
            <a:solidFill>
              <a:srgbClr val="1B1F26"/>
            </a:solidFill>
            <a:ln>
              <a:noFill/>
            </a:ln>
          </p:spPr>
          <p:txBody>
            <a:bodyPr spcFirstLastPara="1" wrap="square" lIns="121900" tIns="121900" rIns="121900" bIns="121900" anchor="ctr" anchorCtr="0">
              <a:noAutofit/>
            </a:bodyPr>
            <a:lstStyle/>
            <a:p>
              <a:endParaRPr sz="2400"/>
            </a:p>
          </p:txBody>
        </p:sp>
        <p:sp>
          <p:nvSpPr>
            <p:cNvPr id="62" name="Google Shape;1476;p34"/>
            <p:cNvSpPr/>
            <p:nvPr/>
          </p:nvSpPr>
          <p:spPr>
            <a:xfrm>
              <a:off x="12074300" y="6315100"/>
              <a:ext cx="123475" cy="77475"/>
            </a:xfrm>
            <a:custGeom>
              <a:avLst/>
              <a:gdLst/>
              <a:ahLst/>
              <a:cxnLst/>
              <a:rect l="l" t="t" r="r" b="b"/>
              <a:pathLst>
                <a:path w="4939" h="3099" extrusionOk="0">
                  <a:moveTo>
                    <a:pt x="529" y="1"/>
                  </a:moveTo>
                  <a:cubicBezTo>
                    <a:pt x="194" y="1"/>
                    <a:pt x="1" y="46"/>
                    <a:pt x="3" y="65"/>
                  </a:cubicBezTo>
                  <a:cubicBezTo>
                    <a:pt x="5" y="106"/>
                    <a:pt x="350" y="98"/>
                    <a:pt x="886" y="190"/>
                  </a:cubicBezTo>
                  <a:cubicBezTo>
                    <a:pt x="1422" y="279"/>
                    <a:pt x="2150" y="503"/>
                    <a:pt x="2856" y="936"/>
                  </a:cubicBezTo>
                  <a:cubicBezTo>
                    <a:pt x="3560" y="1374"/>
                    <a:pt x="4086" y="1924"/>
                    <a:pt x="4406" y="2364"/>
                  </a:cubicBezTo>
                  <a:cubicBezTo>
                    <a:pt x="4720" y="2792"/>
                    <a:pt x="4867" y="3099"/>
                    <a:pt x="4910" y="3099"/>
                  </a:cubicBezTo>
                  <a:cubicBezTo>
                    <a:pt x="4911" y="3099"/>
                    <a:pt x="4912" y="3099"/>
                    <a:pt x="4913" y="3098"/>
                  </a:cubicBezTo>
                  <a:cubicBezTo>
                    <a:pt x="4938" y="3089"/>
                    <a:pt x="4846" y="2748"/>
                    <a:pt x="4550" y="2266"/>
                  </a:cubicBezTo>
                  <a:cubicBezTo>
                    <a:pt x="4255" y="1786"/>
                    <a:pt x="3723" y="1186"/>
                    <a:pt x="2985" y="728"/>
                  </a:cubicBezTo>
                  <a:cubicBezTo>
                    <a:pt x="2245" y="273"/>
                    <a:pt x="1470" y="65"/>
                    <a:pt x="909" y="19"/>
                  </a:cubicBezTo>
                  <a:cubicBezTo>
                    <a:pt x="768" y="6"/>
                    <a:pt x="640" y="1"/>
                    <a:pt x="529" y="1"/>
                  </a:cubicBezTo>
                  <a:close/>
                </a:path>
              </a:pathLst>
            </a:custGeom>
            <a:solidFill>
              <a:srgbClr val="1B1F26"/>
            </a:solidFill>
            <a:ln>
              <a:noFill/>
            </a:ln>
          </p:spPr>
          <p:txBody>
            <a:bodyPr spcFirstLastPara="1" wrap="square" lIns="121900" tIns="121900" rIns="121900" bIns="121900" anchor="ctr" anchorCtr="0">
              <a:noAutofit/>
            </a:bodyPr>
            <a:lstStyle/>
            <a:p>
              <a:endParaRPr sz="2400"/>
            </a:p>
          </p:txBody>
        </p:sp>
        <p:sp>
          <p:nvSpPr>
            <p:cNvPr id="63" name="Google Shape;1477;p34"/>
            <p:cNvSpPr/>
            <p:nvPr/>
          </p:nvSpPr>
          <p:spPr>
            <a:xfrm>
              <a:off x="12103375" y="6265875"/>
              <a:ext cx="14850" cy="53500"/>
            </a:xfrm>
            <a:custGeom>
              <a:avLst/>
              <a:gdLst/>
              <a:ahLst/>
              <a:cxnLst/>
              <a:rect l="l" t="t" r="r" b="b"/>
              <a:pathLst>
                <a:path w="594" h="2140" extrusionOk="0">
                  <a:moveTo>
                    <a:pt x="516" y="1"/>
                  </a:moveTo>
                  <a:cubicBezTo>
                    <a:pt x="447" y="1"/>
                    <a:pt x="348" y="475"/>
                    <a:pt x="227" y="1056"/>
                  </a:cubicBezTo>
                  <a:cubicBezTo>
                    <a:pt x="105" y="1640"/>
                    <a:pt x="1" y="2117"/>
                    <a:pt x="66" y="2139"/>
                  </a:cubicBezTo>
                  <a:cubicBezTo>
                    <a:pt x="67" y="2139"/>
                    <a:pt x="69" y="2139"/>
                    <a:pt x="71" y="2139"/>
                  </a:cubicBezTo>
                  <a:cubicBezTo>
                    <a:pt x="139" y="2139"/>
                    <a:pt x="342" y="1692"/>
                    <a:pt x="467" y="1106"/>
                  </a:cubicBezTo>
                  <a:cubicBezTo>
                    <a:pt x="594" y="506"/>
                    <a:pt x="582" y="5"/>
                    <a:pt x="517" y="1"/>
                  </a:cubicBezTo>
                  <a:cubicBezTo>
                    <a:pt x="516" y="1"/>
                    <a:pt x="516" y="1"/>
                    <a:pt x="516" y="1"/>
                  </a:cubicBezTo>
                  <a:close/>
                </a:path>
              </a:pathLst>
            </a:custGeom>
            <a:solidFill>
              <a:srgbClr val="1B1F26"/>
            </a:solidFill>
            <a:ln>
              <a:noFill/>
            </a:ln>
          </p:spPr>
          <p:txBody>
            <a:bodyPr spcFirstLastPara="1" wrap="square" lIns="121900" tIns="121900" rIns="121900" bIns="121900" anchor="ctr" anchorCtr="0">
              <a:noAutofit/>
            </a:bodyPr>
            <a:lstStyle/>
            <a:p>
              <a:endParaRPr sz="2400"/>
            </a:p>
          </p:txBody>
        </p:sp>
        <p:sp>
          <p:nvSpPr>
            <p:cNvPr id="64" name="Google Shape;1478;p34"/>
            <p:cNvSpPr/>
            <p:nvPr/>
          </p:nvSpPr>
          <p:spPr>
            <a:xfrm>
              <a:off x="12351725" y="6347000"/>
              <a:ext cx="35325" cy="44575"/>
            </a:xfrm>
            <a:custGeom>
              <a:avLst/>
              <a:gdLst/>
              <a:ahLst/>
              <a:cxnLst/>
              <a:rect l="l" t="t" r="r" b="b"/>
              <a:pathLst>
                <a:path w="1413" h="1783" extrusionOk="0">
                  <a:moveTo>
                    <a:pt x="1302" y="0"/>
                  </a:moveTo>
                  <a:cubicBezTo>
                    <a:pt x="1237" y="0"/>
                    <a:pt x="1141" y="14"/>
                    <a:pt x="1024" y="51"/>
                  </a:cubicBezTo>
                  <a:cubicBezTo>
                    <a:pt x="808" y="121"/>
                    <a:pt x="518" y="290"/>
                    <a:pt x="302" y="578"/>
                  </a:cubicBezTo>
                  <a:cubicBezTo>
                    <a:pt x="88" y="867"/>
                    <a:pt x="8" y="1194"/>
                    <a:pt x="6" y="1421"/>
                  </a:cubicBezTo>
                  <a:cubicBezTo>
                    <a:pt x="0" y="1649"/>
                    <a:pt x="54" y="1782"/>
                    <a:pt x="85" y="1782"/>
                  </a:cubicBezTo>
                  <a:cubicBezTo>
                    <a:pt x="86" y="1782"/>
                    <a:pt x="86" y="1782"/>
                    <a:pt x="87" y="1782"/>
                  </a:cubicBezTo>
                  <a:cubicBezTo>
                    <a:pt x="157" y="1782"/>
                    <a:pt x="124" y="1226"/>
                    <a:pt x="499" y="725"/>
                  </a:cubicBezTo>
                  <a:cubicBezTo>
                    <a:pt x="871" y="220"/>
                    <a:pt x="1413" y="92"/>
                    <a:pt x="1394" y="25"/>
                  </a:cubicBezTo>
                  <a:cubicBezTo>
                    <a:pt x="1392" y="11"/>
                    <a:pt x="1359" y="0"/>
                    <a:pt x="1302" y="0"/>
                  </a:cubicBezTo>
                  <a:close/>
                </a:path>
              </a:pathLst>
            </a:custGeom>
            <a:solidFill>
              <a:srgbClr val="1B1F26"/>
            </a:solidFill>
            <a:ln>
              <a:noFill/>
            </a:ln>
          </p:spPr>
          <p:txBody>
            <a:bodyPr spcFirstLastPara="1" wrap="square" lIns="121900" tIns="121900" rIns="121900" bIns="121900" anchor="ctr" anchorCtr="0">
              <a:noAutofit/>
            </a:bodyPr>
            <a:lstStyle/>
            <a:p>
              <a:endParaRPr sz="2400"/>
            </a:p>
          </p:txBody>
        </p:sp>
        <p:sp>
          <p:nvSpPr>
            <p:cNvPr id="65" name="Google Shape;1479;p34"/>
            <p:cNvSpPr/>
            <p:nvPr/>
          </p:nvSpPr>
          <p:spPr>
            <a:xfrm>
              <a:off x="11187500" y="5022875"/>
              <a:ext cx="1162425" cy="1267875"/>
            </a:xfrm>
            <a:custGeom>
              <a:avLst/>
              <a:gdLst/>
              <a:ahLst/>
              <a:cxnLst/>
              <a:rect l="l" t="t" r="r" b="b"/>
              <a:pathLst>
                <a:path w="46497" h="50715" extrusionOk="0">
                  <a:moveTo>
                    <a:pt x="22" y="0"/>
                  </a:moveTo>
                  <a:lnTo>
                    <a:pt x="20" y="1052"/>
                  </a:lnTo>
                  <a:cubicBezTo>
                    <a:pt x="1" y="9158"/>
                    <a:pt x="6327" y="15081"/>
                    <a:pt x="14433" y="15108"/>
                  </a:cubicBezTo>
                  <a:cubicBezTo>
                    <a:pt x="15289" y="15111"/>
                    <a:pt x="16157" y="15112"/>
                    <a:pt x="17023" y="15112"/>
                  </a:cubicBezTo>
                  <a:cubicBezTo>
                    <a:pt x="19023" y="15112"/>
                    <a:pt x="21021" y="15107"/>
                    <a:pt x="22875" y="15107"/>
                  </a:cubicBezTo>
                  <a:cubicBezTo>
                    <a:pt x="25564" y="15107"/>
                    <a:pt x="27950" y="15119"/>
                    <a:pt x="29599" y="15176"/>
                  </a:cubicBezTo>
                  <a:cubicBezTo>
                    <a:pt x="31053" y="15227"/>
                    <a:pt x="32224" y="16383"/>
                    <a:pt x="32296" y="17836"/>
                  </a:cubicBezTo>
                  <a:lnTo>
                    <a:pt x="31943" y="50715"/>
                  </a:lnTo>
                  <a:lnTo>
                    <a:pt x="45529" y="50715"/>
                  </a:lnTo>
                  <a:lnTo>
                    <a:pt x="46496" y="16127"/>
                  </a:lnTo>
                  <a:cubicBezTo>
                    <a:pt x="46496" y="7177"/>
                    <a:pt x="41993" y="163"/>
                    <a:pt x="33043" y="128"/>
                  </a:cubicBezTo>
                  <a:lnTo>
                    <a:pt x="22" y="0"/>
                  </a:lnTo>
                  <a:close/>
                </a:path>
              </a:pathLst>
            </a:custGeom>
            <a:solidFill>
              <a:schemeClr val="tx1"/>
            </a:solidFill>
            <a:ln>
              <a:noFill/>
            </a:ln>
          </p:spPr>
          <p:txBody>
            <a:bodyPr spcFirstLastPara="1" wrap="square" lIns="121900" tIns="121900" rIns="121900" bIns="121900" anchor="ctr" anchorCtr="0">
              <a:noAutofit/>
            </a:bodyPr>
            <a:lstStyle/>
            <a:p>
              <a:endParaRPr sz="2400"/>
            </a:p>
          </p:txBody>
        </p:sp>
        <p:sp>
          <p:nvSpPr>
            <p:cNvPr id="66" name="Google Shape;1480;p34"/>
            <p:cNvSpPr/>
            <p:nvPr/>
          </p:nvSpPr>
          <p:spPr>
            <a:xfrm>
              <a:off x="11761400" y="6263525"/>
              <a:ext cx="374075" cy="145975"/>
            </a:xfrm>
            <a:custGeom>
              <a:avLst/>
              <a:gdLst/>
              <a:ahLst/>
              <a:cxnLst/>
              <a:rect l="l" t="t" r="r" b="b"/>
              <a:pathLst>
                <a:path w="14963" h="5839" extrusionOk="0">
                  <a:moveTo>
                    <a:pt x="590" y="1"/>
                  </a:moveTo>
                  <a:lnTo>
                    <a:pt x="1" y="5839"/>
                  </a:lnTo>
                  <a:lnTo>
                    <a:pt x="14962" y="5839"/>
                  </a:lnTo>
                  <a:cubicBezTo>
                    <a:pt x="14725" y="3975"/>
                    <a:pt x="13097" y="2918"/>
                    <a:pt x="9653" y="2918"/>
                  </a:cubicBezTo>
                  <a:cubicBezTo>
                    <a:pt x="9564" y="2918"/>
                    <a:pt x="9473" y="2919"/>
                    <a:pt x="9381" y="2920"/>
                  </a:cubicBezTo>
                  <a:lnTo>
                    <a:pt x="9660" y="1"/>
                  </a:lnTo>
                  <a:close/>
                </a:path>
              </a:pathLst>
            </a:custGeom>
            <a:solidFill>
              <a:srgbClr val="61332A"/>
            </a:solidFill>
            <a:ln>
              <a:noFill/>
            </a:ln>
          </p:spPr>
          <p:txBody>
            <a:bodyPr spcFirstLastPara="1" wrap="square" lIns="121900" tIns="121900" rIns="121900" bIns="121900" anchor="ctr" anchorCtr="0">
              <a:noAutofit/>
            </a:bodyPr>
            <a:lstStyle/>
            <a:p>
              <a:endParaRPr sz="2400"/>
            </a:p>
          </p:txBody>
        </p:sp>
        <p:sp>
          <p:nvSpPr>
            <p:cNvPr id="67" name="Google Shape;1481;p34"/>
            <p:cNvSpPr/>
            <p:nvPr/>
          </p:nvSpPr>
          <p:spPr>
            <a:xfrm>
              <a:off x="12009675" y="6338850"/>
              <a:ext cx="24575" cy="36075"/>
            </a:xfrm>
            <a:custGeom>
              <a:avLst/>
              <a:gdLst/>
              <a:ahLst/>
              <a:cxnLst/>
              <a:rect l="l" t="t" r="r" b="b"/>
              <a:pathLst>
                <a:path w="983" h="1443" extrusionOk="0">
                  <a:moveTo>
                    <a:pt x="917" y="1"/>
                  </a:moveTo>
                  <a:cubicBezTo>
                    <a:pt x="830" y="1"/>
                    <a:pt x="520" y="212"/>
                    <a:pt x="288" y="596"/>
                  </a:cubicBezTo>
                  <a:cubicBezTo>
                    <a:pt x="29" y="1020"/>
                    <a:pt x="0" y="1432"/>
                    <a:pt x="65" y="1442"/>
                  </a:cubicBezTo>
                  <a:cubicBezTo>
                    <a:pt x="66" y="1442"/>
                    <a:pt x="68" y="1442"/>
                    <a:pt x="69" y="1442"/>
                  </a:cubicBezTo>
                  <a:cubicBezTo>
                    <a:pt x="139" y="1442"/>
                    <a:pt x="266" y="1097"/>
                    <a:pt x="498" y="723"/>
                  </a:cubicBezTo>
                  <a:cubicBezTo>
                    <a:pt x="729" y="338"/>
                    <a:pt x="982" y="63"/>
                    <a:pt x="937" y="8"/>
                  </a:cubicBezTo>
                  <a:cubicBezTo>
                    <a:pt x="933" y="3"/>
                    <a:pt x="926" y="1"/>
                    <a:pt x="917" y="1"/>
                  </a:cubicBezTo>
                  <a:close/>
                </a:path>
              </a:pathLst>
            </a:custGeom>
            <a:solidFill>
              <a:srgbClr val="EBECED"/>
            </a:solidFill>
            <a:ln>
              <a:noFill/>
            </a:ln>
          </p:spPr>
          <p:txBody>
            <a:bodyPr spcFirstLastPara="1" wrap="square" lIns="121900" tIns="121900" rIns="121900" bIns="121900" anchor="ctr" anchorCtr="0">
              <a:noAutofit/>
            </a:bodyPr>
            <a:lstStyle/>
            <a:p>
              <a:endParaRPr sz="2400"/>
            </a:p>
          </p:txBody>
        </p:sp>
        <p:sp>
          <p:nvSpPr>
            <p:cNvPr id="68" name="Google Shape;1482;p34"/>
            <p:cNvSpPr/>
            <p:nvPr/>
          </p:nvSpPr>
          <p:spPr>
            <a:xfrm>
              <a:off x="11970425" y="6333950"/>
              <a:ext cx="27300" cy="33900"/>
            </a:xfrm>
            <a:custGeom>
              <a:avLst/>
              <a:gdLst/>
              <a:ahLst/>
              <a:cxnLst/>
              <a:rect l="l" t="t" r="r" b="b"/>
              <a:pathLst>
                <a:path w="1092" h="1356" extrusionOk="0">
                  <a:moveTo>
                    <a:pt x="1027" y="0"/>
                  </a:moveTo>
                  <a:cubicBezTo>
                    <a:pt x="928" y="0"/>
                    <a:pt x="601" y="169"/>
                    <a:pt x="342" y="523"/>
                  </a:cubicBezTo>
                  <a:cubicBezTo>
                    <a:pt x="43" y="926"/>
                    <a:pt x="0" y="1344"/>
                    <a:pt x="63" y="1355"/>
                  </a:cubicBezTo>
                  <a:cubicBezTo>
                    <a:pt x="65" y="1355"/>
                    <a:pt x="67" y="1355"/>
                    <a:pt x="69" y="1355"/>
                  </a:cubicBezTo>
                  <a:cubicBezTo>
                    <a:pt x="139" y="1355"/>
                    <a:pt x="279" y="1017"/>
                    <a:pt x="540" y="668"/>
                  </a:cubicBezTo>
                  <a:cubicBezTo>
                    <a:pt x="802" y="306"/>
                    <a:pt x="1092" y="71"/>
                    <a:pt x="1055" y="11"/>
                  </a:cubicBezTo>
                  <a:cubicBezTo>
                    <a:pt x="1051" y="4"/>
                    <a:pt x="1042" y="0"/>
                    <a:pt x="1027" y="0"/>
                  </a:cubicBezTo>
                  <a:close/>
                </a:path>
              </a:pathLst>
            </a:custGeom>
            <a:solidFill>
              <a:srgbClr val="EBECED"/>
            </a:solidFill>
            <a:ln>
              <a:noFill/>
            </a:ln>
          </p:spPr>
          <p:txBody>
            <a:bodyPr spcFirstLastPara="1" wrap="square" lIns="121900" tIns="121900" rIns="121900" bIns="121900" anchor="ctr" anchorCtr="0">
              <a:noAutofit/>
            </a:bodyPr>
            <a:lstStyle/>
            <a:p>
              <a:endParaRPr sz="2400"/>
            </a:p>
          </p:txBody>
        </p:sp>
        <p:sp>
          <p:nvSpPr>
            <p:cNvPr id="69" name="Google Shape;1483;p34"/>
            <p:cNvSpPr/>
            <p:nvPr/>
          </p:nvSpPr>
          <p:spPr>
            <a:xfrm>
              <a:off x="11943350" y="6314350"/>
              <a:ext cx="51400" cy="13225"/>
            </a:xfrm>
            <a:custGeom>
              <a:avLst/>
              <a:gdLst/>
              <a:ahLst/>
              <a:cxnLst/>
              <a:rect l="l" t="t" r="r" b="b"/>
              <a:pathLst>
                <a:path w="2056" h="529" extrusionOk="0">
                  <a:moveTo>
                    <a:pt x="1276" y="0"/>
                  </a:moveTo>
                  <a:cubicBezTo>
                    <a:pt x="1184" y="0"/>
                    <a:pt x="1087" y="7"/>
                    <a:pt x="985" y="23"/>
                  </a:cubicBezTo>
                  <a:cubicBezTo>
                    <a:pt x="376" y="113"/>
                    <a:pt x="0" y="474"/>
                    <a:pt x="45" y="520"/>
                  </a:cubicBezTo>
                  <a:cubicBezTo>
                    <a:pt x="49" y="526"/>
                    <a:pt x="58" y="529"/>
                    <a:pt x="71" y="529"/>
                  </a:cubicBezTo>
                  <a:cubicBezTo>
                    <a:pt x="174" y="529"/>
                    <a:pt x="540" y="334"/>
                    <a:pt x="1022" y="265"/>
                  </a:cubicBezTo>
                  <a:cubicBezTo>
                    <a:pt x="1195" y="237"/>
                    <a:pt x="1359" y="230"/>
                    <a:pt x="1502" y="230"/>
                  </a:cubicBezTo>
                  <a:cubicBezTo>
                    <a:pt x="1685" y="230"/>
                    <a:pt x="1834" y="242"/>
                    <a:pt x="1927" y="242"/>
                  </a:cubicBezTo>
                  <a:cubicBezTo>
                    <a:pt x="1988" y="242"/>
                    <a:pt x="2025" y="237"/>
                    <a:pt x="2030" y="219"/>
                  </a:cubicBezTo>
                  <a:cubicBezTo>
                    <a:pt x="2055" y="170"/>
                    <a:pt x="1736" y="0"/>
                    <a:pt x="1276" y="0"/>
                  </a:cubicBezTo>
                  <a:close/>
                </a:path>
              </a:pathLst>
            </a:custGeom>
            <a:solidFill>
              <a:srgbClr val="EBECED"/>
            </a:solidFill>
            <a:ln>
              <a:noFill/>
            </a:ln>
          </p:spPr>
          <p:txBody>
            <a:bodyPr spcFirstLastPara="1" wrap="square" lIns="121900" tIns="121900" rIns="121900" bIns="121900" anchor="ctr" anchorCtr="0">
              <a:noAutofit/>
            </a:bodyPr>
            <a:lstStyle/>
            <a:p>
              <a:endParaRPr sz="2400"/>
            </a:p>
          </p:txBody>
        </p:sp>
        <p:sp>
          <p:nvSpPr>
            <p:cNvPr id="70" name="Google Shape;1484;p34"/>
            <p:cNvSpPr/>
            <p:nvPr/>
          </p:nvSpPr>
          <p:spPr>
            <a:xfrm>
              <a:off x="11768000" y="6388600"/>
              <a:ext cx="360200" cy="6150"/>
            </a:xfrm>
            <a:custGeom>
              <a:avLst/>
              <a:gdLst/>
              <a:ahLst/>
              <a:cxnLst/>
              <a:rect l="l" t="t" r="r" b="b"/>
              <a:pathLst>
                <a:path w="14408" h="246" extrusionOk="0">
                  <a:moveTo>
                    <a:pt x="7203" y="1"/>
                  </a:moveTo>
                  <a:cubicBezTo>
                    <a:pt x="3225" y="1"/>
                    <a:pt x="0" y="55"/>
                    <a:pt x="0" y="123"/>
                  </a:cubicBezTo>
                  <a:cubicBezTo>
                    <a:pt x="0" y="190"/>
                    <a:pt x="3223" y="246"/>
                    <a:pt x="7203" y="246"/>
                  </a:cubicBezTo>
                  <a:cubicBezTo>
                    <a:pt x="11183" y="246"/>
                    <a:pt x="14407" y="190"/>
                    <a:pt x="14407" y="123"/>
                  </a:cubicBezTo>
                  <a:cubicBezTo>
                    <a:pt x="14407" y="56"/>
                    <a:pt x="11181" y="1"/>
                    <a:pt x="7203" y="1"/>
                  </a:cubicBezTo>
                  <a:close/>
                </a:path>
              </a:pathLst>
            </a:custGeom>
            <a:solidFill>
              <a:srgbClr val="1B1F26"/>
            </a:solidFill>
            <a:ln>
              <a:noFill/>
            </a:ln>
          </p:spPr>
          <p:txBody>
            <a:bodyPr spcFirstLastPara="1" wrap="square" lIns="121900" tIns="121900" rIns="121900" bIns="121900" anchor="ctr" anchorCtr="0">
              <a:noAutofit/>
            </a:bodyPr>
            <a:lstStyle/>
            <a:p>
              <a:endParaRPr sz="2400"/>
            </a:p>
          </p:txBody>
        </p:sp>
        <p:sp>
          <p:nvSpPr>
            <p:cNvPr id="71" name="Google Shape;1485;p34"/>
            <p:cNvSpPr/>
            <p:nvPr/>
          </p:nvSpPr>
          <p:spPr>
            <a:xfrm>
              <a:off x="11766350" y="6315100"/>
              <a:ext cx="123475" cy="77475"/>
            </a:xfrm>
            <a:custGeom>
              <a:avLst/>
              <a:gdLst/>
              <a:ahLst/>
              <a:cxnLst/>
              <a:rect l="l" t="t" r="r" b="b"/>
              <a:pathLst>
                <a:path w="4939" h="3099" extrusionOk="0">
                  <a:moveTo>
                    <a:pt x="528" y="1"/>
                  </a:moveTo>
                  <a:cubicBezTo>
                    <a:pt x="194" y="1"/>
                    <a:pt x="0" y="46"/>
                    <a:pt x="3" y="65"/>
                  </a:cubicBezTo>
                  <a:cubicBezTo>
                    <a:pt x="4" y="106"/>
                    <a:pt x="348" y="98"/>
                    <a:pt x="886" y="190"/>
                  </a:cubicBezTo>
                  <a:cubicBezTo>
                    <a:pt x="1422" y="279"/>
                    <a:pt x="2150" y="503"/>
                    <a:pt x="2856" y="936"/>
                  </a:cubicBezTo>
                  <a:cubicBezTo>
                    <a:pt x="3560" y="1374"/>
                    <a:pt x="4086" y="1924"/>
                    <a:pt x="4406" y="2364"/>
                  </a:cubicBezTo>
                  <a:cubicBezTo>
                    <a:pt x="4720" y="2792"/>
                    <a:pt x="4867" y="3099"/>
                    <a:pt x="4909" y="3099"/>
                  </a:cubicBezTo>
                  <a:cubicBezTo>
                    <a:pt x="4911" y="3099"/>
                    <a:pt x="4912" y="3099"/>
                    <a:pt x="4913" y="3098"/>
                  </a:cubicBezTo>
                  <a:cubicBezTo>
                    <a:pt x="4938" y="3089"/>
                    <a:pt x="4846" y="2748"/>
                    <a:pt x="4549" y="2266"/>
                  </a:cubicBezTo>
                  <a:cubicBezTo>
                    <a:pt x="4255" y="1786"/>
                    <a:pt x="3723" y="1186"/>
                    <a:pt x="2985" y="728"/>
                  </a:cubicBezTo>
                  <a:cubicBezTo>
                    <a:pt x="2244" y="273"/>
                    <a:pt x="1470" y="65"/>
                    <a:pt x="909" y="19"/>
                  </a:cubicBezTo>
                  <a:cubicBezTo>
                    <a:pt x="768" y="6"/>
                    <a:pt x="640" y="1"/>
                    <a:pt x="528" y="1"/>
                  </a:cubicBezTo>
                  <a:close/>
                </a:path>
              </a:pathLst>
            </a:custGeom>
            <a:solidFill>
              <a:srgbClr val="1B1F26"/>
            </a:solidFill>
            <a:ln>
              <a:noFill/>
            </a:ln>
          </p:spPr>
          <p:txBody>
            <a:bodyPr spcFirstLastPara="1" wrap="square" lIns="121900" tIns="121900" rIns="121900" bIns="121900" anchor="ctr" anchorCtr="0">
              <a:noAutofit/>
            </a:bodyPr>
            <a:lstStyle/>
            <a:p>
              <a:endParaRPr sz="2400"/>
            </a:p>
          </p:txBody>
        </p:sp>
        <p:sp>
          <p:nvSpPr>
            <p:cNvPr id="72" name="Google Shape;1486;p34"/>
            <p:cNvSpPr/>
            <p:nvPr/>
          </p:nvSpPr>
          <p:spPr>
            <a:xfrm>
              <a:off x="11795425" y="6265875"/>
              <a:ext cx="14850" cy="53500"/>
            </a:xfrm>
            <a:custGeom>
              <a:avLst/>
              <a:gdLst/>
              <a:ahLst/>
              <a:cxnLst/>
              <a:rect l="l" t="t" r="r" b="b"/>
              <a:pathLst>
                <a:path w="594" h="2140" extrusionOk="0">
                  <a:moveTo>
                    <a:pt x="515" y="1"/>
                  </a:moveTo>
                  <a:cubicBezTo>
                    <a:pt x="447" y="1"/>
                    <a:pt x="348" y="475"/>
                    <a:pt x="227" y="1056"/>
                  </a:cubicBezTo>
                  <a:cubicBezTo>
                    <a:pt x="105" y="1640"/>
                    <a:pt x="0" y="2117"/>
                    <a:pt x="66" y="2139"/>
                  </a:cubicBezTo>
                  <a:cubicBezTo>
                    <a:pt x="67" y="2139"/>
                    <a:pt x="69" y="2139"/>
                    <a:pt x="70" y="2139"/>
                  </a:cubicBezTo>
                  <a:cubicBezTo>
                    <a:pt x="139" y="2139"/>
                    <a:pt x="342" y="1692"/>
                    <a:pt x="467" y="1106"/>
                  </a:cubicBezTo>
                  <a:cubicBezTo>
                    <a:pt x="593" y="506"/>
                    <a:pt x="582" y="5"/>
                    <a:pt x="517" y="1"/>
                  </a:cubicBezTo>
                  <a:cubicBezTo>
                    <a:pt x="516" y="1"/>
                    <a:pt x="516" y="1"/>
                    <a:pt x="515" y="1"/>
                  </a:cubicBezTo>
                  <a:close/>
                </a:path>
              </a:pathLst>
            </a:custGeom>
            <a:solidFill>
              <a:srgbClr val="1B1F26"/>
            </a:solidFill>
            <a:ln>
              <a:noFill/>
            </a:ln>
          </p:spPr>
          <p:txBody>
            <a:bodyPr spcFirstLastPara="1" wrap="square" lIns="121900" tIns="121900" rIns="121900" bIns="121900" anchor="ctr" anchorCtr="0">
              <a:noAutofit/>
            </a:bodyPr>
            <a:lstStyle/>
            <a:p>
              <a:endParaRPr sz="2400"/>
            </a:p>
          </p:txBody>
        </p:sp>
        <p:sp>
          <p:nvSpPr>
            <p:cNvPr id="73" name="Google Shape;1487;p34"/>
            <p:cNvSpPr/>
            <p:nvPr/>
          </p:nvSpPr>
          <p:spPr>
            <a:xfrm>
              <a:off x="12043775" y="6347000"/>
              <a:ext cx="35325" cy="44575"/>
            </a:xfrm>
            <a:custGeom>
              <a:avLst/>
              <a:gdLst/>
              <a:ahLst/>
              <a:cxnLst/>
              <a:rect l="l" t="t" r="r" b="b"/>
              <a:pathLst>
                <a:path w="1413" h="1783" extrusionOk="0">
                  <a:moveTo>
                    <a:pt x="1301" y="0"/>
                  </a:moveTo>
                  <a:cubicBezTo>
                    <a:pt x="1236" y="0"/>
                    <a:pt x="1141" y="14"/>
                    <a:pt x="1024" y="51"/>
                  </a:cubicBezTo>
                  <a:cubicBezTo>
                    <a:pt x="808" y="121"/>
                    <a:pt x="518" y="290"/>
                    <a:pt x="302" y="578"/>
                  </a:cubicBezTo>
                  <a:cubicBezTo>
                    <a:pt x="88" y="867"/>
                    <a:pt x="8" y="1194"/>
                    <a:pt x="6" y="1421"/>
                  </a:cubicBezTo>
                  <a:cubicBezTo>
                    <a:pt x="0" y="1649"/>
                    <a:pt x="54" y="1782"/>
                    <a:pt x="85" y="1782"/>
                  </a:cubicBezTo>
                  <a:cubicBezTo>
                    <a:pt x="86" y="1782"/>
                    <a:pt x="86" y="1782"/>
                    <a:pt x="87" y="1782"/>
                  </a:cubicBezTo>
                  <a:cubicBezTo>
                    <a:pt x="157" y="1782"/>
                    <a:pt x="122" y="1226"/>
                    <a:pt x="499" y="725"/>
                  </a:cubicBezTo>
                  <a:cubicBezTo>
                    <a:pt x="871" y="220"/>
                    <a:pt x="1413" y="92"/>
                    <a:pt x="1394" y="25"/>
                  </a:cubicBezTo>
                  <a:cubicBezTo>
                    <a:pt x="1391" y="11"/>
                    <a:pt x="1358" y="0"/>
                    <a:pt x="1301" y="0"/>
                  </a:cubicBezTo>
                  <a:close/>
                </a:path>
              </a:pathLst>
            </a:custGeom>
            <a:solidFill>
              <a:srgbClr val="1B1F26"/>
            </a:solidFill>
            <a:ln>
              <a:noFill/>
            </a:ln>
          </p:spPr>
          <p:txBody>
            <a:bodyPr spcFirstLastPara="1" wrap="square" lIns="121900" tIns="121900" rIns="121900" bIns="121900" anchor="ctr" anchorCtr="0">
              <a:noAutofit/>
            </a:bodyPr>
            <a:lstStyle/>
            <a:p>
              <a:endParaRPr sz="2400"/>
            </a:p>
          </p:txBody>
        </p:sp>
        <p:sp>
          <p:nvSpPr>
            <p:cNvPr id="74" name="Google Shape;1488;p34"/>
            <p:cNvSpPr/>
            <p:nvPr/>
          </p:nvSpPr>
          <p:spPr>
            <a:xfrm>
              <a:off x="11010775" y="5026075"/>
              <a:ext cx="1077200" cy="1264675"/>
            </a:xfrm>
            <a:custGeom>
              <a:avLst/>
              <a:gdLst/>
              <a:ahLst/>
              <a:cxnLst/>
              <a:rect l="l" t="t" r="r" b="b"/>
              <a:pathLst>
                <a:path w="43088" h="50587" extrusionOk="0">
                  <a:moveTo>
                    <a:pt x="29635" y="0"/>
                  </a:moveTo>
                  <a:lnTo>
                    <a:pt x="21" y="62"/>
                  </a:lnTo>
                  <a:lnTo>
                    <a:pt x="19" y="1113"/>
                  </a:lnTo>
                  <a:cubicBezTo>
                    <a:pt x="0" y="9219"/>
                    <a:pt x="2918" y="14953"/>
                    <a:pt x="11024" y="14980"/>
                  </a:cubicBezTo>
                  <a:cubicBezTo>
                    <a:pt x="11880" y="14983"/>
                    <a:pt x="12748" y="14984"/>
                    <a:pt x="13614" y="14984"/>
                  </a:cubicBezTo>
                  <a:cubicBezTo>
                    <a:pt x="15614" y="14984"/>
                    <a:pt x="17612" y="14979"/>
                    <a:pt x="19466" y="14979"/>
                  </a:cubicBezTo>
                  <a:cubicBezTo>
                    <a:pt x="22155" y="14979"/>
                    <a:pt x="24541" y="14991"/>
                    <a:pt x="26190" y="15048"/>
                  </a:cubicBezTo>
                  <a:cubicBezTo>
                    <a:pt x="27644" y="15099"/>
                    <a:pt x="28815" y="16255"/>
                    <a:pt x="28887" y="17708"/>
                  </a:cubicBezTo>
                  <a:lnTo>
                    <a:pt x="28534" y="50587"/>
                  </a:lnTo>
                  <a:lnTo>
                    <a:pt x="42120" y="50587"/>
                  </a:lnTo>
                  <a:lnTo>
                    <a:pt x="43087" y="15999"/>
                  </a:lnTo>
                  <a:cubicBezTo>
                    <a:pt x="43087" y="7049"/>
                    <a:pt x="38584" y="35"/>
                    <a:pt x="29635" y="0"/>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75" name="Google Shape;1489;p34"/>
            <p:cNvSpPr/>
            <p:nvPr/>
          </p:nvSpPr>
          <p:spPr>
            <a:xfrm>
              <a:off x="11386900" y="3613850"/>
              <a:ext cx="351425" cy="616575"/>
            </a:xfrm>
            <a:custGeom>
              <a:avLst/>
              <a:gdLst/>
              <a:ahLst/>
              <a:cxnLst/>
              <a:rect l="l" t="t" r="r" b="b"/>
              <a:pathLst>
                <a:path w="14057" h="24663" extrusionOk="0">
                  <a:moveTo>
                    <a:pt x="4034" y="1"/>
                  </a:moveTo>
                  <a:lnTo>
                    <a:pt x="1" y="20362"/>
                  </a:lnTo>
                  <a:cubicBezTo>
                    <a:pt x="1129" y="21493"/>
                    <a:pt x="2301" y="22602"/>
                    <a:pt x="3669" y="23426"/>
                  </a:cubicBezTo>
                  <a:cubicBezTo>
                    <a:pt x="4898" y="24164"/>
                    <a:pt x="6307" y="24663"/>
                    <a:pt x="7733" y="24663"/>
                  </a:cubicBezTo>
                  <a:cubicBezTo>
                    <a:pt x="7896" y="24663"/>
                    <a:pt x="8060" y="24656"/>
                    <a:pt x="8223" y="24643"/>
                  </a:cubicBezTo>
                  <a:cubicBezTo>
                    <a:pt x="10606" y="24446"/>
                    <a:pt x="12775" y="22654"/>
                    <a:pt x="13416" y="20351"/>
                  </a:cubicBezTo>
                  <a:cubicBezTo>
                    <a:pt x="14057" y="18047"/>
                    <a:pt x="13127" y="15391"/>
                    <a:pt x="11188" y="13992"/>
                  </a:cubicBezTo>
                  <a:cubicBezTo>
                    <a:pt x="10007" y="13139"/>
                    <a:pt x="8520" y="12730"/>
                    <a:pt x="7465" y="11725"/>
                  </a:cubicBezTo>
                  <a:cubicBezTo>
                    <a:pt x="5958" y="10290"/>
                    <a:pt x="5687" y="8017"/>
                    <a:pt x="5572" y="5939"/>
                  </a:cubicBezTo>
                  <a:cubicBezTo>
                    <a:pt x="5457" y="3860"/>
                    <a:pt x="5349" y="1615"/>
                    <a:pt x="4034" y="1"/>
                  </a:cubicBezTo>
                  <a:close/>
                </a:path>
              </a:pathLst>
            </a:custGeom>
            <a:solidFill>
              <a:srgbClr val="2D1616"/>
            </a:solidFill>
            <a:ln>
              <a:noFill/>
            </a:ln>
          </p:spPr>
          <p:txBody>
            <a:bodyPr spcFirstLastPara="1" wrap="square" lIns="121900" tIns="121900" rIns="121900" bIns="121900" anchor="ctr" anchorCtr="0">
              <a:noAutofit/>
            </a:bodyPr>
            <a:lstStyle/>
            <a:p>
              <a:endParaRPr sz="2400"/>
            </a:p>
          </p:txBody>
        </p:sp>
        <p:sp>
          <p:nvSpPr>
            <p:cNvPr id="76" name="Google Shape;1490;p34"/>
            <p:cNvSpPr/>
            <p:nvPr/>
          </p:nvSpPr>
          <p:spPr>
            <a:xfrm>
              <a:off x="10873500" y="3538850"/>
              <a:ext cx="485000" cy="646675"/>
            </a:xfrm>
            <a:custGeom>
              <a:avLst/>
              <a:gdLst/>
              <a:ahLst/>
              <a:cxnLst/>
              <a:rect l="l" t="t" r="r" b="b"/>
              <a:pathLst>
                <a:path w="19400" h="25867" extrusionOk="0">
                  <a:moveTo>
                    <a:pt x="15562" y="0"/>
                  </a:moveTo>
                  <a:cubicBezTo>
                    <a:pt x="12320" y="1109"/>
                    <a:pt x="9861" y="4224"/>
                    <a:pt x="9536" y="7635"/>
                  </a:cubicBezTo>
                  <a:cubicBezTo>
                    <a:pt x="9338" y="9698"/>
                    <a:pt x="9731" y="12134"/>
                    <a:pt x="8199" y="13529"/>
                  </a:cubicBezTo>
                  <a:cubicBezTo>
                    <a:pt x="7037" y="14585"/>
                    <a:pt x="5272" y="14520"/>
                    <a:pt x="3798" y="15059"/>
                  </a:cubicBezTo>
                  <a:cubicBezTo>
                    <a:pt x="2004" y="15717"/>
                    <a:pt x="621" y="17386"/>
                    <a:pt x="312" y="19270"/>
                  </a:cubicBezTo>
                  <a:cubicBezTo>
                    <a:pt x="1" y="21155"/>
                    <a:pt x="773" y="23181"/>
                    <a:pt x="2261" y="24378"/>
                  </a:cubicBezTo>
                  <a:cubicBezTo>
                    <a:pt x="3680" y="25522"/>
                    <a:pt x="5562" y="25867"/>
                    <a:pt x="7406" y="25867"/>
                  </a:cubicBezTo>
                  <a:cubicBezTo>
                    <a:pt x="7689" y="25867"/>
                    <a:pt x="7971" y="25858"/>
                    <a:pt x="8251" y="25844"/>
                  </a:cubicBezTo>
                  <a:cubicBezTo>
                    <a:pt x="11378" y="25678"/>
                    <a:pt x="14635" y="24703"/>
                    <a:pt x="16702" y="22350"/>
                  </a:cubicBezTo>
                  <a:cubicBezTo>
                    <a:pt x="19045" y="19681"/>
                    <a:pt x="19400" y="15818"/>
                    <a:pt x="19179" y="12273"/>
                  </a:cubicBezTo>
                  <a:cubicBezTo>
                    <a:pt x="18956" y="8728"/>
                    <a:pt x="18278" y="5139"/>
                    <a:pt x="18984" y="1658"/>
                  </a:cubicBezTo>
                  <a:lnTo>
                    <a:pt x="15562" y="0"/>
                  </a:lnTo>
                  <a:close/>
                </a:path>
              </a:pathLst>
            </a:custGeom>
            <a:solidFill>
              <a:srgbClr val="2D1616"/>
            </a:solidFill>
            <a:ln>
              <a:noFill/>
            </a:ln>
          </p:spPr>
          <p:txBody>
            <a:bodyPr spcFirstLastPara="1" wrap="square" lIns="121900" tIns="121900" rIns="121900" bIns="121900" anchor="ctr" anchorCtr="0">
              <a:noAutofit/>
            </a:bodyPr>
            <a:lstStyle/>
            <a:p>
              <a:endParaRPr sz="2400"/>
            </a:p>
          </p:txBody>
        </p:sp>
        <p:sp>
          <p:nvSpPr>
            <p:cNvPr id="77" name="Google Shape;1491;p34"/>
            <p:cNvSpPr/>
            <p:nvPr/>
          </p:nvSpPr>
          <p:spPr>
            <a:xfrm>
              <a:off x="10854225" y="4048925"/>
              <a:ext cx="955100" cy="978725"/>
            </a:xfrm>
            <a:custGeom>
              <a:avLst/>
              <a:gdLst/>
              <a:ahLst/>
              <a:cxnLst/>
              <a:rect l="l" t="t" r="r" b="b"/>
              <a:pathLst>
                <a:path w="38204" h="39149" extrusionOk="0">
                  <a:moveTo>
                    <a:pt x="13997" y="0"/>
                  </a:moveTo>
                  <a:cubicBezTo>
                    <a:pt x="13997" y="0"/>
                    <a:pt x="13883" y="51"/>
                    <a:pt x="13662" y="72"/>
                  </a:cubicBezTo>
                  <a:lnTo>
                    <a:pt x="13575" y="81"/>
                  </a:lnTo>
                  <a:cubicBezTo>
                    <a:pt x="6190" y="788"/>
                    <a:pt x="1" y="8360"/>
                    <a:pt x="779" y="15739"/>
                  </a:cubicBezTo>
                  <a:lnTo>
                    <a:pt x="7826" y="15863"/>
                  </a:lnTo>
                  <a:lnTo>
                    <a:pt x="9442" y="27165"/>
                  </a:lnTo>
                  <a:lnTo>
                    <a:pt x="6283" y="39148"/>
                  </a:lnTo>
                  <a:lnTo>
                    <a:pt x="6283" y="39148"/>
                  </a:lnTo>
                  <a:lnTo>
                    <a:pt x="31504" y="39068"/>
                  </a:lnTo>
                  <a:cubicBezTo>
                    <a:pt x="31504" y="39068"/>
                    <a:pt x="31039" y="32050"/>
                    <a:pt x="31102" y="22829"/>
                  </a:cubicBezTo>
                  <a:lnTo>
                    <a:pt x="36775" y="20033"/>
                  </a:lnTo>
                  <a:cubicBezTo>
                    <a:pt x="37705" y="19576"/>
                    <a:pt x="38204" y="18535"/>
                    <a:pt x="37962" y="17529"/>
                  </a:cubicBezTo>
                  <a:cubicBezTo>
                    <a:pt x="34201" y="1884"/>
                    <a:pt x="25270" y="17"/>
                    <a:pt x="21222" y="17"/>
                  </a:cubicBezTo>
                  <a:cubicBezTo>
                    <a:pt x="19953" y="17"/>
                    <a:pt x="19163" y="200"/>
                    <a:pt x="19163" y="200"/>
                  </a:cubicBezTo>
                  <a:cubicBezTo>
                    <a:pt x="18429" y="99"/>
                    <a:pt x="17690" y="49"/>
                    <a:pt x="16950" y="49"/>
                  </a:cubicBezTo>
                  <a:cubicBezTo>
                    <a:pt x="16574" y="49"/>
                    <a:pt x="16198" y="62"/>
                    <a:pt x="15822" y="88"/>
                  </a:cubicBezTo>
                  <a:cubicBezTo>
                    <a:pt x="15149" y="137"/>
                    <a:pt x="14502" y="200"/>
                    <a:pt x="13892" y="272"/>
                  </a:cubicBezTo>
                  <a:lnTo>
                    <a:pt x="13997" y="0"/>
                  </a:lnTo>
                  <a:close/>
                </a:path>
              </a:pathLst>
            </a:custGeom>
            <a:solidFill>
              <a:schemeClr val="accent6">
                <a:lumMod val="75000"/>
              </a:schemeClr>
            </a:solidFill>
            <a:ln>
              <a:noFill/>
            </a:ln>
          </p:spPr>
          <p:txBody>
            <a:bodyPr spcFirstLastPara="1" wrap="square" lIns="121900" tIns="121900" rIns="121900" bIns="121900" anchor="ctr" anchorCtr="0">
              <a:noAutofit/>
            </a:bodyPr>
            <a:lstStyle/>
            <a:p>
              <a:endParaRPr sz="2400"/>
            </a:p>
          </p:txBody>
        </p:sp>
        <p:sp>
          <p:nvSpPr>
            <p:cNvPr id="78" name="Google Shape;1492;p34"/>
            <p:cNvSpPr/>
            <p:nvPr/>
          </p:nvSpPr>
          <p:spPr>
            <a:xfrm>
              <a:off x="10992925" y="4135900"/>
              <a:ext cx="509625" cy="12275"/>
            </a:xfrm>
            <a:custGeom>
              <a:avLst/>
              <a:gdLst/>
              <a:ahLst/>
              <a:cxnLst/>
              <a:rect l="l" t="t" r="r" b="b"/>
              <a:pathLst>
                <a:path w="20385" h="491" extrusionOk="0">
                  <a:moveTo>
                    <a:pt x="10193" y="1"/>
                  </a:moveTo>
                  <a:cubicBezTo>
                    <a:pt x="4562" y="1"/>
                    <a:pt x="0" y="111"/>
                    <a:pt x="0" y="246"/>
                  </a:cubicBezTo>
                  <a:cubicBezTo>
                    <a:pt x="0" y="382"/>
                    <a:pt x="4564" y="490"/>
                    <a:pt x="10193" y="490"/>
                  </a:cubicBezTo>
                  <a:cubicBezTo>
                    <a:pt x="15821" y="490"/>
                    <a:pt x="20384" y="382"/>
                    <a:pt x="20384" y="246"/>
                  </a:cubicBezTo>
                  <a:cubicBezTo>
                    <a:pt x="20384" y="111"/>
                    <a:pt x="15822" y="1"/>
                    <a:pt x="10193" y="1"/>
                  </a:cubicBezTo>
                  <a:close/>
                </a:path>
              </a:pathLst>
            </a:custGeom>
            <a:solidFill>
              <a:schemeClr val="tx2"/>
            </a:solidFill>
            <a:ln>
              <a:noFill/>
            </a:ln>
          </p:spPr>
          <p:txBody>
            <a:bodyPr spcFirstLastPara="1" wrap="square" lIns="121900" tIns="121900" rIns="121900" bIns="121900" anchor="ctr" anchorCtr="0">
              <a:noAutofit/>
            </a:bodyPr>
            <a:lstStyle/>
            <a:p>
              <a:endParaRPr sz="2400"/>
            </a:p>
          </p:txBody>
        </p:sp>
        <p:sp>
          <p:nvSpPr>
            <p:cNvPr id="79" name="Google Shape;1493;p34"/>
            <p:cNvSpPr/>
            <p:nvPr/>
          </p:nvSpPr>
          <p:spPr>
            <a:xfrm>
              <a:off x="10907575" y="4244300"/>
              <a:ext cx="774825" cy="12250"/>
            </a:xfrm>
            <a:custGeom>
              <a:avLst/>
              <a:gdLst/>
              <a:ahLst/>
              <a:cxnLst/>
              <a:rect l="l" t="t" r="r" b="b"/>
              <a:pathLst>
                <a:path w="30993" h="490" extrusionOk="0">
                  <a:moveTo>
                    <a:pt x="15498" y="0"/>
                  </a:moveTo>
                  <a:cubicBezTo>
                    <a:pt x="6938" y="0"/>
                    <a:pt x="0" y="110"/>
                    <a:pt x="0" y="246"/>
                  </a:cubicBezTo>
                  <a:cubicBezTo>
                    <a:pt x="0" y="380"/>
                    <a:pt x="6938" y="490"/>
                    <a:pt x="15498" y="490"/>
                  </a:cubicBezTo>
                  <a:cubicBezTo>
                    <a:pt x="24055" y="490"/>
                    <a:pt x="30992" y="380"/>
                    <a:pt x="30992" y="246"/>
                  </a:cubicBezTo>
                  <a:cubicBezTo>
                    <a:pt x="30992" y="110"/>
                    <a:pt x="24055" y="0"/>
                    <a:pt x="15498" y="0"/>
                  </a:cubicBezTo>
                  <a:close/>
                </a:path>
              </a:pathLst>
            </a:custGeom>
            <a:solidFill>
              <a:schemeClr val="tx2"/>
            </a:solidFill>
            <a:ln>
              <a:noFill/>
            </a:ln>
          </p:spPr>
          <p:txBody>
            <a:bodyPr spcFirstLastPara="1" wrap="square" lIns="121900" tIns="121900" rIns="121900" bIns="121900" anchor="ctr" anchorCtr="0">
              <a:noAutofit/>
            </a:bodyPr>
            <a:lstStyle/>
            <a:p>
              <a:endParaRPr sz="2400"/>
            </a:p>
          </p:txBody>
        </p:sp>
        <p:sp>
          <p:nvSpPr>
            <p:cNvPr id="80" name="Google Shape;1494;p34"/>
            <p:cNvSpPr/>
            <p:nvPr/>
          </p:nvSpPr>
          <p:spPr>
            <a:xfrm>
              <a:off x="10870950" y="4379550"/>
              <a:ext cx="774825" cy="12275"/>
            </a:xfrm>
            <a:custGeom>
              <a:avLst/>
              <a:gdLst/>
              <a:ahLst/>
              <a:cxnLst/>
              <a:rect l="l" t="t" r="r" b="b"/>
              <a:pathLst>
                <a:path w="30993" h="491" extrusionOk="0">
                  <a:moveTo>
                    <a:pt x="15497" y="1"/>
                  </a:moveTo>
                  <a:cubicBezTo>
                    <a:pt x="6938" y="1"/>
                    <a:pt x="0" y="111"/>
                    <a:pt x="0" y="246"/>
                  </a:cubicBezTo>
                  <a:cubicBezTo>
                    <a:pt x="0" y="381"/>
                    <a:pt x="6938" y="491"/>
                    <a:pt x="15497" y="491"/>
                  </a:cubicBezTo>
                  <a:cubicBezTo>
                    <a:pt x="24054" y="491"/>
                    <a:pt x="30992" y="381"/>
                    <a:pt x="30992" y="246"/>
                  </a:cubicBezTo>
                  <a:cubicBezTo>
                    <a:pt x="30992" y="111"/>
                    <a:pt x="24054" y="1"/>
                    <a:pt x="15497" y="1"/>
                  </a:cubicBezTo>
                  <a:close/>
                </a:path>
              </a:pathLst>
            </a:custGeom>
            <a:solidFill>
              <a:schemeClr val="tx2"/>
            </a:solidFill>
            <a:ln>
              <a:noFill/>
            </a:ln>
          </p:spPr>
          <p:txBody>
            <a:bodyPr spcFirstLastPara="1" wrap="square" lIns="121900" tIns="121900" rIns="121900" bIns="121900" anchor="ctr" anchorCtr="0">
              <a:noAutofit/>
            </a:bodyPr>
            <a:lstStyle/>
            <a:p>
              <a:endParaRPr sz="2400"/>
            </a:p>
          </p:txBody>
        </p:sp>
        <p:sp>
          <p:nvSpPr>
            <p:cNvPr id="81" name="Google Shape;1495;p34"/>
            <p:cNvSpPr/>
            <p:nvPr/>
          </p:nvSpPr>
          <p:spPr>
            <a:xfrm>
              <a:off x="10941725" y="4512500"/>
              <a:ext cx="774825" cy="12250"/>
            </a:xfrm>
            <a:custGeom>
              <a:avLst/>
              <a:gdLst/>
              <a:ahLst/>
              <a:cxnLst/>
              <a:rect l="l" t="t" r="r" b="b"/>
              <a:pathLst>
                <a:path w="30993" h="490" extrusionOk="0">
                  <a:moveTo>
                    <a:pt x="15497" y="0"/>
                  </a:moveTo>
                  <a:cubicBezTo>
                    <a:pt x="6937" y="0"/>
                    <a:pt x="0" y="110"/>
                    <a:pt x="0" y="246"/>
                  </a:cubicBezTo>
                  <a:cubicBezTo>
                    <a:pt x="0" y="380"/>
                    <a:pt x="6937" y="490"/>
                    <a:pt x="15497" y="490"/>
                  </a:cubicBezTo>
                  <a:cubicBezTo>
                    <a:pt x="24053" y="490"/>
                    <a:pt x="30992" y="380"/>
                    <a:pt x="30992" y="246"/>
                  </a:cubicBezTo>
                  <a:cubicBezTo>
                    <a:pt x="30992" y="110"/>
                    <a:pt x="24053" y="0"/>
                    <a:pt x="15497" y="0"/>
                  </a:cubicBezTo>
                  <a:close/>
                </a:path>
              </a:pathLst>
            </a:custGeom>
            <a:solidFill>
              <a:schemeClr val="tx2"/>
            </a:solidFill>
            <a:ln>
              <a:noFill/>
            </a:ln>
          </p:spPr>
          <p:txBody>
            <a:bodyPr spcFirstLastPara="1" wrap="square" lIns="121900" tIns="121900" rIns="121900" bIns="121900" anchor="ctr" anchorCtr="0">
              <a:noAutofit/>
            </a:bodyPr>
            <a:lstStyle/>
            <a:p>
              <a:endParaRPr sz="2400"/>
            </a:p>
          </p:txBody>
        </p:sp>
        <p:sp>
          <p:nvSpPr>
            <p:cNvPr id="82" name="Google Shape;1496;p34"/>
            <p:cNvSpPr/>
            <p:nvPr/>
          </p:nvSpPr>
          <p:spPr>
            <a:xfrm>
              <a:off x="11038450" y="4688400"/>
              <a:ext cx="558325" cy="12275"/>
            </a:xfrm>
            <a:custGeom>
              <a:avLst/>
              <a:gdLst/>
              <a:ahLst/>
              <a:cxnLst/>
              <a:rect l="l" t="t" r="r" b="b"/>
              <a:pathLst>
                <a:path w="22333" h="491" extrusionOk="0">
                  <a:moveTo>
                    <a:pt x="11167" y="1"/>
                  </a:moveTo>
                  <a:cubicBezTo>
                    <a:pt x="4999" y="1"/>
                    <a:pt x="0" y="111"/>
                    <a:pt x="0" y="246"/>
                  </a:cubicBezTo>
                  <a:cubicBezTo>
                    <a:pt x="0" y="382"/>
                    <a:pt x="5000" y="490"/>
                    <a:pt x="11167" y="490"/>
                  </a:cubicBezTo>
                  <a:cubicBezTo>
                    <a:pt x="17333" y="490"/>
                    <a:pt x="22332" y="382"/>
                    <a:pt x="22332" y="246"/>
                  </a:cubicBezTo>
                  <a:cubicBezTo>
                    <a:pt x="22332" y="111"/>
                    <a:pt x="17335" y="1"/>
                    <a:pt x="11167" y="1"/>
                  </a:cubicBezTo>
                  <a:close/>
                </a:path>
              </a:pathLst>
            </a:custGeom>
            <a:solidFill>
              <a:srgbClr val="CCA18B"/>
            </a:solidFill>
            <a:ln>
              <a:noFill/>
            </a:ln>
          </p:spPr>
          <p:txBody>
            <a:bodyPr spcFirstLastPara="1" wrap="square" lIns="121900" tIns="121900" rIns="121900" bIns="121900" anchor="ctr" anchorCtr="0">
              <a:noAutofit/>
            </a:bodyPr>
            <a:lstStyle/>
            <a:p>
              <a:endParaRPr sz="2400"/>
            </a:p>
          </p:txBody>
        </p:sp>
        <p:sp>
          <p:nvSpPr>
            <p:cNvPr id="83" name="Google Shape;1497;p34"/>
            <p:cNvSpPr/>
            <p:nvPr/>
          </p:nvSpPr>
          <p:spPr>
            <a:xfrm>
              <a:off x="11070350" y="4826100"/>
              <a:ext cx="558350" cy="12275"/>
            </a:xfrm>
            <a:custGeom>
              <a:avLst/>
              <a:gdLst/>
              <a:ahLst/>
              <a:cxnLst/>
              <a:rect l="l" t="t" r="r" b="b"/>
              <a:pathLst>
                <a:path w="22334" h="491" extrusionOk="0">
                  <a:moveTo>
                    <a:pt x="11259" y="1"/>
                  </a:moveTo>
                  <a:cubicBezTo>
                    <a:pt x="11229" y="1"/>
                    <a:pt x="11198" y="1"/>
                    <a:pt x="11167" y="1"/>
                  </a:cubicBezTo>
                  <a:cubicBezTo>
                    <a:pt x="4999" y="1"/>
                    <a:pt x="0" y="110"/>
                    <a:pt x="0" y="245"/>
                  </a:cubicBezTo>
                  <a:cubicBezTo>
                    <a:pt x="0" y="381"/>
                    <a:pt x="4999" y="491"/>
                    <a:pt x="11167" y="491"/>
                  </a:cubicBezTo>
                  <a:cubicBezTo>
                    <a:pt x="17334" y="491"/>
                    <a:pt x="22333" y="381"/>
                    <a:pt x="22333" y="245"/>
                  </a:cubicBezTo>
                  <a:cubicBezTo>
                    <a:pt x="22333" y="110"/>
                    <a:pt x="17384" y="1"/>
                    <a:pt x="11259" y="1"/>
                  </a:cubicBezTo>
                  <a:close/>
                </a:path>
              </a:pathLst>
            </a:custGeom>
            <a:solidFill>
              <a:schemeClr val="tx2"/>
            </a:solidFill>
            <a:ln>
              <a:noFill/>
            </a:ln>
          </p:spPr>
          <p:txBody>
            <a:bodyPr spcFirstLastPara="1" wrap="square" lIns="121900" tIns="121900" rIns="121900" bIns="121900" anchor="ctr" anchorCtr="0">
              <a:noAutofit/>
            </a:bodyPr>
            <a:lstStyle/>
            <a:p>
              <a:endParaRPr sz="2400"/>
            </a:p>
          </p:txBody>
        </p:sp>
        <p:sp>
          <p:nvSpPr>
            <p:cNvPr id="84" name="Google Shape;1498;p34"/>
            <p:cNvSpPr/>
            <p:nvPr/>
          </p:nvSpPr>
          <p:spPr>
            <a:xfrm>
              <a:off x="11052750" y="4963775"/>
              <a:ext cx="558350" cy="12250"/>
            </a:xfrm>
            <a:custGeom>
              <a:avLst/>
              <a:gdLst/>
              <a:ahLst/>
              <a:cxnLst/>
              <a:rect l="l" t="t" r="r" b="b"/>
              <a:pathLst>
                <a:path w="22334" h="490" extrusionOk="0">
                  <a:moveTo>
                    <a:pt x="11167" y="0"/>
                  </a:moveTo>
                  <a:cubicBezTo>
                    <a:pt x="4999" y="0"/>
                    <a:pt x="0" y="109"/>
                    <a:pt x="0" y="244"/>
                  </a:cubicBezTo>
                  <a:cubicBezTo>
                    <a:pt x="0" y="380"/>
                    <a:pt x="4999" y="490"/>
                    <a:pt x="11167" y="490"/>
                  </a:cubicBezTo>
                  <a:cubicBezTo>
                    <a:pt x="17334" y="490"/>
                    <a:pt x="22333" y="380"/>
                    <a:pt x="22333" y="244"/>
                  </a:cubicBezTo>
                  <a:cubicBezTo>
                    <a:pt x="22333" y="109"/>
                    <a:pt x="17334" y="0"/>
                    <a:pt x="11167" y="0"/>
                  </a:cubicBezTo>
                  <a:close/>
                </a:path>
              </a:pathLst>
            </a:custGeom>
            <a:solidFill>
              <a:schemeClr val="tx2"/>
            </a:solidFill>
            <a:ln>
              <a:noFill/>
            </a:ln>
          </p:spPr>
          <p:txBody>
            <a:bodyPr spcFirstLastPara="1" wrap="square" lIns="121900" tIns="121900" rIns="121900" bIns="121900" anchor="ctr" anchorCtr="0">
              <a:noAutofit/>
            </a:bodyPr>
            <a:lstStyle/>
            <a:p>
              <a:endParaRPr sz="2400"/>
            </a:p>
          </p:txBody>
        </p:sp>
        <p:sp>
          <p:nvSpPr>
            <p:cNvPr id="85" name="Google Shape;1499;p34"/>
            <p:cNvSpPr/>
            <p:nvPr/>
          </p:nvSpPr>
          <p:spPr>
            <a:xfrm>
              <a:off x="11136700" y="4260100"/>
              <a:ext cx="53875" cy="267900"/>
            </a:xfrm>
            <a:custGeom>
              <a:avLst/>
              <a:gdLst/>
              <a:ahLst/>
              <a:cxnLst/>
              <a:rect l="l" t="t" r="r" b="b"/>
              <a:pathLst>
                <a:path w="2155" h="10716" extrusionOk="0">
                  <a:moveTo>
                    <a:pt x="23" y="0"/>
                  </a:moveTo>
                  <a:cubicBezTo>
                    <a:pt x="23" y="0"/>
                    <a:pt x="23" y="0"/>
                    <a:pt x="23" y="0"/>
                  </a:cubicBezTo>
                  <a:cubicBezTo>
                    <a:pt x="6" y="1"/>
                    <a:pt x="1" y="156"/>
                    <a:pt x="4" y="433"/>
                  </a:cubicBezTo>
                  <a:cubicBezTo>
                    <a:pt x="6" y="711"/>
                    <a:pt x="26" y="1112"/>
                    <a:pt x="63" y="1607"/>
                  </a:cubicBezTo>
                  <a:cubicBezTo>
                    <a:pt x="136" y="2598"/>
                    <a:pt x="297" y="3964"/>
                    <a:pt x="589" y="5453"/>
                  </a:cubicBezTo>
                  <a:cubicBezTo>
                    <a:pt x="881" y="6941"/>
                    <a:pt x="1245" y="8267"/>
                    <a:pt x="1551" y="9212"/>
                  </a:cubicBezTo>
                  <a:cubicBezTo>
                    <a:pt x="1703" y="9685"/>
                    <a:pt x="1838" y="10064"/>
                    <a:pt x="1940" y="10323"/>
                  </a:cubicBezTo>
                  <a:cubicBezTo>
                    <a:pt x="2039" y="10577"/>
                    <a:pt x="2101" y="10716"/>
                    <a:pt x="2119" y="10716"/>
                  </a:cubicBezTo>
                  <a:cubicBezTo>
                    <a:pt x="2119" y="10716"/>
                    <a:pt x="2119" y="10716"/>
                    <a:pt x="2119" y="10716"/>
                  </a:cubicBezTo>
                  <a:cubicBezTo>
                    <a:pt x="2155" y="10705"/>
                    <a:pt x="1980" y="10116"/>
                    <a:pt x="1716" y="9162"/>
                  </a:cubicBezTo>
                  <a:cubicBezTo>
                    <a:pt x="1454" y="8209"/>
                    <a:pt x="1119" y="6886"/>
                    <a:pt x="829" y="5405"/>
                  </a:cubicBezTo>
                  <a:cubicBezTo>
                    <a:pt x="540" y="3925"/>
                    <a:pt x="353" y="2572"/>
                    <a:pt x="235" y="1590"/>
                  </a:cubicBezTo>
                  <a:cubicBezTo>
                    <a:pt x="117" y="610"/>
                    <a:pt x="60" y="0"/>
                    <a:pt x="23" y="0"/>
                  </a:cubicBezTo>
                  <a:close/>
                </a:path>
              </a:pathLst>
            </a:custGeom>
            <a:solidFill>
              <a:srgbClr val="1D2239"/>
            </a:solidFill>
            <a:ln>
              <a:noFill/>
            </a:ln>
          </p:spPr>
          <p:txBody>
            <a:bodyPr spcFirstLastPara="1" wrap="square" lIns="121900" tIns="121900" rIns="121900" bIns="121900" anchor="ctr" anchorCtr="0">
              <a:noAutofit/>
            </a:bodyPr>
            <a:lstStyle/>
            <a:p>
              <a:endParaRPr sz="2400"/>
            </a:p>
          </p:txBody>
        </p:sp>
        <p:sp>
          <p:nvSpPr>
            <p:cNvPr id="86" name="Google Shape;1500;p34"/>
            <p:cNvSpPr/>
            <p:nvPr/>
          </p:nvSpPr>
          <p:spPr>
            <a:xfrm>
              <a:off x="11158650" y="4058600"/>
              <a:ext cx="321100" cy="166850"/>
            </a:xfrm>
            <a:custGeom>
              <a:avLst/>
              <a:gdLst/>
              <a:ahLst/>
              <a:cxnLst/>
              <a:rect l="l" t="t" r="r" b="b"/>
              <a:pathLst>
                <a:path w="12844" h="6674" extrusionOk="0">
                  <a:moveTo>
                    <a:pt x="147" y="1"/>
                  </a:moveTo>
                  <a:cubicBezTo>
                    <a:pt x="138" y="1"/>
                    <a:pt x="117" y="67"/>
                    <a:pt x="83" y="195"/>
                  </a:cubicBezTo>
                  <a:cubicBezTo>
                    <a:pt x="41" y="386"/>
                    <a:pt x="18" y="582"/>
                    <a:pt x="15" y="778"/>
                  </a:cubicBezTo>
                  <a:cubicBezTo>
                    <a:pt x="1" y="1286"/>
                    <a:pt x="119" y="2049"/>
                    <a:pt x="571" y="2855"/>
                  </a:cubicBezTo>
                  <a:cubicBezTo>
                    <a:pt x="1015" y="3665"/>
                    <a:pt x="1808" y="4460"/>
                    <a:pt x="2816" y="5120"/>
                  </a:cubicBezTo>
                  <a:cubicBezTo>
                    <a:pt x="3341" y="5469"/>
                    <a:pt x="3890" y="5782"/>
                    <a:pt x="4456" y="6058"/>
                  </a:cubicBezTo>
                  <a:cubicBezTo>
                    <a:pt x="5050" y="6339"/>
                    <a:pt x="5706" y="6575"/>
                    <a:pt x="6412" y="6651"/>
                  </a:cubicBezTo>
                  <a:cubicBezTo>
                    <a:pt x="6559" y="6666"/>
                    <a:pt x="6705" y="6673"/>
                    <a:pt x="6850" y="6673"/>
                  </a:cubicBezTo>
                  <a:cubicBezTo>
                    <a:pt x="8113" y="6673"/>
                    <a:pt x="9257" y="6115"/>
                    <a:pt x="10104" y="5455"/>
                  </a:cubicBezTo>
                  <a:cubicBezTo>
                    <a:pt x="11064" y="4704"/>
                    <a:pt x="11716" y="3800"/>
                    <a:pt x="12133" y="2989"/>
                  </a:cubicBezTo>
                  <a:cubicBezTo>
                    <a:pt x="12549" y="2173"/>
                    <a:pt x="12721" y="1443"/>
                    <a:pt x="12792" y="941"/>
                  </a:cubicBezTo>
                  <a:cubicBezTo>
                    <a:pt x="12828" y="689"/>
                    <a:pt x="12840" y="492"/>
                    <a:pt x="12842" y="358"/>
                  </a:cubicBezTo>
                  <a:cubicBezTo>
                    <a:pt x="12843" y="224"/>
                    <a:pt x="12840" y="154"/>
                    <a:pt x="12831" y="154"/>
                  </a:cubicBezTo>
                  <a:cubicBezTo>
                    <a:pt x="12831" y="154"/>
                    <a:pt x="12831" y="154"/>
                    <a:pt x="12831" y="154"/>
                  </a:cubicBezTo>
                  <a:cubicBezTo>
                    <a:pt x="12809" y="154"/>
                    <a:pt x="12795" y="435"/>
                    <a:pt x="12699" y="926"/>
                  </a:cubicBezTo>
                  <a:cubicBezTo>
                    <a:pt x="12560" y="1619"/>
                    <a:pt x="12317" y="2287"/>
                    <a:pt x="11980" y="2909"/>
                  </a:cubicBezTo>
                  <a:cubicBezTo>
                    <a:pt x="11554" y="3690"/>
                    <a:pt x="10902" y="4561"/>
                    <a:pt x="9967" y="5277"/>
                  </a:cubicBezTo>
                  <a:cubicBezTo>
                    <a:pt x="9140" y="5908"/>
                    <a:pt x="8044" y="6429"/>
                    <a:pt x="6855" y="6429"/>
                  </a:cubicBezTo>
                  <a:cubicBezTo>
                    <a:pt x="6718" y="6429"/>
                    <a:pt x="6579" y="6422"/>
                    <a:pt x="6439" y="6408"/>
                  </a:cubicBezTo>
                  <a:cubicBezTo>
                    <a:pt x="5096" y="6252"/>
                    <a:pt x="3938" y="5550"/>
                    <a:pt x="2941" y="4933"/>
                  </a:cubicBezTo>
                  <a:cubicBezTo>
                    <a:pt x="1946" y="4295"/>
                    <a:pt x="1168" y="3538"/>
                    <a:pt x="722" y="2769"/>
                  </a:cubicBezTo>
                  <a:cubicBezTo>
                    <a:pt x="266" y="2002"/>
                    <a:pt x="125" y="1272"/>
                    <a:pt x="111" y="778"/>
                  </a:cubicBezTo>
                  <a:cubicBezTo>
                    <a:pt x="92" y="278"/>
                    <a:pt x="173" y="5"/>
                    <a:pt x="148" y="1"/>
                  </a:cubicBezTo>
                  <a:cubicBezTo>
                    <a:pt x="147" y="1"/>
                    <a:pt x="147" y="1"/>
                    <a:pt x="147" y="1"/>
                  </a:cubicBezTo>
                  <a:close/>
                </a:path>
              </a:pathLst>
            </a:custGeom>
            <a:solidFill>
              <a:srgbClr val="1D2239"/>
            </a:solidFill>
            <a:ln>
              <a:noFill/>
            </a:ln>
          </p:spPr>
          <p:txBody>
            <a:bodyPr spcFirstLastPara="1" wrap="square" lIns="121900" tIns="121900" rIns="121900" bIns="121900" anchor="ctr" anchorCtr="0">
              <a:noAutofit/>
            </a:bodyPr>
            <a:lstStyle/>
            <a:p>
              <a:endParaRPr sz="2400"/>
            </a:p>
          </p:txBody>
        </p:sp>
        <p:sp>
          <p:nvSpPr>
            <p:cNvPr id="87" name="Google Shape;1501;p34"/>
            <p:cNvSpPr/>
            <p:nvPr/>
          </p:nvSpPr>
          <p:spPr>
            <a:xfrm>
              <a:off x="11921925" y="3834900"/>
              <a:ext cx="100125" cy="230625"/>
            </a:xfrm>
            <a:custGeom>
              <a:avLst/>
              <a:gdLst/>
              <a:ahLst/>
              <a:cxnLst/>
              <a:rect l="l" t="t" r="r" b="b"/>
              <a:pathLst>
                <a:path w="4005" h="9225" extrusionOk="0">
                  <a:moveTo>
                    <a:pt x="1114" y="0"/>
                  </a:moveTo>
                  <a:lnTo>
                    <a:pt x="0" y="7920"/>
                  </a:lnTo>
                  <a:lnTo>
                    <a:pt x="4005" y="9224"/>
                  </a:lnTo>
                  <a:lnTo>
                    <a:pt x="1114" y="0"/>
                  </a:lnTo>
                  <a:close/>
                </a:path>
              </a:pathLst>
            </a:custGeom>
            <a:solidFill>
              <a:srgbClr val="AFAEAE"/>
            </a:solidFill>
            <a:ln>
              <a:noFill/>
            </a:ln>
          </p:spPr>
          <p:txBody>
            <a:bodyPr spcFirstLastPara="1" wrap="square" lIns="121900" tIns="121900" rIns="121900" bIns="121900" anchor="ctr" anchorCtr="0">
              <a:noAutofit/>
            </a:bodyPr>
            <a:lstStyle/>
            <a:p>
              <a:endParaRPr sz="2400"/>
            </a:p>
          </p:txBody>
        </p:sp>
        <p:sp>
          <p:nvSpPr>
            <p:cNvPr id="88" name="Google Shape;1502;p34"/>
            <p:cNvSpPr/>
            <p:nvPr/>
          </p:nvSpPr>
          <p:spPr>
            <a:xfrm>
              <a:off x="11402625" y="3913075"/>
              <a:ext cx="619425" cy="861750"/>
            </a:xfrm>
            <a:custGeom>
              <a:avLst/>
              <a:gdLst/>
              <a:ahLst/>
              <a:cxnLst/>
              <a:rect l="l" t="t" r="r" b="b"/>
              <a:pathLst>
                <a:path w="24777" h="34470" extrusionOk="0">
                  <a:moveTo>
                    <a:pt x="6051" y="0"/>
                  </a:moveTo>
                  <a:lnTo>
                    <a:pt x="0" y="27864"/>
                  </a:lnTo>
                  <a:lnTo>
                    <a:pt x="18759" y="34470"/>
                  </a:lnTo>
                  <a:lnTo>
                    <a:pt x="24777" y="6097"/>
                  </a:lnTo>
                  <a:lnTo>
                    <a:pt x="6051" y="0"/>
                  </a:lnTo>
                  <a:close/>
                </a:path>
              </a:pathLst>
            </a:custGeom>
            <a:solidFill>
              <a:srgbClr val="EAE8E5"/>
            </a:solidFill>
            <a:ln>
              <a:noFill/>
            </a:ln>
          </p:spPr>
          <p:txBody>
            <a:bodyPr spcFirstLastPara="1" wrap="square" lIns="121900" tIns="121900" rIns="121900" bIns="121900" anchor="ctr" anchorCtr="0">
              <a:noAutofit/>
            </a:bodyPr>
            <a:lstStyle/>
            <a:p>
              <a:endParaRPr sz="2400"/>
            </a:p>
          </p:txBody>
        </p:sp>
        <p:sp>
          <p:nvSpPr>
            <p:cNvPr id="89" name="Google Shape;1503;p34"/>
            <p:cNvSpPr/>
            <p:nvPr/>
          </p:nvSpPr>
          <p:spPr>
            <a:xfrm>
              <a:off x="11871575" y="3860125"/>
              <a:ext cx="229450" cy="914700"/>
            </a:xfrm>
            <a:custGeom>
              <a:avLst/>
              <a:gdLst/>
              <a:ahLst/>
              <a:cxnLst/>
              <a:rect l="l" t="t" r="r" b="b"/>
              <a:pathLst>
                <a:path w="9178" h="36588" extrusionOk="0">
                  <a:moveTo>
                    <a:pt x="9177" y="0"/>
                  </a:moveTo>
                  <a:lnTo>
                    <a:pt x="6019" y="8215"/>
                  </a:lnTo>
                  <a:lnTo>
                    <a:pt x="1" y="36588"/>
                  </a:lnTo>
                  <a:lnTo>
                    <a:pt x="3015" y="27737"/>
                  </a:lnTo>
                  <a:lnTo>
                    <a:pt x="9177" y="0"/>
                  </a:lnTo>
                  <a:close/>
                </a:path>
              </a:pathLst>
            </a:custGeom>
            <a:solidFill>
              <a:srgbClr val="C4C4C4"/>
            </a:solidFill>
            <a:ln>
              <a:noFill/>
            </a:ln>
          </p:spPr>
          <p:txBody>
            <a:bodyPr spcFirstLastPara="1" wrap="square" lIns="121900" tIns="121900" rIns="121900" bIns="121900" anchor="ctr" anchorCtr="0">
              <a:noAutofit/>
            </a:bodyPr>
            <a:lstStyle/>
            <a:p>
              <a:endParaRPr sz="2400"/>
            </a:p>
          </p:txBody>
        </p:sp>
        <p:sp>
          <p:nvSpPr>
            <p:cNvPr id="90" name="Google Shape;1504;p34"/>
            <p:cNvSpPr/>
            <p:nvPr/>
          </p:nvSpPr>
          <p:spPr>
            <a:xfrm>
              <a:off x="11612150" y="3981575"/>
              <a:ext cx="360125" cy="127325"/>
            </a:xfrm>
            <a:custGeom>
              <a:avLst/>
              <a:gdLst/>
              <a:ahLst/>
              <a:cxnLst/>
              <a:rect l="l" t="t" r="r" b="b"/>
              <a:pathLst>
                <a:path w="14405" h="5093" extrusionOk="0">
                  <a:moveTo>
                    <a:pt x="33" y="1"/>
                  </a:moveTo>
                  <a:cubicBezTo>
                    <a:pt x="28" y="1"/>
                    <a:pt x="25" y="2"/>
                    <a:pt x="24" y="3"/>
                  </a:cubicBezTo>
                  <a:cubicBezTo>
                    <a:pt x="1" y="67"/>
                    <a:pt x="3198" y="1257"/>
                    <a:pt x="7163" y="2662"/>
                  </a:cubicBezTo>
                  <a:cubicBezTo>
                    <a:pt x="11016" y="4027"/>
                    <a:pt x="14179" y="5092"/>
                    <a:pt x="14373" y="5092"/>
                  </a:cubicBezTo>
                  <a:cubicBezTo>
                    <a:pt x="14378" y="5092"/>
                    <a:pt x="14382" y="5091"/>
                    <a:pt x="14382" y="5090"/>
                  </a:cubicBezTo>
                  <a:cubicBezTo>
                    <a:pt x="14404" y="5025"/>
                    <a:pt x="11209" y="3836"/>
                    <a:pt x="7244" y="2431"/>
                  </a:cubicBezTo>
                  <a:cubicBezTo>
                    <a:pt x="3390" y="1066"/>
                    <a:pt x="229" y="1"/>
                    <a:pt x="33" y="1"/>
                  </a:cubicBezTo>
                  <a:close/>
                </a:path>
              </a:pathLst>
            </a:custGeom>
            <a:solidFill>
              <a:srgbClr val="C4C4C4"/>
            </a:solidFill>
            <a:ln>
              <a:noFill/>
            </a:ln>
          </p:spPr>
          <p:txBody>
            <a:bodyPr spcFirstLastPara="1" wrap="square" lIns="121900" tIns="121900" rIns="121900" bIns="121900" anchor="ctr" anchorCtr="0">
              <a:noAutofit/>
            </a:bodyPr>
            <a:lstStyle/>
            <a:p>
              <a:endParaRPr sz="2400"/>
            </a:p>
          </p:txBody>
        </p:sp>
        <p:sp>
          <p:nvSpPr>
            <p:cNvPr id="91" name="Google Shape;1505;p34"/>
            <p:cNvSpPr/>
            <p:nvPr/>
          </p:nvSpPr>
          <p:spPr>
            <a:xfrm>
              <a:off x="11570325" y="4022175"/>
              <a:ext cx="328875" cy="237025"/>
            </a:xfrm>
            <a:custGeom>
              <a:avLst/>
              <a:gdLst/>
              <a:ahLst/>
              <a:cxnLst/>
              <a:rect l="l" t="t" r="r" b="b"/>
              <a:pathLst>
                <a:path w="13155" h="9481" extrusionOk="0">
                  <a:moveTo>
                    <a:pt x="1021" y="1"/>
                  </a:moveTo>
                  <a:lnTo>
                    <a:pt x="0" y="5436"/>
                  </a:lnTo>
                  <a:lnTo>
                    <a:pt x="12059" y="9480"/>
                  </a:lnTo>
                  <a:lnTo>
                    <a:pt x="13154" y="4070"/>
                  </a:lnTo>
                  <a:lnTo>
                    <a:pt x="1021" y="1"/>
                  </a:lnTo>
                  <a:close/>
                </a:path>
              </a:pathLst>
            </a:custGeom>
            <a:solidFill>
              <a:srgbClr val="C4C4C4"/>
            </a:solidFill>
            <a:ln>
              <a:noFill/>
            </a:ln>
          </p:spPr>
          <p:txBody>
            <a:bodyPr spcFirstLastPara="1" wrap="square" lIns="121900" tIns="121900" rIns="121900" bIns="121900" anchor="ctr" anchorCtr="0">
              <a:noAutofit/>
            </a:bodyPr>
            <a:lstStyle/>
            <a:p>
              <a:endParaRPr sz="2400"/>
            </a:p>
          </p:txBody>
        </p:sp>
        <p:sp>
          <p:nvSpPr>
            <p:cNvPr id="92" name="Google Shape;1506;p34"/>
            <p:cNvSpPr/>
            <p:nvPr/>
          </p:nvSpPr>
          <p:spPr>
            <a:xfrm>
              <a:off x="11918675" y="4149100"/>
              <a:ext cx="49125" cy="21750"/>
            </a:xfrm>
            <a:custGeom>
              <a:avLst/>
              <a:gdLst/>
              <a:ahLst/>
              <a:cxnLst/>
              <a:rect l="l" t="t" r="r" b="b"/>
              <a:pathLst>
                <a:path w="1965" h="870" extrusionOk="0">
                  <a:moveTo>
                    <a:pt x="72" y="1"/>
                  </a:moveTo>
                  <a:cubicBezTo>
                    <a:pt x="47" y="1"/>
                    <a:pt x="31" y="6"/>
                    <a:pt x="27" y="16"/>
                  </a:cubicBezTo>
                  <a:cubicBezTo>
                    <a:pt x="0" y="77"/>
                    <a:pt x="405" y="316"/>
                    <a:pt x="933" y="547"/>
                  </a:cubicBezTo>
                  <a:cubicBezTo>
                    <a:pt x="1375" y="741"/>
                    <a:pt x="1761" y="869"/>
                    <a:pt x="1891" y="869"/>
                  </a:cubicBezTo>
                  <a:cubicBezTo>
                    <a:pt x="1917" y="869"/>
                    <a:pt x="1932" y="864"/>
                    <a:pt x="1937" y="854"/>
                  </a:cubicBezTo>
                  <a:cubicBezTo>
                    <a:pt x="1965" y="793"/>
                    <a:pt x="1558" y="554"/>
                    <a:pt x="1031" y="323"/>
                  </a:cubicBezTo>
                  <a:cubicBezTo>
                    <a:pt x="589" y="129"/>
                    <a:pt x="202" y="1"/>
                    <a:pt x="72" y="1"/>
                  </a:cubicBezTo>
                  <a:close/>
                </a:path>
              </a:pathLst>
            </a:custGeom>
            <a:solidFill>
              <a:srgbClr val="C4C4C4"/>
            </a:solidFill>
            <a:ln>
              <a:noFill/>
            </a:ln>
          </p:spPr>
          <p:txBody>
            <a:bodyPr spcFirstLastPara="1" wrap="square" lIns="121900" tIns="121900" rIns="121900" bIns="121900" anchor="ctr" anchorCtr="0">
              <a:noAutofit/>
            </a:bodyPr>
            <a:lstStyle/>
            <a:p>
              <a:endParaRPr sz="2400"/>
            </a:p>
          </p:txBody>
        </p:sp>
        <p:sp>
          <p:nvSpPr>
            <p:cNvPr id="93" name="Google Shape;1507;p34"/>
            <p:cNvSpPr/>
            <p:nvPr/>
          </p:nvSpPr>
          <p:spPr>
            <a:xfrm>
              <a:off x="11916275" y="4175450"/>
              <a:ext cx="49150" cy="21725"/>
            </a:xfrm>
            <a:custGeom>
              <a:avLst/>
              <a:gdLst/>
              <a:ahLst/>
              <a:cxnLst/>
              <a:rect l="l" t="t" r="r" b="b"/>
              <a:pathLst>
                <a:path w="1966" h="869" extrusionOk="0">
                  <a:moveTo>
                    <a:pt x="73" y="1"/>
                  </a:moveTo>
                  <a:cubicBezTo>
                    <a:pt x="47" y="1"/>
                    <a:pt x="32" y="5"/>
                    <a:pt x="27" y="16"/>
                  </a:cubicBezTo>
                  <a:cubicBezTo>
                    <a:pt x="1" y="77"/>
                    <a:pt x="406" y="315"/>
                    <a:pt x="933" y="546"/>
                  </a:cubicBezTo>
                  <a:cubicBezTo>
                    <a:pt x="1375" y="741"/>
                    <a:pt x="1762" y="869"/>
                    <a:pt x="1892" y="869"/>
                  </a:cubicBezTo>
                  <a:cubicBezTo>
                    <a:pt x="1917" y="869"/>
                    <a:pt x="1933" y="864"/>
                    <a:pt x="1937" y="854"/>
                  </a:cubicBezTo>
                  <a:cubicBezTo>
                    <a:pt x="1965" y="793"/>
                    <a:pt x="1560" y="554"/>
                    <a:pt x="1032" y="323"/>
                  </a:cubicBezTo>
                  <a:cubicBezTo>
                    <a:pt x="590" y="129"/>
                    <a:pt x="203" y="1"/>
                    <a:pt x="73" y="1"/>
                  </a:cubicBezTo>
                  <a:close/>
                </a:path>
              </a:pathLst>
            </a:custGeom>
            <a:solidFill>
              <a:srgbClr val="C4C4C4"/>
            </a:solidFill>
            <a:ln>
              <a:noFill/>
            </a:ln>
          </p:spPr>
          <p:txBody>
            <a:bodyPr spcFirstLastPara="1" wrap="square" lIns="121900" tIns="121900" rIns="121900" bIns="121900" anchor="ctr" anchorCtr="0">
              <a:noAutofit/>
            </a:bodyPr>
            <a:lstStyle/>
            <a:p>
              <a:endParaRPr sz="2400"/>
            </a:p>
          </p:txBody>
        </p:sp>
        <p:sp>
          <p:nvSpPr>
            <p:cNvPr id="94" name="Google Shape;1508;p34"/>
            <p:cNvSpPr/>
            <p:nvPr/>
          </p:nvSpPr>
          <p:spPr>
            <a:xfrm>
              <a:off x="11911775" y="4200325"/>
              <a:ext cx="49150" cy="21750"/>
            </a:xfrm>
            <a:custGeom>
              <a:avLst/>
              <a:gdLst/>
              <a:ahLst/>
              <a:cxnLst/>
              <a:rect l="l" t="t" r="r" b="b"/>
              <a:pathLst>
                <a:path w="1966" h="870" extrusionOk="0">
                  <a:moveTo>
                    <a:pt x="73" y="1"/>
                  </a:moveTo>
                  <a:cubicBezTo>
                    <a:pt x="47" y="1"/>
                    <a:pt x="32" y="6"/>
                    <a:pt x="27" y="16"/>
                  </a:cubicBezTo>
                  <a:cubicBezTo>
                    <a:pt x="1" y="78"/>
                    <a:pt x="406" y="315"/>
                    <a:pt x="934" y="548"/>
                  </a:cubicBezTo>
                  <a:cubicBezTo>
                    <a:pt x="1376" y="742"/>
                    <a:pt x="1764" y="870"/>
                    <a:pt x="1894" y="870"/>
                  </a:cubicBezTo>
                  <a:cubicBezTo>
                    <a:pt x="1919" y="870"/>
                    <a:pt x="1934" y="865"/>
                    <a:pt x="1939" y="855"/>
                  </a:cubicBezTo>
                  <a:cubicBezTo>
                    <a:pt x="1965" y="793"/>
                    <a:pt x="1560" y="555"/>
                    <a:pt x="1032" y="323"/>
                  </a:cubicBezTo>
                  <a:cubicBezTo>
                    <a:pt x="591" y="129"/>
                    <a:pt x="203" y="1"/>
                    <a:pt x="73" y="1"/>
                  </a:cubicBezTo>
                  <a:close/>
                </a:path>
              </a:pathLst>
            </a:custGeom>
            <a:solidFill>
              <a:srgbClr val="C4C4C4"/>
            </a:solidFill>
            <a:ln>
              <a:noFill/>
            </a:ln>
          </p:spPr>
          <p:txBody>
            <a:bodyPr spcFirstLastPara="1" wrap="square" lIns="121900" tIns="121900" rIns="121900" bIns="121900" anchor="ctr" anchorCtr="0">
              <a:noAutofit/>
            </a:bodyPr>
            <a:lstStyle/>
            <a:p>
              <a:endParaRPr sz="2400"/>
            </a:p>
          </p:txBody>
        </p:sp>
        <p:sp>
          <p:nvSpPr>
            <p:cNvPr id="95" name="Google Shape;1509;p34"/>
            <p:cNvSpPr/>
            <p:nvPr/>
          </p:nvSpPr>
          <p:spPr>
            <a:xfrm>
              <a:off x="11906025" y="4225325"/>
              <a:ext cx="49125" cy="21725"/>
            </a:xfrm>
            <a:custGeom>
              <a:avLst/>
              <a:gdLst/>
              <a:ahLst/>
              <a:cxnLst/>
              <a:rect l="l" t="t" r="r" b="b"/>
              <a:pathLst>
                <a:path w="1965" h="869" extrusionOk="0">
                  <a:moveTo>
                    <a:pt x="73" y="0"/>
                  </a:moveTo>
                  <a:cubicBezTo>
                    <a:pt x="47" y="0"/>
                    <a:pt x="32" y="5"/>
                    <a:pt x="27" y="15"/>
                  </a:cubicBezTo>
                  <a:cubicBezTo>
                    <a:pt x="1" y="76"/>
                    <a:pt x="406" y="315"/>
                    <a:pt x="934" y="546"/>
                  </a:cubicBezTo>
                  <a:cubicBezTo>
                    <a:pt x="1375" y="740"/>
                    <a:pt x="1762" y="869"/>
                    <a:pt x="1892" y="869"/>
                  </a:cubicBezTo>
                  <a:cubicBezTo>
                    <a:pt x="1917" y="869"/>
                    <a:pt x="1933" y="864"/>
                    <a:pt x="1938" y="854"/>
                  </a:cubicBezTo>
                  <a:cubicBezTo>
                    <a:pt x="1964" y="791"/>
                    <a:pt x="1560" y="554"/>
                    <a:pt x="1031" y="322"/>
                  </a:cubicBezTo>
                  <a:cubicBezTo>
                    <a:pt x="590" y="128"/>
                    <a:pt x="202" y="0"/>
                    <a:pt x="73" y="0"/>
                  </a:cubicBezTo>
                  <a:close/>
                </a:path>
              </a:pathLst>
            </a:custGeom>
            <a:solidFill>
              <a:srgbClr val="C4C4C4"/>
            </a:solidFill>
            <a:ln>
              <a:noFill/>
            </a:ln>
          </p:spPr>
          <p:txBody>
            <a:bodyPr spcFirstLastPara="1" wrap="square" lIns="121900" tIns="121900" rIns="121900" bIns="121900" anchor="ctr" anchorCtr="0">
              <a:noAutofit/>
            </a:bodyPr>
            <a:lstStyle/>
            <a:p>
              <a:endParaRPr sz="2400"/>
            </a:p>
          </p:txBody>
        </p:sp>
        <p:sp>
          <p:nvSpPr>
            <p:cNvPr id="96" name="Google Shape;1510;p34"/>
            <p:cNvSpPr/>
            <p:nvPr/>
          </p:nvSpPr>
          <p:spPr>
            <a:xfrm>
              <a:off x="11898475" y="4252875"/>
              <a:ext cx="49150" cy="21750"/>
            </a:xfrm>
            <a:custGeom>
              <a:avLst/>
              <a:gdLst/>
              <a:ahLst/>
              <a:cxnLst/>
              <a:rect l="l" t="t" r="r" b="b"/>
              <a:pathLst>
                <a:path w="1966" h="870" extrusionOk="0">
                  <a:moveTo>
                    <a:pt x="73" y="0"/>
                  </a:moveTo>
                  <a:cubicBezTo>
                    <a:pt x="48" y="0"/>
                    <a:pt x="33" y="5"/>
                    <a:pt x="28" y="15"/>
                  </a:cubicBezTo>
                  <a:cubicBezTo>
                    <a:pt x="1" y="77"/>
                    <a:pt x="406" y="316"/>
                    <a:pt x="934" y="547"/>
                  </a:cubicBezTo>
                  <a:cubicBezTo>
                    <a:pt x="1375" y="741"/>
                    <a:pt x="1763" y="869"/>
                    <a:pt x="1893" y="869"/>
                  </a:cubicBezTo>
                  <a:cubicBezTo>
                    <a:pt x="1918" y="869"/>
                    <a:pt x="1934" y="864"/>
                    <a:pt x="1939" y="854"/>
                  </a:cubicBezTo>
                  <a:cubicBezTo>
                    <a:pt x="1965" y="792"/>
                    <a:pt x="1560" y="555"/>
                    <a:pt x="1032" y="322"/>
                  </a:cubicBezTo>
                  <a:cubicBezTo>
                    <a:pt x="590" y="128"/>
                    <a:pt x="201" y="0"/>
                    <a:pt x="73" y="0"/>
                  </a:cubicBezTo>
                  <a:close/>
                </a:path>
              </a:pathLst>
            </a:custGeom>
            <a:solidFill>
              <a:srgbClr val="C4C4C4"/>
            </a:solidFill>
            <a:ln>
              <a:noFill/>
            </a:ln>
          </p:spPr>
          <p:txBody>
            <a:bodyPr spcFirstLastPara="1" wrap="square" lIns="121900" tIns="121900" rIns="121900" bIns="121900" anchor="ctr" anchorCtr="0">
              <a:noAutofit/>
            </a:bodyPr>
            <a:lstStyle/>
            <a:p>
              <a:endParaRPr sz="2400"/>
            </a:p>
          </p:txBody>
        </p:sp>
        <p:sp>
          <p:nvSpPr>
            <p:cNvPr id="97" name="Google Shape;1511;p34"/>
            <p:cNvSpPr/>
            <p:nvPr/>
          </p:nvSpPr>
          <p:spPr>
            <a:xfrm>
              <a:off x="11808600" y="4295150"/>
              <a:ext cx="115875" cy="145075"/>
            </a:xfrm>
            <a:custGeom>
              <a:avLst/>
              <a:gdLst/>
              <a:ahLst/>
              <a:cxnLst/>
              <a:rect l="l" t="t" r="r" b="b"/>
              <a:pathLst>
                <a:path w="4635" h="5803" extrusionOk="0">
                  <a:moveTo>
                    <a:pt x="1097" y="1"/>
                  </a:moveTo>
                  <a:lnTo>
                    <a:pt x="1" y="4585"/>
                  </a:lnTo>
                  <a:lnTo>
                    <a:pt x="3606" y="5802"/>
                  </a:lnTo>
                  <a:lnTo>
                    <a:pt x="4634" y="1195"/>
                  </a:lnTo>
                  <a:lnTo>
                    <a:pt x="1097" y="1"/>
                  </a:lnTo>
                  <a:close/>
                </a:path>
              </a:pathLst>
            </a:custGeom>
            <a:solidFill>
              <a:srgbClr val="C4C4C4"/>
            </a:solidFill>
            <a:ln>
              <a:noFill/>
            </a:ln>
          </p:spPr>
          <p:txBody>
            <a:bodyPr spcFirstLastPara="1" wrap="square" lIns="121900" tIns="121900" rIns="121900" bIns="121900" anchor="ctr" anchorCtr="0">
              <a:noAutofit/>
            </a:bodyPr>
            <a:lstStyle/>
            <a:p>
              <a:endParaRPr sz="2400"/>
            </a:p>
          </p:txBody>
        </p:sp>
        <p:sp>
          <p:nvSpPr>
            <p:cNvPr id="98" name="Google Shape;1512;p34"/>
            <p:cNvSpPr/>
            <p:nvPr/>
          </p:nvSpPr>
          <p:spPr>
            <a:xfrm>
              <a:off x="11499325" y="4524875"/>
              <a:ext cx="309300" cy="181100"/>
            </a:xfrm>
            <a:custGeom>
              <a:avLst/>
              <a:gdLst/>
              <a:ahLst/>
              <a:cxnLst/>
              <a:rect l="l" t="t" r="r" b="b"/>
              <a:pathLst>
                <a:path w="12372" h="7244" extrusionOk="0">
                  <a:moveTo>
                    <a:pt x="789" y="0"/>
                  </a:moveTo>
                  <a:lnTo>
                    <a:pt x="0" y="3476"/>
                  </a:lnTo>
                  <a:lnTo>
                    <a:pt x="11754" y="7243"/>
                  </a:lnTo>
                  <a:lnTo>
                    <a:pt x="12372" y="3713"/>
                  </a:lnTo>
                  <a:lnTo>
                    <a:pt x="789" y="0"/>
                  </a:lnTo>
                  <a:close/>
                </a:path>
              </a:pathLst>
            </a:custGeom>
            <a:solidFill>
              <a:srgbClr val="C4C4C4"/>
            </a:solidFill>
            <a:ln>
              <a:noFill/>
            </a:ln>
          </p:spPr>
          <p:txBody>
            <a:bodyPr spcFirstLastPara="1" wrap="square" lIns="121900" tIns="121900" rIns="121900" bIns="121900" anchor="ctr" anchorCtr="0">
              <a:noAutofit/>
            </a:bodyPr>
            <a:lstStyle/>
            <a:p>
              <a:endParaRPr sz="2400"/>
            </a:p>
          </p:txBody>
        </p:sp>
        <p:sp>
          <p:nvSpPr>
            <p:cNvPr id="99" name="Google Shape;1513;p34"/>
            <p:cNvSpPr/>
            <p:nvPr/>
          </p:nvSpPr>
          <p:spPr>
            <a:xfrm>
              <a:off x="11684125" y="4253225"/>
              <a:ext cx="115850" cy="145075"/>
            </a:xfrm>
            <a:custGeom>
              <a:avLst/>
              <a:gdLst/>
              <a:ahLst/>
              <a:cxnLst/>
              <a:rect l="l" t="t" r="r" b="b"/>
              <a:pathLst>
                <a:path w="4634" h="5803" extrusionOk="0">
                  <a:moveTo>
                    <a:pt x="1096" y="1"/>
                  </a:moveTo>
                  <a:lnTo>
                    <a:pt x="0" y="4585"/>
                  </a:lnTo>
                  <a:lnTo>
                    <a:pt x="3605" y="5802"/>
                  </a:lnTo>
                  <a:lnTo>
                    <a:pt x="4633" y="1195"/>
                  </a:lnTo>
                  <a:lnTo>
                    <a:pt x="1096" y="1"/>
                  </a:lnTo>
                  <a:close/>
                </a:path>
              </a:pathLst>
            </a:custGeom>
            <a:solidFill>
              <a:srgbClr val="C4C4C4"/>
            </a:solidFill>
            <a:ln>
              <a:noFill/>
            </a:ln>
          </p:spPr>
          <p:txBody>
            <a:bodyPr spcFirstLastPara="1" wrap="square" lIns="121900" tIns="121900" rIns="121900" bIns="121900" anchor="ctr" anchorCtr="0">
              <a:noAutofit/>
            </a:bodyPr>
            <a:lstStyle/>
            <a:p>
              <a:endParaRPr sz="2400"/>
            </a:p>
          </p:txBody>
        </p:sp>
        <p:sp>
          <p:nvSpPr>
            <p:cNvPr id="100" name="Google Shape;1514;p34"/>
            <p:cNvSpPr/>
            <p:nvPr/>
          </p:nvSpPr>
          <p:spPr>
            <a:xfrm>
              <a:off x="11529925" y="4201875"/>
              <a:ext cx="115775" cy="144675"/>
            </a:xfrm>
            <a:custGeom>
              <a:avLst/>
              <a:gdLst/>
              <a:ahLst/>
              <a:cxnLst/>
              <a:rect l="l" t="t" r="r" b="b"/>
              <a:pathLst>
                <a:path w="4631" h="5787" extrusionOk="0">
                  <a:moveTo>
                    <a:pt x="1115" y="1"/>
                  </a:moveTo>
                  <a:cubicBezTo>
                    <a:pt x="1102" y="1"/>
                    <a:pt x="1090" y="10"/>
                    <a:pt x="1087" y="24"/>
                  </a:cubicBezTo>
                  <a:lnTo>
                    <a:pt x="4" y="4552"/>
                  </a:lnTo>
                  <a:cubicBezTo>
                    <a:pt x="0" y="4567"/>
                    <a:pt x="8" y="4581"/>
                    <a:pt x="22" y="4586"/>
                  </a:cubicBezTo>
                  <a:lnTo>
                    <a:pt x="3574" y="5785"/>
                  </a:lnTo>
                  <a:cubicBezTo>
                    <a:pt x="3577" y="5786"/>
                    <a:pt x="3580" y="5787"/>
                    <a:pt x="3583" y="5787"/>
                  </a:cubicBezTo>
                  <a:cubicBezTo>
                    <a:pt x="3596" y="5787"/>
                    <a:pt x="3608" y="5778"/>
                    <a:pt x="3611" y="5764"/>
                  </a:cubicBezTo>
                  <a:lnTo>
                    <a:pt x="4627" y="1212"/>
                  </a:lnTo>
                  <a:cubicBezTo>
                    <a:pt x="4630" y="1197"/>
                    <a:pt x="4622" y="1184"/>
                    <a:pt x="4608" y="1179"/>
                  </a:cubicBezTo>
                  <a:lnTo>
                    <a:pt x="1124" y="3"/>
                  </a:lnTo>
                  <a:cubicBezTo>
                    <a:pt x="1121" y="1"/>
                    <a:pt x="1118" y="1"/>
                    <a:pt x="1115" y="1"/>
                  </a:cubicBezTo>
                  <a:close/>
                </a:path>
              </a:pathLst>
            </a:custGeom>
            <a:solidFill>
              <a:srgbClr val="C4C4C4"/>
            </a:solidFill>
            <a:ln>
              <a:noFill/>
            </a:ln>
          </p:spPr>
          <p:txBody>
            <a:bodyPr spcFirstLastPara="1" wrap="square" lIns="121900" tIns="121900" rIns="121900" bIns="121900" anchor="ctr" anchorCtr="0">
              <a:noAutofit/>
            </a:bodyPr>
            <a:lstStyle/>
            <a:p>
              <a:endParaRPr sz="2400"/>
            </a:p>
          </p:txBody>
        </p:sp>
        <p:sp>
          <p:nvSpPr>
            <p:cNvPr id="101" name="Google Shape;1515;p34"/>
            <p:cNvSpPr/>
            <p:nvPr/>
          </p:nvSpPr>
          <p:spPr>
            <a:xfrm>
              <a:off x="11515175" y="4363700"/>
              <a:ext cx="372775" cy="118100"/>
            </a:xfrm>
            <a:custGeom>
              <a:avLst/>
              <a:gdLst/>
              <a:ahLst/>
              <a:cxnLst/>
              <a:rect l="l" t="t" r="r" b="b"/>
              <a:pathLst>
                <a:path w="14911" h="4724" extrusionOk="0">
                  <a:moveTo>
                    <a:pt x="17" y="1"/>
                  </a:moveTo>
                  <a:cubicBezTo>
                    <a:pt x="10" y="1"/>
                    <a:pt x="6" y="2"/>
                    <a:pt x="5" y="4"/>
                  </a:cubicBezTo>
                  <a:cubicBezTo>
                    <a:pt x="1" y="21"/>
                    <a:pt x="205" y="102"/>
                    <a:pt x="577" y="235"/>
                  </a:cubicBezTo>
                  <a:lnTo>
                    <a:pt x="2163" y="777"/>
                  </a:lnTo>
                  <a:cubicBezTo>
                    <a:pt x="3504" y="1226"/>
                    <a:pt x="5362" y="1829"/>
                    <a:pt x="7419" y="2479"/>
                  </a:cubicBezTo>
                  <a:cubicBezTo>
                    <a:pt x="9476" y="3130"/>
                    <a:pt x="11341" y="3707"/>
                    <a:pt x="12696" y="4112"/>
                  </a:cubicBezTo>
                  <a:lnTo>
                    <a:pt x="14304" y="4581"/>
                  </a:lnTo>
                  <a:cubicBezTo>
                    <a:pt x="14641" y="4673"/>
                    <a:pt x="14846" y="4723"/>
                    <a:pt x="14894" y="4723"/>
                  </a:cubicBezTo>
                  <a:cubicBezTo>
                    <a:pt x="14901" y="4723"/>
                    <a:pt x="14904" y="4722"/>
                    <a:pt x="14905" y="4721"/>
                  </a:cubicBezTo>
                  <a:cubicBezTo>
                    <a:pt x="14911" y="4705"/>
                    <a:pt x="14707" y="4624"/>
                    <a:pt x="14335" y="4490"/>
                  </a:cubicBezTo>
                  <a:lnTo>
                    <a:pt x="12751" y="3948"/>
                  </a:lnTo>
                  <a:cubicBezTo>
                    <a:pt x="11409" y="3500"/>
                    <a:pt x="9551" y="2897"/>
                    <a:pt x="7492" y="2245"/>
                  </a:cubicBezTo>
                  <a:cubicBezTo>
                    <a:pt x="5434" y="1594"/>
                    <a:pt x="3568" y="1018"/>
                    <a:pt x="2213" y="611"/>
                  </a:cubicBezTo>
                  <a:lnTo>
                    <a:pt x="605" y="144"/>
                  </a:lnTo>
                  <a:cubicBezTo>
                    <a:pt x="271" y="52"/>
                    <a:pt x="66" y="1"/>
                    <a:pt x="17" y="1"/>
                  </a:cubicBezTo>
                  <a:close/>
                </a:path>
              </a:pathLst>
            </a:custGeom>
            <a:solidFill>
              <a:srgbClr val="C4C4C4"/>
            </a:solidFill>
            <a:ln>
              <a:noFill/>
            </a:ln>
          </p:spPr>
          <p:txBody>
            <a:bodyPr spcFirstLastPara="1" wrap="square" lIns="121900" tIns="121900" rIns="121900" bIns="121900" anchor="ctr" anchorCtr="0">
              <a:noAutofit/>
            </a:bodyPr>
            <a:lstStyle/>
            <a:p>
              <a:endParaRPr sz="2400"/>
            </a:p>
          </p:txBody>
        </p:sp>
        <p:sp>
          <p:nvSpPr>
            <p:cNvPr id="102" name="Google Shape;1516;p34"/>
            <p:cNvSpPr/>
            <p:nvPr/>
          </p:nvSpPr>
          <p:spPr>
            <a:xfrm>
              <a:off x="11502475" y="4395675"/>
              <a:ext cx="371550" cy="117725"/>
            </a:xfrm>
            <a:custGeom>
              <a:avLst/>
              <a:gdLst/>
              <a:ahLst/>
              <a:cxnLst/>
              <a:rect l="l" t="t" r="r" b="b"/>
              <a:pathLst>
                <a:path w="14862" h="4709" extrusionOk="0">
                  <a:moveTo>
                    <a:pt x="18" y="0"/>
                  </a:moveTo>
                  <a:cubicBezTo>
                    <a:pt x="11" y="0"/>
                    <a:pt x="7" y="1"/>
                    <a:pt x="7" y="3"/>
                  </a:cubicBezTo>
                  <a:cubicBezTo>
                    <a:pt x="1" y="20"/>
                    <a:pt x="204" y="101"/>
                    <a:pt x="576" y="234"/>
                  </a:cubicBezTo>
                  <a:lnTo>
                    <a:pt x="2155" y="775"/>
                  </a:lnTo>
                  <a:cubicBezTo>
                    <a:pt x="3493" y="1222"/>
                    <a:pt x="5345" y="1822"/>
                    <a:pt x="7395" y="2471"/>
                  </a:cubicBezTo>
                  <a:cubicBezTo>
                    <a:pt x="9444" y="3119"/>
                    <a:pt x="11304" y="3694"/>
                    <a:pt x="12655" y="4099"/>
                  </a:cubicBezTo>
                  <a:lnTo>
                    <a:pt x="14257" y="4565"/>
                  </a:lnTo>
                  <a:cubicBezTo>
                    <a:pt x="14593" y="4657"/>
                    <a:pt x="14799" y="4708"/>
                    <a:pt x="14845" y="4708"/>
                  </a:cubicBezTo>
                  <a:cubicBezTo>
                    <a:pt x="14852" y="4708"/>
                    <a:pt x="14855" y="4707"/>
                    <a:pt x="14856" y="4705"/>
                  </a:cubicBezTo>
                  <a:cubicBezTo>
                    <a:pt x="14861" y="4689"/>
                    <a:pt x="14659" y="4608"/>
                    <a:pt x="14288" y="4474"/>
                  </a:cubicBezTo>
                  <a:lnTo>
                    <a:pt x="12709" y="3934"/>
                  </a:lnTo>
                  <a:cubicBezTo>
                    <a:pt x="11372" y="3486"/>
                    <a:pt x="9521" y="2886"/>
                    <a:pt x="7469" y="2237"/>
                  </a:cubicBezTo>
                  <a:cubicBezTo>
                    <a:pt x="5417" y="1588"/>
                    <a:pt x="3557" y="1013"/>
                    <a:pt x="2207" y="609"/>
                  </a:cubicBezTo>
                  <a:lnTo>
                    <a:pt x="604" y="142"/>
                  </a:lnTo>
                  <a:cubicBezTo>
                    <a:pt x="272" y="51"/>
                    <a:pt x="68" y="0"/>
                    <a:pt x="18" y="0"/>
                  </a:cubicBezTo>
                  <a:close/>
                </a:path>
              </a:pathLst>
            </a:custGeom>
            <a:solidFill>
              <a:srgbClr val="C4C4C4"/>
            </a:solidFill>
            <a:ln>
              <a:noFill/>
            </a:ln>
          </p:spPr>
          <p:txBody>
            <a:bodyPr spcFirstLastPara="1" wrap="square" lIns="121900" tIns="121900" rIns="121900" bIns="121900" anchor="ctr" anchorCtr="0">
              <a:noAutofit/>
            </a:bodyPr>
            <a:lstStyle/>
            <a:p>
              <a:endParaRPr sz="2400"/>
            </a:p>
          </p:txBody>
        </p:sp>
        <p:sp>
          <p:nvSpPr>
            <p:cNvPr id="103" name="Google Shape;1517;p34"/>
            <p:cNvSpPr/>
            <p:nvPr/>
          </p:nvSpPr>
          <p:spPr>
            <a:xfrm>
              <a:off x="11497200" y="4438475"/>
              <a:ext cx="360525" cy="114175"/>
            </a:xfrm>
            <a:custGeom>
              <a:avLst/>
              <a:gdLst/>
              <a:ahLst/>
              <a:cxnLst/>
              <a:rect l="l" t="t" r="r" b="b"/>
              <a:pathLst>
                <a:path w="14421" h="4567" extrusionOk="0">
                  <a:moveTo>
                    <a:pt x="18" y="0"/>
                  </a:moveTo>
                  <a:cubicBezTo>
                    <a:pt x="11" y="0"/>
                    <a:pt x="7" y="2"/>
                    <a:pt x="7" y="4"/>
                  </a:cubicBezTo>
                  <a:cubicBezTo>
                    <a:pt x="1" y="19"/>
                    <a:pt x="198" y="98"/>
                    <a:pt x="558" y="228"/>
                  </a:cubicBezTo>
                  <a:lnTo>
                    <a:pt x="2091" y="753"/>
                  </a:lnTo>
                  <a:cubicBezTo>
                    <a:pt x="3388" y="1188"/>
                    <a:pt x="5185" y="1771"/>
                    <a:pt x="7174" y="2400"/>
                  </a:cubicBezTo>
                  <a:cubicBezTo>
                    <a:pt x="9162" y="3030"/>
                    <a:pt x="10967" y="3586"/>
                    <a:pt x="12277" y="3978"/>
                  </a:cubicBezTo>
                  <a:lnTo>
                    <a:pt x="13833" y="4430"/>
                  </a:lnTo>
                  <a:cubicBezTo>
                    <a:pt x="14155" y="4518"/>
                    <a:pt x="14353" y="4567"/>
                    <a:pt x="14403" y="4567"/>
                  </a:cubicBezTo>
                  <a:cubicBezTo>
                    <a:pt x="14410" y="4567"/>
                    <a:pt x="14414" y="4566"/>
                    <a:pt x="14415" y="4564"/>
                  </a:cubicBezTo>
                  <a:cubicBezTo>
                    <a:pt x="14420" y="4548"/>
                    <a:pt x="14224" y="4469"/>
                    <a:pt x="13863" y="4339"/>
                  </a:cubicBezTo>
                  <a:lnTo>
                    <a:pt x="12331" y="3814"/>
                  </a:lnTo>
                  <a:cubicBezTo>
                    <a:pt x="11034" y="3380"/>
                    <a:pt x="9237" y="2797"/>
                    <a:pt x="7247" y="2167"/>
                  </a:cubicBezTo>
                  <a:cubicBezTo>
                    <a:pt x="5257" y="1537"/>
                    <a:pt x="3451" y="980"/>
                    <a:pt x="2141" y="588"/>
                  </a:cubicBezTo>
                  <a:lnTo>
                    <a:pt x="586" y="137"/>
                  </a:lnTo>
                  <a:cubicBezTo>
                    <a:pt x="265" y="48"/>
                    <a:pt x="67" y="0"/>
                    <a:pt x="18" y="0"/>
                  </a:cubicBezTo>
                  <a:close/>
                </a:path>
              </a:pathLst>
            </a:custGeom>
            <a:solidFill>
              <a:srgbClr val="C4C4C4"/>
            </a:solidFill>
            <a:ln>
              <a:noFill/>
            </a:ln>
          </p:spPr>
          <p:txBody>
            <a:bodyPr spcFirstLastPara="1" wrap="square" lIns="121900" tIns="121900" rIns="121900" bIns="121900" anchor="ctr" anchorCtr="0">
              <a:noAutofit/>
            </a:bodyPr>
            <a:lstStyle/>
            <a:p>
              <a:endParaRPr sz="2400"/>
            </a:p>
          </p:txBody>
        </p:sp>
        <p:sp>
          <p:nvSpPr>
            <p:cNvPr id="104" name="Google Shape;1518;p34"/>
            <p:cNvSpPr/>
            <p:nvPr/>
          </p:nvSpPr>
          <p:spPr>
            <a:xfrm>
              <a:off x="11488225" y="4467800"/>
              <a:ext cx="360475" cy="114200"/>
            </a:xfrm>
            <a:custGeom>
              <a:avLst/>
              <a:gdLst/>
              <a:ahLst/>
              <a:cxnLst/>
              <a:rect l="l" t="t" r="r" b="b"/>
              <a:pathLst>
                <a:path w="14419" h="4568" extrusionOk="0">
                  <a:moveTo>
                    <a:pt x="17" y="0"/>
                  </a:moveTo>
                  <a:cubicBezTo>
                    <a:pt x="9" y="0"/>
                    <a:pt x="5" y="1"/>
                    <a:pt x="5" y="3"/>
                  </a:cubicBezTo>
                  <a:cubicBezTo>
                    <a:pt x="0" y="20"/>
                    <a:pt x="196" y="99"/>
                    <a:pt x="557" y="228"/>
                  </a:cubicBezTo>
                  <a:lnTo>
                    <a:pt x="2089" y="754"/>
                  </a:lnTo>
                  <a:cubicBezTo>
                    <a:pt x="3386" y="1187"/>
                    <a:pt x="5184" y="1771"/>
                    <a:pt x="7172" y="2400"/>
                  </a:cubicBezTo>
                  <a:cubicBezTo>
                    <a:pt x="9161" y="3030"/>
                    <a:pt x="10966" y="3587"/>
                    <a:pt x="12276" y="3978"/>
                  </a:cubicBezTo>
                  <a:lnTo>
                    <a:pt x="13832" y="4430"/>
                  </a:lnTo>
                  <a:cubicBezTo>
                    <a:pt x="14156" y="4519"/>
                    <a:pt x="14354" y="4567"/>
                    <a:pt x="14402" y="4567"/>
                  </a:cubicBezTo>
                  <a:cubicBezTo>
                    <a:pt x="14408" y="4567"/>
                    <a:pt x="14412" y="4566"/>
                    <a:pt x="14413" y="4565"/>
                  </a:cubicBezTo>
                  <a:cubicBezTo>
                    <a:pt x="14418" y="4548"/>
                    <a:pt x="14222" y="4469"/>
                    <a:pt x="13862" y="4340"/>
                  </a:cubicBezTo>
                  <a:lnTo>
                    <a:pt x="12329" y="3814"/>
                  </a:lnTo>
                  <a:cubicBezTo>
                    <a:pt x="11032" y="3381"/>
                    <a:pt x="9237" y="2798"/>
                    <a:pt x="7245" y="2167"/>
                  </a:cubicBezTo>
                  <a:cubicBezTo>
                    <a:pt x="5255" y="1537"/>
                    <a:pt x="3450" y="980"/>
                    <a:pt x="2139" y="588"/>
                  </a:cubicBezTo>
                  <a:lnTo>
                    <a:pt x="584" y="137"/>
                  </a:lnTo>
                  <a:cubicBezTo>
                    <a:pt x="264" y="48"/>
                    <a:pt x="66" y="0"/>
                    <a:pt x="17" y="0"/>
                  </a:cubicBezTo>
                  <a:close/>
                </a:path>
              </a:pathLst>
            </a:custGeom>
            <a:solidFill>
              <a:srgbClr val="C4C4C4"/>
            </a:solidFill>
            <a:ln>
              <a:noFill/>
            </a:ln>
          </p:spPr>
          <p:txBody>
            <a:bodyPr spcFirstLastPara="1" wrap="square" lIns="121900" tIns="121900" rIns="121900" bIns="121900" anchor="ctr" anchorCtr="0">
              <a:noAutofit/>
            </a:bodyPr>
            <a:lstStyle/>
            <a:p>
              <a:endParaRPr sz="2400"/>
            </a:p>
          </p:txBody>
        </p:sp>
        <p:sp>
          <p:nvSpPr>
            <p:cNvPr id="105" name="Google Shape;1519;p34"/>
            <p:cNvSpPr/>
            <p:nvPr/>
          </p:nvSpPr>
          <p:spPr>
            <a:xfrm>
              <a:off x="10893875" y="4415400"/>
              <a:ext cx="761250" cy="488625"/>
            </a:xfrm>
            <a:custGeom>
              <a:avLst/>
              <a:gdLst/>
              <a:ahLst/>
              <a:cxnLst/>
              <a:rect l="l" t="t" r="r" b="b"/>
              <a:pathLst>
                <a:path w="30450" h="19545" extrusionOk="0">
                  <a:moveTo>
                    <a:pt x="24237" y="1"/>
                  </a:moveTo>
                  <a:cubicBezTo>
                    <a:pt x="24237" y="1"/>
                    <a:pt x="14845" y="8848"/>
                    <a:pt x="14084" y="8848"/>
                  </a:cubicBezTo>
                  <a:cubicBezTo>
                    <a:pt x="14062" y="8848"/>
                    <a:pt x="14047" y="8841"/>
                    <a:pt x="14040" y="8825"/>
                  </a:cubicBezTo>
                  <a:cubicBezTo>
                    <a:pt x="13421" y="7437"/>
                    <a:pt x="10559" y="1383"/>
                    <a:pt x="10559" y="1383"/>
                  </a:cubicBezTo>
                  <a:lnTo>
                    <a:pt x="1" y="1038"/>
                  </a:lnTo>
                  <a:lnTo>
                    <a:pt x="1" y="1038"/>
                  </a:lnTo>
                  <a:cubicBezTo>
                    <a:pt x="1" y="1038"/>
                    <a:pt x="1617" y="14478"/>
                    <a:pt x="9793" y="18600"/>
                  </a:cubicBezTo>
                  <a:cubicBezTo>
                    <a:pt x="11096" y="19257"/>
                    <a:pt x="12391" y="19545"/>
                    <a:pt x="13660" y="19545"/>
                  </a:cubicBezTo>
                  <a:cubicBezTo>
                    <a:pt x="22706" y="19545"/>
                    <a:pt x="30450" y="4915"/>
                    <a:pt x="30450" y="4915"/>
                  </a:cubicBezTo>
                  <a:lnTo>
                    <a:pt x="24237" y="1"/>
                  </a:lnTo>
                  <a:close/>
                </a:path>
              </a:pathLst>
            </a:custGeom>
            <a:solidFill>
              <a:srgbClr val="7C5F50"/>
            </a:solidFill>
            <a:ln>
              <a:noFill/>
            </a:ln>
          </p:spPr>
          <p:txBody>
            <a:bodyPr spcFirstLastPara="1" wrap="square" lIns="121900" tIns="121900" rIns="121900" bIns="121900" anchor="ctr" anchorCtr="0">
              <a:noAutofit/>
            </a:bodyPr>
            <a:lstStyle/>
            <a:p>
              <a:endParaRPr sz="2400"/>
            </a:p>
          </p:txBody>
        </p:sp>
        <p:sp>
          <p:nvSpPr>
            <p:cNvPr id="106" name="Google Shape;1520;p34"/>
            <p:cNvSpPr/>
            <p:nvPr/>
          </p:nvSpPr>
          <p:spPr>
            <a:xfrm>
              <a:off x="11489750" y="4228550"/>
              <a:ext cx="296675" cy="373675"/>
            </a:xfrm>
            <a:custGeom>
              <a:avLst/>
              <a:gdLst/>
              <a:ahLst/>
              <a:cxnLst/>
              <a:rect l="l" t="t" r="r" b="b"/>
              <a:pathLst>
                <a:path w="11867" h="14947" extrusionOk="0">
                  <a:moveTo>
                    <a:pt x="8443" y="1"/>
                  </a:moveTo>
                  <a:cubicBezTo>
                    <a:pt x="8303" y="1"/>
                    <a:pt x="8116" y="47"/>
                    <a:pt x="7868" y="159"/>
                  </a:cubicBezTo>
                  <a:cubicBezTo>
                    <a:pt x="6429" y="809"/>
                    <a:pt x="2898" y="4314"/>
                    <a:pt x="2898" y="4314"/>
                  </a:cubicBezTo>
                  <a:cubicBezTo>
                    <a:pt x="2458" y="3210"/>
                    <a:pt x="1678" y="3040"/>
                    <a:pt x="1241" y="3040"/>
                  </a:cubicBezTo>
                  <a:cubicBezTo>
                    <a:pt x="1047" y="3040"/>
                    <a:pt x="921" y="3073"/>
                    <a:pt x="921" y="3073"/>
                  </a:cubicBezTo>
                  <a:cubicBezTo>
                    <a:pt x="921" y="3073"/>
                    <a:pt x="1253" y="4026"/>
                    <a:pt x="1417" y="5078"/>
                  </a:cubicBezTo>
                  <a:cubicBezTo>
                    <a:pt x="1574" y="6081"/>
                    <a:pt x="0" y="7850"/>
                    <a:pt x="0" y="7850"/>
                  </a:cubicBezTo>
                  <a:lnTo>
                    <a:pt x="5015" y="14946"/>
                  </a:lnTo>
                  <a:cubicBezTo>
                    <a:pt x="5015" y="14946"/>
                    <a:pt x="7548" y="12242"/>
                    <a:pt x="8226" y="11321"/>
                  </a:cubicBezTo>
                  <a:cubicBezTo>
                    <a:pt x="9851" y="9115"/>
                    <a:pt x="10251" y="8219"/>
                    <a:pt x="10522" y="7741"/>
                  </a:cubicBezTo>
                  <a:cubicBezTo>
                    <a:pt x="10694" y="7439"/>
                    <a:pt x="11102" y="6146"/>
                    <a:pt x="11421" y="5123"/>
                  </a:cubicBezTo>
                  <a:cubicBezTo>
                    <a:pt x="11569" y="4650"/>
                    <a:pt x="11373" y="4191"/>
                    <a:pt x="11133" y="3758"/>
                  </a:cubicBezTo>
                  <a:cubicBezTo>
                    <a:pt x="11103" y="3702"/>
                    <a:pt x="11107" y="3605"/>
                    <a:pt x="11178" y="3444"/>
                  </a:cubicBezTo>
                  <a:cubicBezTo>
                    <a:pt x="11866" y="1870"/>
                    <a:pt x="10489" y="1651"/>
                    <a:pt x="10489" y="1651"/>
                  </a:cubicBezTo>
                  <a:cubicBezTo>
                    <a:pt x="10582" y="1028"/>
                    <a:pt x="10191" y="864"/>
                    <a:pt x="9751" y="864"/>
                  </a:cubicBezTo>
                  <a:cubicBezTo>
                    <a:pt x="9256" y="864"/>
                    <a:pt x="8699" y="1072"/>
                    <a:pt x="8699" y="1072"/>
                  </a:cubicBezTo>
                  <a:cubicBezTo>
                    <a:pt x="8699" y="1072"/>
                    <a:pt x="9115" y="1"/>
                    <a:pt x="8443" y="1"/>
                  </a:cubicBezTo>
                  <a:close/>
                </a:path>
              </a:pathLst>
            </a:custGeom>
            <a:solidFill>
              <a:srgbClr val="7C5F50"/>
            </a:solidFill>
            <a:ln>
              <a:noFill/>
            </a:ln>
          </p:spPr>
          <p:txBody>
            <a:bodyPr spcFirstLastPara="1" wrap="square" lIns="121900" tIns="121900" rIns="121900" bIns="121900" anchor="ctr" anchorCtr="0">
              <a:noAutofit/>
            </a:bodyPr>
            <a:lstStyle/>
            <a:p>
              <a:endParaRPr sz="2400"/>
            </a:p>
          </p:txBody>
        </p:sp>
        <p:sp>
          <p:nvSpPr>
            <p:cNvPr id="107" name="Google Shape;1521;p34"/>
            <p:cNvSpPr/>
            <p:nvPr/>
          </p:nvSpPr>
          <p:spPr>
            <a:xfrm>
              <a:off x="11640850" y="4253575"/>
              <a:ext cx="68625" cy="86975"/>
            </a:xfrm>
            <a:custGeom>
              <a:avLst/>
              <a:gdLst/>
              <a:ahLst/>
              <a:cxnLst/>
              <a:rect l="l" t="t" r="r" b="b"/>
              <a:pathLst>
                <a:path w="2745" h="3479" extrusionOk="0">
                  <a:moveTo>
                    <a:pt x="2652" y="1"/>
                  </a:moveTo>
                  <a:cubicBezTo>
                    <a:pt x="2636" y="1"/>
                    <a:pt x="2620" y="7"/>
                    <a:pt x="2605" y="21"/>
                  </a:cubicBezTo>
                  <a:cubicBezTo>
                    <a:pt x="1645" y="972"/>
                    <a:pt x="847" y="2210"/>
                    <a:pt x="63" y="3307"/>
                  </a:cubicBezTo>
                  <a:cubicBezTo>
                    <a:pt x="0" y="3395"/>
                    <a:pt x="82" y="3479"/>
                    <a:pt x="168" y="3479"/>
                  </a:cubicBezTo>
                  <a:cubicBezTo>
                    <a:pt x="205" y="3479"/>
                    <a:pt x="242" y="3464"/>
                    <a:pt x="269" y="3427"/>
                  </a:cubicBezTo>
                  <a:cubicBezTo>
                    <a:pt x="1063" y="2340"/>
                    <a:pt x="2075" y="1293"/>
                    <a:pt x="2716" y="107"/>
                  </a:cubicBezTo>
                  <a:cubicBezTo>
                    <a:pt x="2744" y="55"/>
                    <a:pt x="2701" y="1"/>
                    <a:pt x="2652" y="1"/>
                  </a:cubicBezTo>
                  <a:close/>
                </a:path>
              </a:pathLst>
            </a:custGeom>
            <a:solidFill>
              <a:srgbClr val="9B5334"/>
            </a:solidFill>
            <a:ln>
              <a:noFill/>
            </a:ln>
          </p:spPr>
          <p:txBody>
            <a:bodyPr spcFirstLastPara="1" wrap="square" lIns="121900" tIns="121900" rIns="121900" bIns="121900" anchor="ctr" anchorCtr="0">
              <a:noAutofit/>
            </a:bodyPr>
            <a:lstStyle/>
            <a:p>
              <a:endParaRPr sz="2400"/>
            </a:p>
          </p:txBody>
        </p:sp>
        <p:sp>
          <p:nvSpPr>
            <p:cNvPr id="108" name="Google Shape;1522;p34"/>
            <p:cNvSpPr/>
            <p:nvPr/>
          </p:nvSpPr>
          <p:spPr>
            <a:xfrm>
              <a:off x="11713800" y="4320350"/>
              <a:ext cx="54350" cy="68150"/>
            </a:xfrm>
            <a:custGeom>
              <a:avLst/>
              <a:gdLst/>
              <a:ahLst/>
              <a:cxnLst/>
              <a:rect l="l" t="t" r="r" b="b"/>
              <a:pathLst>
                <a:path w="2174" h="2726" extrusionOk="0">
                  <a:moveTo>
                    <a:pt x="2085" y="0"/>
                  </a:moveTo>
                  <a:cubicBezTo>
                    <a:pt x="2069" y="0"/>
                    <a:pt x="2052" y="6"/>
                    <a:pt x="2037" y="20"/>
                  </a:cubicBezTo>
                  <a:cubicBezTo>
                    <a:pt x="1642" y="375"/>
                    <a:pt x="1334" y="857"/>
                    <a:pt x="1007" y="1277"/>
                  </a:cubicBezTo>
                  <a:cubicBezTo>
                    <a:pt x="679" y="1696"/>
                    <a:pt x="370" y="2122"/>
                    <a:pt x="63" y="2554"/>
                  </a:cubicBezTo>
                  <a:cubicBezTo>
                    <a:pt x="0" y="2642"/>
                    <a:pt x="83" y="2726"/>
                    <a:pt x="168" y="2726"/>
                  </a:cubicBezTo>
                  <a:cubicBezTo>
                    <a:pt x="205" y="2726"/>
                    <a:pt x="242" y="2711"/>
                    <a:pt x="268" y="2674"/>
                  </a:cubicBezTo>
                  <a:cubicBezTo>
                    <a:pt x="590" y="2234"/>
                    <a:pt x="912" y="1795"/>
                    <a:pt x="1250" y="1366"/>
                  </a:cubicBezTo>
                  <a:cubicBezTo>
                    <a:pt x="1564" y="965"/>
                    <a:pt x="1928" y="566"/>
                    <a:pt x="2148" y="106"/>
                  </a:cubicBezTo>
                  <a:cubicBezTo>
                    <a:pt x="2173" y="52"/>
                    <a:pt x="2133" y="0"/>
                    <a:pt x="2085" y="0"/>
                  </a:cubicBezTo>
                  <a:close/>
                </a:path>
              </a:pathLst>
            </a:custGeom>
            <a:solidFill>
              <a:srgbClr val="9B5334"/>
            </a:solidFill>
            <a:ln>
              <a:noFill/>
            </a:ln>
          </p:spPr>
          <p:txBody>
            <a:bodyPr spcFirstLastPara="1" wrap="square" lIns="121900" tIns="121900" rIns="121900" bIns="121900" anchor="ctr" anchorCtr="0">
              <a:noAutofit/>
            </a:bodyPr>
            <a:lstStyle/>
            <a:p>
              <a:endParaRPr sz="2400"/>
            </a:p>
          </p:txBody>
        </p:sp>
        <p:sp>
          <p:nvSpPr>
            <p:cNvPr id="109" name="Google Shape;1523;p34"/>
            <p:cNvSpPr/>
            <p:nvPr/>
          </p:nvSpPr>
          <p:spPr>
            <a:xfrm>
              <a:off x="11679525" y="4269925"/>
              <a:ext cx="74125" cy="96000"/>
            </a:xfrm>
            <a:custGeom>
              <a:avLst/>
              <a:gdLst/>
              <a:ahLst/>
              <a:cxnLst/>
              <a:rect l="l" t="t" r="r" b="b"/>
              <a:pathLst>
                <a:path w="2965" h="3840" extrusionOk="0">
                  <a:moveTo>
                    <a:pt x="2903" y="0"/>
                  </a:moveTo>
                  <a:cubicBezTo>
                    <a:pt x="2825" y="0"/>
                    <a:pt x="2204" y="848"/>
                    <a:pt x="1428" y="1880"/>
                  </a:cubicBezTo>
                  <a:cubicBezTo>
                    <a:pt x="640" y="2935"/>
                    <a:pt x="1" y="3795"/>
                    <a:pt x="54" y="3838"/>
                  </a:cubicBezTo>
                  <a:cubicBezTo>
                    <a:pt x="56" y="3839"/>
                    <a:pt x="57" y="3840"/>
                    <a:pt x="59" y="3840"/>
                  </a:cubicBezTo>
                  <a:cubicBezTo>
                    <a:pt x="142" y="3840"/>
                    <a:pt x="852" y="3061"/>
                    <a:pt x="1625" y="2027"/>
                  </a:cubicBezTo>
                  <a:cubicBezTo>
                    <a:pt x="2420" y="968"/>
                    <a:pt x="2965" y="39"/>
                    <a:pt x="2907" y="1"/>
                  </a:cubicBezTo>
                  <a:cubicBezTo>
                    <a:pt x="2906" y="1"/>
                    <a:pt x="2905" y="0"/>
                    <a:pt x="2903" y="0"/>
                  </a:cubicBezTo>
                  <a:close/>
                </a:path>
              </a:pathLst>
            </a:custGeom>
            <a:solidFill>
              <a:srgbClr val="9B5334"/>
            </a:solidFill>
            <a:ln>
              <a:noFill/>
            </a:ln>
          </p:spPr>
          <p:txBody>
            <a:bodyPr spcFirstLastPara="1" wrap="square" lIns="121900" tIns="121900" rIns="121900" bIns="121900" anchor="ctr" anchorCtr="0">
              <a:noAutofit/>
            </a:bodyPr>
            <a:lstStyle/>
            <a:p>
              <a:endParaRPr sz="2400"/>
            </a:p>
          </p:txBody>
        </p:sp>
        <p:sp>
          <p:nvSpPr>
            <p:cNvPr id="110" name="Google Shape;1524;p34"/>
            <p:cNvSpPr/>
            <p:nvPr/>
          </p:nvSpPr>
          <p:spPr>
            <a:xfrm>
              <a:off x="11204500" y="3812850"/>
              <a:ext cx="238525" cy="358000"/>
            </a:xfrm>
            <a:custGeom>
              <a:avLst/>
              <a:gdLst/>
              <a:ahLst/>
              <a:cxnLst/>
              <a:rect l="l" t="t" r="r" b="b"/>
              <a:pathLst>
                <a:path w="9541" h="14320" extrusionOk="0">
                  <a:moveTo>
                    <a:pt x="0" y="0"/>
                  </a:moveTo>
                  <a:lnTo>
                    <a:pt x="85" y="9549"/>
                  </a:lnTo>
                  <a:cubicBezTo>
                    <a:pt x="108" y="12176"/>
                    <a:pt x="2232" y="14320"/>
                    <a:pt x="4792" y="14320"/>
                  </a:cubicBezTo>
                  <a:cubicBezTo>
                    <a:pt x="4962" y="14320"/>
                    <a:pt x="5134" y="14310"/>
                    <a:pt x="5308" y="14291"/>
                  </a:cubicBezTo>
                  <a:lnTo>
                    <a:pt x="5397" y="14281"/>
                  </a:lnTo>
                  <a:cubicBezTo>
                    <a:pt x="7784" y="13990"/>
                    <a:pt x="9540" y="11889"/>
                    <a:pt x="9519" y="9483"/>
                  </a:cubicBezTo>
                  <a:lnTo>
                    <a:pt x="9489" y="6176"/>
                  </a:lnTo>
                  <a:lnTo>
                    <a:pt x="0" y="0"/>
                  </a:lnTo>
                  <a:close/>
                </a:path>
              </a:pathLst>
            </a:custGeom>
            <a:solidFill>
              <a:srgbClr val="7C5F50"/>
            </a:solidFill>
            <a:ln>
              <a:noFill/>
            </a:ln>
          </p:spPr>
          <p:txBody>
            <a:bodyPr spcFirstLastPara="1" wrap="square" lIns="121900" tIns="121900" rIns="121900" bIns="121900" anchor="ctr" anchorCtr="0">
              <a:noAutofit/>
            </a:bodyPr>
            <a:lstStyle/>
            <a:p>
              <a:endParaRPr sz="2400"/>
            </a:p>
          </p:txBody>
        </p:sp>
        <p:sp>
          <p:nvSpPr>
            <p:cNvPr id="111" name="Google Shape;1525;p34"/>
            <p:cNvSpPr/>
            <p:nvPr/>
          </p:nvSpPr>
          <p:spPr>
            <a:xfrm>
              <a:off x="11236400" y="3862150"/>
              <a:ext cx="205325" cy="210175"/>
            </a:xfrm>
            <a:custGeom>
              <a:avLst/>
              <a:gdLst/>
              <a:ahLst/>
              <a:cxnLst/>
              <a:rect l="l" t="t" r="r" b="b"/>
              <a:pathLst>
                <a:path w="8213" h="8407" extrusionOk="0">
                  <a:moveTo>
                    <a:pt x="1" y="1"/>
                  </a:moveTo>
                  <a:lnTo>
                    <a:pt x="1" y="1"/>
                  </a:lnTo>
                  <a:cubicBezTo>
                    <a:pt x="292" y="7312"/>
                    <a:pt x="4194" y="8407"/>
                    <a:pt x="6506" y="8407"/>
                  </a:cubicBezTo>
                  <a:cubicBezTo>
                    <a:pt x="7496" y="8407"/>
                    <a:pt x="8194" y="8206"/>
                    <a:pt x="8194" y="8206"/>
                  </a:cubicBezTo>
                  <a:lnTo>
                    <a:pt x="8213" y="4204"/>
                  </a:lnTo>
                  <a:lnTo>
                    <a:pt x="1" y="1"/>
                  </a:lnTo>
                  <a:close/>
                </a:path>
              </a:pathLst>
            </a:custGeom>
            <a:solidFill>
              <a:srgbClr val="735749"/>
            </a:solidFill>
            <a:ln>
              <a:noFill/>
            </a:ln>
          </p:spPr>
          <p:txBody>
            <a:bodyPr spcFirstLastPara="1" wrap="square" lIns="121900" tIns="121900" rIns="121900" bIns="121900" anchor="ctr" anchorCtr="0">
              <a:noAutofit/>
            </a:bodyPr>
            <a:lstStyle/>
            <a:p>
              <a:endParaRPr sz="2400"/>
            </a:p>
          </p:txBody>
        </p:sp>
        <p:sp>
          <p:nvSpPr>
            <p:cNvPr id="112" name="Google Shape;1526;p34"/>
            <p:cNvSpPr/>
            <p:nvPr/>
          </p:nvSpPr>
          <p:spPr>
            <a:xfrm>
              <a:off x="11144125" y="3723100"/>
              <a:ext cx="81425" cy="101100"/>
            </a:xfrm>
            <a:custGeom>
              <a:avLst/>
              <a:gdLst/>
              <a:ahLst/>
              <a:cxnLst/>
              <a:rect l="l" t="t" r="r" b="b"/>
              <a:pathLst>
                <a:path w="3257" h="4044" extrusionOk="0">
                  <a:moveTo>
                    <a:pt x="1594" y="1"/>
                  </a:moveTo>
                  <a:cubicBezTo>
                    <a:pt x="1299" y="1"/>
                    <a:pt x="1003" y="71"/>
                    <a:pt x="767" y="244"/>
                  </a:cubicBezTo>
                  <a:cubicBezTo>
                    <a:pt x="489" y="448"/>
                    <a:pt x="320" y="773"/>
                    <a:pt x="228" y="1105"/>
                  </a:cubicBezTo>
                  <a:cubicBezTo>
                    <a:pt x="0" y="1934"/>
                    <a:pt x="235" y="2889"/>
                    <a:pt x="864" y="3476"/>
                  </a:cubicBezTo>
                  <a:cubicBezTo>
                    <a:pt x="1256" y="3843"/>
                    <a:pt x="1796" y="4044"/>
                    <a:pt x="2330" y="4044"/>
                  </a:cubicBezTo>
                  <a:cubicBezTo>
                    <a:pt x="2652" y="4044"/>
                    <a:pt x="2972" y="3971"/>
                    <a:pt x="3256" y="3818"/>
                  </a:cubicBezTo>
                  <a:lnTo>
                    <a:pt x="2899" y="334"/>
                  </a:lnTo>
                  <a:cubicBezTo>
                    <a:pt x="2553" y="199"/>
                    <a:pt x="2202" y="61"/>
                    <a:pt x="1832" y="15"/>
                  </a:cubicBezTo>
                  <a:cubicBezTo>
                    <a:pt x="1754" y="6"/>
                    <a:pt x="1674" y="1"/>
                    <a:pt x="1594" y="1"/>
                  </a:cubicBezTo>
                  <a:close/>
                </a:path>
              </a:pathLst>
            </a:custGeom>
            <a:solidFill>
              <a:srgbClr val="7C5F50"/>
            </a:solidFill>
            <a:ln>
              <a:noFill/>
            </a:ln>
          </p:spPr>
          <p:txBody>
            <a:bodyPr spcFirstLastPara="1" wrap="square" lIns="121900" tIns="121900" rIns="121900" bIns="121900" anchor="ctr" anchorCtr="0">
              <a:noAutofit/>
            </a:bodyPr>
            <a:lstStyle/>
            <a:p>
              <a:endParaRPr sz="2400"/>
            </a:p>
          </p:txBody>
        </p:sp>
        <p:sp>
          <p:nvSpPr>
            <p:cNvPr id="113" name="Google Shape;1527;p34"/>
            <p:cNvSpPr/>
            <p:nvPr/>
          </p:nvSpPr>
          <p:spPr>
            <a:xfrm>
              <a:off x="11161375" y="3737125"/>
              <a:ext cx="41725" cy="65275"/>
            </a:xfrm>
            <a:custGeom>
              <a:avLst/>
              <a:gdLst/>
              <a:ahLst/>
              <a:cxnLst/>
              <a:rect l="l" t="t" r="r" b="b"/>
              <a:pathLst>
                <a:path w="1669" h="2611" extrusionOk="0">
                  <a:moveTo>
                    <a:pt x="705" y="1"/>
                  </a:moveTo>
                  <a:cubicBezTo>
                    <a:pt x="649" y="1"/>
                    <a:pt x="601" y="72"/>
                    <a:pt x="650" y="123"/>
                  </a:cubicBezTo>
                  <a:cubicBezTo>
                    <a:pt x="850" y="322"/>
                    <a:pt x="1039" y="533"/>
                    <a:pt x="1208" y="759"/>
                  </a:cubicBezTo>
                  <a:lnTo>
                    <a:pt x="1208" y="759"/>
                  </a:lnTo>
                  <a:cubicBezTo>
                    <a:pt x="1144" y="740"/>
                    <a:pt x="1077" y="732"/>
                    <a:pt x="1010" y="732"/>
                  </a:cubicBezTo>
                  <a:cubicBezTo>
                    <a:pt x="687" y="732"/>
                    <a:pt x="355" y="936"/>
                    <a:pt x="230" y="1281"/>
                  </a:cubicBezTo>
                  <a:cubicBezTo>
                    <a:pt x="1" y="1909"/>
                    <a:pt x="535" y="2610"/>
                    <a:pt x="1170" y="2610"/>
                  </a:cubicBezTo>
                  <a:cubicBezTo>
                    <a:pt x="1237" y="2610"/>
                    <a:pt x="1305" y="2603"/>
                    <a:pt x="1373" y="2586"/>
                  </a:cubicBezTo>
                  <a:cubicBezTo>
                    <a:pt x="1477" y="2561"/>
                    <a:pt x="1459" y="2427"/>
                    <a:pt x="1373" y="2394"/>
                  </a:cubicBezTo>
                  <a:cubicBezTo>
                    <a:pt x="1019" y="2260"/>
                    <a:pt x="646" y="2165"/>
                    <a:pt x="547" y="1742"/>
                  </a:cubicBezTo>
                  <a:cubicBezTo>
                    <a:pt x="452" y="1332"/>
                    <a:pt x="731" y="994"/>
                    <a:pt x="1066" y="994"/>
                  </a:cubicBezTo>
                  <a:cubicBezTo>
                    <a:pt x="1211" y="994"/>
                    <a:pt x="1366" y="1056"/>
                    <a:pt x="1507" y="1203"/>
                  </a:cubicBezTo>
                  <a:cubicBezTo>
                    <a:pt x="1522" y="1220"/>
                    <a:pt x="1540" y="1226"/>
                    <a:pt x="1559" y="1226"/>
                  </a:cubicBezTo>
                  <a:cubicBezTo>
                    <a:pt x="1614" y="1226"/>
                    <a:pt x="1669" y="1165"/>
                    <a:pt x="1631" y="1108"/>
                  </a:cubicBezTo>
                  <a:cubicBezTo>
                    <a:pt x="1606" y="1062"/>
                    <a:pt x="1579" y="1021"/>
                    <a:pt x="1548" y="983"/>
                  </a:cubicBezTo>
                  <a:lnTo>
                    <a:pt x="1548" y="983"/>
                  </a:lnTo>
                  <a:cubicBezTo>
                    <a:pt x="1311" y="634"/>
                    <a:pt x="1063" y="318"/>
                    <a:pt x="753" y="21"/>
                  </a:cubicBezTo>
                  <a:cubicBezTo>
                    <a:pt x="738" y="7"/>
                    <a:pt x="721" y="1"/>
                    <a:pt x="705" y="1"/>
                  </a:cubicBezTo>
                  <a:close/>
                </a:path>
              </a:pathLst>
            </a:custGeom>
            <a:solidFill>
              <a:schemeClr val="tx1"/>
            </a:solidFill>
            <a:ln>
              <a:noFill/>
            </a:ln>
          </p:spPr>
          <p:txBody>
            <a:bodyPr spcFirstLastPara="1" wrap="square" lIns="121900" tIns="121900" rIns="121900" bIns="121900" anchor="ctr" anchorCtr="0">
              <a:noAutofit/>
            </a:bodyPr>
            <a:lstStyle/>
            <a:p>
              <a:endParaRPr sz="2400"/>
            </a:p>
          </p:txBody>
        </p:sp>
        <p:sp>
          <p:nvSpPr>
            <p:cNvPr id="114" name="Google Shape;1528;p34"/>
            <p:cNvSpPr/>
            <p:nvPr/>
          </p:nvSpPr>
          <p:spPr>
            <a:xfrm>
              <a:off x="11167625" y="3534950"/>
              <a:ext cx="396100" cy="455925"/>
            </a:xfrm>
            <a:custGeom>
              <a:avLst/>
              <a:gdLst/>
              <a:ahLst/>
              <a:cxnLst/>
              <a:rect l="l" t="t" r="r" b="b"/>
              <a:pathLst>
                <a:path w="15844" h="18237" extrusionOk="0">
                  <a:moveTo>
                    <a:pt x="7082" y="0"/>
                  </a:moveTo>
                  <a:cubicBezTo>
                    <a:pt x="6703" y="0"/>
                    <a:pt x="6476" y="36"/>
                    <a:pt x="6476" y="36"/>
                  </a:cubicBezTo>
                  <a:cubicBezTo>
                    <a:pt x="1" y="494"/>
                    <a:pt x="828" y="5404"/>
                    <a:pt x="2100" y="11948"/>
                  </a:cubicBezTo>
                  <a:cubicBezTo>
                    <a:pt x="2937" y="16259"/>
                    <a:pt x="5547" y="18236"/>
                    <a:pt x="9551" y="18236"/>
                  </a:cubicBezTo>
                  <a:cubicBezTo>
                    <a:pt x="9611" y="18236"/>
                    <a:pt x="9671" y="18236"/>
                    <a:pt x="9731" y="18235"/>
                  </a:cubicBezTo>
                  <a:cubicBezTo>
                    <a:pt x="13193" y="18185"/>
                    <a:pt x="15844" y="15934"/>
                    <a:pt x="14219" y="7326"/>
                  </a:cubicBezTo>
                  <a:cubicBezTo>
                    <a:pt x="12958" y="641"/>
                    <a:pt x="8677" y="0"/>
                    <a:pt x="7082" y="0"/>
                  </a:cubicBezTo>
                  <a:close/>
                </a:path>
              </a:pathLst>
            </a:custGeom>
            <a:solidFill>
              <a:srgbClr val="7C5F50"/>
            </a:solidFill>
            <a:ln>
              <a:noFill/>
            </a:ln>
          </p:spPr>
          <p:txBody>
            <a:bodyPr spcFirstLastPara="1" wrap="square" lIns="121900" tIns="121900" rIns="121900" bIns="121900" anchor="ctr" anchorCtr="0">
              <a:noAutofit/>
            </a:bodyPr>
            <a:lstStyle/>
            <a:p>
              <a:endParaRPr sz="2400"/>
            </a:p>
          </p:txBody>
        </p:sp>
        <p:sp>
          <p:nvSpPr>
            <p:cNvPr id="115" name="Google Shape;1529;p34"/>
            <p:cNvSpPr/>
            <p:nvPr/>
          </p:nvSpPr>
          <p:spPr>
            <a:xfrm>
              <a:off x="11381325" y="3670750"/>
              <a:ext cx="35375" cy="158500"/>
            </a:xfrm>
            <a:custGeom>
              <a:avLst/>
              <a:gdLst/>
              <a:ahLst/>
              <a:cxnLst/>
              <a:rect l="l" t="t" r="r" b="b"/>
              <a:pathLst>
                <a:path w="1415" h="6340" extrusionOk="0">
                  <a:moveTo>
                    <a:pt x="891" y="1"/>
                  </a:moveTo>
                  <a:cubicBezTo>
                    <a:pt x="857" y="1"/>
                    <a:pt x="825" y="23"/>
                    <a:pt x="825" y="70"/>
                  </a:cubicBezTo>
                  <a:cubicBezTo>
                    <a:pt x="821" y="1055"/>
                    <a:pt x="868" y="2039"/>
                    <a:pt x="898" y="3024"/>
                  </a:cubicBezTo>
                  <a:cubicBezTo>
                    <a:pt x="914" y="3536"/>
                    <a:pt x="1269" y="6036"/>
                    <a:pt x="356" y="6036"/>
                  </a:cubicBezTo>
                  <a:cubicBezTo>
                    <a:pt x="322" y="6036"/>
                    <a:pt x="286" y="6032"/>
                    <a:pt x="248" y="6025"/>
                  </a:cubicBezTo>
                  <a:cubicBezTo>
                    <a:pt x="237" y="6023"/>
                    <a:pt x="227" y="6022"/>
                    <a:pt x="217" y="6022"/>
                  </a:cubicBezTo>
                  <a:cubicBezTo>
                    <a:pt x="60" y="6022"/>
                    <a:pt x="0" y="6261"/>
                    <a:pt x="172" y="6304"/>
                  </a:cubicBezTo>
                  <a:cubicBezTo>
                    <a:pt x="267" y="6328"/>
                    <a:pt x="355" y="6339"/>
                    <a:pt x="435" y="6339"/>
                  </a:cubicBezTo>
                  <a:cubicBezTo>
                    <a:pt x="937" y="6339"/>
                    <a:pt x="1150" y="5898"/>
                    <a:pt x="1214" y="5362"/>
                  </a:cubicBezTo>
                  <a:cubicBezTo>
                    <a:pt x="1414" y="3699"/>
                    <a:pt x="1158" y="1730"/>
                    <a:pt x="968" y="70"/>
                  </a:cubicBezTo>
                  <a:cubicBezTo>
                    <a:pt x="963" y="25"/>
                    <a:pt x="926" y="1"/>
                    <a:pt x="891" y="1"/>
                  </a:cubicBezTo>
                  <a:close/>
                </a:path>
              </a:pathLst>
            </a:custGeom>
            <a:solidFill>
              <a:schemeClr val="tx1"/>
            </a:solidFill>
            <a:ln>
              <a:noFill/>
            </a:ln>
          </p:spPr>
          <p:txBody>
            <a:bodyPr spcFirstLastPara="1" wrap="square" lIns="121900" tIns="121900" rIns="121900" bIns="121900" anchor="ctr" anchorCtr="0">
              <a:noAutofit/>
            </a:bodyPr>
            <a:lstStyle/>
            <a:p>
              <a:endParaRPr sz="2400"/>
            </a:p>
          </p:txBody>
        </p:sp>
        <p:sp>
          <p:nvSpPr>
            <p:cNvPr id="116" name="Google Shape;1530;p34"/>
            <p:cNvSpPr/>
            <p:nvPr/>
          </p:nvSpPr>
          <p:spPr>
            <a:xfrm>
              <a:off x="11342550" y="3740875"/>
              <a:ext cx="24500" cy="23525"/>
            </a:xfrm>
            <a:custGeom>
              <a:avLst/>
              <a:gdLst/>
              <a:ahLst/>
              <a:cxnLst/>
              <a:rect l="l" t="t" r="r" b="b"/>
              <a:pathLst>
                <a:path w="980" h="941" extrusionOk="0">
                  <a:moveTo>
                    <a:pt x="474" y="1"/>
                  </a:moveTo>
                  <a:cubicBezTo>
                    <a:pt x="472" y="1"/>
                    <a:pt x="471" y="1"/>
                    <a:pt x="469" y="1"/>
                  </a:cubicBezTo>
                  <a:cubicBezTo>
                    <a:pt x="209" y="3"/>
                    <a:pt x="0" y="215"/>
                    <a:pt x="3" y="475"/>
                  </a:cubicBezTo>
                  <a:cubicBezTo>
                    <a:pt x="5" y="665"/>
                    <a:pt x="121" y="836"/>
                    <a:pt x="297" y="907"/>
                  </a:cubicBezTo>
                  <a:cubicBezTo>
                    <a:pt x="354" y="930"/>
                    <a:pt x="413" y="941"/>
                    <a:pt x="473" y="941"/>
                  </a:cubicBezTo>
                  <a:cubicBezTo>
                    <a:pt x="597" y="941"/>
                    <a:pt x="718" y="892"/>
                    <a:pt x="809" y="800"/>
                  </a:cubicBezTo>
                  <a:cubicBezTo>
                    <a:pt x="942" y="665"/>
                    <a:pt x="980" y="462"/>
                    <a:pt x="906" y="287"/>
                  </a:cubicBezTo>
                  <a:cubicBezTo>
                    <a:pt x="833" y="113"/>
                    <a:pt x="662" y="1"/>
                    <a:pt x="474" y="1"/>
                  </a:cubicBezTo>
                  <a:close/>
                </a:path>
              </a:pathLst>
            </a:custGeom>
            <a:solidFill>
              <a:srgbClr val="1B1F26"/>
            </a:solidFill>
            <a:ln>
              <a:noFill/>
            </a:ln>
          </p:spPr>
          <p:txBody>
            <a:bodyPr spcFirstLastPara="1" wrap="square" lIns="121900" tIns="121900" rIns="121900" bIns="121900" anchor="ctr" anchorCtr="0">
              <a:noAutofit/>
            </a:bodyPr>
            <a:lstStyle/>
            <a:p>
              <a:endParaRPr sz="2400"/>
            </a:p>
          </p:txBody>
        </p:sp>
        <p:sp>
          <p:nvSpPr>
            <p:cNvPr id="117" name="Google Shape;1531;p34"/>
            <p:cNvSpPr/>
            <p:nvPr/>
          </p:nvSpPr>
          <p:spPr>
            <a:xfrm>
              <a:off x="11451025" y="3737675"/>
              <a:ext cx="24500" cy="23550"/>
            </a:xfrm>
            <a:custGeom>
              <a:avLst/>
              <a:gdLst/>
              <a:ahLst/>
              <a:cxnLst/>
              <a:rect l="l" t="t" r="r" b="b"/>
              <a:pathLst>
                <a:path w="980" h="942" extrusionOk="0">
                  <a:moveTo>
                    <a:pt x="473" y="1"/>
                  </a:moveTo>
                  <a:cubicBezTo>
                    <a:pt x="471" y="1"/>
                    <a:pt x="469" y="1"/>
                    <a:pt x="468" y="1"/>
                  </a:cubicBezTo>
                  <a:cubicBezTo>
                    <a:pt x="209" y="3"/>
                    <a:pt x="0" y="215"/>
                    <a:pt x="2" y="475"/>
                  </a:cubicBezTo>
                  <a:cubicBezTo>
                    <a:pt x="3" y="665"/>
                    <a:pt x="120" y="835"/>
                    <a:pt x="297" y="907"/>
                  </a:cubicBezTo>
                  <a:cubicBezTo>
                    <a:pt x="353" y="930"/>
                    <a:pt x="413" y="941"/>
                    <a:pt x="472" y="941"/>
                  </a:cubicBezTo>
                  <a:cubicBezTo>
                    <a:pt x="595" y="941"/>
                    <a:pt x="717" y="892"/>
                    <a:pt x="807" y="801"/>
                  </a:cubicBezTo>
                  <a:cubicBezTo>
                    <a:pt x="941" y="665"/>
                    <a:pt x="980" y="462"/>
                    <a:pt x="905" y="287"/>
                  </a:cubicBezTo>
                  <a:cubicBezTo>
                    <a:pt x="831" y="114"/>
                    <a:pt x="662" y="1"/>
                    <a:pt x="473" y="1"/>
                  </a:cubicBezTo>
                  <a:close/>
                </a:path>
              </a:pathLst>
            </a:custGeom>
            <a:solidFill>
              <a:srgbClr val="1B1F26"/>
            </a:solidFill>
            <a:ln>
              <a:noFill/>
            </a:ln>
          </p:spPr>
          <p:txBody>
            <a:bodyPr spcFirstLastPara="1" wrap="square" lIns="121900" tIns="121900" rIns="121900" bIns="121900" anchor="ctr" anchorCtr="0">
              <a:noAutofit/>
            </a:bodyPr>
            <a:lstStyle/>
            <a:p>
              <a:endParaRPr sz="2400"/>
            </a:p>
          </p:txBody>
        </p:sp>
        <p:sp>
          <p:nvSpPr>
            <p:cNvPr id="118" name="Google Shape;1532;p34"/>
            <p:cNvSpPr/>
            <p:nvPr/>
          </p:nvSpPr>
          <p:spPr>
            <a:xfrm>
              <a:off x="11424475" y="3681875"/>
              <a:ext cx="60025" cy="17400"/>
            </a:xfrm>
            <a:custGeom>
              <a:avLst/>
              <a:gdLst/>
              <a:ahLst/>
              <a:cxnLst/>
              <a:rect l="l" t="t" r="r" b="b"/>
              <a:pathLst>
                <a:path w="2401" h="696" extrusionOk="0">
                  <a:moveTo>
                    <a:pt x="1109" y="1"/>
                  </a:moveTo>
                  <a:cubicBezTo>
                    <a:pt x="731" y="1"/>
                    <a:pt x="358" y="99"/>
                    <a:pt x="105" y="285"/>
                  </a:cubicBezTo>
                  <a:cubicBezTo>
                    <a:pt x="0" y="362"/>
                    <a:pt x="39" y="553"/>
                    <a:pt x="163" y="553"/>
                  </a:cubicBezTo>
                  <a:cubicBezTo>
                    <a:pt x="178" y="553"/>
                    <a:pt x="195" y="549"/>
                    <a:pt x="214" y="543"/>
                  </a:cubicBezTo>
                  <a:cubicBezTo>
                    <a:pt x="522" y="430"/>
                    <a:pt x="797" y="330"/>
                    <a:pt x="1115" y="330"/>
                  </a:cubicBezTo>
                  <a:cubicBezTo>
                    <a:pt x="1172" y="330"/>
                    <a:pt x="1231" y="334"/>
                    <a:pt x="1292" y="341"/>
                  </a:cubicBezTo>
                  <a:cubicBezTo>
                    <a:pt x="1650" y="382"/>
                    <a:pt x="1920" y="568"/>
                    <a:pt x="2247" y="690"/>
                  </a:cubicBezTo>
                  <a:cubicBezTo>
                    <a:pt x="2257" y="694"/>
                    <a:pt x="2266" y="696"/>
                    <a:pt x="2276" y="696"/>
                  </a:cubicBezTo>
                  <a:cubicBezTo>
                    <a:pt x="2345" y="696"/>
                    <a:pt x="2400" y="605"/>
                    <a:pt x="2359" y="544"/>
                  </a:cubicBezTo>
                  <a:cubicBezTo>
                    <a:pt x="2114" y="173"/>
                    <a:pt x="1608" y="1"/>
                    <a:pt x="1109" y="1"/>
                  </a:cubicBezTo>
                  <a:close/>
                </a:path>
              </a:pathLst>
            </a:custGeom>
            <a:solidFill>
              <a:srgbClr val="1D2239"/>
            </a:solidFill>
            <a:ln>
              <a:noFill/>
            </a:ln>
          </p:spPr>
          <p:txBody>
            <a:bodyPr spcFirstLastPara="1" wrap="square" lIns="121900" tIns="121900" rIns="121900" bIns="121900" anchor="ctr" anchorCtr="0">
              <a:noAutofit/>
            </a:bodyPr>
            <a:lstStyle/>
            <a:p>
              <a:endParaRPr sz="2400"/>
            </a:p>
          </p:txBody>
        </p:sp>
        <p:sp>
          <p:nvSpPr>
            <p:cNvPr id="119" name="Google Shape;1533;p34"/>
            <p:cNvSpPr/>
            <p:nvPr/>
          </p:nvSpPr>
          <p:spPr>
            <a:xfrm>
              <a:off x="11305925" y="3678625"/>
              <a:ext cx="60025" cy="17375"/>
            </a:xfrm>
            <a:custGeom>
              <a:avLst/>
              <a:gdLst/>
              <a:ahLst/>
              <a:cxnLst/>
              <a:rect l="l" t="t" r="r" b="b"/>
              <a:pathLst>
                <a:path w="2401" h="695" extrusionOk="0">
                  <a:moveTo>
                    <a:pt x="1109" y="1"/>
                  </a:moveTo>
                  <a:cubicBezTo>
                    <a:pt x="731" y="1"/>
                    <a:pt x="358" y="99"/>
                    <a:pt x="105" y="285"/>
                  </a:cubicBezTo>
                  <a:cubicBezTo>
                    <a:pt x="0" y="362"/>
                    <a:pt x="39" y="553"/>
                    <a:pt x="163" y="553"/>
                  </a:cubicBezTo>
                  <a:cubicBezTo>
                    <a:pt x="178" y="553"/>
                    <a:pt x="195" y="550"/>
                    <a:pt x="214" y="543"/>
                  </a:cubicBezTo>
                  <a:cubicBezTo>
                    <a:pt x="522" y="429"/>
                    <a:pt x="796" y="330"/>
                    <a:pt x="1114" y="330"/>
                  </a:cubicBezTo>
                  <a:cubicBezTo>
                    <a:pt x="1172" y="330"/>
                    <a:pt x="1231" y="334"/>
                    <a:pt x="1292" y="341"/>
                  </a:cubicBezTo>
                  <a:cubicBezTo>
                    <a:pt x="1649" y="381"/>
                    <a:pt x="1920" y="568"/>
                    <a:pt x="2247" y="689"/>
                  </a:cubicBezTo>
                  <a:cubicBezTo>
                    <a:pt x="2257" y="693"/>
                    <a:pt x="2267" y="695"/>
                    <a:pt x="2276" y="695"/>
                  </a:cubicBezTo>
                  <a:cubicBezTo>
                    <a:pt x="2345" y="695"/>
                    <a:pt x="2400" y="605"/>
                    <a:pt x="2359" y="544"/>
                  </a:cubicBezTo>
                  <a:cubicBezTo>
                    <a:pt x="2114" y="173"/>
                    <a:pt x="1608" y="1"/>
                    <a:pt x="1109" y="1"/>
                  </a:cubicBezTo>
                  <a:close/>
                </a:path>
              </a:pathLst>
            </a:custGeom>
            <a:solidFill>
              <a:srgbClr val="1D2239"/>
            </a:solidFill>
            <a:ln>
              <a:noFill/>
            </a:ln>
          </p:spPr>
          <p:txBody>
            <a:bodyPr spcFirstLastPara="1" wrap="square" lIns="121900" tIns="121900" rIns="121900" bIns="121900" anchor="ctr" anchorCtr="0">
              <a:noAutofit/>
            </a:bodyPr>
            <a:lstStyle/>
            <a:p>
              <a:endParaRPr sz="2400"/>
            </a:p>
          </p:txBody>
        </p:sp>
        <p:sp>
          <p:nvSpPr>
            <p:cNvPr id="120" name="Google Shape;1534;p34"/>
            <p:cNvSpPr/>
            <p:nvPr/>
          </p:nvSpPr>
          <p:spPr>
            <a:xfrm>
              <a:off x="11185175" y="3525925"/>
              <a:ext cx="330000" cy="203800"/>
            </a:xfrm>
            <a:custGeom>
              <a:avLst/>
              <a:gdLst/>
              <a:ahLst/>
              <a:cxnLst/>
              <a:rect l="l" t="t" r="r" b="b"/>
              <a:pathLst>
                <a:path w="12554" h="8152" extrusionOk="0">
                  <a:moveTo>
                    <a:pt x="6178" y="1"/>
                  </a:moveTo>
                  <a:cubicBezTo>
                    <a:pt x="5934" y="1"/>
                    <a:pt x="5691" y="8"/>
                    <a:pt x="5449" y="21"/>
                  </a:cubicBezTo>
                  <a:cubicBezTo>
                    <a:pt x="4498" y="72"/>
                    <a:pt x="3525" y="214"/>
                    <a:pt x="2695" y="678"/>
                  </a:cubicBezTo>
                  <a:cubicBezTo>
                    <a:pt x="1582" y="1299"/>
                    <a:pt x="831" y="2455"/>
                    <a:pt x="509" y="3689"/>
                  </a:cubicBezTo>
                  <a:cubicBezTo>
                    <a:pt x="187" y="4922"/>
                    <a:pt x="1" y="6595"/>
                    <a:pt x="237" y="7848"/>
                  </a:cubicBezTo>
                  <a:lnTo>
                    <a:pt x="1098" y="8151"/>
                  </a:lnTo>
                  <a:cubicBezTo>
                    <a:pt x="1318" y="8092"/>
                    <a:pt x="1404" y="7834"/>
                    <a:pt x="1454" y="7611"/>
                  </a:cubicBezTo>
                  <a:cubicBezTo>
                    <a:pt x="1721" y="6421"/>
                    <a:pt x="1903" y="5214"/>
                    <a:pt x="2000" y="3999"/>
                  </a:cubicBezTo>
                  <a:cubicBezTo>
                    <a:pt x="2637" y="4565"/>
                    <a:pt x="3446" y="5003"/>
                    <a:pt x="4292" y="5003"/>
                  </a:cubicBezTo>
                  <a:cubicBezTo>
                    <a:pt x="4349" y="5003"/>
                    <a:pt x="4406" y="5001"/>
                    <a:pt x="4463" y="4997"/>
                  </a:cubicBezTo>
                  <a:cubicBezTo>
                    <a:pt x="5371" y="4933"/>
                    <a:pt x="6262" y="4210"/>
                    <a:pt x="6282" y="3299"/>
                  </a:cubicBezTo>
                  <a:cubicBezTo>
                    <a:pt x="7178" y="4057"/>
                    <a:pt x="8160" y="4768"/>
                    <a:pt x="9298" y="5049"/>
                  </a:cubicBezTo>
                  <a:cubicBezTo>
                    <a:pt x="9599" y="5124"/>
                    <a:pt x="9913" y="5162"/>
                    <a:pt x="10227" y="5162"/>
                  </a:cubicBezTo>
                  <a:cubicBezTo>
                    <a:pt x="11101" y="5162"/>
                    <a:pt x="11970" y="4864"/>
                    <a:pt x="12534" y="4210"/>
                  </a:cubicBezTo>
                  <a:lnTo>
                    <a:pt x="12553" y="4263"/>
                  </a:lnTo>
                  <a:cubicBezTo>
                    <a:pt x="12063" y="2591"/>
                    <a:pt x="10780" y="1170"/>
                    <a:pt x="9166" y="513"/>
                  </a:cubicBezTo>
                  <a:cubicBezTo>
                    <a:pt x="8223" y="129"/>
                    <a:pt x="7199" y="1"/>
                    <a:pt x="6178" y="1"/>
                  </a:cubicBezTo>
                  <a:close/>
                </a:path>
              </a:pathLst>
            </a:custGeom>
            <a:solidFill>
              <a:srgbClr val="2D1616"/>
            </a:solidFill>
            <a:ln>
              <a:noFill/>
            </a:ln>
          </p:spPr>
          <p:txBody>
            <a:bodyPr spcFirstLastPara="1" wrap="square" lIns="121900" tIns="121900" rIns="121900" bIns="121900" anchor="ctr" anchorCtr="0">
              <a:noAutofit/>
            </a:bodyPr>
            <a:lstStyle/>
            <a:p>
              <a:endParaRPr sz="2400"/>
            </a:p>
          </p:txBody>
        </p:sp>
        <p:sp>
          <p:nvSpPr>
            <p:cNvPr id="121" name="Google Shape;1535;p34"/>
            <p:cNvSpPr/>
            <p:nvPr/>
          </p:nvSpPr>
          <p:spPr>
            <a:xfrm>
              <a:off x="11363225" y="3834525"/>
              <a:ext cx="44950" cy="28125"/>
            </a:xfrm>
            <a:custGeom>
              <a:avLst/>
              <a:gdLst/>
              <a:ahLst/>
              <a:cxnLst/>
              <a:rect l="l" t="t" r="r" b="b"/>
              <a:pathLst>
                <a:path w="1798" h="1125" extrusionOk="0">
                  <a:moveTo>
                    <a:pt x="124" y="1"/>
                  </a:moveTo>
                  <a:cubicBezTo>
                    <a:pt x="65" y="1"/>
                    <a:pt x="3" y="53"/>
                    <a:pt x="3" y="116"/>
                  </a:cubicBezTo>
                  <a:cubicBezTo>
                    <a:pt x="0" y="685"/>
                    <a:pt x="663" y="1124"/>
                    <a:pt x="1240" y="1124"/>
                  </a:cubicBezTo>
                  <a:cubicBezTo>
                    <a:pt x="1422" y="1124"/>
                    <a:pt x="1596" y="1080"/>
                    <a:pt x="1737" y="982"/>
                  </a:cubicBezTo>
                  <a:cubicBezTo>
                    <a:pt x="1797" y="941"/>
                    <a:pt x="1777" y="847"/>
                    <a:pt x="1701" y="845"/>
                  </a:cubicBezTo>
                  <a:lnTo>
                    <a:pt x="1701" y="843"/>
                  </a:lnTo>
                  <a:cubicBezTo>
                    <a:pt x="1359" y="835"/>
                    <a:pt x="1043" y="863"/>
                    <a:pt x="738" y="675"/>
                  </a:cubicBezTo>
                  <a:cubicBezTo>
                    <a:pt x="475" y="511"/>
                    <a:pt x="381" y="263"/>
                    <a:pt x="197" y="36"/>
                  </a:cubicBezTo>
                  <a:cubicBezTo>
                    <a:pt x="177" y="11"/>
                    <a:pt x="151" y="1"/>
                    <a:pt x="124" y="1"/>
                  </a:cubicBezTo>
                  <a:close/>
                </a:path>
              </a:pathLst>
            </a:custGeom>
            <a:solidFill>
              <a:srgbClr val="9B5334"/>
            </a:solidFill>
            <a:ln>
              <a:noFill/>
            </a:ln>
          </p:spPr>
          <p:txBody>
            <a:bodyPr spcFirstLastPara="1" wrap="square" lIns="121900" tIns="121900" rIns="121900" bIns="121900" anchor="ctr" anchorCtr="0">
              <a:noAutofit/>
            </a:bodyPr>
            <a:lstStyle/>
            <a:p>
              <a:endParaRPr sz="2400"/>
            </a:p>
          </p:txBody>
        </p:sp>
        <p:sp>
          <p:nvSpPr>
            <p:cNvPr id="122" name="Google Shape;1536;p34"/>
            <p:cNvSpPr/>
            <p:nvPr/>
          </p:nvSpPr>
          <p:spPr>
            <a:xfrm>
              <a:off x="11186750" y="3815000"/>
              <a:ext cx="23225" cy="18675"/>
            </a:xfrm>
            <a:custGeom>
              <a:avLst/>
              <a:gdLst/>
              <a:ahLst/>
              <a:cxnLst/>
              <a:rect l="l" t="t" r="r" b="b"/>
              <a:pathLst>
                <a:path w="929" h="747" extrusionOk="0">
                  <a:moveTo>
                    <a:pt x="466" y="1"/>
                  </a:moveTo>
                  <a:cubicBezTo>
                    <a:pt x="464" y="1"/>
                    <a:pt x="463" y="1"/>
                    <a:pt x="462" y="1"/>
                  </a:cubicBezTo>
                  <a:lnTo>
                    <a:pt x="461" y="1"/>
                  </a:lnTo>
                  <a:cubicBezTo>
                    <a:pt x="194" y="3"/>
                    <a:pt x="1" y="347"/>
                    <a:pt x="136" y="576"/>
                  </a:cubicBezTo>
                  <a:cubicBezTo>
                    <a:pt x="203" y="690"/>
                    <a:pt x="334" y="747"/>
                    <a:pt x="465" y="747"/>
                  </a:cubicBezTo>
                  <a:cubicBezTo>
                    <a:pt x="598" y="747"/>
                    <a:pt x="731" y="688"/>
                    <a:pt x="797" y="571"/>
                  </a:cubicBezTo>
                  <a:cubicBezTo>
                    <a:pt x="929" y="340"/>
                    <a:pt x="730" y="1"/>
                    <a:pt x="466" y="1"/>
                  </a:cubicBezTo>
                  <a:close/>
                </a:path>
              </a:pathLst>
            </a:custGeom>
            <a:solidFill>
              <a:srgbClr val="1D2239"/>
            </a:solidFill>
            <a:ln>
              <a:noFill/>
            </a:ln>
          </p:spPr>
          <p:txBody>
            <a:bodyPr spcFirstLastPara="1" wrap="square" lIns="121900" tIns="121900" rIns="121900" bIns="121900" anchor="ctr" anchorCtr="0">
              <a:noAutofit/>
            </a:bodyPr>
            <a:lstStyle/>
            <a:p>
              <a:endParaRPr sz="2400"/>
            </a:p>
          </p:txBody>
        </p:sp>
      </p:grpSp>
      <p:sp>
        <p:nvSpPr>
          <p:cNvPr id="3" name="Wolkenförmige Legende 2"/>
          <p:cNvSpPr/>
          <p:nvPr/>
        </p:nvSpPr>
        <p:spPr>
          <a:xfrm>
            <a:off x="1769106" y="1596047"/>
            <a:ext cx="1795612" cy="1163325"/>
          </a:xfrm>
          <a:prstGeom prst="cloudCallout">
            <a:avLst>
              <a:gd name="adj1" fmla="val -25216"/>
              <a:gd name="adj2" fmla="val 83041"/>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p>
        </p:txBody>
      </p:sp>
      <p:grpSp>
        <p:nvGrpSpPr>
          <p:cNvPr id="123" name="Google Shape;9047;p64"/>
          <p:cNvGrpSpPr/>
          <p:nvPr/>
        </p:nvGrpSpPr>
        <p:grpSpPr>
          <a:xfrm>
            <a:off x="2298115" y="1668348"/>
            <a:ext cx="767536" cy="725305"/>
            <a:chOff x="2497275" y="2744159"/>
            <a:chExt cx="370930" cy="370549"/>
          </a:xfrm>
          <a:solidFill>
            <a:srgbClr val="000000"/>
          </a:solidFill>
        </p:grpSpPr>
        <p:sp>
          <p:nvSpPr>
            <p:cNvPr id="124" name="Google Shape;9048;p64"/>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grpFill/>
            <a:ln>
              <a:noFill/>
            </a:ln>
          </p:spPr>
          <p:txBody>
            <a:bodyPr spcFirstLastPara="1" wrap="square" lIns="121900" tIns="121900" rIns="121900" bIns="121900" anchor="ctr" anchorCtr="0">
              <a:noAutofit/>
            </a:bodyPr>
            <a:lstStyle/>
            <a:p>
              <a:endParaRPr sz="2400"/>
            </a:p>
          </p:txBody>
        </p:sp>
        <p:sp>
          <p:nvSpPr>
            <p:cNvPr id="125" name="Google Shape;9049;p64"/>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grpFill/>
            <a:ln>
              <a:noFill/>
            </a:ln>
          </p:spPr>
          <p:txBody>
            <a:bodyPr spcFirstLastPara="1" wrap="square" lIns="121900" tIns="121900" rIns="121900" bIns="121900" anchor="ctr" anchorCtr="0">
              <a:noAutofit/>
            </a:bodyPr>
            <a:lstStyle/>
            <a:p>
              <a:endParaRPr sz="2400"/>
            </a:p>
          </p:txBody>
        </p:sp>
        <p:sp>
          <p:nvSpPr>
            <p:cNvPr id="126" name="Google Shape;9050;p64"/>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grpFill/>
            <a:ln>
              <a:noFill/>
            </a:ln>
          </p:spPr>
          <p:txBody>
            <a:bodyPr spcFirstLastPara="1" wrap="square" lIns="121900" tIns="121900" rIns="121900" bIns="121900" anchor="ctr" anchorCtr="0">
              <a:noAutofit/>
            </a:bodyPr>
            <a:lstStyle/>
            <a:p>
              <a:endParaRPr sz="2400"/>
            </a:p>
          </p:txBody>
        </p:sp>
        <p:sp>
          <p:nvSpPr>
            <p:cNvPr id="127" name="Google Shape;9051;p64"/>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grpFill/>
            <a:ln>
              <a:noFill/>
            </a:ln>
          </p:spPr>
          <p:txBody>
            <a:bodyPr spcFirstLastPara="1" wrap="square" lIns="121900" tIns="121900" rIns="121900" bIns="121900" anchor="ctr" anchorCtr="0">
              <a:noAutofit/>
            </a:bodyPr>
            <a:lstStyle/>
            <a:p>
              <a:endParaRPr sz="2400"/>
            </a:p>
          </p:txBody>
        </p:sp>
        <p:sp>
          <p:nvSpPr>
            <p:cNvPr id="128" name="Google Shape;9052;p64"/>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grpFill/>
            <a:ln>
              <a:noFill/>
            </a:ln>
          </p:spPr>
          <p:txBody>
            <a:bodyPr spcFirstLastPara="1" wrap="square" lIns="121900" tIns="121900" rIns="121900" bIns="121900" anchor="ctr" anchorCtr="0">
              <a:noAutofit/>
            </a:bodyPr>
            <a:lstStyle/>
            <a:p>
              <a:endParaRPr sz="2400"/>
            </a:p>
          </p:txBody>
        </p:sp>
        <p:sp>
          <p:nvSpPr>
            <p:cNvPr id="129" name="Google Shape;9053;p64"/>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grpFill/>
            <a:ln>
              <a:noFill/>
            </a:ln>
          </p:spPr>
          <p:txBody>
            <a:bodyPr spcFirstLastPara="1" wrap="square" lIns="121900" tIns="121900" rIns="121900" bIns="121900" anchor="ctr" anchorCtr="0">
              <a:noAutofit/>
            </a:bodyPr>
            <a:lstStyle/>
            <a:p>
              <a:endParaRPr sz="2400"/>
            </a:p>
          </p:txBody>
        </p:sp>
      </p:grpSp>
    </p:spTree>
    <p:extLst>
      <p:ext uri="{BB962C8B-B14F-4D97-AF65-F5344CB8AC3E}">
        <p14:creationId xmlns:p14="http://schemas.microsoft.com/office/powerpoint/2010/main" val="3115320031"/>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058BD0C3-56AD-470F-8CB9-646289913C7F}"/>
              </a:ext>
            </a:extLst>
          </p:cNvPr>
          <p:cNvSpPr>
            <a:spLocks noGrp="1"/>
          </p:cNvSpPr>
          <p:nvPr>
            <p:ph idx="4294967295"/>
          </p:nvPr>
        </p:nvSpPr>
        <p:spPr>
          <a:xfrm>
            <a:off x="4279215" y="1536700"/>
            <a:ext cx="4471556" cy="4555067"/>
          </a:xfrm>
        </p:spPr>
        <p:txBody>
          <a:bodyPr/>
          <a:lstStyle/>
          <a:p>
            <a:pPr marL="0" indent="0">
              <a:buNone/>
            </a:pPr>
            <a:endParaRPr lang="fr-FR" altLang="de-DE" sz="2000" dirty="0"/>
          </a:p>
          <a:p>
            <a:pPr marL="0" indent="0">
              <a:buNone/>
            </a:pPr>
            <a:r>
              <a:rPr lang="fr-FR" altLang="de-DE" sz="2000" b="1" dirty="0"/>
              <a:t>HOMEWORK:</a:t>
            </a:r>
          </a:p>
          <a:p>
            <a:pPr marL="0"/>
            <a:endParaRPr lang="fr-FR" altLang="de-DE" sz="2000" dirty="0">
              <a:solidFill>
                <a:srgbClr val="FFC000"/>
              </a:solidFill>
            </a:endParaRPr>
          </a:p>
          <a:p>
            <a:pPr marL="0">
              <a:buClr>
                <a:schemeClr val="accent5"/>
              </a:buClr>
              <a:buFont typeface="Courier New" panose="02070309020205020404" pitchFamily="49" charset="0"/>
              <a:buChar char="o"/>
            </a:pPr>
            <a:r>
              <a:rPr lang="fr-FR" altLang="de-DE" sz="2000" dirty="0"/>
              <a:t>Ask one of your </a:t>
            </a:r>
            <a:r>
              <a:rPr lang="fr-FR" altLang="de-DE" sz="2000" dirty="0" err="1"/>
              <a:t>friends</a:t>
            </a:r>
            <a:r>
              <a:rPr lang="fr-FR" altLang="de-DE" sz="2000" dirty="0"/>
              <a:t> </a:t>
            </a:r>
            <a:r>
              <a:rPr lang="fr-FR" altLang="de-DE" sz="2000" dirty="0" err="1"/>
              <a:t>what</a:t>
            </a:r>
            <a:r>
              <a:rPr lang="fr-FR" altLang="de-DE" sz="2000" dirty="0"/>
              <a:t> </a:t>
            </a:r>
            <a:r>
              <a:rPr lang="fr-FR" altLang="de-DE" sz="2000" dirty="0" err="1"/>
              <a:t>they</a:t>
            </a:r>
            <a:r>
              <a:rPr lang="fr-FR" altLang="de-DE" sz="2000" dirty="0"/>
              <a:t> </a:t>
            </a:r>
            <a:r>
              <a:rPr lang="fr-FR" altLang="de-DE" sz="2000" dirty="0" err="1"/>
              <a:t>think</a:t>
            </a:r>
            <a:r>
              <a:rPr lang="fr-FR" altLang="de-DE" sz="2000" dirty="0"/>
              <a:t> your strengths are. Write them down and compare them with the ones you generated in the </a:t>
            </a:r>
            <a:r>
              <a:rPr lang="fr-FR" altLang="de-DE" sz="2000" dirty="0" err="1"/>
              <a:t>exercise</a:t>
            </a:r>
            <a:endParaRPr lang="fr-FR" altLang="de-DE" sz="2000" dirty="0"/>
          </a:p>
          <a:p>
            <a:pPr marL="0">
              <a:buClr>
                <a:schemeClr val="accent5"/>
              </a:buClr>
              <a:buFont typeface="Courier New" panose="02070309020205020404" pitchFamily="49" charset="0"/>
              <a:buChar char="o"/>
            </a:pPr>
            <a:endParaRPr lang="fr-FR" altLang="de-DE" sz="2000" dirty="0"/>
          </a:p>
          <a:p>
            <a:pPr marL="0">
              <a:buClr>
                <a:schemeClr val="accent5"/>
              </a:buClr>
              <a:buFont typeface="Courier New" panose="02070309020205020404" pitchFamily="49" charset="0"/>
              <a:buChar char="o"/>
            </a:pPr>
            <a:r>
              <a:rPr lang="fr-FR" altLang="de-DE" sz="2000" dirty="0"/>
              <a:t>What do you notice?</a:t>
            </a:r>
          </a:p>
          <a:p>
            <a:endParaRPr lang="fr-FR" dirty="0"/>
          </a:p>
        </p:txBody>
      </p:sp>
      <p:sp>
        <p:nvSpPr>
          <p:cNvPr id="14" name="Rectangle 1026"/>
          <p:cNvSpPr txBox="1">
            <a:spLocks noChangeArrowheads="1"/>
          </p:cNvSpPr>
          <p:nvPr/>
        </p:nvSpPr>
        <p:spPr>
          <a:xfrm>
            <a:off x="1433828" y="221162"/>
            <a:ext cx="8888323" cy="700087"/>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buClr>
                <a:schemeClr val="accent5"/>
              </a:buClr>
            </a:pPr>
            <a:r>
              <a:rPr lang="fr-FR" altLang="de-DE" sz="3467" dirty="0">
                <a:latin typeface="Josefin Sans" panose="020B0604020202020204" charset="0"/>
              </a:rPr>
              <a:t>EXERCISE: </a:t>
            </a:r>
            <a:r>
              <a:rPr lang="fr-FR" sz="3467" b="0" dirty="0">
                <a:latin typeface="Josefin Sans" panose="020B0604020202020204" charset="0"/>
                <a:cs typeface="Arial" pitchFamily="2"/>
              </a:rPr>
              <a:t>Your strengths, your</a:t>
            </a:r>
          </a:p>
          <a:p>
            <a:pPr>
              <a:buClr>
                <a:schemeClr val="accent5"/>
              </a:buClr>
            </a:pPr>
            <a:r>
              <a:rPr lang="fr-FR" sz="3467" b="0" dirty="0">
                <a:latin typeface="Josefin Sans" panose="020B0604020202020204" charset="0"/>
                <a:cs typeface="Arial" pitchFamily="2"/>
              </a:rPr>
              <a:t>interests and other resources</a:t>
            </a:r>
          </a:p>
        </p:txBody>
      </p:sp>
      <p:grpSp>
        <p:nvGrpSpPr>
          <p:cNvPr id="16" name="Google Shape;9047;p64"/>
          <p:cNvGrpSpPr/>
          <p:nvPr/>
        </p:nvGrpSpPr>
        <p:grpSpPr>
          <a:xfrm>
            <a:off x="10348332" y="233698"/>
            <a:ext cx="767536" cy="725305"/>
            <a:chOff x="2497275" y="2744159"/>
            <a:chExt cx="370930" cy="370549"/>
          </a:xfrm>
          <a:solidFill>
            <a:srgbClr val="000000"/>
          </a:solidFill>
        </p:grpSpPr>
        <p:sp>
          <p:nvSpPr>
            <p:cNvPr id="17" name="Google Shape;9048;p64"/>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grpFill/>
            <a:ln>
              <a:noFill/>
            </a:ln>
          </p:spPr>
          <p:txBody>
            <a:bodyPr spcFirstLastPara="1" wrap="square" lIns="121900" tIns="121900" rIns="121900" bIns="121900" anchor="ctr" anchorCtr="0">
              <a:noAutofit/>
            </a:bodyPr>
            <a:lstStyle/>
            <a:p>
              <a:endParaRPr sz="2400"/>
            </a:p>
          </p:txBody>
        </p:sp>
        <p:sp>
          <p:nvSpPr>
            <p:cNvPr id="18" name="Google Shape;9049;p64"/>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grpFill/>
            <a:ln>
              <a:noFill/>
            </a:ln>
          </p:spPr>
          <p:txBody>
            <a:bodyPr spcFirstLastPara="1" wrap="square" lIns="121900" tIns="121900" rIns="121900" bIns="121900" anchor="ctr" anchorCtr="0">
              <a:noAutofit/>
            </a:bodyPr>
            <a:lstStyle/>
            <a:p>
              <a:endParaRPr sz="2400"/>
            </a:p>
          </p:txBody>
        </p:sp>
        <p:sp>
          <p:nvSpPr>
            <p:cNvPr id="19" name="Google Shape;9050;p64"/>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grpFill/>
            <a:ln>
              <a:noFill/>
            </a:ln>
          </p:spPr>
          <p:txBody>
            <a:bodyPr spcFirstLastPara="1" wrap="square" lIns="121900" tIns="121900" rIns="121900" bIns="121900" anchor="ctr" anchorCtr="0">
              <a:noAutofit/>
            </a:bodyPr>
            <a:lstStyle/>
            <a:p>
              <a:endParaRPr sz="2400"/>
            </a:p>
          </p:txBody>
        </p:sp>
        <p:sp>
          <p:nvSpPr>
            <p:cNvPr id="20" name="Google Shape;9051;p64"/>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grpFill/>
            <a:ln>
              <a:noFill/>
            </a:ln>
          </p:spPr>
          <p:txBody>
            <a:bodyPr spcFirstLastPara="1" wrap="square" lIns="121900" tIns="121900" rIns="121900" bIns="121900" anchor="ctr" anchorCtr="0">
              <a:noAutofit/>
            </a:bodyPr>
            <a:lstStyle/>
            <a:p>
              <a:endParaRPr sz="2400"/>
            </a:p>
          </p:txBody>
        </p:sp>
        <p:sp>
          <p:nvSpPr>
            <p:cNvPr id="21" name="Google Shape;9052;p64"/>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grpFill/>
            <a:ln>
              <a:noFill/>
            </a:ln>
          </p:spPr>
          <p:txBody>
            <a:bodyPr spcFirstLastPara="1" wrap="square" lIns="121900" tIns="121900" rIns="121900" bIns="121900" anchor="ctr" anchorCtr="0">
              <a:noAutofit/>
            </a:bodyPr>
            <a:lstStyle/>
            <a:p>
              <a:endParaRPr sz="2400"/>
            </a:p>
          </p:txBody>
        </p:sp>
        <p:sp>
          <p:nvSpPr>
            <p:cNvPr id="22" name="Google Shape;9053;p64"/>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grpFill/>
            <a:ln>
              <a:noFill/>
            </a:ln>
          </p:spPr>
          <p:txBody>
            <a:bodyPr spcFirstLastPara="1" wrap="square" lIns="121900" tIns="121900" rIns="121900" bIns="121900" anchor="ctr" anchorCtr="0">
              <a:noAutofit/>
            </a:bodyPr>
            <a:lstStyle/>
            <a:p>
              <a:endParaRPr sz="2400"/>
            </a:p>
          </p:txBody>
        </p:sp>
      </p:grpSp>
      <p:sp>
        <p:nvSpPr>
          <p:cNvPr id="12" name="Textfeld 11"/>
          <p:cNvSpPr txBox="1"/>
          <p:nvPr/>
        </p:nvSpPr>
        <p:spPr>
          <a:xfrm>
            <a:off x="122794" y="323355"/>
            <a:ext cx="907373" cy="830997"/>
          </a:xfrm>
          <a:prstGeom prst="rect">
            <a:avLst/>
          </a:prstGeom>
          <a:noFill/>
        </p:spPr>
        <p:txBody>
          <a:bodyPr wrap="square" rtlCol="0">
            <a:spAutoFit/>
          </a:bodyPr>
          <a:lstStyle/>
          <a:p>
            <a:pPr algn="ctr"/>
            <a:r>
              <a:rPr lang="de-DE" sz="2400" dirty="0">
                <a:latin typeface="Poppins" panose="020B0604020202020204" charset="0"/>
                <a:cs typeface="Poppins" panose="020B0604020202020204" charset="0"/>
              </a:rPr>
              <a:t>WS</a:t>
            </a:r>
          </a:p>
          <a:p>
            <a:pPr algn="ctr"/>
            <a:r>
              <a:rPr lang="de-DE" sz="2400" dirty="0">
                <a:latin typeface="Poppins" panose="020B0604020202020204" charset="0"/>
                <a:cs typeface="Poppins" panose="020B0604020202020204" charset="0"/>
              </a:rPr>
              <a:t> 13 </a:t>
            </a:r>
            <a:endParaRPr lang="en-GB" sz="2400" dirty="0">
              <a:latin typeface="Poppins" panose="020B0604020202020204" charset="0"/>
              <a:cs typeface="Poppins" panose="020B0604020202020204" charset="0"/>
            </a:endParaRPr>
          </a:p>
        </p:txBody>
      </p:sp>
      <p:grpSp>
        <p:nvGrpSpPr>
          <p:cNvPr id="27" name="Google Shape;8797;p63"/>
          <p:cNvGrpSpPr/>
          <p:nvPr/>
        </p:nvGrpSpPr>
        <p:grpSpPr>
          <a:xfrm>
            <a:off x="288514" y="1137524"/>
            <a:ext cx="197108" cy="389321"/>
            <a:chOff x="3527539" y="4476677"/>
            <a:chExt cx="159232" cy="314510"/>
          </a:xfrm>
          <a:solidFill>
            <a:srgbClr val="000000"/>
          </a:solidFill>
        </p:grpSpPr>
        <p:sp>
          <p:nvSpPr>
            <p:cNvPr id="28"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29"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5" name="Google Shape;1065;p33"/>
          <p:cNvGrpSpPr/>
          <p:nvPr/>
        </p:nvGrpSpPr>
        <p:grpSpPr>
          <a:xfrm>
            <a:off x="-310709" y="1594222"/>
            <a:ext cx="4443480" cy="5623317"/>
            <a:chOff x="-315020" y="1200274"/>
            <a:chExt cx="3332610" cy="4217488"/>
          </a:xfrm>
        </p:grpSpPr>
        <p:sp>
          <p:nvSpPr>
            <p:cNvPr id="26" name="Google Shape;1069;p33"/>
            <p:cNvSpPr/>
            <p:nvPr/>
          </p:nvSpPr>
          <p:spPr>
            <a:xfrm>
              <a:off x="1205255" y="3952944"/>
              <a:ext cx="56383" cy="1364034"/>
            </a:xfrm>
            <a:custGeom>
              <a:avLst/>
              <a:gdLst/>
              <a:ahLst/>
              <a:cxnLst/>
              <a:rect l="l" t="t" r="r" b="b"/>
              <a:pathLst>
                <a:path w="2374" h="57433" extrusionOk="0">
                  <a:moveTo>
                    <a:pt x="2374" y="0"/>
                  </a:moveTo>
                  <a:lnTo>
                    <a:pt x="1" y="90"/>
                  </a:lnTo>
                  <a:lnTo>
                    <a:pt x="212" y="57350"/>
                  </a:lnTo>
                  <a:lnTo>
                    <a:pt x="1854" y="57432"/>
                  </a:lnTo>
                  <a:lnTo>
                    <a:pt x="2374" y="0"/>
                  </a:lnTo>
                  <a:close/>
                </a:path>
              </a:pathLst>
            </a:custGeom>
            <a:solidFill>
              <a:srgbClr val="6D392F"/>
            </a:solidFill>
            <a:ln>
              <a:noFill/>
            </a:ln>
          </p:spPr>
          <p:txBody>
            <a:bodyPr spcFirstLastPara="1" wrap="square" lIns="121900" tIns="121900" rIns="121900" bIns="121900" anchor="ctr" anchorCtr="0">
              <a:noAutofit/>
            </a:bodyPr>
            <a:lstStyle/>
            <a:p>
              <a:endParaRPr sz="2400"/>
            </a:p>
          </p:txBody>
        </p:sp>
        <p:sp>
          <p:nvSpPr>
            <p:cNvPr id="30" name="Google Shape;1070;p33"/>
            <p:cNvSpPr/>
            <p:nvPr/>
          </p:nvSpPr>
          <p:spPr>
            <a:xfrm>
              <a:off x="393571" y="3983841"/>
              <a:ext cx="151596" cy="1361849"/>
            </a:xfrm>
            <a:custGeom>
              <a:avLst/>
              <a:gdLst/>
              <a:ahLst/>
              <a:cxnLst/>
              <a:rect l="l" t="t" r="r" b="b"/>
              <a:pathLst>
                <a:path w="6383" h="57341" extrusionOk="0">
                  <a:moveTo>
                    <a:pt x="2359" y="0"/>
                  </a:moveTo>
                  <a:lnTo>
                    <a:pt x="1" y="276"/>
                  </a:lnTo>
                  <a:lnTo>
                    <a:pt x="4738" y="57341"/>
                  </a:lnTo>
                  <a:lnTo>
                    <a:pt x="6382" y="57294"/>
                  </a:lnTo>
                  <a:lnTo>
                    <a:pt x="2359" y="0"/>
                  </a:lnTo>
                  <a:close/>
                </a:path>
              </a:pathLst>
            </a:custGeom>
            <a:solidFill>
              <a:srgbClr val="6D392F"/>
            </a:solidFill>
            <a:ln>
              <a:noFill/>
            </a:ln>
          </p:spPr>
          <p:txBody>
            <a:bodyPr spcFirstLastPara="1" wrap="square" lIns="121900" tIns="121900" rIns="121900" bIns="121900" anchor="ctr" anchorCtr="0">
              <a:noAutofit/>
            </a:bodyPr>
            <a:lstStyle/>
            <a:p>
              <a:endParaRPr sz="2400"/>
            </a:p>
          </p:txBody>
        </p:sp>
        <p:sp>
          <p:nvSpPr>
            <p:cNvPr id="31" name="Google Shape;1071;p33"/>
            <p:cNvSpPr/>
            <p:nvPr/>
          </p:nvSpPr>
          <p:spPr>
            <a:xfrm>
              <a:off x="-39345" y="3992177"/>
              <a:ext cx="112361" cy="1362917"/>
            </a:xfrm>
            <a:custGeom>
              <a:avLst/>
              <a:gdLst/>
              <a:ahLst/>
              <a:cxnLst/>
              <a:rect l="l" t="t" r="r" b="b"/>
              <a:pathLst>
                <a:path w="4731" h="57386" extrusionOk="0">
                  <a:moveTo>
                    <a:pt x="2366" y="1"/>
                  </a:moveTo>
                  <a:lnTo>
                    <a:pt x="0" y="208"/>
                  </a:lnTo>
                  <a:lnTo>
                    <a:pt x="3086" y="57385"/>
                  </a:lnTo>
                  <a:lnTo>
                    <a:pt x="4731" y="57385"/>
                  </a:lnTo>
                  <a:lnTo>
                    <a:pt x="2366" y="1"/>
                  </a:lnTo>
                  <a:close/>
                </a:path>
              </a:pathLst>
            </a:custGeom>
            <a:solidFill>
              <a:srgbClr val="6D392F"/>
            </a:solidFill>
            <a:ln>
              <a:noFill/>
            </a:ln>
          </p:spPr>
          <p:txBody>
            <a:bodyPr spcFirstLastPara="1" wrap="square" lIns="121900" tIns="121900" rIns="121900" bIns="121900" anchor="ctr" anchorCtr="0">
              <a:noAutofit/>
            </a:bodyPr>
            <a:lstStyle/>
            <a:p>
              <a:endParaRPr sz="2400"/>
            </a:p>
          </p:txBody>
        </p:sp>
        <p:sp>
          <p:nvSpPr>
            <p:cNvPr id="32" name="Google Shape;1072;p33"/>
            <p:cNvSpPr/>
            <p:nvPr/>
          </p:nvSpPr>
          <p:spPr>
            <a:xfrm>
              <a:off x="588714" y="3986667"/>
              <a:ext cx="151572" cy="1361872"/>
            </a:xfrm>
            <a:custGeom>
              <a:avLst/>
              <a:gdLst/>
              <a:ahLst/>
              <a:cxnLst/>
              <a:rect l="l" t="t" r="r" b="b"/>
              <a:pathLst>
                <a:path w="6382" h="57342" extrusionOk="0">
                  <a:moveTo>
                    <a:pt x="2359" y="1"/>
                  </a:moveTo>
                  <a:lnTo>
                    <a:pt x="1" y="278"/>
                  </a:lnTo>
                  <a:lnTo>
                    <a:pt x="4738" y="57341"/>
                  </a:lnTo>
                  <a:lnTo>
                    <a:pt x="6382" y="57294"/>
                  </a:lnTo>
                  <a:lnTo>
                    <a:pt x="2359" y="1"/>
                  </a:lnTo>
                  <a:close/>
                </a:path>
              </a:pathLst>
            </a:custGeom>
            <a:solidFill>
              <a:srgbClr val="6D392F"/>
            </a:solidFill>
            <a:ln>
              <a:noFill/>
            </a:ln>
          </p:spPr>
          <p:txBody>
            <a:bodyPr spcFirstLastPara="1" wrap="square" lIns="121900" tIns="121900" rIns="121900" bIns="121900" anchor="ctr" anchorCtr="0">
              <a:noAutofit/>
            </a:bodyPr>
            <a:lstStyle/>
            <a:p>
              <a:endParaRPr sz="2400"/>
            </a:p>
          </p:txBody>
        </p:sp>
        <p:sp>
          <p:nvSpPr>
            <p:cNvPr id="33" name="Google Shape;1073;p33"/>
            <p:cNvSpPr/>
            <p:nvPr/>
          </p:nvSpPr>
          <p:spPr>
            <a:xfrm>
              <a:off x="-39350" y="3845800"/>
              <a:ext cx="1386387" cy="137527"/>
            </a:xfrm>
            <a:custGeom>
              <a:avLst/>
              <a:gdLst/>
              <a:ahLst/>
              <a:cxnLst/>
              <a:rect l="l" t="t" r="r" b="b"/>
              <a:pathLst>
                <a:path w="60160" h="7509" extrusionOk="0">
                  <a:moveTo>
                    <a:pt x="59331" y="0"/>
                  </a:moveTo>
                  <a:lnTo>
                    <a:pt x="0" y="880"/>
                  </a:lnTo>
                  <a:lnTo>
                    <a:pt x="906" y="7508"/>
                  </a:lnTo>
                  <a:lnTo>
                    <a:pt x="60159" y="6517"/>
                  </a:lnTo>
                  <a:lnTo>
                    <a:pt x="59331" y="0"/>
                  </a:lnTo>
                  <a:close/>
                </a:path>
              </a:pathLst>
            </a:custGeom>
            <a:solidFill>
              <a:schemeClr val="accent6"/>
            </a:solidFill>
            <a:ln>
              <a:noFill/>
            </a:ln>
          </p:spPr>
          <p:txBody>
            <a:bodyPr spcFirstLastPara="1" wrap="square" lIns="121900" tIns="121900" rIns="121900" bIns="121900" anchor="ctr" anchorCtr="0">
              <a:noAutofit/>
            </a:bodyPr>
            <a:lstStyle/>
            <a:p>
              <a:endParaRPr sz="2400"/>
            </a:p>
          </p:txBody>
        </p:sp>
        <p:sp>
          <p:nvSpPr>
            <p:cNvPr id="34" name="Google Shape;1074;p33"/>
            <p:cNvSpPr/>
            <p:nvPr/>
          </p:nvSpPr>
          <p:spPr>
            <a:xfrm>
              <a:off x="-315020" y="2037814"/>
              <a:ext cx="860225" cy="1975905"/>
            </a:xfrm>
            <a:custGeom>
              <a:avLst/>
              <a:gdLst/>
              <a:ahLst/>
              <a:cxnLst/>
              <a:rect l="l" t="t" r="r" b="b"/>
              <a:pathLst>
                <a:path w="36220" h="83196" extrusionOk="0">
                  <a:moveTo>
                    <a:pt x="25458" y="0"/>
                  </a:moveTo>
                  <a:lnTo>
                    <a:pt x="0" y="999"/>
                  </a:lnTo>
                  <a:lnTo>
                    <a:pt x="10833" y="83196"/>
                  </a:lnTo>
                  <a:lnTo>
                    <a:pt x="36219" y="82259"/>
                  </a:lnTo>
                  <a:lnTo>
                    <a:pt x="25458" y="0"/>
                  </a:lnTo>
                  <a:close/>
                </a:path>
              </a:pathLst>
            </a:custGeom>
            <a:solidFill>
              <a:schemeClr val="accent6">
                <a:lumMod val="60000"/>
                <a:lumOff val="40000"/>
              </a:schemeClr>
            </a:solidFill>
            <a:ln>
              <a:noFill/>
            </a:ln>
          </p:spPr>
          <p:txBody>
            <a:bodyPr spcFirstLastPara="1" wrap="square" lIns="121900" tIns="121900" rIns="121900" bIns="121900" anchor="ctr" anchorCtr="0">
              <a:noAutofit/>
            </a:bodyPr>
            <a:lstStyle/>
            <a:p>
              <a:endParaRPr sz="2400"/>
            </a:p>
          </p:txBody>
        </p:sp>
        <p:sp>
          <p:nvSpPr>
            <p:cNvPr id="35" name="Google Shape;1075;p33"/>
            <p:cNvSpPr/>
            <p:nvPr/>
          </p:nvSpPr>
          <p:spPr>
            <a:xfrm>
              <a:off x="464651" y="1200274"/>
              <a:ext cx="607501" cy="508321"/>
            </a:xfrm>
            <a:custGeom>
              <a:avLst/>
              <a:gdLst/>
              <a:ahLst/>
              <a:cxnLst/>
              <a:rect l="l" t="t" r="r" b="b"/>
              <a:pathLst>
                <a:path w="25579" h="21403" extrusionOk="0">
                  <a:moveTo>
                    <a:pt x="13257" y="1"/>
                  </a:moveTo>
                  <a:cubicBezTo>
                    <a:pt x="12713" y="1"/>
                    <a:pt x="12181" y="126"/>
                    <a:pt x="11717" y="413"/>
                  </a:cubicBezTo>
                  <a:cubicBezTo>
                    <a:pt x="10711" y="1034"/>
                    <a:pt x="10262" y="2547"/>
                    <a:pt x="11007" y="3468"/>
                  </a:cubicBezTo>
                  <a:cubicBezTo>
                    <a:pt x="10205" y="2534"/>
                    <a:pt x="9095" y="1826"/>
                    <a:pt x="7873" y="1684"/>
                  </a:cubicBezTo>
                  <a:cubicBezTo>
                    <a:pt x="7735" y="1667"/>
                    <a:pt x="7595" y="1659"/>
                    <a:pt x="7455" y="1659"/>
                  </a:cubicBezTo>
                  <a:cubicBezTo>
                    <a:pt x="6359" y="1659"/>
                    <a:pt x="5251" y="2148"/>
                    <a:pt x="4638" y="3050"/>
                  </a:cubicBezTo>
                  <a:cubicBezTo>
                    <a:pt x="3948" y="4069"/>
                    <a:pt x="4031" y="5596"/>
                    <a:pt x="4945" y="6419"/>
                  </a:cubicBezTo>
                  <a:cubicBezTo>
                    <a:pt x="4202" y="6175"/>
                    <a:pt x="3422" y="5929"/>
                    <a:pt x="2652" y="5929"/>
                  </a:cubicBezTo>
                  <a:cubicBezTo>
                    <a:pt x="2392" y="5929"/>
                    <a:pt x="2134" y="5957"/>
                    <a:pt x="1879" y="6022"/>
                  </a:cubicBezTo>
                  <a:cubicBezTo>
                    <a:pt x="866" y="6282"/>
                    <a:pt x="1" y="7389"/>
                    <a:pt x="393" y="8357"/>
                  </a:cubicBezTo>
                  <a:cubicBezTo>
                    <a:pt x="764" y="9267"/>
                    <a:pt x="1939" y="9530"/>
                    <a:pt x="2573" y="10281"/>
                  </a:cubicBezTo>
                  <a:cubicBezTo>
                    <a:pt x="3239" y="11073"/>
                    <a:pt x="3172" y="12268"/>
                    <a:pt x="2772" y="13222"/>
                  </a:cubicBezTo>
                  <a:cubicBezTo>
                    <a:pt x="2372" y="14175"/>
                    <a:pt x="1694" y="14985"/>
                    <a:pt x="1188" y="15886"/>
                  </a:cubicBezTo>
                  <a:cubicBezTo>
                    <a:pt x="667" y="16815"/>
                    <a:pt x="324" y="17887"/>
                    <a:pt x="466" y="18943"/>
                  </a:cubicBezTo>
                  <a:cubicBezTo>
                    <a:pt x="610" y="20001"/>
                    <a:pt x="1317" y="21020"/>
                    <a:pt x="2343" y="21311"/>
                  </a:cubicBezTo>
                  <a:cubicBezTo>
                    <a:pt x="2568" y="21375"/>
                    <a:pt x="2796" y="21403"/>
                    <a:pt x="3025" y="21403"/>
                  </a:cubicBezTo>
                  <a:cubicBezTo>
                    <a:pt x="3822" y="21403"/>
                    <a:pt x="4628" y="21063"/>
                    <a:pt x="5373" y="20728"/>
                  </a:cubicBezTo>
                  <a:lnTo>
                    <a:pt x="21398" y="13530"/>
                  </a:lnTo>
                  <a:cubicBezTo>
                    <a:pt x="22182" y="13177"/>
                    <a:pt x="22986" y="12812"/>
                    <a:pt x="23583" y="12194"/>
                  </a:cubicBezTo>
                  <a:cubicBezTo>
                    <a:pt x="24129" y="11629"/>
                    <a:pt x="24471" y="10798"/>
                    <a:pt x="24286" y="10046"/>
                  </a:cubicBezTo>
                  <a:lnTo>
                    <a:pt x="24286" y="10046"/>
                  </a:lnTo>
                  <a:lnTo>
                    <a:pt x="24398" y="10402"/>
                  </a:lnTo>
                  <a:cubicBezTo>
                    <a:pt x="25360" y="8827"/>
                    <a:pt x="25579" y="6817"/>
                    <a:pt x="24976" y="5072"/>
                  </a:cubicBezTo>
                  <a:cubicBezTo>
                    <a:pt x="24374" y="3326"/>
                    <a:pt x="22963" y="1879"/>
                    <a:pt x="21232" y="1234"/>
                  </a:cubicBezTo>
                  <a:cubicBezTo>
                    <a:pt x="20790" y="1069"/>
                    <a:pt x="20315" y="956"/>
                    <a:pt x="19846" y="956"/>
                  </a:cubicBezTo>
                  <a:cubicBezTo>
                    <a:pt x="19583" y="956"/>
                    <a:pt x="19322" y="992"/>
                    <a:pt x="19070" y="1074"/>
                  </a:cubicBezTo>
                  <a:cubicBezTo>
                    <a:pt x="18371" y="1305"/>
                    <a:pt x="17782" y="1976"/>
                    <a:pt x="17832" y="2711"/>
                  </a:cubicBezTo>
                  <a:cubicBezTo>
                    <a:pt x="17012" y="1858"/>
                    <a:pt x="16170" y="990"/>
                    <a:pt x="15113" y="459"/>
                  </a:cubicBezTo>
                  <a:cubicBezTo>
                    <a:pt x="14543" y="173"/>
                    <a:pt x="13893" y="1"/>
                    <a:pt x="13257" y="1"/>
                  </a:cubicBezTo>
                  <a:close/>
                </a:path>
              </a:pathLst>
            </a:custGeom>
            <a:solidFill>
              <a:srgbClr val="000000"/>
            </a:solidFill>
            <a:ln>
              <a:noFill/>
            </a:ln>
          </p:spPr>
          <p:txBody>
            <a:bodyPr spcFirstLastPara="1" wrap="square" lIns="121900" tIns="121900" rIns="121900" bIns="121900" anchor="ctr" anchorCtr="0">
              <a:noAutofit/>
            </a:bodyPr>
            <a:lstStyle/>
            <a:p>
              <a:endParaRPr sz="2400"/>
            </a:p>
          </p:txBody>
        </p:sp>
        <p:sp>
          <p:nvSpPr>
            <p:cNvPr id="36" name="Google Shape;1076;p33"/>
            <p:cNvSpPr/>
            <p:nvPr/>
          </p:nvSpPr>
          <p:spPr>
            <a:xfrm>
              <a:off x="2052088" y="1883710"/>
              <a:ext cx="387576" cy="459064"/>
            </a:xfrm>
            <a:custGeom>
              <a:avLst/>
              <a:gdLst/>
              <a:ahLst/>
              <a:cxnLst/>
              <a:rect l="l" t="t" r="r" b="b"/>
              <a:pathLst>
                <a:path w="16319" h="19329" extrusionOk="0">
                  <a:moveTo>
                    <a:pt x="11982" y="0"/>
                  </a:moveTo>
                  <a:cubicBezTo>
                    <a:pt x="10176" y="0"/>
                    <a:pt x="3701" y="5825"/>
                    <a:pt x="3701" y="5825"/>
                  </a:cubicBezTo>
                  <a:cubicBezTo>
                    <a:pt x="4183" y="2846"/>
                    <a:pt x="2673" y="800"/>
                    <a:pt x="1864" y="800"/>
                  </a:cubicBezTo>
                  <a:cubicBezTo>
                    <a:pt x="1834" y="800"/>
                    <a:pt x="1806" y="803"/>
                    <a:pt x="1779" y="808"/>
                  </a:cubicBezTo>
                  <a:cubicBezTo>
                    <a:pt x="997" y="963"/>
                    <a:pt x="1" y="10550"/>
                    <a:pt x="1" y="10550"/>
                  </a:cubicBezTo>
                  <a:cubicBezTo>
                    <a:pt x="1" y="10550"/>
                    <a:pt x="7674" y="19329"/>
                    <a:pt x="10301" y="19329"/>
                  </a:cubicBezTo>
                  <a:cubicBezTo>
                    <a:pt x="10558" y="19329"/>
                    <a:pt x="10766" y="19245"/>
                    <a:pt x="10915" y="19061"/>
                  </a:cubicBezTo>
                  <a:cubicBezTo>
                    <a:pt x="10915" y="19061"/>
                    <a:pt x="16318" y="10113"/>
                    <a:pt x="16240" y="8907"/>
                  </a:cubicBezTo>
                  <a:cubicBezTo>
                    <a:pt x="16227" y="8717"/>
                    <a:pt x="16125" y="8636"/>
                    <a:pt x="15962" y="8636"/>
                  </a:cubicBezTo>
                  <a:cubicBezTo>
                    <a:pt x="15095" y="8636"/>
                    <a:pt x="12500" y="10904"/>
                    <a:pt x="12500" y="10904"/>
                  </a:cubicBezTo>
                  <a:cubicBezTo>
                    <a:pt x="12500" y="10904"/>
                    <a:pt x="15753" y="7230"/>
                    <a:pt x="15675" y="6025"/>
                  </a:cubicBezTo>
                  <a:cubicBezTo>
                    <a:pt x="15665" y="5875"/>
                    <a:pt x="15571" y="5810"/>
                    <a:pt x="15413" y="5810"/>
                  </a:cubicBezTo>
                  <a:cubicBezTo>
                    <a:pt x="14305" y="5810"/>
                    <a:pt x="10058" y="9069"/>
                    <a:pt x="10058" y="9069"/>
                  </a:cubicBezTo>
                  <a:cubicBezTo>
                    <a:pt x="10058" y="9069"/>
                    <a:pt x="15332" y="4556"/>
                    <a:pt x="14367" y="3405"/>
                  </a:cubicBezTo>
                  <a:cubicBezTo>
                    <a:pt x="14260" y="3277"/>
                    <a:pt x="14090" y="3220"/>
                    <a:pt x="13872" y="3220"/>
                  </a:cubicBezTo>
                  <a:cubicBezTo>
                    <a:pt x="12121" y="3220"/>
                    <a:pt x="7282" y="6875"/>
                    <a:pt x="7282" y="6875"/>
                  </a:cubicBezTo>
                  <a:cubicBezTo>
                    <a:pt x="7282" y="6875"/>
                    <a:pt x="13207" y="1604"/>
                    <a:pt x="12373" y="188"/>
                  </a:cubicBezTo>
                  <a:cubicBezTo>
                    <a:pt x="12297" y="59"/>
                    <a:pt x="12163" y="0"/>
                    <a:pt x="11982" y="0"/>
                  </a:cubicBezTo>
                  <a:close/>
                </a:path>
              </a:pathLst>
            </a:custGeom>
            <a:solidFill>
              <a:srgbClr val="9B7663"/>
            </a:solidFill>
            <a:ln>
              <a:noFill/>
            </a:ln>
          </p:spPr>
          <p:txBody>
            <a:bodyPr spcFirstLastPara="1" wrap="square" lIns="121900" tIns="121900" rIns="121900" bIns="121900" anchor="ctr" anchorCtr="0">
              <a:noAutofit/>
            </a:bodyPr>
            <a:lstStyle/>
            <a:p>
              <a:endParaRPr sz="2400"/>
            </a:p>
          </p:txBody>
        </p:sp>
        <p:sp>
          <p:nvSpPr>
            <p:cNvPr id="37" name="Google Shape;1077;p33"/>
            <p:cNvSpPr/>
            <p:nvPr/>
          </p:nvSpPr>
          <p:spPr>
            <a:xfrm>
              <a:off x="883626" y="2079968"/>
              <a:ext cx="1429322" cy="908628"/>
            </a:xfrm>
            <a:custGeom>
              <a:avLst/>
              <a:gdLst/>
              <a:ahLst/>
              <a:cxnLst/>
              <a:rect l="l" t="t" r="r" b="b"/>
              <a:pathLst>
                <a:path w="60182" h="38258" extrusionOk="0">
                  <a:moveTo>
                    <a:pt x="11070" y="0"/>
                  </a:moveTo>
                  <a:lnTo>
                    <a:pt x="1" y="6150"/>
                  </a:lnTo>
                  <a:cubicBezTo>
                    <a:pt x="1" y="6150"/>
                    <a:pt x="1789" y="15181"/>
                    <a:pt x="14573" y="30870"/>
                  </a:cubicBezTo>
                  <a:cubicBezTo>
                    <a:pt x="19042" y="36355"/>
                    <a:pt x="23545" y="38257"/>
                    <a:pt x="27651" y="38257"/>
                  </a:cubicBezTo>
                  <a:cubicBezTo>
                    <a:pt x="35250" y="38257"/>
                    <a:pt x="41494" y="31743"/>
                    <a:pt x="43666" y="29371"/>
                  </a:cubicBezTo>
                  <a:cubicBezTo>
                    <a:pt x="47013" y="25718"/>
                    <a:pt x="60181" y="10919"/>
                    <a:pt x="60181" y="10919"/>
                  </a:cubicBezTo>
                  <a:lnTo>
                    <a:pt x="49200" y="2286"/>
                  </a:lnTo>
                  <a:cubicBezTo>
                    <a:pt x="49200" y="2286"/>
                    <a:pt x="40150" y="14711"/>
                    <a:pt x="30092" y="23213"/>
                  </a:cubicBezTo>
                  <a:lnTo>
                    <a:pt x="11070" y="0"/>
                  </a:lnTo>
                  <a:close/>
                </a:path>
              </a:pathLst>
            </a:custGeom>
            <a:solidFill>
              <a:schemeClr val="accent5">
                <a:lumMod val="75000"/>
              </a:schemeClr>
            </a:solidFill>
            <a:ln>
              <a:noFill/>
            </a:ln>
          </p:spPr>
          <p:txBody>
            <a:bodyPr spcFirstLastPara="1" wrap="square" lIns="121900" tIns="121900" rIns="121900" bIns="121900" anchor="ctr" anchorCtr="0">
              <a:noAutofit/>
            </a:bodyPr>
            <a:lstStyle/>
            <a:p>
              <a:endParaRPr sz="2400"/>
            </a:p>
          </p:txBody>
        </p:sp>
        <p:sp>
          <p:nvSpPr>
            <p:cNvPr id="39" name="Google Shape;1079;p33"/>
            <p:cNvSpPr/>
            <p:nvPr/>
          </p:nvSpPr>
          <p:spPr>
            <a:xfrm>
              <a:off x="1950633" y="5175472"/>
              <a:ext cx="637592" cy="197410"/>
            </a:xfrm>
            <a:custGeom>
              <a:avLst/>
              <a:gdLst/>
              <a:ahLst/>
              <a:cxnLst/>
              <a:rect l="l" t="t" r="r" b="b"/>
              <a:pathLst>
                <a:path w="26846" h="8312" extrusionOk="0">
                  <a:moveTo>
                    <a:pt x="1492" y="1"/>
                  </a:moveTo>
                  <a:lnTo>
                    <a:pt x="1" y="8312"/>
                  </a:lnTo>
                  <a:lnTo>
                    <a:pt x="23368" y="8312"/>
                  </a:lnTo>
                  <a:cubicBezTo>
                    <a:pt x="26846" y="8312"/>
                    <a:pt x="20570" y="5154"/>
                    <a:pt x="20570" y="5154"/>
                  </a:cubicBezTo>
                  <a:lnTo>
                    <a:pt x="21684" y="1"/>
                  </a:lnTo>
                  <a:close/>
                </a:path>
              </a:pathLst>
            </a:custGeom>
            <a:solidFill>
              <a:srgbClr val="682736"/>
            </a:solidFill>
            <a:ln>
              <a:noFill/>
            </a:ln>
          </p:spPr>
          <p:txBody>
            <a:bodyPr spcFirstLastPara="1" wrap="square" lIns="121900" tIns="121900" rIns="121900" bIns="121900" anchor="ctr" anchorCtr="0">
              <a:noAutofit/>
            </a:bodyPr>
            <a:lstStyle/>
            <a:p>
              <a:endParaRPr sz="2400"/>
            </a:p>
          </p:txBody>
        </p:sp>
        <p:sp>
          <p:nvSpPr>
            <p:cNvPr id="40" name="Google Shape;1080;p33"/>
            <p:cNvSpPr/>
            <p:nvPr/>
          </p:nvSpPr>
          <p:spPr>
            <a:xfrm>
              <a:off x="2413971" y="5306896"/>
              <a:ext cx="48046" cy="18881"/>
            </a:xfrm>
            <a:custGeom>
              <a:avLst/>
              <a:gdLst/>
              <a:ahLst/>
              <a:cxnLst/>
              <a:rect l="l" t="t" r="r" b="b"/>
              <a:pathLst>
                <a:path w="2023" h="795" extrusionOk="0">
                  <a:moveTo>
                    <a:pt x="1958" y="0"/>
                  </a:moveTo>
                  <a:cubicBezTo>
                    <a:pt x="1820" y="0"/>
                    <a:pt x="1419" y="90"/>
                    <a:pt x="964" y="267"/>
                  </a:cubicBezTo>
                  <a:cubicBezTo>
                    <a:pt x="411" y="480"/>
                    <a:pt x="1" y="740"/>
                    <a:pt x="25" y="787"/>
                  </a:cubicBezTo>
                  <a:cubicBezTo>
                    <a:pt x="28" y="792"/>
                    <a:pt x="35" y="795"/>
                    <a:pt x="46" y="795"/>
                  </a:cubicBezTo>
                  <a:cubicBezTo>
                    <a:pt x="144" y="795"/>
                    <a:pt x="548" y="629"/>
                    <a:pt x="1033" y="440"/>
                  </a:cubicBezTo>
                  <a:cubicBezTo>
                    <a:pt x="1575" y="227"/>
                    <a:pt x="2022" y="64"/>
                    <a:pt x="2008" y="13"/>
                  </a:cubicBezTo>
                  <a:cubicBezTo>
                    <a:pt x="2005" y="5"/>
                    <a:pt x="1988" y="0"/>
                    <a:pt x="1958" y="0"/>
                  </a:cubicBezTo>
                  <a:close/>
                </a:path>
              </a:pathLst>
            </a:custGeom>
            <a:solidFill>
              <a:srgbClr val="495668"/>
            </a:solidFill>
            <a:ln>
              <a:noFill/>
            </a:ln>
          </p:spPr>
          <p:txBody>
            <a:bodyPr spcFirstLastPara="1" wrap="square" lIns="121900" tIns="121900" rIns="121900" bIns="121900" anchor="ctr" anchorCtr="0">
              <a:noAutofit/>
            </a:bodyPr>
            <a:lstStyle/>
            <a:p>
              <a:endParaRPr sz="2400"/>
            </a:p>
          </p:txBody>
        </p:sp>
        <p:sp>
          <p:nvSpPr>
            <p:cNvPr id="41" name="Google Shape;1081;p33"/>
            <p:cNvSpPr/>
            <p:nvPr/>
          </p:nvSpPr>
          <p:spPr>
            <a:xfrm>
              <a:off x="2393191" y="5298751"/>
              <a:ext cx="49186" cy="16388"/>
            </a:xfrm>
            <a:custGeom>
              <a:avLst/>
              <a:gdLst/>
              <a:ahLst/>
              <a:cxnLst/>
              <a:rect l="l" t="t" r="r" b="b"/>
              <a:pathLst>
                <a:path w="2071" h="690" extrusionOk="0">
                  <a:moveTo>
                    <a:pt x="1959" y="1"/>
                  </a:moveTo>
                  <a:cubicBezTo>
                    <a:pt x="1785" y="1"/>
                    <a:pt x="1411" y="55"/>
                    <a:pt x="992" y="190"/>
                  </a:cubicBezTo>
                  <a:cubicBezTo>
                    <a:pt x="417" y="376"/>
                    <a:pt x="0" y="637"/>
                    <a:pt x="25" y="681"/>
                  </a:cubicBezTo>
                  <a:cubicBezTo>
                    <a:pt x="28" y="687"/>
                    <a:pt x="36" y="689"/>
                    <a:pt x="48" y="689"/>
                  </a:cubicBezTo>
                  <a:cubicBezTo>
                    <a:pt x="149" y="689"/>
                    <a:pt x="554" y="530"/>
                    <a:pt x="1049" y="368"/>
                  </a:cubicBezTo>
                  <a:cubicBezTo>
                    <a:pt x="1606" y="185"/>
                    <a:pt x="2071" y="74"/>
                    <a:pt x="2063" y="22"/>
                  </a:cubicBezTo>
                  <a:cubicBezTo>
                    <a:pt x="2061" y="8"/>
                    <a:pt x="2023" y="1"/>
                    <a:pt x="1959" y="1"/>
                  </a:cubicBezTo>
                  <a:close/>
                </a:path>
              </a:pathLst>
            </a:custGeom>
            <a:solidFill>
              <a:srgbClr val="495668"/>
            </a:solidFill>
            <a:ln>
              <a:noFill/>
            </a:ln>
          </p:spPr>
          <p:txBody>
            <a:bodyPr spcFirstLastPara="1" wrap="square" lIns="121900" tIns="121900" rIns="121900" bIns="121900" anchor="ctr" anchorCtr="0">
              <a:noAutofit/>
            </a:bodyPr>
            <a:lstStyle/>
            <a:p>
              <a:endParaRPr sz="2400"/>
            </a:p>
          </p:txBody>
        </p:sp>
        <p:sp>
          <p:nvSpPr>
            <p:cNvPr id="42" name="Google Shape;1082;p33"/>
            <p:cNvSpPr/>
            <p:nvPr/>
          </p:nvSpPr>
          <p:spPr>
            <a:xfrm>
              <a:off x="1960774" y="5289845"/>
              <a:ext cx="160289" cy="61988"/>
            </a:xfrm>
            <a:custGeom>
              <a:avLst/>
              <a:gdLst/>
              <a:ahLst/>
              <a:cxnLst/>
              <a:rect l="l" t="t" r="r" b="b"/>
              <a:pathLst>
                <a:path w="6749" h="2610" extrusionOk="0">
                  <a:moveTo>
                    <a:pt x="2101" y="0"/>
                  </a:moveTo>
                  <a:cubicBezTo>
                    <a:pt x="1738" y="0"/>
                    <a:pt x="1407" y="21"/>
                    <a:pt x="1125" y="42"/>
                  </a:cubicBezTo>
                  <a:cubicBezTo>
                    <a:pt x="428" y="101"/>
                    <a:pt x="0" y="168"/>
                    <a:pt x="3" y="191"/>
                  </a:cubicBezTo>
                  <a:cubicBezTo>
                    <a:pt x="4" y="201"/>
                    <a:pt x="56" y="205"/>
                    <a:pt x="154" y="205"/>
                  </a:cubicBezTo>
                  <a:cubicBezTo>
                    <a:pt x="337" y="205"/>
                    <a:pt x="679" y="191"/>
                    <a:pt x="1133" y="175"/>
                  </a:cubicBezTo>
                  <a:cubicBezTo>
                    <a:pt x="1325" y="170"/>
                    <a:pt x="1539" y="165"/>
                    <a:pt x="1770" y="165"/>
                  </a:cubicBezTo>
                  <a:cubicBezTo>
                    <a:pt x="2369" y="165"/>
                    <a:pt x="3081" y="201"/>
                    <a:pt x="3821" y="379"/>
                  </a:cubicBezTo>
                  <a:cubicBezTo>
                    <a:pt x="4842" y="629"/>
                    <a:pt x="5661" y="1174"/>
                    <a:pt x="6112" y="1688"/>
                  </a:cubicBezTo>
                  <a:cubicBezTo>
                    <a:pt x="6565" y="2190"/>
                    <a:pt x="6698" y="2610"/>
                    <a:pt x="6737" y="2610"/>
                  </a:cubicBezTo>
                  <a:cubicBezTo>
                    <a:pt x="6738" y="2610"/>
                    <a:pt x="6738" y="2610"/>
                    <a:pt x="6739" y="2609"/>
                  </a:cubicBezTo>
                  <a:cubicBezTo>
                    <a:pt x="6749" y="2606"/>
                    <a:pt x="6723" y="2498"/>
                    <a:pt x="6651" y="2315"/>
                  </a:cubicBezTo>
                  <a:cubicBezTo>
                    <a:pt x="6577" y="2131"/>
                    <a:pt x="6435" y="1876"/>
                    <a:pt x="6212" y="1600"/>
                  </a:cubicBezTo>
                  <a:cubicBezTo>
                    <a:pt x="5767" y="1045"/>
                    <a:pt x="4923" y="454"/>
                    <a:pt x="3863" y="196"/>
                  </a:cubicBezTo>
                  <a:cubicBezTo>
                    <a:pt x="3236" y="45"/>
                    <a:pt x="2633" y="0"/>
                    <a:pt x="2101" y="0"/>
                  </a:cubicBezTo>
                  <a:close/>
                </a:path>
              </a:pathLst>
            </a:custGeom>
            <a:solidFill>
              <a:srgbClr val="495668"/>
            </a:solidFill>
            <a:ln>
              <a:noFill/>
            </a:ln>
          </p:spPr>
          <p:txBody>
            <a:bodyPr spcFirstLastPara="1" wrap="square" lIns="121900" tIns="121900" rIns="121900" bIns="121900" anchor="ctr" anchorCtr="0">
              <a:noAutofit/>
            </a:bodyPr>
            <a:lstStyle/>
            <a:p>
              <a:endParaRPr sz="2400"/>
            </a:p>
          </p:txBody>
        </p:sp>
        <p:sp>
          <p:nvSpPr>
            <p:cNvPr id="43" name="Google Shape;1083;p33"/>
            <p:cNvSpPr/>
            <p:nvPr/>
          </p:nvSpPr>
          <p:spPr>
            <a:xfrm>
              <a:off x="2436152" y="5319531"/>
              <a:ext cx="39544" cy="37074"/>
            </a:xfrm>
            <a:custGeom>
              <a:avLst/>
              <a:gdLst/>
              <a:ahLst/>
              <a:cxnLst/>
              <a:rect l="l" t="t" r="r" b="b"/>
              <a:pathLst>
                <a:path w="1665" h="1561" extrusionOk="0">
                  <a:moveTo>
                    <a:pt x="1531" y="1"/>
                  </a:moveTo>
                  <a:cubicBezTo>
                    <a:pt x="1324" y="1"/>
                    <a:pt x="894" y="85"/>
                    <a:pt x="522" y="446"/>
                  </a:cubicBezTo>
                  <a:cubicBezTo>
                    <a:pt x="1" y="935"/>
                    <a:pt x="2" y="1560"/>
                    <a:pt x="51" y="1560"/>
                  </a:cubicBezTo>
                  <a:cubicBezTo>
                    <a:pt x="52" y="1560"/>
                    <a:pt x="52" y="1560"/>
                    <a:pt x="53" y="1560"/>
                  </a:cubicBezTo>
                  <a:cubicBezTo>
                    <a:pt x="54" y="1560"/>
                    <a:pt x="54" y="1560"/>
                    <a:pt x="55" y="1560"/>
                  </a:cubicBezTo>
                  <a:cubicBezTo>
                    <a:pt x="108" y="1560"/>
                    <a:pt x="184" y="1015"/>
                    <a:pt x="651" y="580"/>
                  </a:cubicBezTo>
                  <a:cubicBezTo>
                    <a:pt x="1111" y="130"/>
                    <a:pt x="1665" y="82"/>
                    <a:pt x="1655" y="28"/>
                  </a:cubicBezTo>
                  <a:cubicBezTo>
                    <a:pt x="1660" y="14"/>
                    <a:pt x="1613" y="1"/>
                    <a:pt x="1531" y="1"/>
                  </a:cubicBezTo>
                  <a:close/>
                </a:path>
              </a:pathLst>
            </a:custGeom>
            <a:solidFill>
              <a:srgbClr val="495668"/>
            </a:solidFill>
            <a:ln>
              <a:noFill/>
            </a:ln>
          </p:spPr>
          <p:txBody>
            <a:bodyPr spcFirstLastPara="1" wrap="square" lIns="121900" tIns="121900" rIns="121900" bIns="121900" anchor="ctr" anchorCtr="0">
              <a:noAutofit/>
            </a:bodyPr>
            <a:lstStyle/>
            <a:p>
              <a:endParaRPr sz="2400"/>
            </a:p>
          </p:txBody>
        </p:sp>
        <p:sp>
          <p:nvSpPr>
            <p:cNvPr id="44" name="Google Shape;1084;p33"/>
            <p:cNvSpPr/>
            <p:nvPr/>
          </p:nvSpPr>
          <p:spPr>
            <a:xfrm>
              <a:off x="2181423" y="5330265"/>
              <a:ext cx="111483" cy="4655"/>
            </a:xfrm>
            <a:custGeom>
              <a:avLst/>
              <a:gdLst/>
              <a:ahLst/>
              <a:cxnLst/>
              <a:rect l="l" t="t" r="r" b="b"/>
              <a:pathLst>
                <a:path w="4694" h="196" extrusionOk="0">
                  <a:moveTo>
                    <a:pt x="2998" y="0"/>
                  </a:moveTo>
                  <a:cubicBezTo>
                    <a:pt x="2791" y="0"/>
                    <a:pt x="2573" y="2"/>
                    <a:pt x="2347" y="4"/>
                  </a:cubicBezTo>
                  <a:cubicBezTo>
                    <a:pt x="1050" y="19"/>
                    <a:pt x="0" y="74"/>
                    <a:pt x="2" y="125"/>
                  </a:cubicBezTo>
                  <a:cubicBezTo>
                    <a:pt x="3" y="168"/>
                    <a:pt x="720" y="196"/>
                    <a:pt x="1699" y="196"/>
                  </a:cubicBezTo>
                  <a:cubicBezTo>
                    <a:pt x="1905" y="196"/>
                    <a:pt x="2123" y="195"/>
                    <a:pt x="2348" y="192"/>
                  </a:cubicBezTo>
                  <a:cubicBezTo>
                    <a:pt x="3645" y="176"/>
                    <a:pt x="4693" y="122"/>
                    <a:pt x="4693" y="70"/>
                  </a:cubicBezTo>
                  <a:cubicBezTo>
                    <a:pt x="4692" y="28"/>
                    <a:pt x="3976" y="0"/>
                    <a:pt x="2998" y="0"/>
                  </a:cubicBezTo>
                  <a:close/>
                </a:path>
              </a:pathLst>
            </a:custGeom>
            <a:solidFill>
              <a:srgbClr val="495668"/>
            </a:solidFill>
            <a:ln>
              <a:noFill/>
            </a:ln>
          </p:spPr>
          <p:txBody>
            <a:bodyPr spcFirstLastPara="1" wrap="square" lIns="121900" tIns="121900" rIns="121900" bIns="121900" anchor="ctr" anchorCtr="0">
              <a:noAutofit/>
            </a:bodyPr>
            <a:lstStyle/>
            <a:p>
              <a:endParaRPr sz="2400"/>
            </a:p>
          </p:txBody>
        </p:sp>
        <p:sp>
          <p:nvSpPr>
            <p:cNvPr id="45" name="Google Shape;1085;p33"/>
            <p:cNvSpPr/>
            <p:nvPr/>
          </p:nvSpPr>
          <p:spPr>
            <a:xfrm>
              <a:off x="1660732" y="5195682"/>
              <a:ext cx="637545" cy="197410"/>
            </a:xfrm>
            <a:custGeom>
              <a:avLst/>
              <a:gdLst/>
              <a:ahLst/>
              <a:cxnLst/>
              <a:rect l="l" t="t" r="r" b="b"/>
              <a:pathLst>
                <a:path w="26844" h="8312" extrusionOk="0">
                  <a:moveTo>
                    <a:pt x="1490" y="0"/>
                  </a:moveTo>
                  <a:lnTo>
                    <a:pt x="0" y="8312"/>
                  </a:lnTo>
                  <a:lnTo>
                    <a:pt x="23365" y="8312"/>
                  </a:lnTo>
                  <a:cubicBezTo>
                    <a:pt x="26843" y="8312"/>
                    <a:pt x="20570" y="5154"/>
                    <a:pt x="20570" y="5154"/>
                  </a:cubicBezTo>
                  <a:lnTo>
                    <a:pt x="21682" y="0"/>
                  </a:lnTo>
                  <a:close/>
                </a:path>
              </a:pathLst>
            </a:custGeom>
            <a:solidFill>
              <a:srgbClr val="682736"/>
            </a:solidFill>
            <a:ln>
              <a:noFill/>
            </a:ln>
          </p:spPr>
          <p:txBody>
            <a:bodyPr spcFirstLastPara="1" wrap="square" lIns="121900" tIns="121900" rIns="121900" bIns="121900" anchor="ctr" anchorCtr="0">
              <a:noAutofit/>
            </a:bodyPr>
            <a:lstStyle/>
            <a:p>
              <a:endParaRPr sz="2400"/>
            </a:p>
          </p:txBody>
        </p:sp>
        <p:sp>
          <p:nvSpPr>
            <p:cNvPr id="46" name="Google Shape;1086;p33"/>
            <p:cNvSpPr/>
            <p:nvPr/>
          </p:nvSpPr>
          <p:spPr>
            <a:xfrm>
              <a:off x="2124070" y="5327059"/>
              <a:ext cx="48022" cy="18929"/>
            </a:xfrm>
            <a:custGeom>
              <a:avLst/>
              <a:gdLst/>
              <a:ahLst/>
              <a:cxnLst/>
              <a:rect l="l" t="t" r="r" b="b"/>
              <a:pathLst>
                <a:path w="2022" h="797" extrusionOk="0">
                  <a:moveTo>
                    <a:pt x="1958" y="1"/>
                  </a:moveTo>
                  <a:cubicBezTo>
                    <a:pt x="1822" y="1"/>
                    <a:pt x="1419" y="91"/>
                    <a:pt x="964" y="268"/>
                  </a:cubicBezTo>
                  <a:cubicBezTo>
                    <a:pt x="408" y="482"/>
                    <a:pt x="0" y="742"/>
                    <a:pt x="25" y="789"/>
                  </a:cubicBezTo>
                  <a:cubicBezTo>
                    <a:pt x="27" y="794"/>
                    <a:pt x="34" y="796"/>
                    <a:pt x="46" y="796"/>
                  </a:cubicBezTo>
                  <a:cubicBezTo>
                    <a:pt x="143" y="796"/>
                    <a:pt x="546" y="631"/>
                    <a:pt x="1032" y="441"/>
                  </a:cubicBezTo>
                  <a:cubicBezTo>
                    <a:pt x="1574" y="229"/>
                    <a:pt x="2022" y="66"/>
                    <a:pt x="2007" y="14"/>
                  </a:cubicBezTo>
                  <a:cubicBezTo>
                    <a:pt x="2005" y="5"/>
                    <a:pt x="1988" y="1"/>
                    <a:pt x="1958" y="1"/>
                  </a:cubicBezTo>
                  <a:close/>
                </a:path>
              </a:pathLst>
            </a:custGeom>
            <a:solidFill>
              <a:srgbClr val="495668"/>
            </a:solidFill>
            <a:ln>
              <a:noFill/>
            </a:ln>
          </p:spPr>
          <p:txBody>
            <a:bodyPr spcFirstLastPara="1" wrap="square" lIns="121900" tIns="121900" rIns="121900" bIns="121900" anchor="ctr" anchorCtr="0">
              <a:noAutofit/>
            </a:bodyPr>
            <a:lstStyle/>
            <a:p>
              <a:endParaRPr sz="2400"/>
            </a:p>
          </p:txBody>
        </p:sp>
        <p:sp>
          <p:nvSpPr>
            <p:cNvPr id="47" name="Google Shape;1087;p33"/>
            <p:cNvSpPr/>
            <p:nvPr/>
          </p:nvSpPr>
          <p:spPr>
            <a:xfrm>
              <a:off x="2103243" y="5318961"/>
              <a:ext cx="49186" cy="16364"/>
            </a:xfrm>
            <a:custGeom>
              <a:avLst/>
              <a:gdLst/>
              <a:ahLst/>
              <a:cxnLst/>
              <a:rect l="l" t="t" r="r" b="b"/>
              <a:pathLst>
                <a:path w="2071" h="689" extrusionOk="0">
                  <a:moveTo>
                    <a:pt x="1959" y="0"/>
                  </a:moveTo>
                  <a:cubicBezTo>
                    <a:pt x="1785" y="0"/>
                    <a:pt x="1411" y="55"/>
                    <a:pt x="991" y="190"/>
                  </a:cubicBezTo>
                  <a:cubicBezTo>
                    <a:pt x="417" y="374"/>
                    <a:pt x="0" y="637"/>
                    <a:pt x="25" y="681"/>
                  </a:cubicBezTo>
                  <a:cubicBezTo>
                    <a:pt x="28" y="686"/>
                    <a:pt x="35" y="689"/>
                    <a:pt x="48" y="689"/>
                  </a:cubicBezTo>
                  <a:cubicBezTo>
                    <a:pt x="149" y="689"/>
                    <a:pt x="554" y="530"/>
                    <a:pt x="1049" y="368"/>
                  </a:cubicBezTo>
                  <a:cubicBezTo>
                    <a:pt x="1605" y="185"/>
                    <a:pt x="2071" y="74"/>
                    <a:pt x="2063" y="21"/>
                  </a:cubicBezTo>
                  <a:cubicBezTo>
                    <a:pt x="2061" y="8"/>
                    <a:pt x="2024" y="0"/>
                    <a:pt x="1959" y="0"/>
                  </a:cubicBezTo>
                  <a:close/>
                </a:path>
              </a:pathLst>
            </a:custGeom>
            <a:solidFill>
              <a:srgbClr val="495668"/>
            </a:solidFill>
            <a:ln>
              <a:noFill/>
            </a:ln>
          </p:spPr>
          <p:txBody>
            <a:bodyPr spcFirstLastPara="1" wrap="square" lIns="121900" tIns="121900" rIns="121900" bIns="121900" anchor="ctr" anchorCtr="0">
              <a:noAutofit/>
            </a:bodyPr>
            <a:lstStyle/>
            <a:p>
              <a:endParaRPr sz="2400"/>
            </a:p>
          </p:txBody>
        </p:sp>
        <p:sp>
          <p:nvSpPr>
            <p:cNvPr id="48" name="Google Shape;1088;p33"/>
            <p:cNvSpPr/>
            <p:nvPr/>
          </p:nvSpPr>
          <p:spPr>
            <a:xfrm>
              <a:off x="1670849" y="5310055"/>
              <a:ext cx="160265" cy="61988"/>
            </a:xfrm>
            <a:custGeom>
              <a:avLst/>
              <a:gdLst/>
              <a:ahLst/>
              <a:cxnLst/>
              <a:rect l="l" t="t" r="r" b="b"/>
              <a:pathLst>
                <a:path w="6748" h="2610" extrusionOk="0">
                  <a:moveTo>
                    <a:pt x="2104" y="1"/>
                  </a:moveTo>
                  <a:cubicBezTo>
                    <a:pt x="1739" y="1"/>
                    <a:pt x="1408" y="21"/>
                    <a:pt x="1126" y="42"/>
                  </a:cubicBezTo>
                  <a:cubicBezTo>
                    <a:pt x="428" y="101"/>
                    <a:pt x="1" y="168"/>
                    <a:pt x="2" y="191"/>
                  </a:cubicBezTo>
                  <a:cubicBezTo>
                    <a:pt x="3" y="200"/>
                    <a:pt x="55" y="204"/>
                    <a:pt x="153" y="204"/>
                  </a:cubicBezTo>
                  <a:cubicBezTo>
                    <a:pt x="336" y="204"/>
                    <a:pt x="679" y="190"/>
                    <a:pt x="1134" y="174"/>
                  </a:cubicBezTo>
                  <a:cubicBezTo>
                    <a:pt x="1332" y="169"/>
                    <a:pt x="1553" y="163"/>
                    <a:pt x="1792" y="163"/>
                  </a:cubicBezTo>
                  <a:cubicBezTo>
                    <a:pt x="2387" y="163"/>
                    <a:pt x="3092" y="200"/>
                    <a:pt x="3820" y="378"/>
                  </a:cubicBezTo>
                  <a:cubicBezTo>
                    <a:pt x="4840" y="628"/>
                    <a:pt x="5660" y="1174"/>
                    <a:pt x="6112" y="1688"/>
                  </a:cubicBezTo>
                  <a:cubicBezTo>
                    <a:pt x="6564" y="2190"/>
                    <a:pt x="6699" y="2609"/>
                    <a:pt x="6736" y="2609"/>
                  </a:cubicBezTo>
                  <a:cubicBezTo>
                    <a:pt x="6737" y="2609"/>
                    <a:pt x="6737" y="2609"/>
                    <a:pt x="6738" y="2609"/>
                  </a:cubicBezTo>
                  <a:cubicBezTo>
                    <a:pt x="6748" y="2606"/>
                    <a:pt x="6725" y="2498"/>
                    <a:pt x="6651" y="2315"/>
                  </a:cubicBezTo>
                  <a:cubicBezTo>
                    <a:pt x="6578" y="2131"/>
                    <a:pt x="6437" y="1876"/>
                    <a:pt x="6212" y="1600"/>
                  </a:cubicBezTo>
                  <a:cubicBezTo>
                    <a:pt x="5770" y="1045"/>
                    <a:pt x="4924" y="454"/>
                    <a:pt x="3866" y="196"/>
                  </a:cubicBezTo>
                  <a:cubicBezTo>
                    <a:pt x="3238" y="45"/>
                    <a:pt x="2636" y="1"/>
                    <a:pt x="2104" y="1"/>
                  </a:cubicBezTo>
                  <a:close/>
                </a:path>
              </a:pathLst>
            </a:custGeom>
            <a:solidFill>
              <a:srgbClr val="495668"/>
            </a:solidFill>
            <a:ln>
              <a:noFill/>
            </a:ln>
          </p:spPr>
          <p:txBody>
            <a:bodyPr spcFirstLastPara="1" wrap="square" lIns="121900" tIns="121900" rIns="121900" bIns="121900" anchor="ctr" anchorCtr="0">
              <a:noAutofit/>
            </a:bodyPr>
            <a:lstStyle/>
            <a:p>
              <a:endParaRPr sz="2400"/>
            </a:p>
          </p:txBody>
        </p:sp>
        <p:sp>
          <p:nvSpPr>
            <p:cNvPr id="49" name="Google Shape;1089;p33"/>
            <p:cNvSpPr/>
            <p:nvPr/>
          </p:nvSpPr>
          <p:spPr>
            <a:xfrm>
              <a:off x="301236" y="3247518"/>
              <a:ext cx="2184074" cy="2051881"/>
            </a:xfrm>
            <a:custGeom>
              <a:avLst/>
              <a:gdLst/>
              <a:ahLst/>
              <a:cxnLst/>
              <a:rect l="l" t="t" r="r" b="b"/>
              <a:pathLst>
                <a:path w="91961" h="86395" extrusionOk="0">
                  <a:moveTo>
                    <a:pt x="56224" y="1"/>
                  </a:moveTo>
                  <a:cubicBezTo>
                    <a:pt x="34391" y="1"/>
                    <a:pt x="4864" y="1731"/>
                    <a:pt x="4864" y="1731"/>
                  </a:cubicBezTo>
                  <a:cubicBezTo>
                    <a:pt x="4864" y="1731"/>
                    <a:pt x="1" y="21175"/>
                    <a:pt x="19050" y="24993"/>
                  </a:cubicBezTo>
                  <a:cubicBezTo>
                    <a:pt x="22796" y="25744"/>
                    <a:pt x="26965" y="26024"/>
                    <a:pt x="31247" y="26024"/>
                  </a:cubicBezTo>
                  <a:cubicBezTo>
                    <a:pt x="43833" y="26024"/>
                    <a:pt x="57395" y="23605"/>
                    <a:pt x="64059" y="23605"/>
                  </a:cubicBezTo>
                  <a:cubicBezTo>
                    <a:pt x="66656" y="23605"/>
                    <a:pt x="68206" y="23972"/>
                    <a:pt x="68241" y="24993"/>
                  </a:cubicBezTo>
                  <a:cubicBezTo>
                    <a:pt x="68398" y="29526"/>
                    <a:pt x="69938" y="85338"/>
                    <a:pt x="69938" y="85338"/>
                  </a:cubicBezTo>
                  <a:lnTo>
                    <a:pt x="91961" y="86395"/>
                  </a:lnTo>
                  <a:cubicBezTo>
                    <a:pt x="91961" y="86395"/>
                    <a:pt x="90970" y="5652"/>
                    <a:pt x="77740" y="1401"/>
                  </a:cubicBezTo>
                  <a:cubicBezTo>
                    <a:pt x="74497" y="359"/>
                    <a:pt x="66157" y="1"/>
                    <a:pt x="56224" y="1"/>
                  </a:cubicBezTo>
                  <a:close/>
                </a:path>
              </a:pathLst>
            </a:custGeom>
            <a:solidFill>
              <a:schemeClr val="bg1">
                <a:lumMod val="25000"/>
              </a:schemeClr>
            </a:solidFill>
            <a:ln>
              <a:noFill/>
            </a:ln>
          </p:spPr>
          <p:txBody>
            <a:bodyPr spcFirstLastPara="1" wrap="square" lIns="121900" tIns="121900" rIns="121900" bIns="121900" anchor="ctr" anchorCtr="0">
              <a:noAutofit/>
            </a:bodyPr>
            <a:lstStyle/>
            <a:p>
              <a:endParaRPr sz="2400"/>
            </a:p>
          </p:txBody>
        </p:sp>
        <p:sp>
          <p:nvSpPr>
            <p:cNvPr id="50" name="Google Shape;1090;p33"/>
            <p:cNvSpPr/>
            <p:nvPr/>
          </p:nvSpPr>
          <p:spPr>
            <a:xfrm>
              <a:off x="47243" y="1959254"/>
              <a:ext cx="985910" cy="1479150"/>
            </a:xfrm>
            <a:custGeom>
              <a:avLst/>
              <a:gdLst/>
              <a:ahLst/>
              <a:cxnLst/>
              <a:rect l="l" t="t" r="r" b="b"/>
              <a:pathLst>
                <a:path w="41512" h="62280" extrusionOk="0">
                  <a:moveTo>
                    <a:pt x="28182" y="1"/>
                  </a:moveTo>
                  <a:cubicBezTo>
                    <a:pt x="23881" y="1"/>
                    <a:pt x="18787" y="197"/>
                    <a:pt x="14635" y="769"/>
                  </a:cubicBezTo>
                  <a:cubicBezTo>
                    <a:pt x="9824" y="1434"/>
                    <a:pt x="5641" y="4415"/>
                    <a:pt x="3415" y="8729"/>
                  </a:cubicBezTo>
                  <a:cubicBezTo>
                    <a:pt x="1932" y="11606"/>
                    <a:pt x="575" y="15441"/>
                    <a:pt x="402" y="20022"/>
                  </a:cubicBezTo>
                  <a:cubicBezTo>
                    <a:pt x="1" y="30613"/>
                    <a:pt x="2107" y="35037"/>
                    <a:pt x="2107" y="35037"/>
                  </a:cubicBezTo>
                  <a:lnTo>
                    <a:pt x="2664" y="57739"/>
                  </a:lnTo>
                  <a:cubicBezTo>
                    <a:pt x="2664" y="57739"/>
                    <a:pt x="7334" y="62280"/>
                    <a:pt x="17514" y="62280"/>
                  </a:cubicBezTo>
                  <a:cubicBezTo>
                    <a:pt x="23531" y="62280"/>
                    <a:pt x="31472" y="60694"/>
                    <a:pt x="41512" y="55647"/>
                  </a:cubicBezTo>
                  <a:lnTo>
                    <a:pt x="40005" y="31453"/>
                  </a:lnTo>
                  <a:lnTo>
                    <a:pt x="40046" y="9149"/>
                  </a:lnTo>
                  <a:cubicBezTo>
                    <a:pt x="40046" y="9149"/>
                    <a:pt x="39626" y="998"/>
                    <a:pt x="36984" y="411"/>
                  </a:cubicBezTo>
                  <a:cubicBezTo>
                    <a:pt x="36026" y="199"/>
                    <a:pt x="32505" y="1"/>
                    <a:pt x="28182" y="1"/>
                  </a:cubicBezTo>
                  <a:close/>
                </a:path>
              </a:pathLst>
            </a:custGeom>
            <a:solidFill>
              <a:schemeClr val="accent5">
                <a:lumMod val="75000"/>
              </a:schemeClr>
            </a:solidFill>
            <a:ln>
              <a:noFill/>
            </a:ln>
          </p:spPr>
          <p:txBody>
            <a:bodyPr spcFirstLastPara="1" wrap="square" lIns="121900" tIns="121900" rIns="121900" bIns="121900" anchor="ctr" anchorCtr="0">
              <a:noAutofit/>
            </a:bodyPr>
            <a:lstStyle/>
            <a:p>
              <a:endParaRPr sz="2400"/>
            </a:p>
          </p:txBody>
        </p:sp>
        <p:sp>
          <p:nvSpPr>
            <p:cNvPr id="51" name="Google Shape;1091;p33"/>
            <p:cNvSpPr/>
            <p:nvPr/>
          </p:nvSpPr>
          <p:spPr>
            <a:xfrm>
              <a:off x="-5004" y="3308528"/>
              <a:ext cx="2176854" cy="2018988"/>
            </a:xfrm>
            <a:custGeom>
              <a:avLst/>
              <a:gdLst/>
              <a:ahLst/>
              <a:cxnLst/>
              <a:rect l="l" t="t" r="r" b="b"/>
              <a:pathLst>
                <a:path w="91657" h="85010" extrusionOk="0">
                  <a:moveTo>
                    <a:pt x="45783" y="1"/>
                  </a:moveTo>
                  <a:cubicBezTo>
                    <a:pt x="25310" y="1"/>
                    <a:pt x="4864" y="924"/>
                    <a:pt x="4864" y="924"/>
                  </a:cubicBezTo>
                  <a:cubicBezTo>
                    <a:pt x="4864" y="924"/>
                    <a:pt x="1" y="20368"/>
                    <a:pt x="19049" y="24186"/>
                  </a:cubicBezTo>
                  <a:cubicBezTo>
                    <a:pt x="22794" y="24936"/>
                    <a:pt x="26963" y="25216"/>
                    <a:pt x="31244" y="25216"/>
                  </a:cubicBezTo>
                  <a:cubicBezTo>
                    <a:pt x="43830" y="25216"/>
                    <a:pt x="57392" y="22797"/>
                    <a:pt x="64057" y="22797"/>
                  </a:cubicBezTo>
                  <a:cubicBezTo>
                    <a:pt x="66654" y="22797"/>
                    <a:pt x="68204" y="23164"/>
                    <a:pt x="68240" y="24186"/>
                  </a:cubicBezTo>
                  <a:cubicBezTo>
                    <a:pt x="68398" y="28719"/>
                    <a:pt x="70568" y="84472"/>
                    <a:pt x="70568" y="84472"/>
                  </a:cubicBezTo>
                  <a:lnTo>
                    <a:pt x="91657" y="85010"/>
                  </a:lnTo>
                  <a:cubicBezTo>
                    <a:pt x="91657" y="85010"/>
                    <a:pt x="91657" y="6089"/>
                    <a:pt x="85403" y="3083"/>
                  </a:cubicBezTo>
                  <a:cubicBezTo>
                    <a:pt x="80358" y="658"/>
                    <a:pt x="63061" y="1"/>
                    <a:pt x="45783" y="1"/>
                  </a:cubicBezTo>
                  <a:close/>
                </a:path>
              </a:pathLst>
            </a:custGeom>
            <a:solidFill>
              <a:schemeClr val="tx2">
                <a:lumMod val="50000"/>
              </a:schemeClr>
            </a:solidFill>
            <a:ln>
              <a:noFill/>
            </a:ln>
          </p:spPr>
          <p:txBody>
            <a:bodyPr spcFirstLastPara="1" wrap="square" lIns="121900" tIns="121900" rIns="121900" bIns="121900" anchor="ctr" anchorCtr="0">
              <a:noAutofit/>
            </a:bodyPr>
            <a:lstStyle/>
            <a:p>
              <a:endParaRPr sz="2400"/>
            </a:p>
          </p:txBody>
        </p:sp>
        <p:sp>
          <p:nvSpPr>
            <p:cNvPr id="52" name="Google Shape;1092;p33"/>
            <p:cNvSpPr/>
            <p:nvPr/>
          </p:nvSpPr>
          <p:spPr>
            <a:xfrm>
              <a:off x="845581" y="1967352"/>
              <a:ext cx="375084" cy="468801"/>
            </a:xfrm>
            <a:custGeom>
              <a:avLst/>
              <a:gdLst/>
              <a:ahLst/>
              <a:cxnLst/>
              <a:rect l="l" t="t" r="r" b="b"/>
              <a:pathLst>
                <a:path w="15793" h="19739" extrusionOk="0">
                  <a:moveTo>
                    <a:pt x="1472" y="1"/>
                  </a:moveTo>
                  <a:cubicBezTo>
                    <a:pt x="562" y="1"/>
                    <a:pt x="1" y="70"/>
                    <a:pt x="1" y="70"/>
                  </a:cubicBezTo>
                  <a:lnTo>
                    <a:pt x="3063" y="16897"/>
                  </a:lnTo>
                  <a:lnTo>
                    <a:pt x="15793" y="19739"/>
                  </a:lnTo>
                  <a:lnTo>
                    <a:pt x="15332" y="11123"/>
                  </a:lnTo>
                  <a:cubicBezTo>
                    <a:pt x="13694" y="1038"/>
                    <a:pt x="4986" y="1"/>
                    <a:pt x="1472" y="1"/>
                  </a:cubicBezTo>
                  <a:close/>
                </a:path>
              </a:pathLst>
            </a:custGeom>
            <a:solidFill>
              <a:schemeClr val="accent5">
                <a:lumMod val="75000"/>
              </a:schemeClr>
            </a:solidFill>
            <a:ln>
              <a:noFill/>
            </a:ln>
          </p:spPr>
          <p:txBody>
            <a:bodyPr spcFirstLastPara="1" wrap="square" lIns="121900" tIns="121900" rIns="121900" bIns="121900" anchor="ctr" anchorCtr="0">
              <a:noAutofit/>
            </a:bodyPr>
            <a:lstStyle/>
            <a:p>
              <a:endParaRPr sz="2400"/>
            </a:p>
          </p:txBody>
        </p:sp>
        <p:sp>
          <p:nvSpPr>
            <p:cNvPr id="53" name="Google Shape;1093;p33"/>
            <p:cNvSpPr/>
            <p:nvPr/>
          </p:nvSpPr>
          <p:spPr>
            <a:xfrm>
              <a:off x="958126" y="2924466"/>
              <a:ext cx="420613" cy="457306"/>
            </a:xfrm>
            <a:custGeom>
              <a:avLst/>
              <a:gdLst/>
              <a:ahLst/>
              <a:cxnLst/>
              <a:rect l="l" t="t" r="r" b="b"/>
              <a:pathLst>
                <a:path w="17710" h="19255" extrusionOk="0">
                  <a:moveTo>
                    <a:pt x="9385" y="0"/>
                  </a:moveTo>
                  <a:cubicBezTo>
                    <a:pt x="8277" y="0"/>
                    <a:pt x="1222" y="5483"/>
                    <a:pt x="1222" y="5483"/>
                  </a:cubicBezTo>
                  <a:cubicBezTo>
                    <a:pt x="1222" y="5483"/>
                    <a:pt x="1" y="19254"/>
                    <a:pt x="2564" y="19254"/>
                  </a:cubicBezTo>
                  <a:cubicBezTo>
                    <a:pt x="2585" y="19254"/>
                    <a:pt x="2606" y="19253"/>
                    <a:pt x="2628" y="19251"/>
                  </a:cubicBezTo>
                  <a:cubicBezTo>
                    <a:pt x="2628" y="19251"/>
                    <a:pt x="12827" y="16960"/>
                    <a:pt x="13643" y="16070"/>
                  </a:cubicBezTo>
                  <a:cubicBezTo>
                    <a:pt x="14460" y="15182"/>
                    <a:pt x="9615" y="14753"/>
                    <a:pt x="9615" y="14753"/>
                  </a:cubicBezTo>
                  <a:cubicBezTo>
                    <a:pt x="9615" y="14753"/>
                    <a:pt x="14517" y="14558"/>
                    <a:pt x="15333" y="13668"/>
                  </a:cubicBezTo>
                  <a:cubicBezTo>
                    <a:pt x="16150" y="12779"/>
                    <a:pt x="9250" y="11719"/>
                    <a:pt x="9249" y="11719"/>
                  </a:cubicBezTo>
                  <a:lnTo>
                    <a:pt x="9249" y="11719"/>
                  </a:lnTo>
                  <a:cubicBezTo>
                    <a:pt x="9249" y="11719"/>
                    <a:pt x="10832" y="11876"/>
                    <a:pt x="12500" y="11876"/>
                  </a:cubicBezTo>
                  <a:cubicBezTo>
                    <a:pt x="14317" y="11876"/>
                    <a:pt x="16236" y="11689"/>
                    <a:pt x="16321" y="10911"/>
                  </a:cubicBezTo>
                  <a:cubicBezTo>
                    <a:pt x="16485" y="9416"/>
                    <a:pt x="8913" y="8197"/>
                    <a:pt x="8913" y="8197"/>
                  </a:cubicBezTo>
                  <a:lnTo>
                    <a:pt x="8913" y="8197"/>
                  </a:lnTo>
                  <a:cubicBezTo>
                    <a:pt x="8913" y="8197"/>
                    <a:pt x="10469" y="8321"/>
                    <a:pt x="12239" y="8321"/>
                  </a:cubicBezTo>
                  <a:cubicBezTo>
                    <a:pt x="14459" y="8321"/>
                    <a:pt x="17016" y="8126"/>
                    <a:pt x="17264" y="7246"/>
                  </a:cubicBezTo>
                  <a:cubicBezTo>
                    <a:pt x="17709" y="5666"/>
                    <a:pt x="7195" y="4884"/>
                    <a:pt x="7195" y="4884"/>
                  </a:cubicBezTo>
                  <a:cubicBezTo>
                    <a:pt x="9767" y="3110"/>
                    <a:pt x="10139" y="485"/>
                    <a:pt x="9486" y="26"/>
                  </a:cubicBezTo>
                  <a:cubicBezTo>
                    <a:pt x="9462" y="9"/>
                    <a:pt x="9428" y="0"/>
                    <a:pt x="9385" y="0"/>
                  </a:cubicBezTo>
                  <a:close/>
                </a:path>
              </a:pathLst>
            </a:custGeom>
            <a:solidFill>
              <a:srgbClr val="9B7663"/>
            </a:solidFill>
            <a:ln>
              <a:noFill/>
            </a:ln>
          </p:spPr>
          <p:txBody>
            <a:bodyPr spcFirstLastPara="1" wrap="square" lIns="121900" tIns="121900" rIns="121900" bIns="121900" anchor="ctr" anchorCtr="0">
              <a:noAutofit/>
            </a:bodyPr>
            <a:lstStyle/>
            <a:p>
              <a:endParaRPr sz="2400"/>
            </a:p>
          </p:txBody>
        </p:sp>
        <p:sp>
          <p:nvSpPr>
            <p:cNvPr id="54" name="Google Shape;1094;p33"/>
            <p:cNvSpPr/>
            <p:nvPr/>
          </p:nvSpPr>
          <p:spPr>
            <a:xfrm>
              <a:off x="-126788" y="2167101"/>
              <a:ext cx="1146389" cy="1238159"/>
            </a:xfrm>
            <a:custGeom>
              <a:avLst/>
              <a:gdLst/>
              <a:ahLst/>
              <a:cxnLst/>
              <a:rect l="l" t="t" r="r" b="b"/>
              <a:pathLst>
                <a:path w="48269" h="52133" extrusionOk="0">
                  <a:moveTo>
                    <a:pt x="10570" y="0"/>
                  </a:moveTo>
                  <a:cubicBezTo>
                    <a:pt x="10570" y="0"/>
                    <a:pt x="4789" y="12066"/>
                    <a:pt x="2309" y="32150"/>
                  </a:cubicBezTo>
                  <a:cubicBezTo>
                    <a:pt x="0" y="50833"/>
                    <a:pt x="16160" y="52133"/>
                    <a:pt x="22355" y="52133"/>
                  </a:cubicBezTo>
                  <a:cubicBezTo>
                    <a:pt x="22798" y="52133"/>
                    <a:pt x="23190" y="52126"/>
                    <a:pt x="23520" y="52119"/>
                  </a:cubicBezTo>
                  <a:cubicBezTo>
                    <a:pt x="28474" y="52008"/>
                    <a:pt x="48268" y="51275"/>
                    <a:pt x="48268" y="51275"/>
                  </a:cubicBezTo>
                  <a:lnTo>
                    <a:pt x="46905" y="37374"/>
                  </a:lnTo>
                  <a:cubicBezTo>
                    <a:pt x="46905" y="37374"/>
                    <a:pt x="45234" y="37430"/>
                    <a:pt x="42461" y="37430"/>
                  </a:cubicBezTo>
                  <a:cubicBezTo>
                    <a:pt x="37776" y="37430"/>
                    <a:pt x="29944" y="37269"/>
                    <a:pt x="21714" y="36402"/>
                  </a:cubicBezTo>
                  <a:cubicBezTo>
                    <a:pt x="15751" y="35775"/>
                    <a:pt x="25823" y="4074"/>
                    <a:pt x="25823" y="4074"/>
                  </a:cubicBezTo>
                  <a:lnTo>
                    <a:pt x="10570" y="0"/>
                  </a:lnTo>
                  <a:close/>
                </a:path>
              </a:pathLst>
            </a:custGeom>
            <a:solidFill>
              <a:schemeClr val="accent5">
                <a:lumMod val="75000"/>
              </a:schemeClr>
            </a:solidFill>
            <a:ln>
              <a:noFill/>
            </a:ln>
          </p:spPr>
          <p:txBody>
            <a:bodyPr spcFirstLastPara="1" wrap="square" lIns="121900" tIns="121900" rIns="121900" bIns="121900" anchor="ctr" anchorCtr="0">
              <a:noAutofit/>
            </a:bodyPr>
            <a:lstStyle/>
            <a:p>
              <a:endParaRPr sz="2400"/>
            </a:p>
          </p:txBody>
        </p:sp>
        <p:sp>
          <p:nvSpPr>
            <p:cNvPr id="55" name="Google Shape;1095;p33"/>
            <p:cNvSpPr/>
            <p:nvPr/>
          </p:nvSpPr>
          <p:spPr>
            <a:xfrm>
              <a:off x="154184" y="3331421"/>
              <a:ext cx="20283" cy="105497"/>
            </a:xfrm>
            <a:custGeom>
              <a:avLst/>
              <a:gdLst/>
              <a:ahLst/>
              <a:cxnLst/>
              <a:rect l="l" t="t" r="r" b="b"/>
              <a:pathLst>
                <a:path w="854" h="4442" extrusionOk="0">
                  <a:moveTo>
                    <a:pt x="718" y="1"/>
                  </a:moveTo>
                  <a:cubicBezTo>
                    <a:pt x="591" y="1"/>
                    <a:pt x="161" y="941"/>
                    <a:pt x="84" y="2189"/>
                  </a:cubicBezTo>
                  <a:cubicBezTo>
                    <a:pt x="0" y="3448"/>
                    <a:pt x="295" y="4441"/>
                    <a:pt x="418" y="4441"/>
                  </a:cubicBezTo>
                  <a:cubicBezTo>
                    <a:pt x="419" y="4441"/>
                    <a:pt x="421" y="4441"/>
                    <a:pt x="422" y="4441"/>
                  </a:cubicBezTo>
                  <a:cubicBezTo>
                    <a:pt x="556" y="4419"/>
                    <a:pt x="470" y="3425"/>
                    <a:pt x="551" y="2220"/>
                  </a:cubicBezTo>
                  <a:cubicBezTo>
                    <a:pt x="623" y="1013"/>
                    <a:pt x="853" y="46"/>
                    <a:pt x="726" y="2"/>
                  </a:cubicBezTo>
                  <a:cubicBezTo>
                    <a:pt x="723" y="1"/>
                    <a:pt x="721" y="1"/>
                    <a:pt x="718" y="1"/>
                  </a:cubicBezTo>
                  <a:close/>
                </a:path>
              </a:pathLst>
            </a:custGeom>
            <a:solidFill>
              <a:srgbClr val="2A333F"/>
            </a:solidFill>
            <a:ln>
              <a:noFill/>
            </a:ln>
          </p:spPr>
          <p:txBody>
            <a:bodyPr spcFirstLastPara="1" wrap="square" lIns="121900" tIns="121900" rIns="121900" bIns="121900" anchor="ctr" anchorCtr="0">
              <a:noAutofit/>
            </a:bodyPr>
            <a:lstStyle/>
            <a:p>
              <a:endParaRPr sz="2400"/>
            </a:p>
          </p:txBody>
        </p:sp>
        <p:sp>
          <p:nvSpPr>
            <p:cNvPr id="56" name="Google Shape;1096;p33"/>
            <p:cNvSpPr/>
            <p:nvPr/>
          </p:nvSpPr>
          <p:spPr>
            <a:xfrm>
              <a:off x="197097" y="3536727"/>
              <a:ext cx="70276" cy="84051"/>
            </a:xfrm>
            <a:custGeom>
              <a:avLst/>
              <a:gdLst/>
              <a:ahLst/>
              <a:cxnLst/>
              <a:rect l="l" t="t" r="r" b="b"/>
              <a:pathLst>
                <a:path w="2959" h="3539" extrusionOk="0">
                  <a:moveTo>
                    <a:pt x="126" y="0"/>
                  </a:moveTo>
                  <a:cubicBezTo>
                    <a:pt x="120" y="0"/>
                    <a:pt x="115" y="1"/>
                    <a:pt x="111" y="3"/>
                  </a:cubicBezTo>
                  <a:cubicBezTo>
                    <a:pt x="0" y="61"/>
                    <a:pt x="392" y="1018"/>
                    <a:pt x="1176" y="2012"/>
                  </a:cubicBezTo>
                  <a:cubicBezTo>
                    <a:pt x="1903" y="2941"/>
                    <a:pt x="2675" y="3538"/>
                    <a:pt x="2843" y="3538"/>
                  </a:cubicBezTo>
                  <a:cubicBezTo>
                    <a:pt x="2855" y="3538"/>
                    <a:pt x="2863" y="3535"/>
                    <a:pt x="2869" y="3529"/>
                  </a:cubicBezTo>
                  <a:cubicBezTo>
                    <a:pt x="2959" y="3431"/>
                    <a:pt x="2294" y="2685"/>
                    <a:pt x="1543" y="1723"/>
                  </a:cubicBezTo>
                  <a:cubicBezTo>
                    <a:pt x="816" y="801"/>
                    <a:pt x="270" y="0"/>
                    <a:pt x="126" y="0"/>
                  </a:cubicBezTo>
                  <a:close/>
                </a:path>
              </a:pathLst>
            </a:custGeom>
            <a:solidFill>
              <a:srgbClr val="2A333F"/>
            </a:solidFill>
            <a:ln>
              <a:noFill/>
            </a:ln>
          </p:spPr>
          <p:txBody>
            <a:bodyPr spcFirstLastPara="1" wrap="square" lIns="121900" tIns="121900" rIns="121900" bIns="121900" anchor="ctr" anchorCtr="0">
              <a:noAutofit/>
            </a:bodyPr>
            <a:lstStyle/>
            <a:p>
              <a:endParaRPr sz="2400"/>
            </a:p>
          </p:txBody>
        </p:sp>
        <p:sp>
          <p:nvSpPr>
            <p:cNvPr id="57" name="Google Shape;1097;p33"/>
            <p:cNvSpPr/>
            <p:nvPr/>
          </p:nvSpPr>
          <p:spPr>
            <a:xfrm>
              <a:off x="350372" y="3681522"/>
              <a:ext cx="101056" cy="41325"/>
            </a:xfrm>
            <a:custGeom>
              <a:avLst/>
              <a:gdLst/>
              <a:ahLst/>
              <a:cxnLst/>
              <a:rect l="l" t="t" r="r" b="b"/>
              <a:pathLst>
                <a:path w="4255" h="1740" extrusionOk="0">
                  <a:moveTo>
                    <a:pt x="123" y="1"/>
                  </a:moveTo>
                  <a:cubicBezTo>
                    <a:pt x="91" y="1"/>
                    <a:pt x="71" y="8"/>
                    <a:pt x="63" y="22"/>
                  </a:cubicBezTo>
                  <a:cubicBezTo>
                    <a:pt x="1" y="133"/>
                    <a:pt x="848" y="712"/>
                    <a:pt x="2013" y="1179"/>
                  </a:cubicBezTo>
                  <a:cubicBezTo>
                    <a:pt x="2938" y="1552"/>
                    <a:pt x="3764" y="1740"/>
                    <a:pt x="4081" y="1740"/>
                  </a:cubicBezTo>
                  <a:cubicBezTo>
                    <a:pt x="4163" y="1740"/>
                    <a:pt x="4212" y="1727"/>
                    <a:pt x="4219" y="1702"/>
                  </a:cubicBezTo>
                  <a:cubicBezTo>
                    <a:pt x="4255" y="1576"/>
                    <a:pt x="3324" y="1202"/>
                    <a:pt x="2186" y="747"/>
                  </a:cubicBezTo>
                  <a:cubicBezTo>
                    <a:pt x="1186" y="348"/>
                    <a:pt x="354" y="1"/>
                    <a:pt x="123" y="1"/>
                  </a:cubicBezTo>
                  <a:close/>
                </a:path>
              </a:pathLst>
            </a:custGeom>
            <a:solidFill>
              <a:srgbClr val="2A333F"/>
            </a:solidFill>
            <a:ln>
              <a:noFill/>
            </a:ln>
          </p:spPr>
          <p:txBody>
            <a:bodyPr spcFirstLastPara="1" wrap="square" lIns="121900" tIns="121900" rIns="121900" bIns="121900" anchor="ctr" anchorCtr="0">
              <a:noAutofit/>
            </a:bodyPr>
            <a:lstStyle/>
            <a:p>
              <a:endParaRPr sz="2400"/>
            </a:p>
          </p:txBody>
        </p:sp>
        <p:sp>
          <p:nvSpPr>
            <p:cNvPr id="58" name="Google Shape;1098;p33"/>
            <p:cNvSpPr/>
            <p:nvPr/>
          </p:nvSpPr>
          <p:spPr>
            <a:xfrm>
              <a:off x="553899" y="3743577"/>
              <a:ext cx="106590" cy="17338"/>
            </a:xfrm>
            <a:custGeom>
              <a:avLst/>
              <a:gdLst/>
              <a:ahLst/>
              <a:cxnLst/>
              <a:rect l="l" t="t" r="r" b="b"/>
              <a:pathLst>
                <a:path w="4488" h="730" extrusionOk="0">
                  <a:moveTo>
                    <a:pt x="552" y="1"/>
                  </a:moveTo>
                  <a:cubicBezTo>
                    <a:pt x="230" y="1"/>
                    <a:pt x="32" y="28"/>
                    <a:pt x="23" y="83"/>
                  </a:cubicBezTo>
                  <a:cubicBezTo>
                    <a:pt x="0" y="211"/>
                    <a:pt x="985" y="441"/>
                    <a:pt x="2219" y="596"/>
                  </a:cubicBezTo>
                  <a:cubicBezTo>
                    <a:pt x="2912" y="684"/>
                    <a:pt x="3535" y="729"/>
                    <a:pt x="3949" y="729"/>
                  </a:cubicBezTo>
                  <a:cubicBezTo>
                    <a:pt x="4274" y="729"/>
                    <a:pt x="4471" y="702"/>
                    <a:pt x="4476" y="645"/>
                  </a:cubicBezTo>
                  <a:cubicBezTo>
                    <a:pt x="4487" y="518"/>
                    <a:pt x="3504" y="287"/>
                    <a:pt x="2280" y="132"/>
                  </a:cubicBezTo>
                  <a:cubicBezTo>
                    <a:pt x="1589" y="46"/>
                    <a:pt x="967" y="1"/>
                    <a:pt x="552" y="1"/>
                  </a:cubicBezTo>
                  <a:close/>
                </a:path>
              </a:pathLst>
            </a:custGeom>
            <a:solidFill>
              <a:srgbClr val="2A333F"/>
            </a:solidFill>
            <a:ln>
              <a:noFill/>
            </a:ln>
          </p:spPr>
          <p:txBody>
            <a:bodyPr spcFirstLastPara="1" wrap="square" lIns="121900" tIns="121900" rIns="121900" bIns="121900" anchor="ctr" anchorCtr="0">
              <a:noAutofit/>
            </a:bodyPr>
            <a:lstStyle/>
            <a:p>
              <a:endParaRPr sz="2400"/>
            </a:p>
          </p:txBody>
        </p:sp>
        <p:sp>
          <p:nvSpPr>
            <p:cNvPr id="59" name="Google Shape;1099;p33"/>
            <p:cNvSpPr/>
            <p:nvPr/>
          </p:nvSpPr>
          <p:spPr>
            <a:xfrm>
              <a:off x="766212" y="3764405"/>
              <a:ext cx="106780" cy="12872"/>
            </a:xfrm>
            <a:custGeom>
              <a:avLst/>
              <a:gdLst/>
              <a:ahLst/>
              <a:cxnLst/>
              <a:rect l="l" t="t" r="r" b="b"/>
              <a:pathLst>
                <a:path w="4496" h="542" extrusionOk="0">
                  <a:moveTo>
                    <a:pt x="1129" y="0"/>
                  </a:moveTo>
                  <a:cubicBezTo>
                    <a:pt x="465" y="0"/>
                    <a:pt x="16" y="48"/>
                    <a:pt x="10" y="134"/>
                  </a:cubicBezTo>
                  <a:cubicBezTo>
                    <a:pt x="0" y="263"/>
                    <a:pt x="996" y="428"/>
                    <a:pt x="2236" y="504"/>
                  </a:cubicBezTo>
                  <a:cubicBezTo>
                    <a:pt x="2645" y="529"/>
                    <a:pt x="3030" y="541"/>
                    <a:pt x="3361" y="541"/>
                  </a:cubicBezTo>
                  <a:cubicBezTo>
                    <a:pt x="4031" y="541"/>
                    <a:pt x="4485" y="493"/>
                    <a:pt x="4489" y="407"/>
                  </a:cubicBezTo>
                  <a:cubicBezTo>
                    <a:pt x="4496" y="278"/>
                    <a:pt x="3500" y="113"/>
                    <a:pt x="2264" y="37"/>
                  </a:cubicBezTo>
                  <a:cubicBezTo>
                    <a:pt x="1850" y="12"/>
                    <a:pt x="1463" y="0"/>
                    <a:pt x="1129" y="0"/>
                  </a:cubicBezTo>
                  <a:close/>
                </a:path>
              </a:pathLst>
            </a:custGeom>
            <a:solidFill>
              <a:srgbClr val="2A333F"/>
            </a:solidFill>
            <a:ln>
              <a:noFill/>
            </a:ln>
          </p:spPr>
          <p:txBody>
            <a:bodyPr spcFirstLastPara="1" wrap="square" lIns="121900" tIns="121900" rIns="121900" bIns="121900" anchor="ctr" anchorCtr="0">
              <a:noAutofit/>
            </a:bodyPr>
            <a:lstStyle/>
            <a:p>
              <a:endParaRPr sz="2400"/>
            </a:p>
          </p:txBody>
        </p:sp>
        <p:sp>
          <p:nvSpPr>
            <p:cNvPr id="60" name="Google Shape;1100;p33"/>
            <p:cNvSpPr/>
            <p:nvPr/>
          </p:nvSpPr>
          <p:spPr>
            <a:xfrm>
              <a:off x="979215" y="3773785"/>
              <a:ext cx="106756" cy="11329"/>
            </a:xfrm>
            <a:custGeom>
              <a:avLst/>
              <a:gdLst/>
              <a:ahLst/>
              <a:cxnLst/>
              <a:rect l="l" t="t" r="r" b="b"/>
              <a:pathLst>
                <a:path w="4495" h="477" extrusionOk="0">
                  <a:moveTo>
                    <a:pt x="1834" y="1"/>
                  </a:moveTo>
                  <a:cubicBezTo>
                    <a:pt x="796" y="1"/>
                    <a:pt x="9" y="80"/>
                    <a:pt x="6" y="194"/>
                  </a:cubicBezTo>
                  <a:cubicBezTo>
                    <a:pt x="1" y="323"/>
                    <a:pt x="1003" y="447"/>
                    <a:pt x="2244" y="472"/>
                  </a:cubicBezTo>
                  <a:cubicBezTo>
                    <a:pt x="2390" y="475"/>
                    <a:pt x="2533" y="476"/>
                    <a:pt x="2671" y="476"/>
                  </a:cubicBezTo>
                  <a:cubicBezTo>
                    <a:pt x="3708" y="476"/>
                    <a:pt x="4492" y="398"/>
                    <a:pt x="4493" y="284"/>
                  </a:cubicBezTo>
                  <a:cubicBezTo>
                    <a:pt x="4495" y="154"/>
                    <a:pt x="3492" y="29"/>
                    <a:pt x="2254" y="5"/>
                  </a:cubicBezTo>
                  <a:cubicBezTo>
                    <a:pt x="2111" y="2"/>
                    <a:pt x="1970" y="1"/>
                    <a:pt x="1834" y="1"/>
                  </a:cubicBezTo>
                  <a:close/>
                </a:path>
              </a:pathLst>
            </a:custGeom>
            <a:solidFill>
              <a:srgbClr val="2A333F"/>
            </a:solidFill>
            <a:ln>
              <a:noFill/>
            </a:ln>
          </p:spPr>
          <p:txBody>
            <a:bodyPr spcFirstLastPara="1" wrap="square" lIns="121900" tIns="121900" rIns="121900" bIns="121900" anchor="ctr" anchorCtr="0">
              <a:noAutofit/>
            </a:bodyPr>
            <a:lstStyle/>
            <a:p>
              <a:endParaRPr sz="2400"/>
            </a:p>
          </p:txBody>
        </p:sp>
        <p:sp>
          <p:nvSpPr>
            <p:cNvPr id="61" name="Google Shape;1101;p33"/>
            <p:cNvSpPr/>
            <p:nvPr/>
          </p:nvSpPr>
          <p:spPr>
            <a:xfrm>
              <a:off x="1192478" y="3773690"/>
              <a:ext cx="106733" cy="11353"/>
            </a:xfrm>
            <a:custGeom>
              <a:avLst/>
              <a:gdLst/>
              <a:ahLst/>
              <a:cxnLst/>
              <a:rect l="l" t="t" r="r" b="b"/>
              <a:pathLst>
                <a:path w="4494" h="478" extrusionOk="0">
                  <a:moveTo>
                    <a:pt x="2688" y="1"/>
                  </a:moveTo>
                  <a:cubicBezTo>
                    <a:pt x="2544" y="1"/>
                    <a:pt x="2394" y="2"/>
                    <a:pt x="2240" y="6"/>
                  </a:cubicBezTo>
                  <a:cubicBezTo>
                    <a:pt x="1003" y="30"/>
                    <a:pt x="0" y="156"/>
                    <a:pt x="2" y="285"/>
                  </a:cubicBezTo>
                  <a:cubicBezTo>
                    <a:pt x="2" y="398"/>
                    <a:pt x="778" y="477"/>
                    <a:pt x="1807" y="477"/>
                  </a:cubicBezTo>
                  <a:cubicBezTo>
                    <a:pt x="1951" y="477"/>
                    <a:pt x="2099" y="476"/>
                    <a:pt x="2250" y="473"/>
                  </a:cubicBezTo>
                  <a:cubicBezTo>
                    <a:pt x="3491" y="447"/>
                    <a:pt x="4494" y="321"/>
                    <a:pt x="4489" y="192"/>
                  </a:cubicBezTo>
                  <a:cubicBezTo>
                    <a:pt x="4485" y="79"/>
                    <a:pt x="3712" y="1"/>
                    <a:pt x="2688" y="1"/>
                  </a:cubicBezTo>
                  <a:close/>
                </a:path>
              </a:pathLst>
            </a:custGeom>
            <a:solidFill>
              <a:srgbClr val="2A333F"/>
            </a:solidFill>
            <a:ln>
              <a:noFill/>
            </a:ln>
          </p:spPr>
          <p:txBody>
            <a:bodyPr spcFirstLastPara="1" wrap="square" lIns="121900" tIns="121900" rIns="121900" bIns="121900" anchor="ctr" anchorCtr="0">
              <a:noAutofit/>
            </a:bodyPr>
            <a:lstStyle/>
            <a:p>
              <a:endParaRPr sz="2400"/>
            </a:p>
          </p:txBody>
        </p:sp>
        <p:sp>
          <p:nvSpPr>
            <p:cNvPr id="62" name="Google Shape;1102;p33"/>
            <p:cNvSpPr/>
            <p:nvPr/>
          </p:nvSpPr>
          <p:spPr>
            <a:xfrm>
              <a:off x="1405433" y="3764310"/>
              <a:ext cx="106733" cy="12778"/>
            </a:xfrm>
            <a:custGeom>
              <a:avLst/>
              <a:gdLst/>
              <a:ahLst/>
              <a:cxnLst/>
              <a:rect l="l" t="t" r="r" b="b"/>
              <a:pathLst>
                <a:path w="4494" h="538" extrusionOk="0">
                  <a:moveTo>
                    <a:pt x="3368" y="0"/>
                  </a:moveTo>
                  <a:cubicBezTo>
                    <a:pt x="3034" y="0"/>
                    <a:pt x="2645" y="12"/>
                    <a:pt x="2232" y="37"/>
                  </a:cubicBezTo>
                  <a:cubicBezTo>
                    <a:pt x="997" y="110"/>
                    <a:pt x="1" y="275"/>
                    <a:pt x="6" y="404"/>
                  </a:cubicBezTo>
                  <a:cubicBezTo>
                    <a:pt x="10" y="490"/>
                    <a:pt x="464" y="538"/>
                    <a:pt x="1135" y="538"/>
                  </a:cubicBezTo>
                  <a:cubicBezTo>
                    <a:pt x="1466" y="538"/>
                    <a:pt x="1851" y="526"/>
                    <a:pt x="2261" y="502"/>
                  </a:cubicBezTo>
                  <a:cubicBezTo>
                    <a:pt x="3500" y="428"/>
                    <a:pt x="4493" y="262"/>
                    <a:pt x="4487" y="131"/>
                  </a:cubicBezTo>
                  <a:cubicBezTo>
                    <a:pt x="4481" y="47"/>
                    <a:pt x="4032" y="0"/>
                    <a:pt x="3368" y="0"/>
                  </a:cubicBezTo>
                  <a:close/>
                </a:path>
              </a:pathLst>
            </a:custGeom>
            <a:solidFill>
              <a:srgbClr val="2A333F"/>
            </a:solidFill>
            <a:ln>
              <a:noFill/>
            </a:ln>
          </p:spPr>
          <p:txBody>
            <a:bodyPr spcFirstLastPara="1" wrap="square" lIns="121900" tIns="121900" rIns="121900" bIns="121900" anchor="ctr" anchorCtr="0">
              <a:noAutofit/>
            </a:bodyPr>
            <a:lstStyle/>
            <a:p>
              <a:endParaRPr sz="2400"/>
            </a:p>
          </p:txBody>
        </p:sp>
        <p:sp>
          <p:nvSpPr>
            <p:cNvPr id="63" name="Google Shape;1103;p33"/>
            <p:cNvSpPr/>
            <p:nvPr/>
          </p:nvSpPr>
          <p:spPr>
            <a:xfrm>
              <a:off x="1615467" y="3778844"/>
              <a:ext cx="62961" cy="84621"/>
            </a:xfrm>
            <a:custGeom>
              <a:avLst/>
              <a:gdLst/>
              <a:ahLst/>
              <a:cxnLst/>
              <a:rect l="l" t="t" r="r" b="b"/>
              <a:pathLst>
                <a:path w="2651" h="3563" extrusionOk="0">
                  <a:moveTo>
                    <a:pt x="128" y="1"/>
                  </a:moveTo>
                  <a:cubicBezTo>
                    <a:pt x="88" y="1"/>
                    <a:pt x="65" y="9"/>
                    <a:pt x="63" y="25"/>
                  </a:cubicBezTo>
                  <a:cubicBezTo>
                    <a:pt x="1" y="153"/>
                    <a:pt x="925" y="592"/>
                    <a:pt x="1554" y="1588"/>
                  </a:cubicBezTo>
                  <a:cubicBezTo>
                    <a:pt x="2169" y="2565"/>
                    <a:pt x="2347" y="3563"/>
                    <a:pt x="2493" y="3563"/>
                  </a:cubicBezTo>
                  <a:cubicBezTo>
                    <a:pt x="2495" y="3563"/>
                    <a:pt x="2497" y="3563"/>
                    <a:pt x="2499" y="3562"/>
                  </a:cubicBezTo>
                  <a:cubicBezTo>
                    <a:pt x="2604" y="3561"/>
                    <a:pt x="2651" y="2472"/>
                    <a:pt x="1946" y="1335"/>
                  </a:cubicBezTo>
                  <a:cubicBezTo>
                    <a:pt x="1310" y="345"/>
                    <a:pt x="381" y="1"/>
                    <a:pt x="128" y="1"/>
                  </a:cubicBezTo>
                  <a:close/>
                </a:path>
              </a:pathLst>
            </a:custGeom>
            <a:solidFill>
              <a:srgbClr val="2A333F"/>
            </a:solidFill>
            <a:ln>
              <a:noFill/>
            </a:ln>
          </p:spPr>
          <p:txBody>
            <a:bodyPr spcFirstLastPara="1" wrap="square" lIns="121900" tIns="121900" rIns="121900" bIns="121900" anchor="ctr" anchorCtr="0">
              <a:noAutofit/>
            </a:bodyPr>
            <a:lstStyle/>
            <a:p>
              <a:endParaRPr sz="2400"/>
            </a:p>
          </p:txBody>
        </p:sp>
        <p:sp>
          <p:nvSpPr>
            <p:cNvPr id="64" name="Google Shape;1104;p33"/>
            <p:cNvSpPr/>
            <p:nvPr/>
          </p:nvSpPr>
          <p:spPr>
            <a:xfrm>
              <a:off x="1675860" y="3969806"/>
              <a:ext cx="12896" cy="106590"/>
            </a:xfrm>
            <a:custGeom>
              <a:avLst/>
              <a:gdLst/>
              <a:ahLst/>
              <a:cxnLst/>
              <a:rect l="l" t="t" r="r" b="b"/>
              <a:pathLst>
                <a:path w="543" h="4488" extrusionOk="0">
                  <a:moveTo>
                    <a:pt x="202" y="0"/>
                  </a:moveTo>
                  <a:cubicBezTo>
                    <a:pt x="201" y="0"/>
                    <a:pt x="201" y="0"/>
                    <a:pt x="201" y="0"/>
                  </a:cubicBezTo>
                  <a:cubicBezTo>
                    <a:pt x="72" y="5"/>
                    <a:pt x="0" y="1013"/>
                    <a:pt x="38" y="2250"/>
                  </a:cubicBezTo>
                  <a:cubicBezTo>
                    <a:pt x="75" y="3488"/>
                    <a:pt x="212" y="4488"/>
                    <a:pt x="341" y="4488"/>
                  </a:cubicBezTo>
                  <a:cubicBezTo>
                    <a:pt x="341" y="4488"/>
                    <a:pt x="341" y="4488"/>
                    <a:pt x="341" y="4488"/>
                  </a:cubicBezTo>
                  <a:cubicBezTo>
                    <a:pt x="470" y="4483"/>
                    <a:pt x="542" y="3475"/>
                    <a:pt x="505" y="2237"/>
                  </a:cubicBezTo>
                  <a:cubicBezTo>
                    <a:pt x="467" y="1000"/>
                    <a:pt x="330" y="0"/>
                    <a:pt x="202" y="0"/>
                  </a:cubicBezTo>
                  <a:close/>
                </a:path>
              </a:pathLst>
            </a:custGeom>
            <a:solidFill>
              <a:srgbClr val="2A333F"/>
            </a:solidFill>
            <a:ln>
              <a:noFill/>
            </a:ln>
          </p:spPr>
          <p:txBody>
            <a:bodyPr spcFirstLastPara="1" wrap="square" lIns="121900" tIns="121900" rIns="121900" bIns="121900" anchor="ctr" anchorCtr="0">
              <a:noAutofit/>
            </a:bodyPr>
            <a:lstStyle/>
            <a:p>
              <a:endParaRPr sz="2400"/>
            </a:p>
          </p:txBody>
        </p:sp>
        <p:sp>
          <p:nvSpPr>
            <p:cNvPr id="65" name="Google Shape;1105;p33"/>
            <p:cNvSpPr/>
            <p:nvPr/>
          </p:nvSpPr>
          <p:spPr>
            <a:xfrm>
              <a:off x="1682439" y="4182901"/>
              <a:ext cx="12896" cy="106543"/>
            </a:xfrm>
            <a:custGeom>
              <a:avLst/>
              <a:gdLst/>
              <a:ahLst/>
              <a:cxnLst/>
              <a:rect l="l" t="t" r="r" b="b"/>
              <a:pathLst>
                <a:path w="543" h="4486" extrusionOk="0">
                  <a:moveTo>
                    <a:pt x="204" y="0"/>
                  </a:moveTo>
                  <a:cubicBezTo>
                    <a:pt x="204" y="0"/>
                    <a:pt x="203" y="0"/>
                    <a:pt x="203" y="0"/>
                  </a:cubicBezTo>
                  <a:cubicBezTo>
                    <a:pt x="74" y="3"/>
                    <a:pt x="1" y="1011"/>
                    <a:pt x="40" y="2250"/>
                  </a:cubicBezTo>
                  <a:cubicBezTo>
                    <a:pt x="77" y="3487"/>
                    <a:pt x="212" y="4486"/>
                    <a:pt x="341" y="4486"/>
                  </a:cubicBezTo>
                  <a:cubicBezTo>
                    <a:pt x="341" y="4486"/>
                    <a:pt x="342" y="4486"/>
                    <a:pt x="342" y="4486"/>
                  </a:cubicBezTo>
                  <a:cubicBezTo>
                    <a:pt x="471" y="4482"/>
                    <a:pt x="543" y="3475"/>
                    <a:pt x="505" y="2235"/>
                  </a:cubicBezTo>
                  <a:cubicBezTo>
                    <a:pt x="468" y="998"/>
                    <a:pt x="331" y="0"/>
                    <a:pt x="204" y="0"/>
                  </a:cubicBezTo>
                  <a:close/>
                </a:path>
              </a:pathLst>
            </a:custGeom>
            <a:solidFill>
              <a:srgbClr val="2A333F"/>
            </a:solidFill>
            <a:ln>
              <a:noFill/>
            </a:ln>
          </p:spPr>
          <p:txBody>
            <a:bodyPr spcFirstLastPara="1" wrap="square" lIns="121900" tIns="121900" rIns="121900" bIns="121900" anchor="ctr" anchorCtr="0">
              <a:noAutofit/>
            </a:bodyPr>
            <a:lstStyle/>
            <a:p>
              <a:endParaRPr sz="2400"/>
            </a:p>
          </p:txBody>
        </p:sp>
        <p:sp>
          <p:nvSpPr>
            <p:cNvPr id="66" name="Google Shape;1106;p33"/>
            <p:cNvSpPr/>
            <p:nvPr/>
          </p:nvSpPr>
          <p:spPr>
            <a:xfrm>
              <a:off x="1689065" y="4395950"/>
              <a:ext cx="12920" cy="106590"/>
            </a:xfrm>
            <a:custGeom>
              <a:avLst/>
              <a:gdLst/>
              <a:ahLst/>
              <a:cxnLst/>
              <a:rect l="l" t="t" r="r" b="b"/>
              <a:pathLst>
                <a:path w="544" h="4488" extrusionOk="0">
                  <a:moveTo>
                    <a:pt x="202" y="0"/>
                  </a:moveTo>
                  <a:cubicBezTo>
                    <a:pt x="202" y="0"/>
                    <a:pt x="202" y="0"/>
                    <a:pt x="202" y="0"/>
                  </a:cubicBezTo>
                  <a:cubicBezTo>
                    <a:pt x="73" y="5"/>
                    <a:pt x="1" y="1013"/>
                    <a:pt x="39" y="2250"/>
                  </a:cubicBezTo>
                  <a:cubicBezTo>
                    <a:pt x="76" y="3488"/>
                    <a:pt x="213" y="4487"/>
                    <a:pt x="342" y="4487"/>
                  </a:cubicBezTo>
                  <a:cubicBezTo>
                    <a:pt x="342" y="4487"/>
                    <a:pt x="342" y="4487"/>
                    <a:pt x="342" y="4487"/>
                  </a:cubicBezTo>
                  <a:cubicBezTo>
                    <a:pt x="471" y="4482"/>
                    <a:pt x="543" y="3475"/>
                    <a:pt x="506" y="2237"/>
                  </a:cubicBezTo>
                  <a:cubicBezTo>
                    <a:pt x="468" y="1000"/>
                    <a:pt x="331" y="0"/>
                    <a:pt x="202" y="0"/>
                  </a:cubicBezTo>
                  <a:close/>
                </a:path>
              </a:pathLst>
            </a:custGeom>
            <a:solidFill>
              <a:srgbClr val="2A333F"/>
            </a:solidFill>
            <a:ln>
              <a:noFill/>
            </a:ln>
          </p:spPr>
          <p:txBody>
            <a:bodyPr spcFirstLastPara="1" wrap="square" lIns="121900" tIns="121900" rIns="121900" bIns="121900" anchor="ctr" anchorCtr="0">
              <a:noAutofit/>
            </a:bodyPr>
            <a:lstStyle/>
            <a:p>
              <a:endParaRPr sz="2400"/>
            </a:p>
          </p:txBody>
        </p:sp>
        <p:sp>
          <p:nvSpPr>
            <p:cNvPr id="67" name="Google Shape;1107;p33"/>
            <p:cNvSpPr/>
            <p:nvPr/>
          </p:nvSpPr>
          <p:spPr>
            <a:xfrm>
              <a:off x="1695667" y="4609022"/>
              <a:ext cx="12896" cy="106566"/>
            </a:xfrm>
            <a:custGeom>
              <a:avLst/>
              <a:gdLst/>
              <a:ahLst/>
              <a:cxnLst/>
              <a:rect l="l" t="t" r="r" b="b"/>
              <a:pathLst>
                <a:path w="543" h="4487" extrusionOk="0">
                  <a:moveTo>
                    <a:pt x="204" y="1"/>
                  </a:moveTo>
                  <a:cubicBezTo>
                    <a:pt x="203" y="1"/>
                    <a:pt x="203" y="1"/>
                    <a:pt x="203" y="1"/>
                  </a:cubicBezTo>
                  <a:cubicBezTo>
                    <a:pt x="74" y="4"/>
                    <a:pt x="1" y="1013"/>
                    <a:pt x="40" y="2251"/>
                  </a:cubicBezTo>
                  <a:cubicBezTo>
                    <a:pt x="77" y="3486"/>
                    <a:pt x="212" y="4486"/>
                    <a:pt x="341" y="4486"/>
                  </a:cubicBezTo>
                  <a:cubicBezTo>
                    <a:pt x="341" y="4486"/>
                    <a:pt x="342" y="4486"/>
                    <a:pt x="342" y="4486"/>
                  </a:cubicBezTo>
                  <a:cubicBezTo>
                    <a:pt x="471" y="4483"/>
                    <a:pt x="543" y="3476"/>
                    <a:pt x="505" y="2236"/>
                  </a:cubicBezTo>
                  <a:cubicBezTo>
                    <a:pt x="468" y="999"/>
                    <a:pt x="331" y="1"/>
                    <a:pt x="204" y="1"/>
                  </a:cubicBezTo>
                  <a:close/>
                </a:path>
              </a:pathLst>
            </a:custGeom>
            <a:solidFill>
              <a:srgbClr val="2A333F"/>
            </a:solidFill>
            <a:ln>
              <a:noFill/>
            </a:ln>
          </p:spPr>
          <p:txBody>
            <a:bodyPr spcFirstLastPara="1" wrap="square" lIns="121900" tIns="121900" rIns="121900" bIns="121900" anchor="ctr" anchorCtr="0">
              <a:noAutofit/>
            </a:bodyPr>
            <a:lstStyle/>
            <a:p>
              <a:endParaRPr sz="2400"/>
            </a:p>
          </p:txBody>
        </p:sp>
        <p:sp>
          <p:nvSpPr>
            <p:cNvPr id="68" name="Google Shape;1108;p33"/>
            <p:cNvSpPr/>
            <p:nvPr/>
          </p:nvSpPr>
          <p:spPr>
            <a:xfrm>
              <a:off x="1702293" y="4822070"/>
              <a:ext cx="12896" cy="106614"/>
            </a:xfrm>
            <a:custGeom>
              <a:avLst/>
              <a:gdLst/>
              <a:ahLst/>
              <a:cxnLst/>
              <a:rect l="l" t="t" r="r" b="b"/>
              <a:pathLst>
                <a:path w="543" h="4489" extrusionOk="0">
                  <a:moveTo>
                    <a:pt x="202" y="1"/>
                  </a:moveTo>
                  <a:cubicBezTo>
                    <a:pt x="202" y="1"/>
                    <a:pt x="202" y="1"/>
                    <a:pt x="202" y="1"/>
                  </a:cubicBezTo>
                  <a:cubicBezTo>
                    <a:pt x="74" y="6"/>
                    <a:pt x="1" y="1013"/>
                    <a:pt x="38" y="2251"/>
                  </a:cubicBezTo>
                  <a:cubicBezTo>
                    <a:pt x="76" y="3488"/>
                    <a:pt x="213" y="4488"/>
                    <a:pt x="341" y="4488"/>
                  </a:cubicBezTo>
                  <a:cubicBezTo>
                    <a:pt x="342" y="4488"/>
                    <a:pt x="342" y="4488"/>
                    <a:pt x="342" y="4488"/>
                  </a:cubicBezTo>
                  <a:cubicBezTo>
                    <a:pt x="471" y="4483"/>
                    <a:pt x="543" y="3476"/>
                    <a:pt x="505" y="2238"/>
                  </a:cubicBezTo>
                  <a:cubicBezTo>
                    <a:pt x="468" y="1001"/>
                    <a:pt x="331" y="1"/>
                    <a:pt x="202" y="1"/>
                  </a:cubicBezTo>
                  <a:close/>
                </a:path>
              </a:pathLst>
            </a:custGeom>
            <a:solidFill>
              <a:srgbClr val="2A333F"/>
            </a:solidFill>
            <a:ln>
              <a:noFill/>
            </a:ln>
          </p:spPr>
          <p:txBody>
            <a:bodyPr spcFirstLastPara="1" wrap="square" lIns="121900" tIns="121900" rIns="121900" bIns="121900" anchor="ctr" anchorCtr="0">
              <a:noAutofit/>
            </a:bodyPr>
            <a:lstStyle/>
            <a:p>
              <a:endParaRPr sz="2400"/>
            </a:p>
          </p:txBody>
        </p:sp>
        <p:sp>
          <p:nvSpPr>
            <p:cNvPr id="69" name="Google Shape;1109;p33"/>
            <p:cNvSpPr/>
            <p:nvPr/>
          </p:nvSpPr>
          <p:spPr>
            <a:xfrm>
              <a:off x="1708895" y="5035165"/>
              <a:ext cx="12944" cy="106566"/>
            </a:xfrm>
            <a:custGeom>
              <a:avLst/>
              <a:gdLst/>
              <a:ahLst/>
              <a:cxnLst/>
              <a:rect l="l" t="t" r="r" b="b"/>
              <a:pathLst>
                <a:path w="545" h="4487" extrusionOk="0">
                  <a:moveTo>
                    <a:pt x="204" y="1"/>
                  </a:moveTo>
                  <a:cubicBezTo>
                    <a:pt x="204" y="1"/>
                    <a:pt x="203" y="1"/>
                    <a:pt x="203" y="1"/>
                  </a:cubicBezTo>
                  <a:cubicBezTo>
                    <a:pt x="74" y="4"/>
                    <a:pt x="0" y="1011"/>
                    <a:pt x="38" y="2251"/>
                  </a:cubicBezTo>
                  <a:cubicBezTo>
                    <a:pt x="77" y="3486"/>
                    <a:pt x="212" y="4486"/>
                    <a:pt x="341" y="4486"/>
                  </a:cubicBezTo>
                  <a:cubicBezTo>
                    <a:pt x="341" y="4486"/>
                    <a:pt x="341" y="4486"/>
                    <a:pt x="342" y="4486"/>
                  </a:cubicBezTo>
                  <a:cubicBezTo>
                    <a:pt x="471" y="4483"/>
                    <a:pt x="544" y="3476"/>
                    <a:pt x="505" y="2236"/>
                  </a:cubicBezTo>
                  <a:cubicBezTo>
                    <a:pt x="467" y="1000"/>
                    <a:pt x="333" y="1"/>
                    <a:pt x="204" y="1"/>
                  </a:cubicBezTo>
                  <a:close/>
                </a:path>
              </a:pathLst>
            </a:custGeom>
            <a:solidFill>
              <a:srgbClr val="2A333F"/>
            </a:solidFill>
            <a:ln>
              <a:noFill/>
            </a:ln>
          </p:spPr>
          <p:txBody>
            <a:bodyPr spcFirstLastPara="1" wrap="square" lIns="121900" tIns="121900" rIns="121900" bIns="121900" anchor="ctr" anchorCtr="0">
              <a:noAutofit/>
            </a:bodyPr>
            <a:lstStyle/>
            <a:p>
              <a:endParaRPr sz="2400"/>
            </a:p>
          </p:txBody>
        </p:sp>
        <p:sp>
          <p:nvSpPr>
            <p:cNvPr id="70" name="Google Shape;1110;p33"/>
            <p:cNvSpPr/>
            <p:nvPr/>
          </p:nvSpPr>
          <p:spPr>
            <a:xfrm>
              <a:off x="1714832" y="5248214"/>
              <a:ext cx="11424" cy="16079"/>
            </a:xfrm>
            <a:custGeom>
              <a:avLst/>
              <a:gdLst/>
              <a:ahLst/>
              <a:cxnLst/>
              <a:rect l="l" t="t" r="r" b="b"/>
              <a:pathLst>
                <a:path w="481" h="677" extrusionOk="0">
                  <a:moveTo>
                    <a:pt x="237" y="1"/>
                  </a:moveTo>
                  <a:cubicBezTo>
                    <a:pt x="235" y="1"/>
                    <a:pt x="233" y="1"/>
                    <a:pt x="230" y="1"/>
                  </a:cubicBezTo>
                  <a:cubicBezTo>
                    <a:pt x="101" y="4"/>
                    <a:pt x="0" y="159"/>
                    <a:pt x="7" y="345"/>
                  </a:cubicBezTo>
                  <a:cubicBezTo>
                    <a:pt x="15" y="530"/>
                    <a:pt x="119" y="677"/>
                    <a:pt x="246" y="677"/>
                  </a:cubicBezTo>
                  <a:cubicBezTo>
                    <a:pt x="248" y="677"/>
                    <a:pt x="250" y="677"/>
                    <a:pt x="252" y="677"/>
                  </a:cubicBezTo>
                  <a:cubicBezTo>
                    <a:pt x="382" y="674"/>
                    <a:pt x="480" y="518"/>
                    <a:pt x="474" y="331"/>
                  </a:cubicBezTo>
                  <a:cubicBezTo>
                    <a:pt x="469" y="147"/>
                    <a:pt x="363" y="1"/>
                    <a:pt x="237" y="1"/>
                  </a:cubicBezTo>
                  <a:close/>
                </a:path>
              </a:pathLst>
            </a:custGeom>
            <a:solidFill>
              <a:srgbClr val="2A333F"/>
            </a:solidFill>
            <a:ln>
              <a:noFill/>
            </a:ln>
          </p:spPr>
          <p:txBody>
            <a:bodyPr spcFirstLastPara="1" wrap="square" lIns="121900" tIns="121900" rIns="121900" bIns="121900" anchor="ctr" anchorCtr="0">
              <a:noAutofit/>
            </a:bodyPr>
            <a:lstStyle/>
            <a:p>
              <a:endParaRPr sz="2400"/>
            </a:p>
          </p:txBody>
        </p:sp>
        <p:sp>
          <p:nvSpPr>
            <p:cNvPr id="71" name="Google Shape;1111;p33"/>
            <p:cNvSpPr/>
            <p:nvPr/>
          </p:nvSpPr>
          <p:spPr>
            <a:xfrm>
              <a:off x="466646" y="1318494"/>
              <a:ext cx="600851" cy="761520"/>
            </a:xfrm>
            <a:custGeom>
              <a:avLst/>
              <a:gdLst/>
              <a:ahLst/>
              <a:cxnLst/>
              <a:rect l="l" t="t" r="r" b="b"/>
              <a:pathLst>
                <a:path w="25299" h="32064" extrusionOk="0">
                  <a:moveTo>
                    <a:pt x="13171" y="0"/>
                  </a:moveTo>
                  <a:cubicBezTo>
                    <a:pt x="7030" y="0"/>
                    <a:pt x="6738" y="2922"/>
                    <a:pt x="6738" y="2922"/>
                  </a:cubicBezTo>
                  <a:lnTo>
                    <a:pt x="6738" y="7986"/>
                  </a:lnTo>
                  <a:cubicBezTo>
                    <a:pt x="6738" y="7986"/>
                    <a:pt x="5074" y="6805"/>
                    <a:pt x="3478" y="6805"/>
                  </a:cubicBezTo>
                  <a:cubicBezTo>
                    <a:pt x="2302" y="6805"/>
                    <a:pt x="1163" y="7446"/>
                    <a:pt x="755" y="9674"/>
                  </a:cubicBezTo>
                  <a:cubicBezTo>
                    <a:pt x="0" y="13782"/>
                    <a:pt x="3976" y="14582"/>
                    <a:pt x="3976" y="14582"/>
                  </a:cubicBezTo>
                  <a:lnTo>
                    <a:pt x="3041" y="26483"/>
                  </a:lnTo>
                  <a:cubicBezTo>
                    <a:pt x="2918" y="28041"/>
                    <a:pt x="3406" y="29629"/>
                    <a:pt x="4525" y="30719"/>
                  </a:cubicBezTo>
                  <a:cubicBezTo>
                    <a:pt x="5538" y="31705"/>
                    <a:pt x="6694" y="32064"/>
                    <a:pt x="7841" y="32064"/>
                  </a:cubicBezTo>
                  <a:cubicBezTo>
                    <a:pt x="9593" y="32064"/>
                    <a:pt x="11324" y="31226"/>
                    <a:pt x="12494" y="30501"/>
                  </a:cubicBezTo>
                  <a:cubicBezTo>
                    <a:pt x="13401" y="29940"/>
                    <a:pt x="13952" y="28947"/>
                    <a:pt x="13950" y="27879"/>
                  </a:cubicBezTo>
                  <a:lnTo>
                    <a:pt x="13950" y="24716"/>
                  </a:lnTo>
                  <a:lnTo>
                    <a:pt x="18245" y="24708"/>
                  </a:lnTo>
                  <a:cubicBezTo>
                    <a:pt x="25299" y="24357"/>
                    <a:pt x="24076" y="2001"/>
                    <a:pt x="24076" y="2001"/>
                  </a:cubicBezTo>
                  <a:cubicBezTo>
                    <a:pt x="24061" y="161"/>
                    <a:pt x="20240" y="159"/>
                    <a:pt x="20240" y="159"/>
                  </a:cubicBezTo>
                  <a:lnTo>
                    <a:pt x="13643" y="6"/>
                  </a:lnTo>
                  <a:cubicBezTo>
                    <a:pt x="13482" y="2"/>
                    <a:pt x="13325" y="0"/>
                    <a:pt x="13171" y="0"/>
                  </a:cubicBezTo>
                  <a:close/>
                </a:path>
              </a:pathLst>
            </a:custGeom>
            <a:solidFill>
              <a:srgbClr val="9B7663"/>
            </a:solidFill>
            <a:ln>
              <a:noFill/>
            </a:ln>
          </p:spPr>
          <p:txBody>
            <a:bodyPr spcFirstLastPara="1" wrap="square" lIns="121900" tIns="121900" rIns="121900" bIns="121900" anchor="ctr" anchorCtr="0">
              <a:noAutofit/>
            </a:bodyPr>
            <a:lstStyle/>
            <a:p>
              <a:endParaRPr sz="2400"/>
            </a:p>
          </p:txBody>
        </p:sp>
        <p:sp>
          <p:nvSpPr>
            <p:cNvPr id="72" name="Google Shape;1112;p33"/>
            <p:cNvSpPr/>
            <p:nvPr/>
          </p:nvSpPr>
          <p:spPr>
            <a:xfrm>
              <a:off x="911816" y="1567759"/>
              <a:ext cx="32039" cy="158151"/>
            </a:xfrm>
            <a:custGeom>
              <a:avLst/>
              <a:gdLst/>
              <a:ahLst/>
              <a:cxnLst/>
              <a:rect l="l" t="t" r="r" b="b"/>
              <a:pathLst>
                <a:path w="1349" h="6659" extrusionOk="0">
                  <a:moveTo>
                    <a:pt x="1054" y="1"/>
                  </a:moveTo>
                  <a:cubicBezTo>
                    <a:pt x="1054" y="1"/>
                    <a:pt x="1054" y="1"/>
                    <a:pt x="1054" y="1"/>
                  </a:cubicBezTo>
                  <a:cubicBezTo>
                    <a:pt x="925" y="3"/>
                    <a:pt x="845" y="1627"/>
                    <a:pt x="876" y="3629"/>
                  </a:cubicBezTo>
                  <a:cubicBezTo>
                    <a:pt x="855" y="4622"/>
                    <a:pt x="1046" y="5582"/>
                    <a:pt x="783" y="6064"/>
                  </a:cubicBezTo>
                  <a:cubicBezTo>
                    <a:pt x="651" y="6307"/>
                    <a:pt x="435" y="6436"/>
                    <a:pt x="283" y="6477"/>
                  </a:cubicBezTo>
                  <a:cubicBezTo>
                    <a:pt x="130" y="6519"/>
                    <a:pt x="27" y="6497"/>
                    <a:pt x="14" y="6529"/>
                  </a:cubicBezTo>
                  <a:cubicBezTo>
                    <a:pt x="1" y="6552"/>
                    <a:pt x="87" y="6647"/>
                    <a:pt x="303" y="6658"/>
                  </a:cubicBezTo>
                  <a:cubicBezTo>
                    <a:pt x="310" y="6658"/>
                    <a:pt x="317" y="6659"/>
                    <a:pt x="325" y="6659"/>
                  </a:cubicBezTo>
                  <a:cubicBezTo>
                    <a:pt x="534" y="6659"/>
                    <a:pt x="838" y="6546"/>
                    <a:pt x="1061" y="6242"/>
                  </a:cubicBezTo>
                  <a:cubicBezTo>
                    <a:pt x="1291" y="5923"/>
                    <a:pt x="1346" y="5471"/>
                    <a:pt x="1348" y="5033"/>
                  </a:cubicBezTo>
                  <a:cubicBezTo>
                    <a:pt x="1346" y="4560"/>
                    <a:pt x="1345" y="4101"/>
                    <a:pt x="1345" y="3621"/>
                  </a:cubicBezTo>
                  <a:cubicBezTo>
                    <a:pt x="1314" y="1621"/>
                    <a:pt x="1183" y="1"/>
                    <a:pt x="1054" y="1"/>
                  </a:cubicBezTo>
                  <a:close/>
                </a:path>
              </a:pathLst>
            </a:custGeom>
            <a:solidFill>
              <a:srgbClr val="46365C"/>
            </a:solidFill>
            <a:ln>
              <a:noFill/>
            </a:ln>
          </p:spPr>
          <p:txBody>
            <a:bodyPr spcFirstLastPara="1" wrap="square" lIns="121900" tIns="121900" rIns="121900" bIns="121900" anchor="ctr" anchorCtr="0">
              <a:noAutofit/>
            </a:bodyPr>
            <a:lstStyle/>
            <a:p>
              <a:endParaRPr sz="2400"/>
            </a:p>
          </p:txBody>
        </p:sp>
        <p:sp>
          <p:nvSpPr>
            <p:cNvPr id="73" name="Google Shape;1113;p33"/>
            <p:cNvSpPr/>
            <p:nvPr/>
          </p:nvSpPr>
          <p:spPr>
            <a:xfrm>
              <a:off x="818958" y="1571986"/>
              <a:ext cx="12231" cy="38665"/>
            </a:xfrm>
            <a:custGeom>
              <a:avLst/>
              <a:gdLst/>
              <a:ahLst/>
              <a:cxnLst/>
              <a:rect l="l" t="t" r="r" b="b"/>
              <a:pathLst>
                <a:path w="515" h="1628" extrusionOk="0">
                  <a:moveTo>
                    <a:pt x="217" y="1"/>
                  </a:moveTo>
                  <a:cubicBezTo>
                    <a:pt x="216" y="1"/>
                    <a:pt x="215" y="1"/>
                    <a:pt x="214" y="1"/>
                  </a:cubicBezTo>
                  <a:cubicBezTo>
                    <a:pt x="85" y="9"/>
                    <a:pt x="0" y="378"/>
                    <a:pt x="25" y="827"/>
                  </a:cubicBezTo>
                  <a:cubicBezTo>
                    <a:pt x="47" y="1272"/>
                    <a:pt x="169" y="1627"/>
                    <a:pt x="297" y="1627"/>
                  </a:cubicBezTo>
                  <a:cubicBezTo>
                    <a:pt x="298" y="1627"/>
                    <a:pt x="299" y="1627"/>
                    <a:pt x="301" y="1627"/>
                  </a:cubicBezTo>
                  <a:cubicBezTo>
                    <a:pt x="430" y="1621"/>
                    <a:pt x="514" y="1250"/>
                    <a:pt x="490" y="801"/>
                  </a:cubicBezTo>
                  <a:cubicBezTo>
                    <a:pt x="467" y="358"/>
                    <a:pt x="345" y="1"/>
                    <a:pt x="217" y="1"/>
                  </a:cubicBezTo>
                  <a:close/>
                </a:path>
              </a:pathLst>
            </a:custGeom>
            <a:solidFill>
              <a:srgbClr val="46365C"/>
            </a:solidFill>
            <a:ln>
              <a:noFill/>
            </a:ln>
          </p:spPr>
          <p:txBody>
            <a:bodyPr spcFirstLastPara="1" wrap="square" lIns="121900" tIns="121900" rIns="121900" bIns="121900" anchor="ctr" anchorCtr="0">
              <a:noAutofit/>
            </a:bodyPr>
            <a:lstStyle/>
            <a:p>
              <a:endParaRPr sz="2400"/>
            </a:p>
          </p:txBody>
        </p:sp>
        <p:sp>
          <p:nvSpPr>
            <p:cNvPr id="74" name="Google Shape;1114;p33"/>
            <p:cNvSpPr/>
            <p:nvPr/>
          </p:nvSpPr>
          <p:spPr>
            <a:xfrm>
              <a:off x="990163" y="1569327"/>
              <a:ext cx="12231" cy="38617"/>
            </a:xfrm>
            <a:custGeom>
              <a:avLst/>
              <a:gdLst/>
              <a:ahLst/>
              <a:cxnLst/>
              <a:rect l="l" t="t" r="r" b="b"/>
              <a:pathLst>
                <a:path w="515" h="1626" extrusionOk="0">
                  <a:moveTo>
                    <a:pt x="218" y="0"/>
                  </a:moveTo>
                  <a:cubicBezTo>
                    <a:pt x="217" y="0"/>
                    <a:pt x="215" y="0"/>
                    <a:pt x="214" y="0"/>
                  </a:cubicBezTo>
                  <a:cubicBezTo>
                    <a:pt x="85" y="7"/>
                    <a:pt x="0" y="376"/>
                    <a:pt x="23" y="825"/>
                  </a:cubicBezTo>
                  <a:cubicBezTo>
                    <a:pt x="47" y="1270"/>
                    <a:pt x="170" y="1625"/>
                    <a:pt x="297" y="1625"/>
                  </a:cubicBezTo>
                  <a:cubicBezTo>
                    <a:pt x="298" y="1625"/>
                    <a:pt x="300" y="1625"/>
                    <a:pt x="301" y="1625"/>
                  </a:cubicBezTo>
                  <a:cubicBezTo>
                    <a:pt x="430" y="1618"/>
                    <a:pt x="515" y="1248"/>
                    <a:pt x="490" y="800"/>
                  </a:cubicBezTo>
                  <a:cubicBezTo>
                    <a:pt x="468" y="355"/>
                    <a:pt x="345" y="0"/>
                    <a:pt x="218" y="0"/>
                  </a:cubicBezTo>
                  <a:close/>
                </a:path>
              </a:pathLst>
            </a:custGeom>
            <a:solidFill>
              <a:srgbClr val="46365C"/>
            </a:solidFill>
            <a:ln>
              <a:noFill/>
            </a:ln>
          </p:spPr>
          <p:txBody>
            <a:bodyPr spcFirstLastPara="1" wrap="square" lIns="121900" tIns="121900" rIns="121900" bIns="121900" anchor="ctr" anchorCtr="0">
              <a:noAutofit/>
            </a:bodyPr>
            <a:lstStyle/>
            <a:p>
              <a:endParaRPr sz="2400"/>
            </a:p>
          </p:txBody>
        </p:sp>
        <p:sp>
          <p:nvSpPr>
            <p:cNvPr id="75" name="Google Shape;1115;p33"/>
            <p:cNvSpPr/>
            <p:nvPr/>
          </p:nvSpPr>
          <p:spPr>
            <a:xfrm>
              <a:off x="535755" y="1528408"/>
              <a:ext cx="77449" cy="105236"/>
            </a:xfrm>
            <a:custGeom>
              <a:avLst/>
              <a:gdLst/>
              <a:ahLst/>
              <a:cxnLst/>
              <a:rect l="l" t="t" r="r" b="b"/>
              <a:pathLst>
                <a:path w="3261" h="4431" extrusionOk="0">
                  <a:moveTo>
                    <a:pt x="413" y="1"/>
                  </a:moveTo>
                  <a:cubicBezTo>
                    <a:pt x="354" y="1"/>
                    <a:pt x="322" y="10"/>
                    <a:pt x="320" y="23"/>
                  </a:cubicBezTo>
                  <a:cubicBezTo>
                    <a:pt x="304" y="82"/>
                    <a:pt x="627" y="183"/>
                    <a:pt x="1084" y="477"/>
                  </a:cubicBezTo>
                  <a:cubicBezTo>
                    <a:pt x="1369" y="659"/>
                    <a:pt x="1708" y="933"/>
                    <a:pt x="2008" y="1307"/>
                  </a:cubicBezTo>
                  <a:lnTo>
                    <a:pt x="2008" y="1307"/>
                  </a:lnTo>
                  <a:cubicBezTo>
                    <a:pt x="1926" y="1274"/>
                    <a:pt x="1839" y="1245"/>
                    <a:pt x="1747" y="1222"/>
                  </a:cubicBezTo>
                  <a:cubicBezTo>
                    <a:pt x="1647" y="1196"/>
                    <a:pt x="1541" y="1183"/>
                    <a:pt x="1434" y="1183"/>
                  </a:cubicBezTo>
                  <a:cubicBezTo>
                    <a:pt x="1186" y="1183"/>
                    <a:pt x="933" y="1254"/>
                    <a:pt x="737" y="1397"/>
                  </a:cubicBezTo>
                  <a:cubicBezTo>
                    <a:pt x="454" y="1593"/>
                    <a:pt x="284" y="1877"/>
                    <a:pt x="193" y="2154"/>
                  </a:cubicBezTo>
                  <a:cubicBezTo>
                    <a:pt x="0" y="2727"/>
                    <a:pt x="193" y="3286"/>
                    <a:pt x="426" y="3617"/>
                  </a:cubicBezTo>
                  <a:cubicBezTo>
                    <a:pt x="875" y="4244"/>
                    <a:pt x="1334" y="4431"/>
                    <a:pt x="1426" y="4431"/>
                  </a:cubicBezTo>
                  <a:cubicBezTo>
                    <a:pt x="1435" y="4431"/>
                    <a:pt x="1440" y="4429"/>
                    <a:pt x="1442" y="4426"/>
                  </a:cubicBezTo>
                  <a:cubicBezTo>
                    <a:pt x="1496" y="4364"/>
                    <a:pt x="1065" y="4086"/>
                    <a:pt x="709" y="3449"/>
                  </a:cubicBezTo>
                  <a:cubicBezTo>
                    <a:pt x="541" y="3132"/>
                    <a:pt x="436" y="2709"/>
                    <a:pt x="599" y="2295"/>
                  </a:cubicBezTo>
                  <a:cubicBezTo>
                    <a:pt x="725" y="1938"/>
                    <a:pt x="1037" y="1646"/>
                    <a:pt x="1423" y="1646"/>
                  </a:cubicBezTo>
                  <a:cubicBezTo>
                    <a:pt x="1493" y="1646"/>
                    <a:pt x="1565" y="1655"/>
                    <a:pt x="1639" y="1676"/>
                  </a:cubicBezTo>
                  <a:cubicBezTo>
                    <a:pt x="1960" y="1754"/>
                    <a:pt x="2265" y="1962"/>
                    <a:pt x="2549" y="2161"/>
                  </a:cubicBezTo>
                  <a:lnTo>
                    <a:pt x="3261" y="2657"/>
                  </a:lnTo>
                  <a:lnTo>
                    <a:pt x="2887" y="1885"/>
                  </a:lnTo>
                  <a:cubicBezTo>
                    <a:pt x="2458" y="997"/>
                    <a:pt x="1749" y="466"/>
                    <a:pt x="1221" y="227"/>
                  </a:cubicBezTo>
                  <a:cubicBezTo>
                    <a:pt x="843" y="54"/>
                    <a:pt x="553" y="1"/>
                    <a:pt x="413" y="1"/>
                  </a:cubicBezTo>
                  <a:close/>
                </a:path>
              </a:pathLst>
            </a:custGeom>
            <a:solidFill>
              <a:srgbClr val="46365C"/>
            </a:solidFill>
            <a:ln>
              <a:noFill/>
            </a:ln>
          </p:spPr>
          <p:txBody>
            <a:bodyPr spcFirstLastPara="1" wrap="square" lIns="121900" tIns="121900" rIns="121900" bIns="121900" anchor="ctr" anchorCtr="0">
              <a:noAutofit/>
            </a:bodyPr>
            <a:lstStyle/>
            <a:p>
              <a:endParaRPr sz="2400"/>
            </a:p>
          </p:txBody>
        </p:sp>
        <p:sp>
          <p:nvSpPr>
            <p:cNvPr id="76" name="Google Shape;1116;p33"/>
            <p:cNvSpPr/>
            <p:nvPr/>
          </p:nvSpPr>
          <p:spPr>
            <a:xfrm>
              <a:off x="844203" y="1781591"/>
              <a:ext cx="61892" cy="15390"/>
            </a:xfrm>
            <a:custGeom>
              <a:avLst/>
              <a:gdLst/>
              <a:ahLst/>
              <a:cxnLst/>
              <a:rect l="l" t="t" r="r" b="b"/>
              <a:pathLst>
                <a:path w="2606" h="648" extrusionOk="0">
                  <a:moveTo>
                    <a:pt x="201" y="0"/>
                  </a:moveTo>
                  <a:cubicBezTo>
                    <a:pt x="124" y="0"/>
                    <a:pt x="74" y="13"/>
                    <a:pt x="59" y="45"/>
                  </a:cubicBezTo>
                  <a:cubicBezTo>
                    <a:pt x="0" y="156"/>
                    <a:pt x="514" y="525"/>
                    <a:pt x="1266" y="621"/>
                  </a:cubicBezTo>
                  <a:cubicBezTo>
                    <a:pt x="1401" y="640"/>
                    <a:pt x="1530" y="648"/>
                    <a:pt x="1652" y="648"/>
                  </a:cubicBezTo>
                  <a:cubicBezTo>
                    <a:pt x="2211" y="648"/>
                    <a:pt x="2606" y="480"/>
                    <a:pt x="2582" y="379"/>
                  </a:cubicBezTo>
                  <a:cubicBezTo>
                    <a:pt x="2559" y="247"/>
                    <a:pt x="1996" y="250"/>
                    <a:pt x="1328" y="159"/>
                  </a:cubicBezTo>
                  <a:cubicBezTo>
                    <a:pt x="838" y="97"/>
                    <a:pt x="415" y="0"/>
                    <a:pt x="201" y="0"/>
                  </a:cubicBezTo>
                  <a:close/>
                </a:path>
              </a:pathLst>
            </a:custGeom>
            <a:solidFill>
              <a:srgbClr val="46365C"/>
            </a:solidFill>
            <a:ln>
              <a:noFill/>
            </a:ln>
          </p:spPr>
          <p:txBody>
            <a:bodyPr spcFirstLastPara="1" wrap="square" lIns="121900" tIns="121900" rIns="121900" bIns="121900" anchor="ctr" anchorCtr="0">
              <a:noAutofit/>
            </a:bodyPr>
            <a:lstStyle/>
            <a:p>
              <a:endParaRPr sz="2400"/>
            </a:p>
          </p:txBody>
        </p:sp>
        <p:sp>
          <p:nvSpPr>
            <p:cNvPr id="77" name="Google Shape;1117;p33"/>
            <p:cNvSpPr/>
            <p:nvPr/>
          </p:nvSpPr>
          <p:spPr>
            <a:xfrm>
              <a:off x="599544" y="1291682"/>
              <a:ext cx="465856" cy="178196"/>
            </a:xfrm>
            <a:custGeom>
              <a:avLst/>
              <a:gdLst/>
              <a:ahLst/>
              <a:cxnLst/>
              <a:rect l="l" t="t" r="r" b="b"/>
              <a:pathLst>
                <a:path w="19615" h="7503" extrusionOk="0">
                  <a:moveTo>
                    <a:pt x="9008" y="1"/>
                  </a:moveTo>
                  <a:cubicBezTo>
                    <a:pt x="7544" y="1"/>
                    <a:pt x="6074" y="126"/>
                    <a:pt x="4688" y="581"/>
                  </a:cubicBezTo>
                  <a:cubicBezTo>
                    <a:pt x="3077" y="1112"/>
                    <a:pt x="1574" y="2129"/>
                    <a:pt x="743" y="3607"/>
                  </a:cubicBezTo>
                  <a:cubicBezTo>
                    <a:pt x="157" y="4652"/>
                    <a:pt x="0" y="6123"/>
                    <a:pt x="887" y="6928"/>
                  </a:cubicBezTo>
                  <a:cubicBezTo>
                    <a:pt x="1381" y="7378"/>
                    <a:pt x="2062" y="7502"/>
                    <a:pt x="2745" y="7502"/>
                  </a:cubicBezTo>
                  <a:cubicBezTo>
                    <a:pt x="2964" y="7502"/>
                    <a:pt x="3184" y="7489"/>
                    <a:pt x="3398" y="7470"/>
                  </a:cubicBezTo>
                  <a:cubicBezTo>
                    <a:pt x="6230" y="7215"/>
                    <a:pt x="8948" y="6246"/>
                    <a:pt x="11298" y="4649"/>
                  </a:cubicBezTo>
                  <a:lnTo>
                    <a:pt x="11298" y="4649"/>
                  </a:lnTo>
                  <a:cubicBezTo>
                    <a:pt x="10691" y="5174"/>
                    <a:pt x="11070" y="6268"/>
                    <a:pt x="11788" y="6626"/>
                  </a:cubicBezTo>
                  <a:cubicBezTo>
                    <a:pt x="12117" y="6789"/>
                    <a:pt x="12474" y="6848"/>
                    <a:pt x="12841" y="6848"/>
                  </a:cubicBezTo>
                  <a:cubicBezTo>
                    <a:pt x="13276" y="6848"/>
                    <a:pt x="13724" y="6766"/>
                    <a:pt x="14151" y="6682"/>
                  </a:cubicBezTo>
                  <a:cubicBezTo>
                    <a:pt x="15196" y="6474"/>
                    <a:pt x="16257" y="6260"/>
                    <a:pt x="17198" y="5762"/>
                  </a:cubicBezTo>
                  <a:cubicBezTo>
                    <a:pt x="18140" y="5266"/>
                    <a:pt x="18963" y="4436"/>
                    <a:pt x="19196" y="3398"/>
                  </a:cubicBezTo>
                  <a:lnTo>
                    <a:pt x="19404" y="3950"/>
                  </a:lnTo>
                  <a:cubicBezTo>
                    <a:pt x="19615" y="3079"/>
                    <a:pt x="19112" y="2160"/>
                    <a:pt x="18393" y="1626"/>
                  </a:cubicBezTo>
                  <a:cubicBezTo>
                    <a:pt x="17675" y="1094"/>
                    <a:pt x="16777" y="873"/>
                    <a:pt x="15900" y="697"/>
                  </a:cubicBezTo>
                  <a:cubicBezTo>
                    <a:pt x="13862" y="289"/>
                    <a:pt x="11795" y="59"/>
                    <a:pt x="9718" y="10"/>
                  </a:cubicBezTo>
                  <a:cubicBezTo>
                    <a:pt x="9481" y="4"/>
                    <a:pt x="9245" y="1"/>
                    <a:pt x="9008" y="1"/>
                  </a:cubicBezTo>
                  <a:close/>
                </a:path>
              </a:pathLst>
            </a:custGeom>
            <a:solidFill>
              <a:srgbClr val="000000"/>
            </a:solidFill>
            <a:ln>
              <a:noFill/>
            </a:ln>
          </p:spPr>
          <p:txBody>
            <a:bodyPr spcFirstLastPara="1" wrap="square" lIns="121900" tIns="121900" rIns="121900" bIns="121900" anchor="ctr" anchorCtr="0">
              <a:noAutofit/>
            </a:bodyPr>
            <a:lstStyle/>
            <a:p>
              <a:endParaRPr sz="2400"/>
            </a:p>
          </p:txBody>
        </p:sp>
        <p:sp>
          <p:nvSpPr>
            <p:cNvPr id="78" name="Google Shape;1118;p33"/>
            <p:cNvSpPr/>
            <p:nvPr/>
          </p:nvSpPr>
          <p:spPr>
            <a:xfrm>
              <a:off x="92294" y="2093504"/>
              <a:ext cx="394630" cy="1004981"/>
            </a:xfrm>
            <a:custGeom>
              <a:avLst/>
              <a:gdLst/>
              <a:ahLst/>
              <a:cxnLst/>
              <a:rect l="l" t="t" r="r" b="b"/>
              <a:pathLst>
                <a:path w="16616" h="42315" extrusionOk="0">
                  <a:moveTo>
                    <a:pt x="8745" y="0"/>
                  </a:moveTo>
                  <a:cubicBezTo>
                    <a:pt x="8118" y="0"/>
                    <a:pt x="7490" y="68"/>
                    <a:pt x="6872" y="202"/>
                  </a:cubicBezTo>
                  <a:cubicBezTo>
                    <a:pt x="4284" y="794"/>
                    <a:pt x="2563" y="2185"/>
                    <a:pt x="1510" y="3153"/>
                  </a:cubicBezTo>
                  <a:cubicBezTo>
                    <a:pt x="1101" y="3535"/>
                    <a:pt x="718" y="3940"/>
                    <a:pt x="360" y="4368"/>
                  </a:cubicBezTo>
                  <a:cubicBezTo>
                    <a:pt x="117" y="4665"/>
                    <a:pt x="1" y="4828"/>
                    <a:pt x="12" y="4837"/>
                  </a:cubicBezTo>
                  <a:cubicBezTo>
                    <a:pt x="13" y="4837"/>
                    <a:pt x="14" y="4838"/>
                    <a:pt x="16" y="4838"/>
                  </a:cubicBezTo>
                  <a:cubicBezTo>
                    <a:pt x="71" y="4838"/>
                    <a:pt x="574" y="4216"/>
                    <a:pt x="1631" y="3289"/>
                  </a:cubicBezTo>
                  <a:cubicBezTo>
                    <a:pt x="2708" y="2373"/>
                    <a:pt x="4433" y="1053"/>
                    <a:pt x="6941" y="526"/>
                  </a:cubicBezTo>
                  <a:cubicBezTo>
                    <a:pt x="7474" y="418"/>
                    <a:pt x="8042" y="358"/>
                    <a:pt x="8630" y="358"/>
                  </a:cubicBezTo>
                  <a:cubicBezTo>
                    <a:pt x="9409" y="358"/>
                    <a:pt x="10223" y="464"/>
                    <a:pt x="11036" y="707"/>
                  </a:cubicBezTo>
                  <a:cubicBezTo>
                    <a:pt x="12455" y="1120"/>
                    <a:pt x="13866" y="2013"/>
                    <a:pt x="14767" y="3416"/>
                  </a:cubicBezTo>
                  <a:cubicBezTo>
                    <a:pt x="15696" y="4797"/>
                    <a:pt x="16090" y="6577"/>
                    <a:pt x="16114" y="8404"/>
                  </a:cubicBezTo>
                  <a:cubicBezTo>
                    <a:pt x="16150" y="10241"/>
                    <a:pt x="15876" y="12144"/>
                    <a:pt x="15549" y="14085"/>
                  </a:cubicBezTo>
                  <a:cubicBezTo>
                    <a:pt x="14284" y="21848"/>
                    <a:pt x="13139" y="28874"/>
                    <a:pt x="12298" y="34029"/>
                  </a:cubicBezTo>
                  <a:cubicBezTo>
                    <a:pt x="11911" y="36542"/>
                    <a:pt x="11594" y="38597"/>
                    <a:pt x="11366" y="40084"/>
                  </a:cubicBezTo>
                  <a:cubicBezTo>
                    <a:pt x="11271" y="40760"/>
                    <a:pt x="11194" y="41307"/>
                    <a:pt x="11136" y="41733"/>
                  </a:cubicBezTo>
                  <a:cubicBezTo>
                    <a:pt x="11088" y="42112"/>
                    <a:pt x="11070" y="42311"/>
                    <a:pt x="11087" y="42315"/>
                  </a:cubicBezTo>
                  <a:cubicBezTo>
                    <a:pt x="11087" y="42315"/>
                    <a:pt x="11087" y="42315"/>
                    <a:pt x="11087" y="42315"/>
                  </a:cubicBezTo>
                  <a:cubicBezTo>
                    <a:pt x="11103" y="42315"/>
                    <a:pt x="11151" y="42120"/>
                    <a:pt x="11229" y="41748"/>
                  </a:cubicBezTo>
                  <a:cubicBezTo>
                    <a:pt x="11310" y="41327"/>
                    <a:pt x="11415" y="40783"/>
                    <a:pt x="11545" y="40112"/>
                  </a:cubicBezTo>
                  <a:cubicBezTo>
                    <a:pt x="11810" y="38631"/>
                    <a:pt x="12176" y="36587"/>
                    <a:pt x="12625" y="34083"/>
                  </a:cubicBezTo>
                  <a:cubicBezTo>
                    <a:pt x="13500" y="28933"/>
                    <a:pt x="14694" y="21915"/>
                    <a:pt x="16011" y="14162"/>
                  </a:cubicBezTo>
                  <a:cubicBezTo>
                    <a:pt x="16340" y="12216"/>
                    <a:pt x="16616" y="10284"/>
                    <a:pt x="16572" y="8395"/>
                  </a:cubicBezTo>
                  <a:cubicBezTo>
                    <a:pt x="16541" y="6517"/>
                    <a:pt x="16126" y="4642"/>
                    <a:pt x="15125" y="3176"/>
                  </a:cubicBezTo>
                  <a:cubicBezTo>
                    <a:pt x="14155" y="1688"/>
                    <a:pt x="12635" y="749"/>
                    <a:pt x="11145" y="335"/>
                  </a:cubicBezTo>
                  <a:cubicBezTo>
                    <a:pt x="10362" y="112"/>
                    <a:pt x="9554" y="0"/>
                    <a:pt x="8745" y="0"/>
                  </a:cubicBezTo>
                  <a:close/>
                </a:path>
              </a:pathLst>
            </a:custGeom>
            <a:solidFill>
              <a:srgbClr val="384454"/>
            </a:solidFill>
            <a:ln>
              <a:noFill/>
            </a:ln>
          </p:spPr>
          <p:txBody>
            <a:bodyPr spcFirstLastPara="1" wrap="square" lIns="121900" tIns="121900" rIns="121900" bIns="121900" anchor="ctr" anchorCtr="0">
              <a:noAutofit/>
            </a:bodyPr>
            <a:lstStyle/>
            <a:p>
              <a:endParaRPr sz="2400"/>
            </a:p>
          </p:txBody>
        </p:sp>
        <p:sp>
          <p:nvSpPr>
            <p:cNvPr id="79" name="Google Shape;1119;p33"/>
            <p:cNvSpPr/>
            <p:nvPr/>
          </p:nvSpPr>
          <p:spPr>
            <a:xfrm>
              <a:off x="369062" y="3023972"/>
              <a:ext cx="577457" cy="30970"/>
            </a:xfrm>
            <a:custGeom>
              <a:avLst/>
              <a:gdLst/>
              <a:ahLst/>
              <a:cxnLst/>
              <a:rect l="l" t="t" r="r" b="b"/>
              <a:pathLst>
                <a:path w="24314" h="1304" extrusionOk="0">
                  <a:moveTo>
                    <a:pt x="23501" y="0"/>
                  </a:moveTo>
                  <a:cubicBezTo>
                    <a:pt x="21748" y="0"/>
                    <a:pt x="17325" y="160"/>
                    <a:pt x="12146" y="419"/>
                  </a:cubicBezTo>
                  <a:cubicBezTo>
                    <a:pt x="5435" y="754"/>
                    <a:pt x="1" y="1131"/>
                    <a:pt x="7" y="1260"/>
                  </a:cubicBezTo>
                  <a:cubicBezTo>
                    <a:pt x="9" y="1290"/>
                    <a:pt x="294" y="1304"/>
                    <a:pt x="814" y="1304"/>
                  </a:cubicBezTo>
                  <a:cubicBezTo>
                    <a:pt x="2569" y="1304"/>
                    <a:pt x="6993" y="1144"/>
                    <a:pt x="12169" y="886"/>
                  </a:cubicBezTo>
                  <a:cubicBezTo>
                    <a:pt x="18879" y="550"/>
                    <a:pt x="24313" y="173"/>
                    <a:pt x="24307" y="44"/>
                  </a:cubicBezTo>
                  <a:cubicBezTo>
                    <a:pt x="24305" y="14"/>
                    <a:pt x="24020" y="0"/>
                    <a:pt x="23501" y="0"/>
                  </a:cubicBezTo>
                  <a:close/>
                </a:path>
              </a:pathLst>
            </a:custGeom>
            <a:solidFill>
              <a:srgbClr val="384454"/>
            </a:solidFill>
            <a:ln>
              <a:noFill/>
            </a:ln>
          </p:spPr>
          <p:txBody>
            <a:bodyPr spcFirstLastPara="1" wrap="square" lIns="121900" tIns="121900" rIns="121900" bIns="121900" anchor="ctr" anchorCtr="0">
              <a:noAutofit/>
            </a:bodyPr>
            <a:lstStyle/>
            <a:p>
              <a:endParaRPr sz="2400"/>
            </a:p>
          </p:txBody>
        </p:sp>
        <p:sp>
          <p:nvSpPr>
            <p:cNvPr id="80" name="Google Shape;1120;p33"/>
            <p:cNvSpPr/>
            <p:nvPr/>
          </p:nvSpPr>
          <p:spPr>
            <a:xfrm>
              <a:off x="981946" y="2203151"/>
              <a:ext cx="20259" cy="522714"/>
            </a:xfrm>
            <a:custGeom>
              <a:avLst/>
              <a:gdLst/>
              <a:ahLst/>
              <a:cxnLst/>
              <a:rect l="l" t="t" r="r" b="b"/>
              <a:pathLst>
                <a:path w="853" h="22009" extrusionOk="0">
                  <a:moveTo>
                    <a:pt x="723" y="1"/>
                  </a:moveTo>
                  <a:cubicBezTo>
                    <a:pt x="594" y="1"/>
                    <a:pt x="356" y="4924"/>
                    <a:pt x="193" y="10998"/>
                  </a:cubicBezTo>
                  <a:cubicBezTo>
                    <a:pt x="28" y="17076"/>
                    <a:pt x="0" y="22004"/>
                    <a:pt x="129" y="22009"/>
                  </a:cubicBezTo>
                  <a:cubicBezTo>
                    <a:pt x="129" y="22009"/>
                    <a:pt x="129" y="22009"/>
                    <a:pt x="129" y="22009"/>
                  </a:cubicBezTo>
                  <a:cubicBezTo>
                    <a:pt x="258" y="22009"/>
                    <a:pt x="497" y="17089"/>
                    <a:pt x="660" y="11011"/>
                  </a:cubicBezTo>
                  <a:cubicBezTo>
                    <a:pt x="825" y="4934"/>
                    <a:pt x="853" y="6"/>
                    <a:pt x="724" y="1"/>
                  </a:cubicBezTo>
                  <a:cubicBezTo>
                    <a:pt x="723" y="1"/>
                    <a:pt x="723" y="1"/>
                    <a:pt x="723" y="1"/>
                  </a:cubicBezTo>
                  <a:close/>
                </a:path>
              </a:pathLst>
            </a:custGeom>
            <a:solidFill>
              <a:srgbClr val="384454"/>
            </a:solidFill>
            <a:ln>
              <a:noFill/>
            </a:ln>
          </p:spPr>
          <p:txBody>
            <a:bodyPr spcFirstLastPara="1" wrap="square" lIns="121900" tIns="121900" rIns="121900" bIns="121900" anchor="ctr" anchorCtr="0">
              <a:noAutofit/>
            </a:bodyPr>
            <a:lstStyle/>
            <a:p>
              <a:endParaRPr sz="2400"/>
            </a:p>
          </p:txBody>
        </p:sp>
        <p:sp>
          <p:nvSpPr>
            <p:cNvPr id="81" name="Google Shape;1121;p33"/>
            <p:cNvSpPr/>
            <p:nvPr/>
          </p:nvSpPr>
          <p:spPr>
            <a:xfrm>
              <a:off x="512837" y="1959230"/>
              <a:ext cx="315970" cy="162616"/>
            </a:xfrm>
            <a:custGeom>
              <a:avLst/>
              <a:gdLst/>
              <a:ahLst/>
              <a:cxnLst/>
              <a:rect l="l" t="t" r="r" b="b"/>
              <a:pathLst>
                <a:path w="13304" h="6847" extrusionOk="0">
                  <a:moveTo>
                    <a:pt x="12868" y="1"/>
                  </a:moveTo>
                  <a:cubicBezTo>
                    <a:pt x="12868" y="1"/>
                    <a:pt x="12868" y="1"/>
                    <a:pt x="12867" y="1"/>
                  </a:cubicBezTo>
                  <a:cubicBezTo>
                    <a:pt x="12763" y="4"/>
                    <a:pt x="13303" y="1147"/>
                    <a:pt x="12683" y="2845"/>
                  </a:cubicBezTo>
                  <a:cubicBezTo>
                    <a:pt x="12379" y="3670"/>
                    <a:pt x="11773" y="4583"/>
                    <a:pt x="10823" y="5256"/>
                  </a:cubicBezTo>
                  <a:cubicBezTo>
                    <a:pt x="9879" y="5927"/>
                    <a:pt x="8610" y="6343"/>
                    <a:pt x="7260" y="6377"/>
                  </a:cubicBezTo>
                  <a:cubicBezTo>
                    <a:pt x="7194" y="6379"/>
                    <a:pt x="7129" y="6380"/>
                    <a:pt x="7064" y="6380"/>
                  </a:cubicBezTo>
                  <a:cubicBezTo>
                    <a:pt x="5783" y="6380"/>
                    <a:pt x="4568" y="6062"/>
                    <a:pt x="3597" y="5520"/>
                  </a:cubicBezTo>
                  <a:cubicBezTo>
                    <a:pt x="2683" y="5017"/>
                    <a:pt x="1891" y="4317"/>
                    <a:pt x="1279" y="3471"/>
                  </a:cubicBezTo>
                  <a:cubicBezTo>
                    <a:pt x="243" y="2024"/>
                    <a:pt x="119" y="854"/>
                    <a:pt x="29" y="854"/>
                  </a:cubicBezTo>
                  <a:cubicBezTo>
                    <a:pt x="28" y="854"/>
                    <a:pt x="27" y="855"/>
                    <a:pt x="26" y="855"/>
                  </a:cubicBezTo>
                  <a:cubicBezTo>
                    <a:pt x="0" y="858"/>
                    <a:pt x="2" y="1146"/>
                    <a:pt x="118" y="1652"/>
                  </a:cubicBezTo>
                  <a:cubicBezTo>
                    <a:pt x="238" y="2155"/>
                    <a:pt x="493" y="2876"/>
                    <a:pt x="1008" y="3659"/>
                  </a:cubicBezTo>
                  <a:cubicBezTo>
                    <a:pt x="1514" y="4441"/>
                    <a:pt x="2304" y="5272"/>
                    <a:pt x="3387" y="5896"/>
                  </a:cubicBezTo>
                  <a:cubicBezTo>
                    <a:pt x="4413" y="6495"/>
                    <a:pt x="5711" y="6847"/>
                    <a:pt x="7075" y="6847"/>
                  </a:cubicBezTo>
                  <a:cubicBezTo>
                    <a:pt x="7141" y="6847"/>
                    <a:pt x="7207" y="6846"/>
                    <a:pt x="7273" y="6844"/>
                  </a:cubicBezTo>
                  <a:cubicBezTo>
                    <a:pt x="8707" y="6808"/>
                    <a:pt x="10067" y="6353"/>
                    <a:pt x="11076" y="5605"/>
                  </a:cubicBezTo>
                  <a:cubicBezTo>
                    <a:pt x="12093" y="4855"/>
                    <a:pt x="12712" y="3850"/>
                    <a:pt x="12995" y="2955"/>
                  </a:cubicBezTo>
                  <a:cubicBezTo>
                    <a:pt x="13287" y="2052"/>
                    <a:pt x="13251" y="1265"/>
                    <a:pt x="13148" y="757"/>
                  </a:cubicBezTo>
                  <a:cubicBezTo>
                    <a:pt x="13037" y="252"/>
                    <a:pt x="12891" y="1"/>
                    <a:pt x="12868" y="1"/>
                  </a:cubicBezTo>
                  <a:close/>
                </a:path>
              </a:pathLst>
            </a:custGeom>
            <a:solidFill>
              <a:srgbClr val="384454"/>
            </a:solidFill>
            <a:ln>
              <a:noFill/>
            </a:ln>
          </p:spPr>
          <p:txBody>
            <a:bodyPr spcFirstLastPara="1" wrap="square" lIns="121900" tIns="121900" rIns="121900" bIns="121900" anchor="ctr" anchorCtr="0">
              <a:noAutofit/>
            </a:bodyPr>
            <a:lstStyle/>
            <a:p>
              <a:endParaRPr sz="2400"/>
            </a:p>
          </p:txBody>
        </p:sp>
        <p:sp>
          <p:nvSpPr>
            <p:cNvPr id="82" name="Google Shape;1122;p33"/>
            <p:cNvSpPr/>
            <p:nvPr/>
          </p:nvSpPr>
          <p:spPr>
            <a:xfrm>
              <a:off x="-315020" y="2054438"/>
              <a:ext cx="1068988" cy="1959280"/>
            </a:xfrm>
            <a:custGeom>
              <a:avLst/>
              <a:gdLst/>
              <a:ahLst/>
              <a:cxnLst/>
              <a:rect l="l" t="t" r="r" b="b"/>
              <a:pathLst>
                <a:path w="45010" h="82496" extrusionOk="0">
                  <a:moveTo>
                    <a:pt x="7583" y="1"/>
                  </a:moveTo>
                  <a:lnTo>
                    <a:pt x="0" y="299"/>
                  </a:lnTo>
                  <a:lnTo>
                    <a:pt x="5596" y="42760"/>
                  </a:lnTo>
                  <a:lnTo>
                    <a:pt x="10833" y="82496"/>
                  </a:lnTo>
                  <a:lnTo>
                    <a:pt x="45009" y="81694"/>
                  </a:lnTo>
                  <a:lnTo>
                    <a:pt x="41378" y="51425"/>
                  </a:lnTo>
                  <a:lnTo>
                    <a:pt x="13315" y="53956"/>
                  </a:lnTo>
                  <a:lnTo>
                    <a:pt x="7583" y="1"/>
                  </a:lnTo>
                  <a:close/>
                </a:path>
              </a:pathLst>
            </a:custGeom>
            <a:solidFill>
              <a:srgbClr val="6D392F"/>
            </a:solidFill>
            <a:ln>
              <a:noFill/>
            </a:ln>
          </p:spPr>
          <p:txBody>
            <a:bodyPr spcFirstLastPara="1" wrap="square" lIns="121900" tIns="121900" rIns="121900" bIns="121900" anchor="ctr" anchorCtr="0">
              <a:noAutofit/>
            </a:bodyPr>
            <a:lstStyle/>
            <a:p>
              <a:endParaRPr sz="2400"/>
            </a:p>
          </p:txBody>
        </p:sp>
        <p:sp>
          <p:nvSpPr>
            <p:cNvPr id="83" name="Google Shape;1123;p33"/>
            <p:cNvSpPr/>
            <p:nvPr/>
          </p:nvSpPr>
          <p:spPr>
            <a:xfrm>
              <a:off x="34822" y="4614104"/>
              <a:ext cx="1216713" cy="38974"/>
            </a:xfrm>
            <a:custGeom>
              <a:avLst/>
              <a:gdLst/>
              <a:ahLst/>
              <a:cxnLst/>
              <a:rect l="l" t="t" r="r" b="b"/>
              <a:pathLst>
                <a:path w="51230" h="1641" extrusionOk="0">
                  <a:moveTo>
                    <a:pt x="51230" y="1"/>
                  </a:moveTo>
                  <a:lnTo>
                    <a:pt x="1" y="105"/>
                  </a:lnTo>
                  <a:lnTo>
                    <a:pt x="1" y="1640"/>
                  </a:lnTo>
                  <a:lnTo>
                    <a:pt x="51230" y="1159"/>
                  </a:lnTo>
                  <a:lnTo>
                    <a:pt x="51230" y="1"/>
                  </a:lnTo>
                  <a:close/>
                </a:path>
              </a:pathLst>
            </a:custGeom>
            <a:solidFill>
              <a:srgbClr val="6D392F"/>
            </a:solidFill>
            <a:ln>
              <a:noFill/>
            </a:ln>
          </p:spPr>
          <p:txBody>
            <a:bodyPr spcFirstLastPara="1" wrap="square" lIns="121900" tIns="121900" rIns="121900" bIns="121900" anchor="ctr" anchorCtr="0">
              <a:noAutofit/>
            </a:bodyPr>
            <a:lstStyle/>
            <a:p>
              <a:endParaRPr sz="2400"/>
            </a:p>
          </p:txBody>
        </p:sp>
        <p:sp>
          <p:nvSpPr>
            <p:cNvPr id="84" name="Google Shape;1124;p33"/>
            <p:cNvSpPr/>
            <p:nvPr/>
          </p:nvSpPr>
          <p:spPr>
            <a:xfrm>
              <a:off x="1189059" y="2943631"/>
              <a:ext cx="1828531" cy="119747"/>
            </a:xfrm>
            <a:custGeom>
              <a:avLst/>
              <a:gdLst/>
              <a:ahLst/>
              <a:cxnLst/>
              <a:rect l="l" t="t" r="r" b="b"/>
              <a:pathLst>
                <a:path w="189191" h="5042" extrusionOk="0">
                  <a:moveTo>
                    <a:pt x="1571" y="1"/>
                  </a:moveTo>
                  <a:lnTo>
                    <a:pt x="0" y="5042"/>
                  </a:lnTo>
                  <a:lnTo>
                    <a:pt x="189191" y="5042"/>
                  </a:lnTo>
                  <a:lnTo>
                    <a:pt x="189191" y="1"/>
                  </a:lnTo>
                  <a:close/>
                </a:path>
              </a:pathLst>
            </a:custGeom>
            <a:solidFill>
              <a:srgbClr val="6D392F"/>
            </a:solidFill>
            <a:ln>
              <a:noFill/>
            </a:ln>
          </p:spPr>
          <p:txBody>
            <a:bodyPr spcFirstLastPara="1" wrap="square" lIns="121900" tIns="121900" rIns="121900" bIns="121900" anchor="ctr" anchorCtr="0">
              <a:noAutofit/>
            </a:bodyPr>
            <a:lstStyle/>
            <a:p>
              <a:endParaRPr sz="2400"/>
            </a:p>
          </p:txBody>
        </p:sp>
        <p:sp>
          <p:nvSpPr>
            <p:cNvPr id="85" name="Google Shape;1125;p33"/>
            <p:cNvSpPr/>
            <p:nvPr/>
          </p:nvSpPr>
          <p:spPr>
            <a:xfrm>
              <a:off x="1671526" y="3054869"/>
              <a:ext cx="131242" cy="2362745"/>
            </a:xfrm>
            <a:custGeom>
              <a:avLst/>
              <a:gdLst/>
              <a:ahLst/>
              <a:cxnLst/>
              <a:rect l="l" t="t" r="r" b="b"/>
              <a:pathLst>
                <a:path w="5526" h="99484" extrusionOk="0">
                  <a:moveTo>
                    <a:pt x="0" y="1"/>
                  </a:moveTo>
                  <a:lnTo>
                    <a:pt x="2554" y="99483"/>
                  </a:lnTo>
                  <a:lnTo>
                    <a:pt x="4899" y="98899"/>
                  </a:lnTo>
                  <a:lnTo>
                    <a:pt x="5526" y="127"/>
                  </a:lnTo>
                  <a:lnTo>
                    <a:pt x="0" y="1"/>
                  </a:lnTo>
                  <a:close/>
                </a:path>
              </a:pathLst>
            </a:custGeom>
            <a:solidFill>
              <a:srgbClr val="7C5F50"/>
            </a:solidFill>
            <a:ln>
              <a:noFill/>
            </a:ln>
          </p:spPr>
          <p:txBody>
            <a:bodyPr spcFirstLastPara="1" wrap="square" lIns="121900" tIns="121900" rIns="121900" bIns="121900" anchor="ctr" anchorCtr="0">
              <a:noAutofit/>
            </a:bodyPr>
            <a:lstStyle/>
            <a:p>
              <a:endParaRPr sz="2400"/>
            </a:p>
          </p:txBody>
        </p:sp>
        <p:sp>
          <p:nvSpPr>
            <p:cNvPr id="86" name="Google Shape;1126;p33"/>
            <p:cNvSpPr/>
            <p:nvPr/>
          </p:nvSpPr>
          <p:spPr>
            <a:xfrm>
              <a:off x="1719332" y="2999678"/>
              <a:ext cx="131242" cy="2362721"/>
            </a:xfrm>
            <a:custGeom>
              <a:avLst/>
              <a:gdLst/>
              <a:ahLst/>
              <a:cxnLst/>
              <a:rect l="l" t="t" r="r" b="b"/>
              <a:pathLst>
                <a:path w="5526" h="99483" extrusionOk="0">
                  <a:moveTo>
                    <a:pt x="0" y="0"/>
                  </a:moveTo>
                  <a:lnTo>
                    <a:pt x="2554" y="99483"/>
                  </a:lnTo>
                  <a:lnTo>
                    <a:pt x="4899" y="98898"/>
                  </a:lnTo>
                  <a:lnTo>
                    <a:pt x="5526" y="126"/>
                  </a:lnTo>
                  <a:lnTo>
                    <a:pt x="0" y="0"/>
                  </a:lnTo>
                  <a:close/>
                </a:path>
              </a:pathLst>
            </a:custGeom>
            <a:solidFill>
              <a:srgbClr val="6D392F"/>
            </a:solidFill>
            <a:ln>
              <a:noFill/>
            </a:ln>
          </p:spPr>
          <p:txBody>
            <a:bodyPr spcFirstLastPara="1" wrap="square" lIns="121900" tIns="121900" rIns="121900" bIns="121900" anchor="ctr" anchorCtr="0">
              <a:noAutofit/>
            </a:bodyPr>
            <a:lstStyle/>
            <a:p>
              <a:endParaRPr sz="2400"/>
            </a:p>
          </p:txBody>
        </p:sp>
        <p:grpSp>
          <p:nvGrpSpPr>
            <p:cNvPr id="87" name="Google Shape;1127;p33"/>
            <p:cNvGrpSpPr/>
            <p:nvPr/>
          </p:nvGrpSpPr>
          <p:grpSpPr>
            <a:xfrm>
              <a:off x="2383215" y="2999822"/>
              <a:ext cx="179051" cy="2417940"/>
              <a:chOff x="2329338" y="2472150"/>
              <a:chExt cx="188475" cy="2545200"/>
            </a:xfrm>
          </p:grpSpPr>
          <p:sp>
            <p:nvSpPr>
              <p:cNvPr id="88" name="Google Shape;1128;p33"/>
              <p:cNvSpPr/>
              <p:nvPr/>
            </p:nvSpPr>
            <p:spPr>
              <a:xfrm>
                <a:off x="2329338" y="2530250"/>
                <a:ext cx="138150" cy="2487100"/>
              </a:xfrm>
              <a:custGeom>
                <a:avLst/>
                <a:gdLst/>
                <a:ahLst/>
                <a:cxnLst/>
                <a:rect l="l" t="t" r="r" b="b"/>
                <a:pathLst>
                  <a:path w="5526" h="99484" extrusionOk="0">
                    <a:moveTo>
                      <a:pt x="0" y="1"/>
                    </a:moveTo>
                    <a:lnTo>
                      <a:pt x="2554" y="99483"/>
                    </a:lnTo>
                    <a:lnTo>
                      <a:pt x="4899" y="98899"/>
                    </a:lnTo>
                    <a:lnTo>
                      <a:pt x="5526" y="127"/>
                    </a:lnTo>
                    <a:lnTo>
                      <a:pt x="0" y="1"/>
                    </a:lnTo>
                    <a:close/>
                  </a:path>
                </a:pathLst>
              </a:custGeom>
              <a:solidFill>
                <a:srgbClr val="6D392F"/>
              </a:solidFill>
              <a:ln>
                <a:noFill/>
              </a:ln>
            </p:spPr>
            <p:txBody>
              <a:bodyPr spcFirstLastPara="1" wrap="square" lIns="121900" tIns="121900" rIns="121900" bIns="121900" anchor="ctr" anchorCtr="0">
                <a:noAutofit/>
              </a:bodyPr>
              <a:lstStyle/>
              <a:p>
                <a:endParaRPr sz="2400"/>
              </a:p>
            </p:txBody>
          </p:sp>
          <p:sp>
            <p:nvSpPr>
              <p:cNvPr id="89" name="Google Shape;1129;p33"/>
              <p:cNvSpPr/>
              <p:nvPr/>
            </p:nvSpPr>
            <p:spPr>
              <a:xfrm>
                <a:off x="2379663" y="2472150"/>
                <a:ext cx="138150" cy="2487075"/>
              </a:xfrm>
              <a:custGeom>
                <a:avLst/>
                <a:gdLst/>
                <a:ahLst/>
                <a:cxnLst/>
                <a:rect l="l" t="t" r="r" b="b"/>
                <a:pathLst>
                  <a:path w="5526" h="99483" extrusionOk="0">
                    <a:moveTo>
                      <a:pt x="0" y="0"/>
                    </a:moveTo>
                    <a:lnTo>
                      <a:pt x="2554" y="99483"/>
                    </a:lnTo>
                    <a:lnTo>
                      <a:pt x="4899" y="98898"/>
                    </a:lnTo>
                    <a:lnTo>
                      <a:pt x="5526" y="126"/>
                    </a:lnTo>
                    <a:lnTo>
                      <a:pt x="0" y="0"/>
                    </a:lnTo>
                    <a:close/>
                  </a:path>
                </a:pathLst>
              </a:custGeom>
              <a:solidFill>
                <a:srgbClr val="6D392F"/>
              </a:solidFill>
              <a:ln>
                <a:noFill/>
              </a:ln>
            </p:spPr>
            <p:txBody>
              <a:bodyPr spcFirstLastPara="1" wrap="square" lIns="121900" tIns="121900" rIns="121900" bIns="121900" anchor="ctr" anchorCtr="0">
                <a:noAutofit/>
              </a:bodyPr>
              <a:lstStyle/>
              <a:p>
                <a:endParaRPr sz="2400"/>
              </a:p>
            </p:txBody>
          </p:sp>
        </p:grpSp>
      </p:grpSp>
      <p:grpSp>
        <p:nvGrpSpPr>
          <p:cNvPr id="90" name="Google Shape;1130;p33"/>
          <p:cNvGrpSpPr/>
          <p:nvPr/>
        </p:nvGrpSpPr>
        <p:grpSpPr>
          <a:xfrm>
            <a:off x="8902834" y="1519801"/>
            <a:ext cx="3340441" cy="5708135"/>
            <a:chOff x="6677125" y="1139850"/>
            <a:chExt cx="2505331" cy="4281101"/>
          </a:xfrm>
        </p:grpSpPr>
        <p:sp>
          <p:nvSpPr>
            <p:cNvPr id="105" name="Google Shape;1145;p33"/>
            <p:cNvSpPr/>
            <p:nvPr/>
          </p:nvSpPr>
          <p:spPr>
            <a:xfrm>
              <a:off x="7045219" y="5171372"/>
              <a:ext cx="646317" cy="200160"/>
            </a:xfrm>
            <a:custGeom>
              <a:avLst/>
              <a:gdLst/>
              <a:ahLst/>
              <a:cxnLst/>
              <a:rect l="l" t="t" r="r" b="b"/>
              <a:pathLst>
                <a:path w="26846" h="8314" extrusionOk="0">
                  <a:moveTo>
                    <a:pt x="5164" y="0"/>
                  </a:moveTo>
                  <a:lnTo>
                    <a:pt x="6276" y="5154"/>
                  </a:lnTo>
                  <a:cubicBezTo>
                    <a:pt x="6276" y="5154"/>
                    <a:pt x="1" y="8313"/>
                    <a:pt x="3480" y="8313"/>
                  </a:cubicBezTo>
                  <a:lnTo>
                    <a:pt x="26845" y="8313"/>
                  </a:lnTo>
                  <a:lnTo>
                    <a:pt x="25356" y="0"/>
                  </a:lnTo>
                  <a:close/>
                </a:path>
              </a:pathLst>
            </a:custGeom>
            <a:solidFill>
              <a:srgbClr val="E4CEC3"/>
            </a:solidFill>
            <a:ln>
              <a:noFill/>
            </a:ln>
          </p:spPr>
          <p:txBody>
            <a:bodyPr spcFirstLastPara="1" wrap="square" lIns="121900" tIns="121900" rIns="121900" bIns="121900" anchor="ctr" anchorCtr="0">
              <a:noAutofit/>
            </a:bodyPr>
            <a:lstStyle/>
            <a:p>
              <a:endParaRPr sz="2400"/>
            </a:p>
          </p:txBody>
        </p:sp>
        <p:sp>
          <p:nvSpPr>
            <p:cNvPr id="106" name="Google Shape;1146;p33"/>
            <p:cNvSpPr/>
            <p:nvPr/>
          </p:nvSpPr>
          <p:spPr>
            <a:xfrm>
              <a:off x="7112963" y="5351518"/>
              <a:ext cx="566966" cy="4550"/>
            </a:xfrm>
            <a:custGeom>
              <a:avLst/>
              <a:gdLst/>
              <a:ahLst/>
              <a:cxnLst/>
              <a:rect l="l" t="t" r="r" b="b"/>
              <a:pathLst>
                <a:path w="23550" h="189" extrusionOk="0">
                  <a:moveTo>
                    <a:pt x="11773" y="1"/>
                  </a:moveTo>
                  <a:cubicBezTo>
                    <a:pt x="5273" y="1"/>
                    <a:pt x="0" y="43"/>
                    <a:pt x="0" y="96"/>
                  </a:cubicBezTo>
                  <a:cubicBezTo>
                    <a:pt x="0" y="146"/>
                    <a:pt x="5269" y="189"/>
                    <a:pt x="11773" y="189"/>
                  </a:cubicBezTo>
                  <a:cubicBezTo>
                    <a:pt x="18279" y="189"/>
                    <a:pt x="23550" y="148"/>
                    <a:pt x="23550" y="96"/>
                  </a:cubicBezTo>
                  <a:cubicBezTo>
                    <a:pt x="23550" y="42"/>
                    <a:pt x="18275" y="1"/>
                    <a:pt x="11773" y="1"/>
                  </a:cubicBezTo>
                  <a:close/>
                </a:path>
              </a:pathLst>
            </a:custGeom>
            <a:solidFill>
              <a:srgbClr val="495668"/>
            </a:solidFill>
            <a:ln>
              <a:noFill/>
            </a:ln>
          </p:spPr>
          <p:txBody>
            <a:bodyPr spcFirstLastPara="1" wrap="square" lIns="121900" tIns="121900" rIns="121900" bIns="121900" anchor="ctr" anchorCtr="0">
              <a:noAutofit/>
            </a:bodyPr>
            <a:lstStyle/>
            <a:p>
              <a:endParaRPr sz="2400"/>
            </a:p>
          </p:txBody>
        </p:sp>
        <p:sp>
          <p:nvSpPr>
            <p:cNvPr id="107" name="Google Shape;1147;p33"/>
            <p:cNvSpPr/>
            <p:nvPr/>
          </p:nvSpPr>
          <p:spPr>
            <a:xfrm>
              <a:off x="7173149" y="5304574"/>
              <a:ext cx="48680" cy="19140"/>
            </a:xfrm>
            <a:custGeom>
              <a:avLst/>
              <a:gdLst/>
              <a:ahLst/>
              <a:cxnLst/>
              <a:rect l="l" t="t" r="r" b="b"/>
              <a:pathLst>
                <a:path w="2022" h="795" extrusionOk="0">
                  <a:moveTo>
                    <a:pt x="66" y="1"/>
                  </a:moveTo>
                  <a:cubicBezTo>
                    <a:pt x="35" y="1"/>
                    <a:pt x="17" y="5"/>
                    <a:pt x="15" y="14"/>
                  </a:cubicBezTo>
                  <a:cubicBezTo>
                    <a:pt x="0" y="65"/>
                    <a:pt x="446" y="228"/>
                    <a:pt x="990" y="440"/>
                  </a:cubicBezTo>
                  <a:cubicBezTo>
                    <a:pt x="1477" y="631"/>
                    <a:pt x="1881" y="795"/>
                    <a:pt x="1977" y="795"/>
                  </a:cubicBezTo>
                  <a:cubicBezTo>
                    <a:pt x="1988" y="795"/>
                    <a:pt x="1995" y="793"/>
                    <a:pt x="1997" y="788"/>
                  </a:cubicBezTo>
                  <a:cubicBezTo>
                    <a:pt x="2022" y="743"/>
                    <a:pt x="1612" y="483"/>
                    <a:pt x="1058" y="267"/>
                  </a:cubicBezTo>
                  <a:cubicBezTo>
                    <a:pt x="606" y="90"/>
                    <a:pt x="205" y="1"/>
                    <a:pt x="66" y="1"/>
                  </a:cubicBezTo>
                  <a:close/>
                </a:path>
              </a:pathLst>
            </a:custGeom>
            <a:solidFill>
              <a:srgbClr val="495668"/>
            </a:solidFill>
            <a:ln>
              <a:noFill/>
            </a:ln>
          </p:spPr>
          <p:txBody>
            <a:bodyPr spcFirstLastPara="1" wrap="square" lIns="121900" tIns="121900" rIns="121900" bIns="121900" anchor="ctr" anchorCtr="0">
              <a:noAutofit/>
            </a:bodyPr>
            <a:lstStyle/>
            <a:p>
              <a:endParaRPr sz="2400"/>
            </a:p>
          </p:txBody>
        </p:sp>
        <p:sp>
          <p:nvSpPr>
            <p:cNvPr id="108" name="Google Shape;1148;p33"/>
            <p:cNvSpPr/>
            <p:nvPr/>
          </p:nvSpPr>
          <p:spPr>
            <a:xfrm>
              <a:off x="7193058" y="5296341"/>
              <a:ext cx="49883" cy="16588"/>
            </a:xfrm>
            <a:custGeom>
              <a:avLst/>
              <a:gdLst/>
              <a:ahLst/>
              <a:cxnLst/>
              <a:rect l="l" t="t" r="r" b="b"/>
              <a:pathLst>
                <a:path w="2072" h="689" extrusionOk="0">
                  <a:moveTo>
                    <a:pt x="114" y="1"/>
                  </a:moveTo>
                  <a:cubicBezTo>
                    <a:pt x="48" y="1"/>
                    <a:pt x="11" y="8"/>
                    <a:pt x="9" y="22"/>
                  </a:cubicBezTo>
                  <a:cubicBezTo>
                    <a:pt x="1" y="74"/>
                    <a:pt x="465" y="188"/>
                    <a:pt x="1023" y="368"/>
                  </a:cubicBezTo>
                  <a:cubicBezTo>
                    <a:pt x="1519" y="528"/>
                    <a:pt x="1924" y="689"/>
                    <a:pt x="2024" y="689"/>
                  </a:cubicBezTo>
                  <a:cubicBezTo>
                    <a:pt x="2037" y="689"/>
                    <a:pt x="2044" y="686"/>
                    <a:pt x="2047" y="681"/>
                  </a:cubicBezTo>
                  <a:cubicBezTo>
                    <a:pt x="2071" y="637"/>
                    <a:pt x="1653" y="376"/>
                    <a:pt x="1080" y="190"/>
                  </a:cubicBezTo>
                  <a:cubicBezTo>
                    <a:pt x="663" y="54"/>
                    <a:pt x="289" y="1"/>
                    <a:pt x="114" y="1"/>
                  </a:cubicBezTo>
                  <a:close/>
                </a:path>
              </a:pathLst>
            </a:custGeom>
            <a:solidFill>
              <a:srgbClr val="495668"/>
            </a:solidFill>
            <a:ln>
              <a:noFill/>
            </a:ln>
          </p:spPr>
          <p:txBody>
            <a:bodyPr spcFirstLastPara="1" wrap="square" lIns="121900" tIns="121900" rIns="121900" bIns="121900" anchor="ctr" anchorCtr="0">
              <a:noAutofit/>
            </a:bodyPr>
            <a:lstStyle/>
            <a:p>
              <a:endParaRPr sz="2400"/>
            </a:p>
          </p:txBody>
        </p:sp>
        <p:sp>
          <p:nvSpPr>
            <p:cNvPr id="109" name="Google Shape;1149;p33"/>
            <p:cNvSpPr/>
            <p:nvPr/>
          </p:nvSpPr>
          <p:spPr>
            <a:xfrm>
              <a:off x="7518805" y="5287337"/>
              <a:ext cx="162458" cy="62812"/>
            </a:xfrm>
            <a:custGeom>
              <a:avLst/>
              <a:gdLst/>
              <a:ahLst/>
              <a:cxnLst/>
              <a:rect l="l" t="t" r="r" b="b"/>
              <a:pathLst>
                <a:path w="6748" h="2609" extrusionOk="0">
                  <a:moveTo>
                    <a:pt x="4645" y="1"/>
                  </a:moveTo>
                  <a:cubicBezTo>
                    <a:pt x="4113" y="1"/>
                    <a:pt x="3510" y="45"/>
                    <a:pt x="2882" y="196"/>
                  </a:cubicBezTo>
                  <a:cubicBezTo>
                    <a:pt x="1824" y="454"/>
                    <a:pt x="978" y="1044"/>
                    <a:pt x="536" y="1601"/>
                  </a:cubicBezTo>
                  <a:cubicBezTo>
                    <a:pt x="310" y="1877"/>
                    <a:pt x="172" y="2131"/>
                    <a:pt x="96" y="2314"/>
                  </a:cubicBezTo>
                  <a:cubicBezTo>
                    <a:pt x="23" y="2497"/>
                    <a:pt x="0" y="2605"/>
                    <a:pt x="10" y="2608"/>
                  </a:cubicBezTo>
                  <a:cubicBezTo>
                    <a:pt x="11" y="2608"/>
                    <a:pt x="11" y="2609"/>
                    <a:pt x="12" y="2609"/>
                  </a:cubicBezTo>
                  <a:cubicBezTo>
                    <a:pt x="50" y="2609"/>
                    <a:pt x="184" y="2188"/>
                    <a:pt x="637" y="1687"/>
                  </a:cubicBezTo>
                  <a:cubicBezTo>
                    <a:pt x="1088" y="1174"/>
                    <a:pt x="1904" y="626"/>
                    <a:pt x="2928" y="378"/>
                  </a:cubicBezTo>
                  <a:cubicBezTo>
                    <a:pt x="3666" y="200"/>
                    <a:pt x="4375" y="163"/>
                    <a:pt x="4974" y="163"/>
                  </a:cubicBezTo>
                  <a:cubicBezTo>
                    <a:pt x="5205" y="163"/>
                    <a:pt x="5420" y="168"/>
                    <a:pt x="5614" y="173"/>
                  </a:cubicBezTo>
                  <a:cubicBezTo>
                    <a:pt x="6077" y="190"/>
                    <a:pt x="6423" y="205"/>
                    <a:pt x="6604" y="205"/>
                  </a:cubicBezTo>
                  <a:cubicBezTo>
                    <a:pt x="6695" y="205"/>
                    <a:pt x="6744" y="201"/>
                    <a:pt x="6746" y="191"/>
                  </a:cubicBezTo>
                  <a:cubicBezTo>
                    <a:pt x="6747" y="167"/>
                    <a:pt x="6319" y="100"/>
                    <a:pt x="5622" y="43"/>
                  </a:cubicBezTo>
                  <a:cubicBezTo>
                    <a:pt x="5340" y="22"/>
                    <a:pt x="5009" y="1"/>
                    <a:pt x="4645" y="1"/>
                  </a:cubicBezTo>
                  <a:close/>
                </a:path>
              </a:pathLst>
            </a:custGeom>
            <a:solidFill>
              <a:srgbClr val="495668"/>
            </a:solidFill>
            <a:ln>
              <a:noFill/>
            </a:ln>
          </p:spPr>
          <p:txBody>
            <a:bodyPr spcFirstLastPara="1" wrap="square" lIns="121900" tIns="121900" rIns="121900" bIns="121900" anchor="ctr" anchorCtr="0">
              <a:noAutofit/>
            </a:bodyPr>
            <a:lstStyle/>
            <a:p>
              <a:endParaRPr sz="2400"/>
            </a:p>
          </p:txBody>
        </p:sp>
        <p:sp>
          <p:nvSpPr>
            <p:cNvPr id="110" name="Google Shape;1150;p33"/>
            <p:cNvSpPr/>
            <p:nvPr/>
          </p:nvSpPr>
          <p:spPr>
            <a:xfrm>
              <a:off x="7159258" y="5317454"/>
              <a:ext cx="40085" cy="37533"/>
            </a:xfrm>
            <a:custGeom>
              <a:avLst/>
              <a:gdLst/>
              <a:ahLst/>
              <a:cxnLst/>
              <a:rect l="l" t="t" r="r" b="b"/>
              <a:pathLst>
                <a:path w="1665" h="1559" extrusionOk="0">
                  <a:moveTo>
                    <a:pt x="134" y="0"/>
                  </a:moveTo>
                  <a:cubicBezTo>
                    <a:pt x="52" y="0"/>
                    <a:pt x="5" y="14"/>
                    <a:pt x="10" y="28"/>
                  </a:cubicBezTo>
                  <a:cubicBezTo>
                    <a:pt x="1" y="80"/>
                    <a:pt x="554" y="128"/>
                    <a:pt x="1015" y="580"/>
                  </a:cubicBezTo>
                  <a:cubicBezTo>
                    <a:pt x="1482" y="1013"/>
                    <a:pt x="1557" y="1558"/>
                    <a:pt x="1611" y="1558"/>
                  </a:cubicBezTo>
                  <a:cubicBezTo>
                    <a:pt x="1611" y="1558"/>
                    <a:pt x="1612" y="1558"/>
                    <a:pt x="1612" y="1558"/>
                  </a:cubicBezTo>
                  <a:cubicBezTo>
                    <a:pt x="1613" y="1558"/>
                    <a:pt x="1614" y="1558"/>
                    <a:pt x="1614" y="1558"/>
                  </a:cubicBezTo>
                  <a:cubicBezTo>
                    <a:pt x="1665" y="1558"/>
                    <a:pt x="1664" y="933"/>
                    <a:pt x="1144" y="444"/>
                  </a:cubicBezTo>
                  <a:cubicBezTo>
                    <a:pt x="772" y="84"/>
                    <a:pt x="341" y="0"/>
                    <a:pt x="134" y="0"/>
                  </a:cubicBezTo>
                  <a:close/>
                </a:path>
              </a:pathLst>
            </a:custGeom>
            <a:solidFill>
              <a:srgbClr val="495668"/>
            </a:solidFill>
            <a:ln>
              <a:noFill/>
            </a:ln>
          </p:spPr>
          <p:txBody>
            <a:bodyPr spcFirstLastPara="1" wrap="square" lIns="121900" tIns="121900" rIns="121900" bIns="121900" anchor="ctr" anchorCtr="0">
              <a:noAutofit/>
            </a:bodyPr>
            <a:lstStyle/>
            <a:p>
              <a:endParaRPr sz="2400"/>
            </a:p>
          </p:txBody>
        </p:sp>
        <p:sp>
          <p:nvSpPr>
            <p:cNvPr id="111" name="Google Shape;1151;p33"/>
            <p:cNvSpPr/>
            <p:nvPr/>
          </p:nvSpPr>
          <p:spPr>
            <a:xfrm>
              <a:off x="7344580" y="5328287"/>
              <a:ext cx="113008" cy="4719"/>
            </a:xfrm>
            <a:custGeom>
              <a:avLst/>
              <a:gdLst/>
              <a:ahLst/>
              <a:cxnLst/>
              <a:rect l="l" t="t" r="r" b="b"/>
              <a:pathLst>
                <a:path w="4694" h="196" extrusionOk="0">
                  <a:moveTo>
                    <a:pt x="1699" y="0"/>
                  </a:moveTo>
                  <a:cubicBezTo>
                    <a:pt x="719" y="0"/>
                    <a:pt x="2" y="28"/>
                    <a:pt x="2" y="71"/>
                  </a:cubicBezTo>
                  <a:cubicBezTo>
                    <a:pt x="0" y="122"/>
                    <a:pt x="1050" y="176"/>
                    <a:pt x="2347" y="192"/>
                  </a:cubicBezTo>
                  <a:cubicBezTo>
                    <a:pt x="2572" y="194"/>
                    <a:pt x="2790" y="196"/>
                    <a:pt x="2996" y="196"/>
                  </a:cubicBezTo>
                  <a:cubicBezTo>
                    <a:pt x="3975" y="196"/>
                    <a:pt x="4693" y="168"/>
                    <a:pt x="4693" y="125"/>
                  </a:cubicBezTo>
                  <a:cubicBezTo>
                    <a:pt x="4693" y="74"/>
                    <a:pt x="3645" y="20"/>
                    <a:pt x="2348" y="4"/>
                  </a:cubicBezTo>
                  <a:cubicBezTo>
                    <a:pt x="2123" y="2"/>
                    <a:pt x="1905" y="0"/>
                    <a:pt x="1699" y="0"/>
                  </a:cubicBezTo>
                  <a:close/>
                </a:path>
              </a:pathLst>
            </a:custGeom>
            <a:solidFill>
              <a:srgbClr val="495668"/>
            </a:solidFill>
            <a:ln>
              <a:noFill/>
            </a:ln>
          </p:spPr>
          <p:txBody>
            <a:bodyPr spcFirstLastPara="1" wrap="square" lIns="121900" tIns="121900" rIns="121900" bIns="121900" anchor="ctr" anchorCtr="0">
              <a:noAutofit/>
            </a:bodyPr>
            <a:lstStyle/>
            <a:p>
              <a:endParaRPr sz="2400"/>
            </a:p>
          </p:txBody>
        </p:sp>
        <p:sp>
          <p:nvSpPr>
            <p:cNvPr id="112" name="Google Shape;1152;p33"/>
            <p:cNvSpPr/>
            <p:nvPr/>
          </p:nvSpPr>
          <p:spPr>
            <a:xfrm>
              <a:off x="6677125" y="5210878"/>
              <a:ext cx="646293" cy="200160"/>
            </a:xfrm>
            <a:custGeom>
              <a:avLst/>
              <a:gdLst/>
              <a:ahLst/>
              <a:cxnLst/>
              <a:rect l="l" t="t" r="r" b="b"/>
              <a:pathLst>
                <a:path w="26845" h="8314" extrusionOk="0">
                  <a:moveTo>
                    <a:pt x="5163" y="0"/>
                  </a:moveTo>
                  <a:lnTo>
                    <a:pt x="6275" y="5154"/>
                  </a:lnTo>
                  <a:cubicBezTo>
                    <a:pt x="6275" y="5154"/>
                    <a:pt x="0" y="8313"/>
                    <a:pt x="3480" y="8313"/>
                  </a:cubicBezTo>
                  <a:lnTo>
                    <a:pt x="26845" y="8313"/>
                  </a:lnTo>
                  <a:lnTo>
                    <a:pt x="25356" y="0"/>
                  </a:lnTo>
                  <a:close/>
                </a:path>
              </a:pathLst>
            </a:custGeom>
            <a:solidFill>
              <a:srgbClr val="E4CEC3"/>
            </a:solidFill>
            <a:ln>
              <a:noFill/>
            </a:ln>
          </p:spPr>
          <p:txBody>
            <a:bodyPr spcFirstLastPara="1" wrap="square" lIns="121900" tIns="121900" rIns="121900" bIns="121900" anchor="ctr" anchorCtr="0">
              <a:noAutofit/>
            </a:bodyPr>
            <a:lstStyle/>
            <a:p>
              <a:endParaRPr sz="2400"/>
            </a:p>
          </p:txBody>
        </p:sp>
        <p:sp>
          <p:nvSpPr>
            <p:cNvPr id="113" name="Google Shape;1153;p33"/>
            <p:cNvSpPr/>
            <p:nvPr/>
          </p:nvSpPr>
          <p:spPr>
            <a:xfrm>
              <a:off x="6744846" y="5391072"/>
              <a:ext cx="566942" cy="4502"/>
            </a:xfrm>
            <a:custGeom>
              <a:avLst/>
              <a:gdLst/>
              <a:ahLst/>
              <a:cxnLst/>
              <a:rect l="l" t="t" r="r" b="b"/>
              <a:pathLst>
                <a:path w="23549" h="187" extrusionOk="0">
                  <a:moveTo>
                    <a:pt x="11774" y="1"/>
                  </a:moveTo>
                  <a:cubicBezTo>
                    <a:pt x="5272" y="1"/>
                    <a:pt x="1" y="41"/>
                    <a:pt x="1" y="94"/>
                  </a:cubicBezTo>
                  <a:cubicBezTo>
                    <a:pt x="1" y="146"/>
                    <a:pt x="5270" y="187"/>
                    <a:pt x="11774" y="187"/>
                  </a:cubicBezTo>
                  <a:cubicBezTo>
                    <a:pt x="18278" y="187"/>
                    <a:pt x="23549" y="146"/>
                    <a:pt x="23549" y="94"/>
                  </a:cubicBezTo>
                  <a:cubicBezTo>
                    <a:pt x="23549" y="41"/>
                    <a:pt x="18276" y="1"/>
                    <a:pt x="11774" y="1"/>
                  </a:cubicBezTo>
                  <a:close/>
                </a:path>
              </a:pathLst>
            </a:custGeom>
            <a:solidFill>
              <a:srgbClr val="495668"/>
            </a:solidFill>
            <a:ln>
              <a:noFill/>
            </a:ln>
          </p:spPr>
          <p:txBody>
            <a:bodyPr spcFirstLastPara="1" wrap="square" lIns="121900" tIns="121900" rIns="121900" bIns="121900" anchor="ctr" anchorCtr="0">
              <a:noAutofit/>
            </a:bodyPr>
            <a:lstStyle/>
            <a:p>
              <a:endParaRPr sz="2400"/>
            </a:p>
          </p:txBody>
        </p:sp>
        <p:sp>
          <p:nvSpPr>
            <p:cNvPr id="114" name="Google Shape;1154;p33"/>
            <p:cNvSpPr/>
            <p:nvPr/>
          </p:nvSpPr>
          <p:spPr>
            <a:xfrm>
              <a:off x="6809950" y="5341125"/>
              <a:ext cx="50525" cy="19900"/>
            </a:xfrm>
            <a:custGeom>
              <a:avLst/>
              <a:gdLst/>
              <a:ahLst/>
              <a:cxnLst/>
              <a:rect l="l" t="t" r="r" b="b"/>
              <a:pathLst>
                <a:path w="2021" h="796" extrusionOk="0">
                  <a:moveTo>
                    <a:pt x="67" y="1"/>
                  </a:moveTo>
                  <a:cubicBezTo>
                    <a:pt x="36" y="1"/>
                    <a:pt x="18" y="5"/>
                    <a:pt x="15" y="14"/>
                  </a:cubicBezTo>
                  <a:cubicBezTo>
                    <a:pt x="1" y="65"/>
                    <a:pt x="446" y="230"/>
                    <a:pt x="990" y="441"/>
                  </a:cubicBezTo>
                  <a:cubicBezTo>
                    <a:pt x="1478" y="631"/>
                    <a:pt x="1882" y="795"/>
                    <a:pt x="1977" y="795"/>
                  </a:cubicBezTo>
                  <a:cubicBezTo>
                    <a:pt x="1988" y="795"/>
                    <a:pt x="1995" y="793"/>
                    <a:pt x="1998" y="788"/>
                  </a:cubicBezTo>
                  <a:cubicBezTo>
                    <a:pt x="2021" y="744"/>
                    <a:pt x="1612" y="485"/>
                    <a:pt x="1059" y="267"/>
                  </a:cubicBezTo>
                  <a:cubicBezTo>
                    <a:pt x="607" y="90"/>
                    <a:pt x="206" y="1"/>
                    <a:pt x="67" y="1"/>
                  </a:cubicBezTo>
                  <a:close/>
                </a:path>
              </a:pathLst>
            </a:custGeom>
            <a:solidFill>
              <a:srgbClr val="495668"/>
            </a:solidFill>
            <a:ln>
              <a:noFill/>
            </a:ln>
          </p:spPr>
          <p:txBody>
            <a:bodyPr spcFirstLastPara="1" wrap="square" lIns="121900" tIns="121900" rIns="121900" bIns="121900" anchor="ctr" anchorCtr="0">
              <a:noAutofit/>
            </a:bodyPr>
            <a:lstStyle/>
            <a:p>
              <a:endParaRPr sz="2400"/>
            </a:p>
          </p:txBody>
        </p:sp>
        <p:sp>
          <p:nvSpPr>
            <p:cNvPr id="115" name="Google Shape;1155;p33"/>
            <p:cNvSpPr/>
            <p:nvPr/>
          </p:nvSpPr>
          <p:spPr>
            <a:xfrm>
              <a:off x="6830650" y="5332575"/>
              <a:ext cx="51775" cy="17225"/>
            </a:xfrm>
            <a:custGeom>
              <a:avLst/>
              <a:gdLst/>
              <a:ahLst/>
              <a:cxnLst/>
              <a:rect l="l" t="t" r="r" b="b"/>
              <a:pathLst>
                <a:path w="2071" h="689" extrusionOk="0">
                  <a:moveTo>
                    <a:pt x="113" y="1"/>
                  </a:moveTo>
                  <a:cubicBezTo>
                    <a:pt x="48" y="1"/>
                    <a:pt x="10" y="8"/>
                    <a:pt x="9" y="22"/>
                  </a:cubicBezTo>
                  <a:cubicBezTo>
                    <a:pt x="1" y="75"/>
                    <a:pt x="464" y="188"/>
                    <a:pt x="1023" y="368"/>
                  </a:cubicBezTo>
                  <a:cubicBezTo>
                    <a:pt x="1518" y="528"/>
                    <a:pt x="1924" y="689"/>
                    <a:pt x="2024" y="689"/>
                  </a:cubicBezTo>
                  <a:cubicBezTo>
                    <a:pt x="2036" y="689"/>
                    <a:pt x="2044" y="686"/>
                    <a:pt x="2047" y="681"/>
                  </a:cubicBezTo>
                  <a:cubicBezTo>
                    <a:pt x="2071" y="637"/>
                    <a:pt x="1653" y="376"/>
                    <a:pt x="1080" y="190"/>
                  </a:cubicBezTo>
                  <a:cubicBezTo>
                    <a:pt x="662" y="54"/>
                    <a:pt x="288" y="1"/>
                    <a:pt x="113" y="1"/>
                  </a:cubicBezTo>
                  <a:close/>
                </a:path>
              </a:pathLst>
            </a:custGeom>
            <a:solidFill>
              <a:srgbClr val="495668"/>
            </a:solidFill>
            <a:ln>
              <a:noFill/>
            </a:ln>
          </p:spPr>
          <p:txBody>
            <a:bodyPr spcFirstLastPara="1" wrap="square" lIns="121900" tIns="121900" rIns="121900" bIns="121900" anchor="ctr" anchorCtr="0">
              <a:noAutofit/>
            </a:bodyPr>
            <a:lstStyle/>
            <a:p>
              <a:endParaRPr sz="2400"/>
            </a:p>
          </p:txBody>
        </p:sp>
        <p:sp>
          <p:nvSpPr>
            <p:cNvPr id="116" name="Google Shape;1156;p33"/>
            <p:cNvSpPr/>
            <p:nvPr/>
          </p:nvSpPr>
          <p:spPr>
            <a:xfrm>
              <a:off x="6711413" y="2763175"/>
              <a:ext cx="1698600" cy="189000"/>
            </a:xfrm>
            <a:prstGeom prst="rect">
              <a:avLst/>
            </a:prstGeom>
            <a:solidFill>
              <a:srgbClr val="6D392F"/>
            </a:solidFill>
            <a:ln>
              <a:noFill/>
            </a:ln>
          </p:spPr>
          <p:txBody>
            <a:bodyPr spcFirstLastPara="1" wrap="square" lIns="121900" tIns="121900" rIns="121900" bIns="121900" anchor="ctr" anchorCtr="0">
              <a:noAutofit/>
            </a:bodyPr>
            <a:lstStyle/>
            <a:p>
              <a:endParaRPr sz="2400"/>
            </a:p>
          </p:txBody>
        </p:sp>
        <p:sp>
          <p:nvSpPr>
            <p:cNvPr id="117" name="Google Shape;1157;p33"/>
            <p:cNvSpPr/>
            <p:nvPr/>
          </p:nvSpPr>
          <p:spPr>
            <a:xfrm>
              <a:off x="7150687" y="5326867"/>
              <a:ext cx="162458" cy="62836"/>
            </a:xfrm>
            <a:custGeom>
              <a:avLst/>
              <a:gdLst/>
              <a:ahLst/>
              <a:cxnLst/>
              <a:rect l="l" t="t" r="r" b="b"/>
              <a:pathLst>
                <a:path w="6748" h="2610" extrusionOk="0">
                  <a:moveTo>
                    <a:pt x="4641" y="0"/>
                  </a:moveTo>
                  <a:cubicBezTo>
                    <a:pt x="4111" y="0"/>
                    <a:pt x="3510" y="44"/>
                    <a:pt x="2883" y="197"/>
                  </a:cubicBezTo>
                  <a:cubicBezTo>
                    <a:pt x="1825" y="455"/>
                    <a:pt x="979" y="1045"/>
                    <a:pt x="536" y="1600"/>
                  </a:cubicBezTo>
                  <a:cubicBezTo>
                    <a:pt x="311" y="1877"/>
                    <a:pt x="172" y="2132"/>
                    <a:pt x="97" y="2315"/>
                  </a:cubicBezTo>
                  <a:cubicBezTo>
                    <a:pt x="22" y="2498"/>
                    <a:pt x="1" y="2606"/>
                    <a:pt x="10" y="2609"/>
                  </a:cubicBezTo>
                  <a:cubicBezTo>
                    <a:pt x="11" y="2609"/>
                    <a:pt x="12" y="2609"/>
                    <a:pt x="12" y="2609"/>
                  </a:cubicBezTo>
                  <a:cubicBezTo>
                    <a:pt x="50" y="2609"/>
                    <a:pt x="182" y="2188"/>
                    <a:pt x="636" y="1688"/>
                  </a:cubicBezTo>
                  <a:cubicBezTo>
                    <a:pt x="1087" y="1175"/>
                    <a:pt x="1905" y="626"/>
                    <a:pt x="2927" y="378"/>
                  </a:cubicBezTo>
                  <a:cubicBezTo>
                    <a:pt x="3661" y="200"/>
                    <a:pt x="4368" y="163"/>
                    <a:pt x="4965" y="163"/>
                  </a:cubicBezTo>
                  <a:cubicBezTo>
                    <a:pt x="5200" y="163"/>
                    <a:pt x="5418" y="169"/>
                    <a:pt x="5615" y="174"/>
                  </a:cubicBezTo>
                  <a:cubicBezTo>
                    <a:pt x="6076" y="190"/>
                    <a:pt x="6422" y="205"/>
                    <a:pt x="6603" y="205"/>
                  </a:cubicBezTo>
                  <a:cubicBezTo>
                    <a:pt x="6695" y="205"/>
                    <a:pt x="6744" y="201"/>
                    <a:pt x="6745" y="192"/>
                  </a:cubicBezTo>
                  <a:cubicBezTo>
                    <a:pt x="6748" y="168"/>
                    <a:pt x="6320" y="101"/>
                    <a:pt x="5623" y="42"/>
                  </a:cubicBezTo>
                  <a:cubicBezTo>
                    <a:pt x="5339" y="21"/>
                    <a:pt x="5007" y="0"/>
                    <a:pt x="4641" y="0"/>
                  </a:cubicBezTo>
                  <a:close/>
                </a:path>
              </a:pathLst>
            </a:custGeom>
            <a:solidFill>
              <a:srgbClr val="495668"/>
            </a:solidFill>
            <a:ln>
              <a:noFill/>
            </a:ln>
          </p:spPr>
          <p:txBody>
            <a:bodyPr spcFirstLastPara="1" wrap="square" lIns="121900" tIns="121900" rIns="121900" bIns="121900" anchor="ctr" anchorCtr="0">
              <a:noAutofit/>
            </a:bodyPr>
            <a:lstStyle/>
            <a:p>
              <a:endParaRPr sz="2400"/>
            </a:p>
          </p:txBody>
        </p:sp>
        <p:sp>
          <p:nvSpPr>
            <p:cNvPr id="118" name="Google Shape;1158;p33"/>
            <p:cNvSpPr/>
            <p:nvPr/>
          </p:nvSpPr>
          <p:spPr>
            <a:xfrm>
              <a:off x="6795550" y="5354500"/>
              <a:ext cx="41625" cy="38975"/>
            </a:xfrm>
            <a:custGeom>
              <a:avLst/>
              <a:gdLst/>
              <a:ahLst/>
              <a:cxnLst/>
              <a:rect l="l" t="t" r="r" b="b"/>
              <a:pathLst>
                <a:path w="1665" h="1559" extrusionOk="0">
                  <a:moveTo>
                    <a:pt x="133" y="0"/>
                  </a:moveTo>
                  <a:cubicBezTo>
                    <a:pt x="51" y="0"/>
                    <a:pt x="4" y="14"/>
                    <a:pt x="10" y="28"/>
                  </a:cubicBezTo>
                  <a:cubicBezTo>
                    <a:pt x="0" y="82"/>
                    <a:pt x="554" y="128"/>
                    <a:pt x="1014" y="580"/>
                  </a:cubicBezTo>
                  <a:cubicBezTo>
                    <a:pt x="1481" y="1013"/>
                    <a:pt x="1558" y="1558"/>
                    <a:pt x="1610" y="1558"/>
                  </a:cubicBezTo>
                  <a:cubicBezTo>
                    <a:pt x="1611" y="1558"/>
                    <a:pt x="1611" y="1558"/>
                    <a:pt x="1612" y="1558"/>
                  </a:cubicBezTo>
                  <a:cubicBezTo>
                    <a:pt x="1613" y="1558"/>
                    <a:pt x="1613" y="1558"/>
                    <a:pt x="1614" y="1558"/>
                  </a:cubicBezTo>
                  <a:cubicBezTo>
                    <a:pt x="1664" y="1558"/>
                    <a:pt x="1664" y="933"/>
                    <a:pt x="1143" y="446"/>
                  </a:cubicBezTo>
                  <a:cubicBezTo>
                    <a:pt x="771" y="85"/>
                    <a:pt x="341" y="0"/>
                    <a:pt x="133" y="0"/>
                  </a:cubicBezTo>
                  <a:close/>
                </a:path>
              </a:pathLst>
            </a:custGeom>
            <a:solidFill>
              <a:srgbClr val="495668"/>
            </a:solidFill>
            <a:ln>
              <a:noFill/>
            </a:ln>
          </p:spPr>
          <p:txBody>
            <a:bodyPr spcFirstLastPara="1" wrap="square" lIns="121900" tIns="121900" rIns="121900" bIns="121900" anchor="ctr" anchorCtr="0">
              <a:noAutofit/>
            </a:bodyPr>
            <a:lstStyle/>
            <a:p>
              <a:endParaRPr sz="2400"/>
            </a:p>
          </p:txBody>
        </p:sp>
        <p:sp>
          <p:nvSpPr>
            <p:cNvPr id="119" name="Google Shape;1159;p33"/>
            <p:cNvSpPr/>
            <p:nvPr/>
          </p:nvSpPr>
          <p:spPr>
            <a:xfrm>
              <a:off x="6976463" y="5367793"/>
              <a:ext cx="113008" cy="4743"/>
            </a:xfrm>
            <a:custGeom>
              <a:avLst/>
              <a:gdLst/>
              <a:ahLst/>
              <a:cxnLst/>
              <a:rect l="l" t="t" r="r" b="b"/>
              <a:pathLst>
                <a:path w="4694" h="197" extrusionOk="0">
                  <a:moveTo>
                    <a:pt x="1699" y="0"/>
                  </a:moveTo>
                  <a:cubicBezTo>
                    <a:pt x="719" y="0"/>
                    <a:pt x="2" y="28"/>
                    <a:pt x="2" y="71"/>
                  </a:cubicBezTo>
                  <a:cubicBezTo>
                    <a:pt x="1" y="122"/>
                    <a:pt x="1051" y="176"/>
                    <a:pt x="2347" y="192"/>
                  </a:cubicBezTo>
                  <a:cubicBezTo>
                    <a:pt x="2583" y="195"/>
                    <a:pt x="2811" y="196"/>
                    <a:pt x="3026" y="196"/>
                  </a:cubicBezTo>
                  <a:cubicBezTo>
                    <a:pt x="3990" y="196"/>
                    <a:pt x="4694" y="168"/>
                    <a:pt x="4694" y="127"/>
                  </a:cubicBezTo>
                  <a:cubicBezTo>
                    <a:pt x="4694" y="74"/>
                    <a:pt x="3645" y="21"/>
                    <a:pt x="2349" y="4"/>
                  </a:cubicBezTo>
                  <a:cubicBezTo>
                    <a:pt x="2123" y="2"/>
                    <a:pt x="1905" y="0"/>
                    <a:pt x="1699" y="0"/>
                  </a:cubicBezTo>
                  <a:close/>
                </a:path>
              </a:pathLst>
            </a:custGeom>
            <a:solidFill>
              <a:srgbClr val="495668"/>
            </a:solidFill>
            <a:ln>
              <a:noFill/>
            </a:ln>
          </p:spPr>
          <p:txBody>
            <a:bodyPr spcFirstLastPara="1" wrap="square" lIns="121900" tIns="121900" rIns="121900" bIns="121900" anchor="ctr" anchorCtr="0">
              <a:noAutofit/>
            </a:bodyPr>
            <a:lstStyle/>
            <a:p>
              <a:endParaRPr sz="2400"/>
            </a:p>
          </p:txBody>
        </p:sp>
        <p:sp>
          <p:nvSpPr>
            <p:cNvPr id="120" name="Google Shape;1160;p33"/>
            <p:cNvSpPr/>
            <p:nvPr/>
          </p:nvSpPr>
          <p:spPr>
            <a:xfrm>
              <a:off x="6929326" y="3183164"/>
              <a:ext cx="2081789" cy="2041295"/>
            </a:xfrm>
            <a:custGeom>
              <a:avLst/>
              <a:gdLst/>
              <a:ahLst/>
              <a:cxnLst/>
              <a:rect l="l" t="t" r="r" b="b"/>
              <a:pathLst>
                <a:path w="86471" h="84789" extrusionOk="0">
                  <a:moveTo>
                    <a:pt x="13784" y="0"/>
                  </a:moveTo>
                  <a:cubicBezTo>
                    <a:pt x="0" y="0"/>
                    <a:pt x="9388" y="84789"/>
                    <a:pt x="9388" y="84789"/>
                  </a:cubicBezTo>
                  <a:lnTo>
                    <a:pt x="31574" y="84789"/>
                  </a:lnTo>
                  <a:cubicBezTo>
                    <a:pt x="31574" y="84789"/>
                    <a:pt x="32768" y="30630"/>
                    <a:pt x="32925" y="26098"/>
                  </a:cubicBezTo>
                  <a:cubicBezTo>
                    <a:pt x="32953" y="25273"/>
                    <a:pt x="33634" y="24959"/>
                    <a:pt x="34841" y="24959"/>
                  </a:cubicBezTo>
                  <a:cubicBezTo>
                    <a:pt x="38733" y="24959"/>
                    <a:pt x="48092" y="28234"/>
                    <a:pt x="58636" y="28234"/>
                  </a:cubicBezTo>
                  <a:cubicBezTo>
                    <a:pt x="62798" y="28234"/>
                    <a:pt x="67145" y="27724"/>
                    <a:pt x="71412" y="26300"/>
                  </a:cubicBezTo>
                  <a:cubicBezTo>
                    <a:pt x="86471" y="21277"/>
                    <a:pt x="79510" y="3782"/>
                    <a:pt x="79510" y="3782"/>
                  </a:cubicBezTo>
                  <a:cubicBezTo>
                    <a:pt x="79510" y="3782"/>
                    <a:pt x="24729" y="179"/>
                    <a:pt x="13840" y="1"/>
                  </a:cubicBezTo>
                  <a:cubicBezTo>
                    <a:pt x="13821" y="0"/>
                    <a:pt x="13802" y="0"/>
                    <a:pt x="13784" y="0"/>
                  </a:cubicBezTo>
                  <a:close/>
                </a:path>
              </a:pathLst>
            </a:custGeom>
            <a:solidFill>
              <a:schemeClr val="accent6">
                <a:lumMod val="75000"/>
              </a:schemeClr>
            </a:solidFill>
            <a:ln>
              <a:noFill/>
            </a:ln>
          </p:spPr>
          <p:txBody>
            <a:bodyPr spcFirstLastPara="1" wrap="square" lIns="121900" tIns="121900" rIns="121900" bIns="121900" anchor="ctr" anchorCtr="0">
              <a:noAutofit/>
            </a:bodyPr>
            <a:lstStyle/>
            <a:p>
              <a:endParaRPr sz="2400"/>
            </a:p>
          </p:txBody>
        </p:sp>
        <p:sp>
          <p:nvSpPr>
            <p:cNvPr id="121" name="Google Shape;1161;p33"/>
            <p:cNvSpPr/>
            <p:nvPr/>
          </p:nvSpPr>
          <p:spPr>
            <a:xfrm>
              <a:off x="6802527" y="3258853"/>
              <a:ext cx="2209507" cy="2034241"/>
            </a:xfrm>
            <a:custGeom>
              <a:avLst/>
              <a:gdLst/>
              <a:ahLst/>
              <a:cxnLst/>
              <a:rect l="l" t="t" r="r" b="b"/>
              <a:pathLst>
                <a:path w="91776" h="84496" extrusionOk="0">
                  <a:moveTo>
                    <a:pt x="26923" y="0"/>
                  </a:moveTo>
                  <a:cubicBezTo>
                    <a:pt x="17199" y="0"/>
                    <a:pt x="9702" y="436"/>
                    <a:pt x="7939" y="1669"/>
                  </a:cubicBezTo>
                  <a:cubicBezTo>
                    <a:pt x="100" y="7149"/>
                    <a:pt x="0" y="84496"/>
                    <a:pt x="0" y="84496"/>
                  </a:cubicBezTo>
                  <a:lnTo>
                    <a:pt x="22188" y="84496"/>
                  </a:lnTo>
                  <a:cubicBezTo>
                    <a:pt x="22188" y="84496"/>
                    <a:pt x="23380" y="30339"/>
                    <a:pt x="23538" y="25806"/>
                  </a:cubicBezTo>
                  <a:cubicBezTo>
                    <a:pt x="23574" y="24785"/>
                    <a:pt x="25122" y="24418"/>
                    <a:pt x="27718" y="24418"/>
                  </a:cubicBezTo>
                  <a:cubicBezTo>
                    <a:pt x="34381" y="24418"/>
                    <a:pt x="47941" y="26837"/>
                    <a:pt x="60528" y="26837"/>
                  </a:cubicBezTo>
                  <a:cubicBezTo>
                    <a:pt x="64811" y="26837"/>
                    <a:pt x="68981" y="26557"/>
                    <a:pt x="72728" y="25806"/>
                  </a:cubicBezTo>
                  <a:cubicBezTo>
                    <a:pt x="91775" y="21989"/>
                    <a:pt x="86913" y="2546"/>
                    <a:pt x="86913" y="2546"/>
                  </a:cubicBezTo>
                  <a:cubicBezTo>
                    <a:pt x="86913" y="2546"/>
                    <a:pt x="50418" y="0"/>
                    <a:pt x="26923" y="0"/>
                  </a:cubicBezTo>
                  <a:close/>
                </a:path>
              </a:pathLst>
            </a:custGeom>
            <a:solidFill>
              <a:schemeClr val="accent6">
                <a:lumMod val="75000"/>
              </a:schemeClr>
            </a:solidFill>
            <a:ln>
              <a:noFill/>
            </a:ln>
          </p:spPr>
          <p:txBody>
            <a:bodyPr spcFirstLastPara="1" wrap="square" lIns="121900" tIns="121900" rIns="121900" bIns="121900" anchor="ctr" anchorCtr="0">
              <a:noAutofit/>
            </a:bodyPr>
            <a:lstStyle/>
            <a:p>
              <a:endParaRPr sz="2400"/>
            </a:p>
          </p:txBody>
        </p:sp>
        <p:sp>
          <p:nvSpPr>
            <p:cNvPr id="122" name="Google Shape;1162;p33"/>
            <p:cNvSpPr/>
            <p:nvPr/>
          </p:nvSpPr>
          <p:spPr>
            <a:xfrm>
              <a:off x="7262127" y="3321157"/>
              <a:ext cx="1585917" cy="1959392"/>
            </a:xfrm>
            <a:custGeom>
              <a:avLst/>
              <a:gdLst/>
              <a:ahLst/>
              <a:cxnLst/>
              <a:rect l="l" t="t" r="r" b="b"/>
              <a:pathLst>
                <a:path w="65874" h="81387" extrusionOk="0">
                  <a:moveTo>
                    <a:pt x="65258" y="0"/>
                  </a:moveTo>
                  <a:cubicBezTo>
                    <a:pt x="65227" y="7"/>
                    <a:pt x="65382" y="461"/>
                    <a:pt x="65513" y="1347"/>
                  </a:cubicBezTo>
                  <a:cubicBezTo>
                    <a:pt x="65650" y="2227"/>
                    <a:pt x="65717" y="3578"/>
                    <a:pt x="65307" y="5230"/>
                  </a:cubicBezTo>
                  <a:cubicBezTo>
                    <a:pt x="64915" y="6880"/>
                    <a:pt x="64046" y="8826"/>
                    <a:pt x="62500" y="10683"/>
                  </a:cubicBezTo>
                  <a:cubicBezTo>
                    <a:pt x="61680" y="11677"/>
                    <a:pt x="60738" y="12564"/>
                    <a:pt x="59696" y="13321"/>
                  </a:cubicBezTo>
                  <a:cubicBezTo>
                    <a:pt x="58591" y="14120"/>
                    <a:pt x="57309" y="14815"/>
                    <a:pt x="55908" y="15400"/>
                  </a:cubicBezTo>
                  <a:cubicBezTo>
                    <a:pt x="53101" y="16582"/>
                    <a:pt x="49798" y="17245"/>
                    <a:pt x="46233" y="17639"/>
                  </a:cubicBezTo>
                  <a:cubicBezTo>
                    <a:pt x="42662" y="18019"/>
                    <a:pt x="38821" y="18271"/>
                    <a:pt x="34783" y="18465"/>
                  </a:cubicBezTo>
                  <a:cubicBezTo>
                    <a:pt x="31589" y="18611"/>
                    <a:pt x="28268" y="18689"/>
                    <a:pt x="24843" y="18689"/>
                  </a:cubicBezTo>
                  <a:cubicBezTo>
                    <a:pt x="19601" y="18689"/>
                    <a:pt x="14118" y="18506"/>
                    <a:pt x="8477" y="18104"/>
                  </a:cubicBezTo>
                  <a:cubicBezTo>
                    <a:pt x="8164" y="18090"/>
                    <a:pt x="7848" y="18080"/>
                    <a:pt x="7532" y="18080"/>
                  </a:cubicBezTo>
                  <a:cubicBezTo>
                    <a:pt x="6665" y="18080"/>
                    <a:pt x="5793" y="18153"/>
                    <a:pt x="4947" y="18408"/>
                  </a:cubicBezTo>
                  <a:cubicBezTo>
                    <a:pt x="3796" y="18734"/>
                    <a:pt x="2734" y="19549"/>
                    <a:pt x="2238" y="20653"/>
                  </a:cubicBezTo>
                  <a:cubicBezTo>
                    <a:pt x="1720" y="21740"/>
                    <a:pt x="1621" y="22921"/>
                    <a:pt x="1567" y="24043"/>
                  </a:cubicBezTo>
                  <a:cubicBezTo>
                    <a:pt x="1531" y="25163"/>
                    <a:pt x="1497" y="26273"/>
                    <a:pt x="1462" y="27376"/>
                  </a:cubicBezTo>
                  <a:cubicBezTo>
                    <a:pt x="1330" y="31778"/>
                    <a:pt x="1203" y="36025"/>
                    <a:pt x="1082" y="40071"/>
                  </a:cubicBezTo>
                  <a:cubicBezTo>
                    <a:pt x="850" y="48159"/>
                    <a:pt x="641" y="55443"/>
                    <a:pt x="465" y="61572"/>
                  </a:cubicBezTo>
                  <a:cubicBezTo>
                    <a:pt x="306" y="67672"/>
                    <a:pt x="179" y="72620"/>
                    <a:pt x="89" y="76068"/>
                  </a:cubicBezTo>
                  <a:cubicBezTo>
                    <a:pt x="55" y="77760"/>
                    <a:pt x="29" y="79083"/>
                    <a:pt x="11" y="80012"/>
                  </a:cubicBezTo>
                  <a:cubicBezTo>
                    <a:pt x="7" y="80443"/>
                    <a:pt x="4" y="80782"/>
                    <a:pt x="1" y="81037"/>
                  </a:cubicBezTo>
                  <a:cubicBezTo>
                    <a:pt x="3" y="81267"/>
                    <a:pt x="7" y="81387"/>
                    <a:pt x="14" y="81387"/>
                  </a:cubicBezTo>
                  <a:cubicBezTo>
                    <a:pt x="22" y="81387"/>
                    <a:pt x="35" y="81269"/>
                    <a:pt x="50" y="81036"/>
                  </a:cubicBezTo>
                  <a:cubicBezTo>
                    <a:pt x="65" y="80782"/>
                    <a:pt x="81" y="80443"/>
                    <a:pt x="105" y="80010"/>
                  </a:cubicBezTo>
                  <a:cubicBezTo>
                    <a:pt x="145" y="79084"/>
                    <a:pt x="200" y="77762"/>
                    <a:pt x="270" y="76072"/>
                  </a:cubicBezTo>
                  <a:cubicBezTo>
                    <a:pt x="396" y="72625"/>
                    <a:pt x="574" y="67679"/>
                    <a:pt x="795" y="61580"/>
                  </a:cubicBezTo>
                  <a:cubicBezTo>
                    <a:pt x="1000" y="55453"/>
                    <a:pt x="1242" y="48169"/>
                    <a:pt x="1513" y="40083"/>
                  </a:cubicBezTo>
                  <a:cubicBezTo>
                    <a:pt x="1644" y="36036"/>
                    <a:pt x="1779" y="31791"/>
                    <a:pt x="1921" y="27389"/>
                  </a:cubicBezTo>
                  <a:cubicBezTo>
                    <a:pt x="1957" y="26290"/>
                    <a:pt x="1993" y="25179"/>
                    <a:pt x="2029" y="24062"/>
                  </a:cubicBezTo>
                  <a:cubicBezTo>
                    <a:pt x="2081" y="22959"/>
                    <a:pt x="2189" y="21834"/>
                    <a:pt x="2658" y="20854"/>
                  </a:cubicBezTo>
                  <a:cubicBezTo>
                    <a:pt x="3108" y="19866"/>
                    <a:pt x="4024" y="19162"/>
                    <a:pt x="5084" y="18854"/>
                  </a:cubicBezTo>
                  <a:cubicBezTo>
                    <a:pt x="5869" y="18617"/>
                    <a:pt x="6705" y="18547"/>
                    <a:pt x="7553" y="18547"/>
                  </a:cubicBezTo>
                  <a:cubicBezTo>
                    <a:pt x="7853" y="18547"/>
                    <a:pt x="8155" y="18556"/>
                    <a:pt x="8456" y="18569"/>
                  </a:cubicBezTo>
                  <a:cubicBezTo>
                    <a:pt x="13962" y="18962"/>
                    <a:pt x="19334" y="19141"/>
                    <a:pt x="24477" y="19141"/>
                  </a:cubicBezTo>
                  <a:cubicBezTo>
                    <a:pt x="28039" y="19141"/>
                    <a:pt x="31492" y="19055"/>
                    <a:pt x="34803" y="18894"/>
                  </a:cubicBezTo>
                  <a:cubicBezTo>
                    <a:pt x="38851" y="18687"/>
                    <a:pt x="42690" y="18422"/>
                    <a:pt x="46277" y="18022"/>
                  </a:cubicBezTo>
                  <a:cubicBezTo>
                    <a:pt x="49858" y="17611"/>
                    <a:pt x="53196" y="16923"/>
                    <a:pt x="56035" y="15704"/>
                  </a:cubicBezTo>
                  <a:cubicBezTo>
                    <a:pt x="57454" y="15099"/>
                    <a:pt x="58748" y="14386"/>
                    <a:pt x="59871" y="13560"/>
                  </a:cubicBezTo>
                  <a:cubicBezTo>
                    <a:pt x="60926" y="12779"/>
                    <a:pt x="61876" y="11868"/>
                    <a:pt x="62701" y="10849"/>
                  </a:cubicBezTo>
                  <a:cubicBezTo>
                    <a:pt x="64254" y="8943"/>
                    <a:pt x="65113" y="6953"/>
                    <a:pt x="65483" y="5271"/>
                  </a:cubicBezTo>
                  <a:cubicBezTo>
                    <a:pt x="65874" y="3586"/>
                    <a:pt x="65774" y="2216"/>
                    <a:pt x="65606" y="1333"/>
                  </a:cubicBezTo>
                  <a:cubicBezTo>
                    <a:pt x="65444" y="441"/>
                    <a:pt x="65258" y="0"/>
                    <a:pt x="65258" y="0"/>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23" name="Google Shape;1163;p33"/>
            <p:cNvSpPr/>
            <p:nvPr/>
          </p:nvSpPr>
          <p:spPr>
            <a:xfrm>
              <a:off x="8048580" y="1162961"/>
              <a:ext cx="549656" cy="787445"/>
            </a:xfrm>
            <a:custGeom>
              <a:avLst/>
              <a:gdLst/>
              <a:ahLst/>
              <a:cxnLst/>
              <a:rect l="l" t="t" r="r" b="b"/>
              <a:pathLst>
                <a:path w="22831" h="32708" extrusionOk="0">
                  <a:moveTo>
                    <a:pt x="12373" y="0"/>
                  </a:moveTo>
                  <a:cubicBezTo>
                    <a:pt x="12216" y="0"/>
                    <a:pt x="12056" y="2"/>
                    <a:pt x="11891" y="6"/>
                  </a:cubicBezTo>
                  <a:lnTo>
                    <a:pt x="5161" y="161"/>
                  </a:lnTo>
                  <a:cubicBezTo>
                    <a:pt x="5161" y="161"/>
                    <a:pt x="1261" y="161"/>
                    <a:pt x="1247" y="2039"/>
                  </a:cubicBezTo>
                  <a:cubicBezTo>
                    <a:pt x="1247" y="2039"/>
                    <a:pt x="1" y="24844"/>
                    <a:pt x="7195" y="25203"/>
                  </a:cubicBezTo>
                  <a:lnTo>
                    <a:pt x="11576" y="25209"/>
                  </a:lnTo>
                  <a:lnTo>
                    <a:pt x="11576" y="28438"/>
                  </a:lnTo>
                  <a:cubicBezTo>
                    <a:pt x="11575" y="29527"/>
                    <a:pt x="12136" y="30539"/>
                    <a:pt x="13062" y="31114"/>
                  </a:cubicBezTo>
                  <a:cubicBezTo>
                    <a:pt x="14255" y="31852"/>
                    <a:pt x="16022" y="32707"/>
                    <a:pt x="17809" y="32707"/>
                  </a:cubicBezTo>
                  <a:cubicBezTo>
                    <a:pt x="18979" y="32707"/>
                    <a:pt x="20158" y="32340"/>
                    <a:pt x="21191" y="31334"/>
                  </a:cubicBezTo>
                  <a:cubicBezTo>
                    <a:pt x="22334" y="30222"/>
                    <a:pt x="22830" y="28603"/>
                    <a:pt x="22704" y="27014"/>
                  </a:cubicBezTo>
                  <a:lnTo>
                    <a:pt x="21751" y="14875"/>
                  </a:lnTo>
                  <a:lnTo>
                    <a:pt x="18934" y="8142"/>
                  </a:lnTo>
                  <a:lnTo>
                    <a:pt x="18934" y="2979"/>
                  </a:lnTo>
                  <a:cubicBezTo>
                    <a:pt x="18934" y="2979"/>
                    <a:pt x="18636" y="0"/>
                    <a:pt x="12373" y="0"/>
                  </a:cubicBezTo>
                  <a:close/>
                </a:path>
              </a:pathLst>
            </a:custGeom>
            <a:solidFill>
              <a:srgbClr val="735749"/>
            </a:solidFill>
            <a:ln>
              <a:noFill/>
            </a:ln>
          </p:spPr>
          <p:txBody>
            <a:bodyPr spcFirstLastPara="1" wrap="square" lIns="121900" tIns="121900" rIns="121900" bIns="121900" anchor="ctr" anchorCtr="0">
              <a:noAutofit/>
            </a:bodyPr>
            <a:lstStyle/>
            <a:p>
              <a:endParaRPr sz="2400"/>
            </a:p>
          </p:txBody>
        </p:sp>
        <p:sp>
          <p:nvSpPr>
            <p:cNvPr id="124" name="Google Shape;1164;p33"/>
            <p:cNvSpPr/>
            <p:nvPr/>
          </p:nvSpPr>
          <p:spPr>
            <a:xfrm>
              <a:off x="7963839" y="1838745"/>
              <a:ext cx="931462" cy="1486391"/>
            </a:xfrm>
            <a:custGeom>
              <a:avLst/>
              <a:gdLst/>
              <a:ahLst/>
              <a:cxnLst/>
              <a:rect l="l" t="t" r="r" b="b"/>
              <a:pathLst>
                <a:path w="38690" h="61740" extrusionOk="0">
                  <a:moveTo>
                    <a:pt x="23615" y="0"/>
                  </a:moveTo>
                  <a:cubicBezTo>
                    <a:pt x="19579" y="0"/>
                    <a:pt x="16556" y="959"/>
                    <a:pt x="15415" y="1737"/>
                  </a:cubicBezTo>
                  <a:cubicBezTo>
                    <a:pt x="11326" y="4521"/>
                    <a:pt x="8429" y="11607"/>
                    <a:pt x="8429" y="11607"/>
                  </a:cubicBezTo>
                  <a:cubicBezTo>
                    <a:pt x="8429" y="11607"/>
                    <a:pt x="0" y="17295"/>
                    <a:pt x="5106" y="25949"/>
                  </a:cubicBezTo>
                  <a:lnTo>
                    <a:pt x="1150" y="57753"/>
                  </a:lnTo>
                  <a:cubicBezTo>
                    <a:pt x="6204" y="60906"/>
                    <a:pt x="14837" y="61739"/>
                    <a:pt x="22550" y="61739"/>
                  </a:cubicBezTo>
                  <a:cubicBezTo>
                    <a:pt x="31198" y="61739"/>
                    <a:pt x="38690" y="60692"/>
                    <a:pt x="38690" y="60692"/>
                  </a:cubicBezTo>
                  <a:lnTo>
                    <a:pt x="36985" y="34641"/>
                  </a:lnTo>
                  <a:lnTo>
                    <a:pt x="35984" y="21323"/>
                  </a:lnTo>
                  <a:cubicBezTo>
                    <a:pt x="37096" y="15410"/>
                    <a:pt x="36538" y="11449"/>
                    <a:pt x="36538" y="11449"/>
                  </a:cubicBezTo>
                  <a:lnTo>
                    <a:pt x="36185" y="9286"/>
                  </a:lnTo>
                  <a:cubicBezTo>
                    <a:pt x="35413" y="4539"/>
                    <a:pt x="31637" y="798"/>
                    <a:pt x="26864" y="203"/>
                  </a:cubicBezTo>
                  <a:cubicBezTo>
                    <a:pt x="25726" y="62"/>
                    <a:pt x="24638" y="0"/>
                    <a:pt x="23615" y="0"/>
                  </a:cubicBezTo>
                  <a:close/>
                </a:path>
              </a:pathLst>
            </a:custGeom>
            <a:solidFill>
              <a:schemeClr val="accent4">
                <a:lumMod val="60000"/>
                <a:lumOff val="40000"/>
              </a:schemeClr>
            </a:solidFill>
            <a:ln>
              <a:noFill/>
            </a:ln>
          </p:spPr>
          <p:txBody>
            <a:bodyPr spcFirstLastPara="1" wrap="square" lIns="121900" tIns="121900" rIns="121900" bIns="121900" anchor="ctr" anchorCtr="0">
              <a:noAutofit/>
            </a:bodyPr>
            <a:lstStyle/>
            <a:p>
              <a:endParaRPr sz="2400"/>
            </a:p>
          </p:txBody>
        </p:sp>
        <p:sp>
          <p:nvSpPr>
            <p:cNvPr id="125" name="Google Shape;1165;p33"/>
            <p:cNvSpPr/>
            <p:nvPr/>
          </p:nvSpPr>
          <p:spPr>
            <a:xfrm>
              <a:off x="7989551" y="1139850"/>
              <a:ext cx="621111" cy="548116"/>
            </a:xfrm>
            <a:custGeom>
              <a:avLst/>
              <a:gdLst/>
              <a:ahLst/>
              <a:cxnLst/>
              <a:rect l="l" t="t" r="r" b="b"/>
              <a:pathLst>
                <a:path w="25799" h="22767" extrusionOk="0">
                  <a:moveTo>
                    <a:pt x="14310" y="101"/>
                  </a:moveTo>
                  <a:cubicBezTo>
                    <a:pt x="10804" y="101"/>
                    <a:pt x="7306" y="488"/>
                    <a:pt x="3880" y="1255"/>
                  </a:cubicBezTo>
                  <a:cubicBezTo>
                    <a:pt x="2985" y="1454"/>
                    <a:pt x="2072" y="1691"/>
                    <a:pt x="1321" y="2218"/>
                  </a:cubicBezTo>
                  <a:cubicBezTo>
                    <a:pt x="568" y="2746"/>
                    <a:pt x="0" y="3624"/>
                    <a:pt x="90" y="4539"/>
                  </a:cubicBezTo>
                  <a:cubicBezTo>
                    <a:pt x="178" y="5437"/>
                    <a:pt x="903" y="6198"/>
                    <a:pt x="1764" y="6474"/>
                  </a:cubicBezTo>
                  <a:cubicBezTo>
                    <a:pt x="2066" y="6571"/>
                    <a:pt x="2380" y="6616"/>
                    <a:pt x="2696" y="6616"/>
                  </a:cubicBezTo>
                  <a:cubicBezTo>
                    <a:pt x="3265" y="6616"/>
                    <a:pt x="3839" y="6472"/>
                    <a:pt x="4358" y="6235"/>
                  </a:cubicBezTo>
                  <a:lnTo>
                    <a:pt x="4358" y="6235"/>
                  </a:lnTo>
                  <a:cubicBezTo>
                    <a:pt x="3666" y="6575"/>
                    <a:pt x="3667" y="7721"/>
                    <a:pt x="4290" y="8195"/>
                  </a:cubicBezTo>
                  <a:cubicBezTo>
                    <a:pt x="4550" y="8392"/>
                    <a:pt x="4866" y="8480"/>
                    <a:pt x="5189" y="8480"/>
                  </a:cubicBezTo>
                  <a:cubicBezTo>
                    <a:pt x="5654" y="8480"/>
                    <a:pt x="6134" y="8298"/>
                    <a:pt x="6492" y="7994"/>
                  </a:cubicBezTo>
                  <a:cubicBezTo>
                    <a:pt x="7100" y="7479"/>
                    <a:pt x="7415" y="6699"/>
                    <a:pt x="7609" y="5925"/>
                  </a:cubicBezTo>
                  <a:cubicBezTo>
                    <a:pt x="8494" y="9888"/>
                    <a:pt x="9423" y="13955"/>
                    <a:pt x="11692" y="17324"/>
                  </a:cubicBezTo>
                  <a:cubicBezTo>
                    <a:pt x="13746" y="20377"/>
                    <a:pt x="17179" y="22767"/>
                    <a:pt x="20797" y="22767"/>
                  </a:cubicBezTo>
                  <a:cubicBezTo>
                    <a:pt x="21171" y="22767"/>
                    <a:pt x="21547" y="22741"/>
                    <a:pt x="21923" y="22688"/>
                  </a:cubicBezTo>
                  <a:lnTo>
                    <a:pt x="25178" y="21862"/>
                  </a:lnTo>
                  <a:cubicBezTo>
                    <a:pt x="25798" y="15739"/>
                    <a:pt x="25308" y="12223"/>
                    <a:pt x="24791" y="6088"/>
                  </a:cubicBezTo>
                  <a:cubicBezTo>
                    <a:pt x="24590" y="3717"/>
                    <a:pt x="24067" y="2435"/>
                    <a:pt x="22309" y="959"/>
                  </a:cubicBezTo>
                  <a:cubicBezTo>
                    <a:pt x="21169" y="1"/>
                    <a:pt x="18937" y="303"/>
                    <a:pt x="17451" y="205"/>
                  </a:cubicBezTo>
                  <a:cubicBezTo>
                    <a:pt x="16404" y="136"/>
                    <a:pt x="15357" y="101"/>
                    <a:pt x="14310" y="101"/>
                  </a:cubicBezTo>
                  <a:close/>
                </a:path>
              </a:pathLst>
            </a:custGeom>
            <a:solidFill>
              <a:schemeClr val="tx1"/>
            </a:solidFill>
            <a:ln>
              <a:noFill/>
            </a:ln>
          </p:spPr>
          <p:txBody>
            <a:bodyPr spcFirstLastPara="1" wrap="square" lIns="121900" tIns="121900" rIns="121900" bIns="121900" anchor="ctr" anchorCtr="0">
              <a:noAutofit/>
            </a:bodyPr>
            <a:lstStyle/>
            <a:p>
              <a:endParaRPr sz="2400"/>
            </a:p>
          </p:txBody>
        </p:sp>
        <p:sp>
          <p:nvSpPr>
            <p:cNvPr id="126" name="Google Shape;1166;p33"/>
            <p:cNvSpPr/>
            <p:nvPr/>
          </p:nvSpPr>
          <p:spPr>
            <a:xfrm>
              <a:off x="8213970" y="1463262"/>
              <a:ext cx="146304" cy="158269"/>
            </a:xfrm>
            <a:custGeom>
              <a:avLst/>
              <a:gdLst/>
              <a:ahLst/>
              <a:cxnLst/>
              <a:rect l="l" t="t" r="r" b="b"/>
              <a:pathLst>
                <a:path w="6077" h="6574" extrusionOk="0">
                  <a:moveTo>
                    <a:pt x="233" y="491"/>
                  </a:moveTo>
                  <a:cubicBezTo>
                    <a:pt x="166" y="511"/>
                    <a:pt x="99" y="531"/>
                    <a:pt x="33" y="551"/>
                  </a:cubicBezTo>
                  <a:lnTo>
                    <a:pt x="0" y="824"/>
                  </a:lnTo>
                  <a:lnTo>
                    <a:pt x="233" y="491"/>
                  </a:lnTo>
                  <a:close/>
                  <a:moveTo>
                    <a:pt x="2848" y="0"/>
                  </a:moveTo>
                  <a:cubicBezTo>
                    <a:pt x="2014" y="0"/>
                    <a:pt x="1181" y="214"/>
                    <a:pt x="367" y="452"/>
                  </a:cubicBezTo>
                  <a:lnTo>
                    <a:pt x="367" y="452"/>
                  </a:lnTo>
                  <a:lnTo>
                    <a:pt x="374" y="290"/>
                  </a:lnTo>
                  <a:lnTo>
                    <a:pt x="233" y="491"/>
                  </a:lnTo>
                  <a:lnTo>
                    <a:pt x="233" y="491"/>
                  </a:lnTo>
                  <a:cubicBezTo>
                    <a:pt x="277" y="478"/>
                    <a:pt x="322" y="465"/>
                    <a:pt x="367" y="452"/>
                  </a:cubicBezTo>
                  <a:lnTo>
                    <a:pt x="367" y="452"/>
                  </a:lnTo>
                  <a:lnTo>
                    <a:pt x="242" y="3261"/>
                  </a:lnTo>
                  <a:cubicBezTo>
                    <a:pt x="195" y="4305"/>
                    <a:pt x="216" y="5513"/>
                    <a:pt x="1026" y="6173"/>
                  </a:cubicBezTo>
                  <a:cubicBezTo>
                    <a:pt x="1365" y="6450"/>
                    <a:pt x="1794" y="6573"/>
                    <a:pt x="2232" y="6573"/>
                  </a:cubicBezTo>
                  <a:cubicBezTo>
                    <a:pt x="2611" y="6573"/>
                    <a:pt x="2997" y="6481"/>
                    <a:pt x="3338" y="6315"/>
                  </a:cubicBezTo>
                  <a:cubicBezTo>
                    <a:pt x="4071" y="5959"/>
                    <a:pt x="4626" y="5319"/>
                    <a:pt x="5095" y="4653"/>
                  </a:cubicBezTo>
                  <a:cubicBezTo>
                    <a:pt x="5616" y="3915"/>
                    <a:pt x="6076" y="3044"/>
                    <a:pt x="5941" y="2153"/>
                  </a:cubicBezTo>
                  <a:cubicBezTo>
                    <a:pt x="5766" y="1000"/>
                    <a:pt x="4615" y="201"/>
                    <a:pt x="3460" y="41"/>
                  </a:cubicBezTo>
                  <a:cubicBezTo>
                    <a:pt x="3256" y="13"/>
                    <a:pt x="3052" y="0"/>
                    <a:pt x="2848" y="0"/>
                  </a:cubicBezTo>
                  <a:close/>
                </a:path>
              </a:pathLst>
            </a:custGeom>
            <a:solidFill>
              <a:srgbClr val="735749"/>
            </a:solidFill>
            <a:ln>
              <a:noFill/>
            </a:ln>
          </p:spPr>
          <p:txBody>
            <a:bodyPr spcFirstLastPara="1" wrap="square" lIns="121900" tIns="121900" rIns="121900" bIns="121900" anchor="ctr" anchorCtr="0">
              <a:noAutofit/>
            </a:bodyPr>
            <a:lstStyle/>
            <a:p>
              <a:endParaRPr sz="2400"/>
            </a:p>
          </p:txBody>
        </p:sp>
        <p:sp>
          <p:nvSpPr>
            <p:cNvPr id="127" name="Google Shape;1167;p33"/>
            <p:cNvSpPr/>
            <p:nvPr/>
          </p:nvSpPr>
          <p:spPr>
            <a:xfrm>
              <a:off x="8251501" y="1490176"/>
              <a:ext cx="50148" cy="82264"/>
            </a:xfrm>
            <a:custGeom>
              <a:avLst/>
              <a:gdLst/>
              <a:ahLst/>
              <a:cxnLst/>
              <a:rect l="l" t="t" r="r" b="b"/>
              <a:pathLst>
                <a:path w="2083" h="3417" extrusionOk="0">
                  <a:moveTo>
                    <a:pt x="1346" y="1"/>
                  </a:moveTo>
                  <a:cubicBezTo>
                    <a:pt x="1241" y="1"/>
                    <a:pt x="807" y="384"/>
                    <a:pt x="212" y="986"/>
                  </a:cubicBezTo>
                  <a:lnTo>
                    <a:pt x="212" y="986"/>
                  </a:lnTo>
                  <a:cubicBezTo>
                    <a:pt x="148" y="1036"/>
                    <a:pt x="91" y="1094"/>
                    <a:pt x="45" y="1159"/>
                  </a:cubicBezTo>
                  <a:lnTo>
                    <a:pt x="366" y="1433"/>
                  </a:lnTo>
                  <a:cubicBezTo>
                    <a:pt x="370" y="1428"/>
                    <a:pt x="375" y="1423"/>
                    <a:pt x="379" y="1418"/>
                  </a:cubicBezTo>
                  <a:lnTo>
                    <a:pt x="379" y="1418"/>
                  </a:lnTo>
                  <a:cubicBezTo>
                    <a:pt x="480" y="1303"/>
                    <a:pt x="657" y="1235"/>
                    <a:pt x="840" y="1235"/>
                  </a:cubicBezTo>
                  <a:cubicBezTo>
                    <a:pt x="1025" y="1235"/>
                    <a:pt x="1217" y="1305"/>
                    <a:pt x="1343" y="1467"/>
                  </a:cubicBezTo>
                  <a:cubicBezTo>
                    <a:pt x="1570" y="1734"/>
                    <a:pt x="1599" y="2109"/>
                    <a:pt x="1467" y="2395"/>
                  </a:cubicBezTo>
                  <a:cubicBezTo>
                    <a:pt x="1341" y="2692"/>
                    <a:pt x="1103" y="2901"/>
                    <a:pt x="871" y="3019"/>
                  </a:cubicBezTo>
                  <a:cubicBezTo>
                    <a:pt x="396" y="3252"/>
                    <a:pt x="14" y="3218"/>
                    <a:pt x="10" y="3293"/>
                  </a:cubicBezTo>
                  <a:cubicBezTo>
                    <a:pt x="1" y="3326"/>
                    <a:pt x="165" y="3416"/>
                    <a:pt x="461" y="3416"/>
                  </a:cubicBezTo>
                  <a:cubicBezTo>
                    <a:pt x="610" y="3416"/>
                    <a:pt x="792" y="3393"/>
                    <a:pt x="1002" y="3329"/>
                  </a:cubicBezTo>
                  <a:cubicBezTo>
                    <a:pt x="1376" y="3203"/>
                    <a:pt x="1686" y="2934"/>
                    <a:pt x="1865" y="2583"/>
                  </a:cubicBezTo>
                  <a:cubicBezTo>
                    <a:pt x="2083" y="2186"/>
                    <a:pt x="2073" y="1577"/>
                    <a:pt x="1705" y="1157"/>
                  </a:cubicBezTo>
                  <a:cubicBezTo>
                    <a:pt x="1492" y="898"/>
                    <a:pt x="1190" y="778"/>
                    <a:pt x="894" y="772"/>
                  </a:cubicBezTo>
                  <a:lnTo>
                    <a:pt x="894" y="772"/>
                  </a:lnTo>
                  <a:cubicBezTo>
                    <a:pt x="1229" y="335"/>
                    <a:pt x="1409" y="47"/>
                    <a:pt x="1362" y="6"/>
                  </a:cubicBezTo>
                  <a:cubicBezTo>
                    <a:pt x="1358" y="2"/>
                    <a:pt x="1353" y="1"/>
                    <a:pt x="1346" y="1"/>
                  </a:cubicBezTo>
                  <a:close/>
                </a:path>
              </a:pathLst>
            </a:custGeom>
            <a:solidFill>
              <a:srgbClr val="46365C"/>
            </a:solidFill>
            <a:ln>
              <a:noFill/>
            </a:ln>
          </p:spPr>
          <p:txBody>
            <a:bodyPr spcFirstLastPara="1" wrap="square" lIns="121900" tIns="121900" rIns="121900" bIns="121900" anchor="ctr" anchorCtr="0">
              <a:noAutofit/>
            </a:bodyPr>
            <a:lstStyle/>
            <a:p>
              <a:endParaRPr sz="2400"/>
            </a:p>
          </p:txBody>
        </p:sp>
        <p:sp>
          <p:nvSpPr>
            <p:cNvPr id="128" name="Google Shape;1168;p33"/>
            <p:cNvSpPr/>
            <p:nvPr/>
          </p:nvSpPr>
          <p:spPr>
            <a:xfrm>
              <a:off x="8098871" y="1445206"/>
              <a:ext cx="12110" cy="31418"/>
            </a:xfrm>
            <a:custGeom>
              <a:avLst/>
              <a:gdLst/>
              <a:ahLst/>
              <a:cxnLst/>
              <a:rect l="l" t="t" r="r" b="b"/>
              <a:pathLst>
                <a:path w="503" h="1305" extrusionOk="0">
                  <a:moveTo>
                    <a:pt x="232" y="1"/>
                  </a:moveTo>
                  <a:cubicBezTo>
                    <a:pt x="231" y="1"/>
                    <a:pt x="230" y="1"/>
                    <a:pt x="229" y="1"/>
                  </a:cubicBezTo>
                  <a:cubicBezTo>
                    <a:pt x="96" y="6"/>
                    <a:pt x="0" y="301"/>
                    <a:pt x="13" y="661"/>
                  </a:cubicBezTo>
                  <a:cubicBezTo>
                    <a:pt x="28" y="1019"/>
                    <a:pt x="143" y="1304"/>
                    <a:pt x="273" y="1304"/>
                  </a:cubicBezTo>
                  <a:cubicBezTo>
                    <a:pt x="274" y="1304"/>
                    <a:pt x="275" y="1304"/>
                    <a:pt x="276" y="1304"/>
                  </a:cubicBezTo>
                  <a:cubicBezTo>
                    <a:pt x="408" y="1299"/>
                    <a:pt x="503" y="1004"/>
                    <a:pt x="490" y="644"/>
                  </a:cubicBezTo>
                  <a:cubicBezTo>
                    <a:pt x="477" y="287"/>
                    <a:pt x="361" y="1"/>
                    <a:pt x="232" y="1"/>
                  </a:cubicBezTo>
                  <a:close/>
                </a:path>
              </a:pathLst>
            </a:custGeom>
            <a:solidFill>
              <a:srgbClr val="46365C"/>
            </a:solidFill>
            <a:ln>
              <a:noFill/>
            </a:ln>
          </p:spPr>
          <p:txBody>
            <a:bodyPr spcFirstLastPara="1" wrap="square" lIns="121900" tIns="121900" rIns="121900" bIns="121900" anchor="ctr" anchorCtr="0">
              <a:noAutofit/>
            </a:bodyPr>
            <a:lstStyle/>
            <a:p>
              <a:endParaRPr sz="2400"/>
            </a:p>
          </p:txBody>
        </p:sp>
        <p:sp>
          <p:nvSpPr>
            <p:cNvPr id="129" name="Google Shape;1169;p33"/>
            <p:cNvSpPr/>
            <p:nvPr/>
          </p:nvSpPr>
          <p:spPr>
            <a:xfrm>
              <a:off x="6952413" y="2438817"/>
              <a:ext cx="396274" cy="492165"/>
            </a:xfrm>
            <a:custGeom>
              <a:avLst/>
              <a:gdLst/>
              <a:ahLst/>
              <a:cxnLst/>
              <a:rect l="l" t="t" r="r" b="b"/>
              <a:pathLst>
                <a:path w="16460" h="20443" extrusionOk="0">
                  <a:moveTo>
                    <a:pt x="11150" y="1"/>
                  </a:moveTo>
                  <a:cubicBezTo>
                    <a:pt x="11143" y="1"/>
                    <a:pt x="11136" y="1"/>
                    <a:pt x="11129" y="3"/>
                  </a:cubicBezTo>
                  <a:cubicBezTo>
                    <a:pt x="10345" y="154"/>
                    <a:pt x="9618" y="2705"/>
                    <a:pt x="11246" y="5373"/>
                  </a:cubicBezTo>
                  <a:cubicBezTo>
                    <a:pt x="11246" y="5373"/>
                    <a:pt x="4667" y="3012"/>
                    <a:pt x="2095" y="3012"/>
                  </a:cubicBezTo>
                  <a:cubicBezTo>
                    <a:pt x="1508" y="3012"/>
                    <a:pt x="1130" y="3135"/>
                    <a:pt x="1086" y="3437"/>
                  </a:cubicBezTo>
                  <a:cubicBezTo>
                    <a:pt x="851" y="5063"/>
                    <a:pt x="8330" y="7700"/>
                    <a:pt x="8330" y="7700"/>
                  </a:cubicBezTo>
                  <a:cubicBezTo>
                    <a:pt x="8330" y="7700"/>
                    <a:pt x="4347" y="6646"/>
                    <a:pt x="2039" y="6646"/>
                  </a:cubicBezTo>
                  <a:cubicBezTo>
                    <a:pt x="1198" y="6646"/>
                    <a:pt x="580" y="6786"/>
                    <a:pt x="458" y="7168"/>
                  </a:cubicBezTo>
                  <a:cubicBezTo>
                    <a:pt x="0" y="8598"/>
                    <a:pt x="6591" y="10781"/>
                    <a:pt x="6591" y="10781"/>
                  </a:cubicBezTo>
                  <a:cubicBezTo>
                    <a:pt x="6591" y="10781"/>
                    <a:pt x="2675" y="9713"/>
                    <a:pt x="985" y="9713"/>
                  </a:cubicBezTo>
                  <a:cubicBezTo>
                    <a:pt x="458" y="9713"/>
                    <a:pt x="148" y="9817"/>
                    <a:pt x="239" y="10089"/>
                  </a:cubicBezTo>
                  <a:cubicBezTo>
                    <a:pt x="622" y="11234"/>
                    <a:pt x="5023" y="13405"/>
                    <a:pt x="5023" y="13405"/>
                  </a:cubicBezTo>
                  <a:cubicBezTo>
                    <a:pt x="5023" y="13405"/>
                    <a:pt x="2544" y="12555"/>
                    <a:pt x="1377" y="12555"/>
                  </a:cubicBezTo>
                  <a:cubicBezTo>
                    <a:pt x="954" y="12555"/>
                    <a:pt x="703" y="12666"/>
                    <a:pt x="805" y="12971"/>
                  </a:cubicBezTo>
                  <a:cubicBezTo>
                    <a:pt x="1189" y="14116"/>
                    <a:pt x="9577" y="20355"/>
                    <a:pt x="9577" y="20355"/>
                  </a:cubicBezTo>
                  <a:cubicBezTo>
                    <a:pt x="9684" y="20414"/>
                    <a:pt x="9796" y="20442"/>
                    <a:pt x="9912" y="20442"/>
                  </a:cubicBezTo>
                  <a:cubicBezTo>
                    <a:pt x="12313" y="20442"/>
                    <a:pt x="16460" y="8347"/>
                    <a:pt x="16460" y="8347"/>
                  </a:cubicBezTo>
                  <a:cubicBezTo>
                    <a:pt x="16460" y="8347"/>
                    <a:pt x="11992" y="1"/>
                    <a:pt x="11150" y="1"/>
                  </a:cubicBezTo>
                  <a:close/>
                </a:path>
              </a:pathLst>
            </a:custGeom>
            <a:solidFill>
              <a:srgbClr val="735749"/>
            </a:solidFill>
            <a:ln>
              <a:noFill/>
            </a:ln>
          </p:spPr>
          <p:txBody>
            <a:bodyPr spcFirstLastPara="1" wrap="square" lIns="121900" tIns="121900" rIns="121900" bIns="121900" anchor="ctr" anchorCtr="0">
              <a:noAutofit/>
            </a:bodyPr>
            <a:lstStyle/>
            <a:p>
              <a:endParaRPr sz="2400"/>
            </a:p>
          </p:txBody>
        </p:sp>
        <p:sp>
          <p:nvSpPr>
            <p:cNvPr id="130" name="Google Shape;1170;p33"/>
            <p:cNvSpPr/>
            <p:nvPr/>
          </p:nvSpPr>
          <p:spPr>
            <a:xfrm>
              <a:off x="7182610" y="2068244"/>
              <a:ext cx="1340159" cy="1202691"/>
            </a:xfrm>
            <a:custGeom>
              <a:avLst/>
              <a:gdLst/>
              <a:ahLst/>
              <a:cxnLst/>
              <a:rect l="l" t="t" r="r" b="b"/>
              <a:pathLst>
                <a:path w="55666" h="49956" extrusionOk="0">
                  <a:moveTo>
                    <a:pt x="42815" y="1"/>
                  </a:moveTo>
                  <a:cubicBezTo>
                    <a:pt x="42815" y="1"/>
                    <a:pt x="36357" y="33165"/>
                    <a:pt x="30752" y="33165"/>
                  </a:cubicBezTo>
                  <a:cubicBezTo>
                    <a:pt x="30604" y="33165"/>
                    <a:pt x="30456" y="33142"/>
                    <a:pt x="30309" y="33094"/>
                  </a:cubicBezTo>
                  <a:cubicBezTo>
                    <a:pt x="17778" y="29029"/>
                    <a:pt x="6898" y="23741"/>
                    <a:pt x="6898" y="23741"/>
                  </a:cubicBezTo>
                  <a:lnTo>
                    <a:pt x="1" y="35885"/>
                  </a:lnTo>
                  <a:cubicBezTo>
                    <a:pt x="1" y="35885"/>
                    <a:pt x="17788" y="44603"/>
                    <a:pt x="22268" y="46718"/>
                  </a:cubicBezTo>
                  <a:cubicBezTo>
                    <a:pt x="24397" y="47723"/>
                    <a:pt x="29382" y="49956"/>
                    <a:pt x="34658" y="49956"/>
                  </a:cubicBezTo>
                  <a:cubicBezTo>
                    <a:pt x="40491" y="49956"/>
                    <a:pt x="46680" y="47228"/>
                    <a:pt x="49766" y="37098"/>
                  </a:cubicBezTo>
                  <a:cubicBezTo>
                    <a:pt x="55666" y="17739"/>
                    <a:pt x="55290" y="4367"/>
                    <a:pt x="55290" y="4367"/>
                  </a:cubicBezTo>
                  <a:lnTo>
                    <a:pt x="42815" y="1"/>
                  </a:lnTo>
                  <a:close/>
                </a:path>
              </a:pathLst>
            </a:custGeom>
            <a:solidFill>
              <a:schemeClr val="accent4">
                <a:lumMod val="60000"/>
                <a:lumOff val="40000"/>
              </a:schemeClr>
            </a:solidFill>
            <a:ln>
              <a:noFill/>
            </a:ln>
          </p:spPr>
          <p:txBody>
            <a:bodyPr spcFirstLastPara="1" wrap="square" lIns="121900" tIns="121900" rIns="121900" bIns="121900" anchor="ctr" anchorCtr="0">
              <a:noAutofit/>
            </a:bodyPr>
            <a:lstStyle/>
            <a:p>
              <a:endParaRPr sz="2400"/>
            </a:p>
          </p:txBody>
        </p:sp>
        <p:sp>
          <p:nvSpPr>
            <p:cNvPr id="131" name="Google Shape;1171;p33"/>
            <p:cNvSpPr/>
            <p:nvPr/>
          </p:nvSpPr>
          <p:spPr>
            <a:xfrm>
              <a:off x="7275536" y="2700574"/>
              <a:ext cx="168043" cy="277753"/>
            </a:xfrm>
            <a:custGeom>
              <a:avLst/>
              <a:gdLst/>
              <a:ahLst/>
              <a:cxnLst/>
              <a:rect l="l" t="t" r="r" b="b"/>
              <a:pathLst>
                <a:path w="6980" h="11537" extrusionOk="0">
                  <a:moveTo>
                    <a:pt x="6920" y="0"/>
                  </a:moveTo>
                  <a:cubicBezTo>
                    <a:pt x="6772" y="0"/>
                    <a:pt x="5416" y="2647"/>
                    <a:pt x="3556" y="5790"/>
                  </a:cubicBezTo>
                  <a:cubicBezTo>
                    <a:pt x="1681" y="8972"/>
                    <a:pt x="1" y="11456"/>
                    <a:pt x="112" y="11534"/>
                  </a:cubicBezTo>
                  <a:cubicBezTo>
                    <a:pt x="113" y="11536"/>
                    <a:pt x="115" y="11536"/>
                    <a:pt x="117" y="11536"/>
                  </a:cubicBezTo>
                  <a:cubicBezTo>
                    <a:pt x="191" y="11536"/>
                    <a:pt x="670" y="10967"/>
                    <a:pt x="1364" y="10011"/>
                  </a:cubicBezTo>
                  <a:cubicBezTo>
                    <a:pt x="2078" y="9026"/>
                    <a:pt x="3013" y="7627"/>
                    <a:pt x="3957" y="6027"/>
                  </a:cubicBezTo>
                  <a:cubicBezTo>
                    <a:pt x="4901" y="4428"/>
                    <a:pt x="5675" y="2934"/>
                    <a:pt x="6193" y="1833"/>
                  </a:cubicBezTo>
                  <a:cubicBezTo>
                    <a:pt x="6710" y="731"/>
                    <a:pt x="6980" y="27"/>
                    <a:pt x="6924" y="1"/>
                  </a:cubicBezTo>
                  <a:cubicBezTo>
                    <a:pt x="6923" y="1"/>
                    <a:pt x="6921" y="0"/>
                    <a:pt x="6920" y="0"/>
                  </a:cubicBezTo>
                  <a:close/>
                </a:path>
              </a:pathLst>
            </a:custGeom>
            <a:solidFill>
              <a:schemeClr val="tx2">
                <a:lumMod val="50000"/>
              </a:schemeClr>
            </a:solidFill>
            <a:ln>
              <a:noFill/>
            </a:ln>
          </p:spPr>
          <p:txBody>
            <a:bodyPr spcFirstLastPara="1" wrap="square" lIns="121900" tIns="121900" rIns="121900" bIns="121900" anchor="ctr" anchorCtr="0">
              <a:noAutofit/>
            </a:bodyPr>
            <a:lstStyle/>
            <a:p>
              <a:endParaRPr sz="2400"/>
            </a:p>
          </p:txBody>
        </p:sp>
        <p:sp>
          <p:nvSpPr>
            <p:cNvPr id="132" name="Google Shape;1172;p33"/>
            <p:cNvSpPr/>
            <p:nvPr/>
          </p:nvSpPr>
          <p:spPr>
            <a:xfrm>
              <a:off x="7338562" y="2690656"/>
              <a:ext cx="49715" cy="43744"/>
            </a:xfrm>
            <a:custGeom>
              <a:avLst/>
              <a:gdLst/>
              <a:ahLst/>
              <a:cxnLst/>
              <a:rect l="l" t="t" r="r" b="b"/>
              <a:pathLst>
                <a:path w="2065" h="1817" extrusionOk="0">
                  <a:moveTo>
                    <a:pt x="829" y="329"/>
                  </a:moveTo>
                  <a:cubicBezTo>
                    <a:pt x="857" y="329"/>
                    <a:pt x="887" y="330"/>
                    <a:pt x="918" y="333"/>
                  </a:cubicBezTo>
                  <a:cubicBezTo>
                    <a:pt x="1109" y="351"/>
                    <a:pt x="1347" y="456"/>
                    <a:pt x="1436" y="639"/>
                  </a:cubicBezTo>
                  <a:cubicBezTo>
                    <a:pt x="1535" y="817"/>
                    <a:pt x="1454" y="1067"/>
                    <a:pt x="1227" y="1235"/>
                  </a:cubicBezTo>
                  <a:cubicBezTo>
                    <a:pt x="1109" y="1319"/>
                    <a:pt x="982" y="1360"/>
                    <a:pt x="868" y="1360"/>
                  </a:cubicBezTo>
                  <a:cubicBezTo>
                    <a:pt x="760" y="1360"/>
                    <a:pt x="665" y="1323"/>
                    <a:pt x="600" y="1251"/>
                  </a:cubicBezTo>
                  <a:cubicBezTo>
                    <a:pt x="456" y="1112"/>
                    <a:pt x="441" y="851"/>
                    <a:pt x="493" y="668"/>
                  </a:cubicBezTo>
                  <a:cubicBezTo>
                    <a:pt x="533" y="518"/>
                    <a:pt x="602" y="416"/>
                    <a:pt x="672" y="345"/>
                  </a:cubicBezTo>
                  <a:lnTo>
                    <a:pt x="672" y="345"/>
                  </a:lnTo>
                  <a:cubicBezTo>
                    <a:pt x="719" y="335"/>
                    <a:pt x="772" y="329"/>
                    <a:pt x="829" y="329"/>
                  </a:cubicBezTo>
                  <a:close/>
                  <a:moveTo>
                    <a:pt x="991" y="1"/>
                  </a:moveTo>
                  <a:cubicBezTo>
                    <a:pt x="965" y="1"/>
                    <a:pt x="939" y="2"/>
                    <a:pt x="915" y="4"/>
                  </a:cubicBezTo>
                  <a:cubicBezTo>
                    <a:pt x="634" y="28"/>
                    <a:pt x="428" y="162"/>
                    <a:pt x="338" y="289"/>
                  </a:cubicBezTo>
                  <a:cubicBezTo>
                    <a:pt x="310" y="328"/>
                    <a:pt x="291" y="363"/>
                    <a:pt x="279" y="394"/>
                  </a:cubicBezTo>
                  <a:lnTo>
                    <a:pt x="279" y="394"/>
                  </a:lnTo>
                  <a:cubicBezTo>
                    <a:pt x="245" y="439"/>
                    <a:pt x="214" y="491"/>
                    <a:pt x="186" y="547"/>
                  </a:cubicBezTo>
                  <a:cubicBezTo>
                    <a:pt x="74" y="791"/>
                    <a:pt x="0" y="1184"/>
                    <a:pt x="278" y="1537"/>
                  </a:cubicBezTo>
                  <a:cubicBezTo>
                    <a:pt x="424" y="1729"/>
                    <a:pt x="660" y="1816"/>
                    <a:pt x="900" y="1816"/>
                  </a:cubicBezTo>
                  <a:cubicBezTo>
                    <a:pt x="1117" y="1816"/>
                    <a:pt x="1339" y="1745"/>
                    <a:pt x="1503" y="1614"/>
                  </a:cubicBezTo>
                  <a:cubicBezTo>
                    <a:pt x="1872" y="1370"/>
                    <a:pt x="2064" y="805"/>
                    <a:pt x="1811" y="426"/>
                  </a:cubicBezTo>
                  <a:cubicBezTo>
                    <a:pt x="1593" y="90"/>
                    <a:pt x="1253" y="1"/>
                    <a:pt x="991" y="1"/>
                  </a:cubicBezTo>
                  <a:close/>
                </a:path>
              </a:pathLst>
            </a:custGeom>
            <a:solidFill>
              <a:schemeClr val="tx2">
                <a:lumMod val="50000"/>
              </a:schemeClr>
            </a:solidFill>
            <a:ln>
              <a:noFill/>
            </a:ln>
          </p:spPr>
          <p:txBody>
            <a:bodyPr spcFirstLastPara="1" wrap="square" lIns="121900" tIns="121900" rIns="121900" bIns="121900" anchor="ctr" anchorCtr="0">
              <a:noAutofit/>
            </a:bodyPr>
            <a:lstStyle/>
            <a:p>
              <a:endParaRPr sz="2400"/>
            </a:p>
          </p:txBody>
        </p:sp>
        <p:sp>
          <p:nvSpPr>
            <p:cNvPr id="133" name="Google Shape;1173;p33"/>
            <p:cNvSpPr/>
            <p:nvPr/>
          </p:nvSpPr>
          <p:spPr>
            <a:xfrm>
              <a:off x="7661733" y="3987576"/>
              <a:ext cx="57130" cy="1382699"/>
            </a:xfrm>
            <a:custGeom>
              <a:avLst/>
              <a:gdLst/>
              <a:ahLst/>
              <a:cxnLst/>
              <a:rect l="l" t="t" r="r" b="b"/>
              <a:pathLst>
                <a:path w="2373" h="57433" extrusionOk="0">
                  <a:moveTo>
                    <a:pt x="0" y="1"/>
                  </a:moveTo>
                  <a:lnTo>
                    <a:pt x="520" y="57433"/>
                  </a:lnTo>
                  <a:lnTo>
                    <a:pt x="2164" y="57349"/>
                  </a:lnTo>
                  <a:lnTo>
                    <a:pt x="2373" y="90"/>
                  </a:lnTo>
                  <a:lnTo>
                    <a:pt x="0" y="1"/>
                  </a:lnTo>
                  <a:close/>
                </a:path>
              </a:pathLst>
            </a:custGeom>
            <a:solidFill>
              <a:srgbClr val="6D392F"/>
            </a:solidFill>
            <a:ln>
              <a:noFill/>
            </a:ln>
          </p:spPr>
          <p:txBody>
            <a:bodyPr spcFirstLastPara="1" wrap="square" lIns="121900" tIns="121900" rIns="121900" bIns="121900" anchor="ctr" anchorCtr="0">
              <a:noAutofit/>
            </a:bodyPr>
            <a:lstStyle/>
            <a:p>
              <a:endParaRPr sz="2400"/>
            </a:p>
          </p:txBody>
        </p:sp>
        <p:sp>
          <p:nvSpPr>
            <p:cNvPr id="134" name="Google Shape;1174;p33"/>
            <p:cNvSpPr/>
            <p:nvPr/>
          </p:nvSpPr>
          <p:spPr>
            <a:xfrm>
              <a:off x="8406298" y="4037145"/>
              <a:ext cx="153671" cy="1380509"/>
            </a:xfrm>
            <a:custGeom>
              <a:avLst/>
              <a:gdLst/>
              <a:ahLst/>
              <a:cxnLst/>
              <a:rect l="l" t="t" r="r" b="b"/>
              <a:pathLst>
                <a:path w="6383" h="57342" extrusionOk="0">
                  <a:moveTo>
                    <a:pt x="4024" y="1"/>
                  </a:moveTo>
                  <a:lnTo>
                    <a:pt x="1" y="57294"/>
                  </a:lnTo>
                  <a:lnTo>
                    <a:pt x="1645" y="57341"/>
                  </a:lnTo>
                  <a:lnTo>
                    <a:pt x="6382" y="277"/>
                  </a:lnTo>
                  <a:lnTo>
                    <a:pt x="4024" y="1"/>
                  </a:lnTo>
                  <a:close/>
                </a:path>
              </a:pathLst>
            </a:custGeom>
            <a:solidFill>
              <a:srgbClr val="6D392F"/>
            </a:solidFill>
            <a:ln>
              <a:noFill/>
            </a:ln>
          </p:spPr>
          <p:txBody>
            <a:bodyPr spcFirstLastPara="1" wrap="square" lIns="121900" tIns="121900" rIns="121900" bIns="121900" anchor="ctr" anchorCtr="0">
              <a:noAutofit/>
            </a:bodyPr>
            <a:lstStyle/>
            <a:p>
              <a:endParaRPr sz="2400"/>
            </a:p>
          </p:txBody>
        </p:sp>
        <p:sp>
          <p:nvSpPr>
            <p:cNvPr id="135" name="Google Shape;1175;p33"/>
            <p:cNvSpPr/>
            <p:nvPr/>
          </p:nvSpPr>
          <p:spPr>
            <a:xfrm>
              <a:off x="8884988" y="4039383"/>
              <a:ext cx="113923" cy="1381568"/>
            </a:xfrm>
            <a:custGeom>
              <a:avLst/>
              <a:gdLst/>
              <a:ahLst/>
              <a:cxnLst/>
              <a:rect l="l" t="t" r="r" b="b"/>
              <a:pathLst>
                <a:path w="4732" h="57386" extrusionOk="0">
                  <a:moveTo>
                    <a:pt x="2365" y="1"/>
                  </a:moveTo>
                  <a:lnTo>
                    <a:pt x="1" y="57385"/>
                  </a:lnTo>
                  <a:lnTo>
                    <a:pt x="1645" y="57385"/>
                  </a:lnTo>
                  <a:lnTo>
                    <a:pt x="4731" y="208"/>
                  </a:lnTo>
                  <a:lnTo>
                    <a:pt x="2365" y="1"/>
                  </a:lnTo>
                  <a:close/>
                </a:path>
              </a:pathLst>
            </a:custGeom>
            <a:solidFill>
              <a:srgbClr val="6D392F"/>
            </a:solidFill>
            <a:ln>
              <a:noFill/>
            </a:ln>
          </p:spPr>
          <p:txBody>
            <a:bodyPr spcFirstLastPara="1" wrap="square" lIns="121900" tIns="121900" rIns="121900" bIns="121900" anchor="ctr" anchorCtr="0">
              <a:noAutofit/>
            </a:bodyPr>
            <a:lstStyle/>
            <a:p>
              <a:endParaRPr sz="2400"/>
            </a:p>
          </p:txBody>
        </p:sp>
        <p:sp>
          <p:nvSpPr>
            <p:cNvPr id="136" name="Google Shape;1176;p33"/>
            <p:cNvSpPr/>
            <p:nvPr/>
          </p:nvSpPr>
          <p:spPr>
            <a:xfrm>
              <a:off x="8117890" y="4025324"/>
              <a:ext cx="153647" cy="1380485"/>
            </a:xfrm>
            <a:custGeom>
              <a:avLst/>
              <a:gdLst/>
              <a:ahLst/>
              <a:cxnLst/>
              <a:rect l="l" t="t" r="r" b="b"/>
              <a:pathLst>
                <a:path w="6382" h="57341" extrusionOk="0">
                  <a:moveTo>
                    <a:pt x="4024" y="0"/>
                  </a:moveTo>
                  <a:lnTo>
                    <a:pt x="0" y="57293"/>
                  </a:lnTo>
                  <a:lnTo>
                    <a:pt x="1645" y="57341"/>
                  </a:lnTo>
                  <a:lnTo>
                    <a:pt x="6382" y="276"/>
                  </a:lnTo>
                  <a:lnTo>
                    <a:pt x="4024" y="0"/>
                  </a:lnTo>
                  <a:close/>
                </a:path>
              </a:pathLst>
            </a:custGeom>
            <a:solidFill>
              <a:srgbClr val="6D392F"/>
            </a:solidFill>
            <a:ln>
              <a:noFill/>
            </a:ln>
          </p:spPr>
          <p:txBody>
            <a:bodyPr spcFirstLastPara="1" wrap="square" lIns="121900" tIns="121900" rIns="121900" bIns="121900" anchor="ctr" anchorCtr="0">
              <a:noAutofit/>
            </a:bodyPr>
            <a:lstStyle/>
            <a:p>
              <a:endParaRPr sz="2400"/>
            </a:p>
          </p:txBody>
        </p:sp>
        <p:sp>
          <p:nvSpPr>
            <p:cNvPr id="137" name="Google Shape;1177;p33"/>
            <p:cNvSpPr/>
            <p:nvPr/>
          </p:nvSpPr>
          <p:spPr>
            <a:xfrm>
              <a:off x="7628896" y="3886031"/>
              <a:ext cx="1442261" cy="181814"/>
            </a:xfrm>
            <a:custGeom>
              <a:avLst/>
              <a:gdLst/>
              <a:ahLst/>
              <a:cxnLst/>
              <a:rect l="l" t="t" r="r" b="b"/>
              <a:pathLst>
                <a:path w="59907" h="7552" extrusionOk="0">
                  <a:moveTo>
                    <a:pt x="1" y="1"/>
                  </a:moveTo>
                  <a:lnTo>
                    <a:pt x="566" y="6539"/>
                  </a:lnTo>
                  <a:lnTo>
                    <a:pt x="58921" y="7551"/>
                  </a:lnTo>
                  <a:lnTo>
                    <a:pt x="59907" y="923"/>
                  </a:lnTo>
                  <a:lnTo>
                    <a:pt x="1" y="1"/>
                  </a:lnTo>
                  <a:close/>
                </a:path>
              </a:pathLst>
            </a:custGeom>
            <a:solidFill>
              <a:srgbClr val="6D392F"/>
            </a:solidFill>
            <a:ln>
              <a:noFill/>
            </a:ln>
          </p:spPr>
          <p:txBody>
            <a:bodyPr spcFirstLastPara="1" wrap="square" lIns="121900" tIns="121900" rIns="121900" bIns="121900" anchor="ctr" anchorCtr="0">
              <a:noAutofit/>
            </a:bodyPr>
            <a:lstStyle/>
            <a:p>
              <a:endParaRPr sz="2400"/>
            </a:p>
          </p:txBody>
        </p:sp>
        <p:sp>
          <p:nvSpPr>
            <p:cNvPr id="138" name="Google Shape;1178;p33"/>
            <p:cNvSpPr/>
            <p:nvPr/>
          </p:nvSpPr>
          <p:spPr>
            <a:xfrm>
              <a:off x="7690309" y="4676047"/>
              <a:ext cx="1233362" cy="39507"/>
            </a:xfrm>
            <a:custGeom>
              <a:avLst/>
              <a:gdLst/>
              <a:ahLst/>
              <a:cxnLst/>
              <a:rect l="l" t="t" r="r" b="b"/>
              <a:pathLst>
                <a:path w="51230" h="1641" extrusionOk="0">
                  <a:moveTo>
                    <a:pt x="0" y="1"/>
                  </a:moveTo>
                  <a:lnTo>
                    <a:pt x="0" y="1157"/>
                  </a:lnTo>
                  <a:lnTo>
                    <a:pt x="51229" y="1640"/>
                  </a:lnTo>
                  <a:lnTo>
                    <a:pt x="51229" y="105"/>
                  </a:lnTo>
                  <a:lnTo>
                    <a:pt x="0" y="1"/>
                  </a:lnTo>
                  <a:close/>
                </a:path>
              </a:pathLst>
            </a:custGeom>
            <a:solidFill>
              <a:srgbClr val="6D392F"/>
            </a:solidFill>
            <a:ln>
              <a:noFill/>
            </a:ln>
          </p:spPr>
          <p:txBody>
            <a:bodyPr spcFirstLastPara="1" wrap="square" lIns="121900" tIns="121900" rIns="121900" bIns="121900" anchor="ctr" anchorCtr="0">
              <a:noAutofit/>
            </a:bodyPr>
            <a:lstStyle/>
            <a:p>
              <a:endParaRPr sz="2400"/>
            </a:p>
          </p:txBody>
        </p:sp>
        <p:sp>
          <p:nvSpPr>
            <p:cNvPr id="139" name="Google Shape;1179;p33"/>
            <p:cNvSpPr/>
            <p:nvPr/>
          </p:nvSpPr>
          <p:spPr>
            <a:xfrm>
              <a:off x="7605279" y="1947560"/>
              <a:ext cx="1577177" cy="2008987"/>
            </a:xfrm>
            <a:custGeom>
              <a:avLst/>
              <a:gdLst/>
              <a:ahLst/>
              <a:cxnLst/>
              <a:rect l="l" t="t" r="r" b="b"/>
              <a:pathLst>
                <a:path w="65511" h="83447" extrusionOk="0">
                  <a:moveTo>
                    <a:pt x="39655" y="1"/>
                  </a:moveTo>
                  <a:lnTo>
                    <a:pt x="39655" y="52627"/>
                  </a:lnTo>
                  <a:lnTo>
                    <a:pt x="0" y="51291"/>
                  </a:lnTo>
                  <a:lnTo>
                    <a:pt x="982" y="80522"/>
                  </a:lnTo>
                  <a:lnTo>
                    <a:pt x="60623" y="83446"/>
                  </a:lnTo>
                  <a:lnTo>
                    <a:pt x="62511" y="43983"/>
                  </a:lnTo>
                  <a:lnTo>
                    <a:pt x="65511" y="1015"/>
                  </a:lnTo>
                  <a:lnTo>
                    <a:pt x="39655" y="1"/>
                  </a:lnTo>
                  <a:close/>
                </a:path>
              </a:pathLst>
            </a:custGeom>
            <a:solidFill>
              <a:srgbClr val="6D392F"/>
            </a:solidFill>
            <a:ln>
              <a:noFill/>
            </a:ln>
          </p:spPr>
          <p:txBody>
            <a:bodyPr spcFirstLastPara="1" wrap="square" lIns="121900" tIns="121900" rIns="121900" bIns="121900" anchor="ctr" anchorCtr="0">
              <a:noAutofit/>
            </a:bodyPr>
            <a:lstStyle/>
            <a:p>
              <a:endParaRPr sz="2400"/>
            </a:p>
          </p:txBody>
        </p:sp>
        <p:sp>
          <p:nvSpPr>
            <p:cNvPr id="140" name="Google Shape;1180;p33"/>
            <p:cNvSpPr/>
            <p:nvPr/>
          </p:nvSpPr>
          <p:spPr>
            <a:xfrm>
              <a:off x="8527728" y="1231885"/>
              <a:ext cx="252619" cy="295978"/>
            </a:xfrm>
            <a:custGeom>
              <a:avLst/>
              <a:gdLst/>
              <a:ahLst/>
              <a:cxnLst/>
              <a:rect l="l" t="t" r="r" b="b"/>
              <a:pathLst>
                <a:path w="10493" h="12294" extrusionOk="0">
                  <a:moveTo>
                    <a:pt x="5778" y="1"/>
                  </a:moveTo>
                  <a:cubicBezTo>
                    <a:pt x="5349" y="1"/>
                    <a:pt x="4920" y="67"/>
                    <a:pt x="4511" y="203"/>
                  </a:cubicBezTo>
                  <a:cubicBezTo>
                    <a:pt x="3058" y="689"/>
                    <a:pt x="1933" y="2046"/>
                    <a:pt x="1727" y="3567"/>
                  </a:cubicBezTo>
                  <a:lnTo>
                    <a:pt x="1" y="8790"/>
                  </a:lnTo>
                  <a:cubicBezTo>
                    <a:pt x="594" y="10511"/>
                    <a:pt x="2150" y="11860"/>
                    <a:pt x="3935" y="12205"/>
                  </a:cubicBezTo>
                  <a:cubicBezTo>
                    <a:pt x="4246" y="12265"/>
                    <a:pt x="4561" y="12294"/>
                    <a:pt x="4877" y="12294"/>
                  </a:cubicBezTo>
                  <a:cubicBezTo>
                    <a:pt x="6376" y="12294"/>
                    <a:pt x="7875" y="11637"/>
                    <a:pt x="8859" y="10503"/>
                  </a:cubicBezTo>
                  <a:cubicBezTo>
                    <a:pt x="10143" y="9019"/>
                    <a:pt x="10492" y="6912"/>
                    <a:pt x="10288" y="4961"/>
                  </a:cubicBezTo>
                  <a:cubicBezTo>
                    <a:pt x="10146" y="3594"/>
                    <a:pt x="9725" y="2193"/>
                    <a:pt x="8758" y="1217"/>
                  </a:cubicBezTo>
                  <a:cubicBezTo>
                    <a:pt x="7983" y="432"/>
                    <a:pt x="6879" y="1"/>
                    <a:pt x="5778" y="1"/>
                  </a:cubicBezTo>
                  <a:close/>
                </a:path>
              </a:pathLst>
            </a:custGeom>
            <a:solidFill>
              <a:schemeClr val="tx1"/>
            </a:solidFill>
            <a:ln>
              <a:noFill/>
            </a:ln>
          </p:spPr>
          <p:txBody>
            <a:bodyPr spcFirstLastPara="1" wrap="square" lIns="121900" tIns="121900" rIns="121900" bIns="121900" anchor="ctr" anchorCtr="0">
              <a:noAutofit/>
            </a:bodyPr>
            <a:lstStyle/>
            <a:p>
              <a:endParaRPr sz="2400"/>
            </a:p>
          </p:txBody>
        </p:sp>
        <p:sp>
          <p:nvSpPr>
            <p:cNvPr id="141" name="Google Shape;1181;p33"/>
            <p:cNvSpPr/>
            <p:nvPr/>
          </p:nvSpPr>
          <p:spPr>
            <a:xfrm>
              <a:off x="8302851" y="1252011"/>
              <a:ext cx="477311" cy="640901"/>
            </a:xfrm>
            <a:custGeom>
              <a:avLst/>
              <a:gdLst/>
              <a:ahLst/>
              <a:cxnLst/>
              <a:rect l="l" t="t" r="r" b="b"/>
              <a:pathLst>
                <a:path w="19826" h="26621" extrusionOk="0">
                  <a:moveTo>
                    <a:pt x="8380" y="0"/>
                  </a:moveTo>
                  <a:cubicBezTo>
                    <a:pt x="8027" y="0"/>
                    <a:pt x="7676" y="67"/>
                    <a:pt x="7342" y="214"/>
                  </a:cubicBezTo>
                  <a:cubicBezTo>
                    <a:pt x="7342" y="214"/>
                    <a:pt x="2701" y="7219"/>
                    <a:pt x="3044" y="9894"/>
                  </a:cubicBezTo>
                  <a:cubicBezTo>
                    <a:pt x="3387" y="12570"/>
                    <a:pt x="310" y="14659"/>
                    <a:pt x="310" y="14659"/>
                  </a:cubicBezTo>
                  <a:cubicBezTo>
                    <a:pt x="144" y="17302"/>
                    <a:pt x="0" y="20300"/>
                    <a:pt x="325" y="22928"/>
                  </a:cubicBezTo>
                  <a:cubicBezTo>
                    <a:pt x="433" y="23793"/>
                    <a:pt x="575" y="24682"/>
                    <a:pt x="1034" y="25423"/>
                  </a:cubicBezTo>
                  <a:cubicBezTo>
                    <a:pt x="1447" y="26094"/>
                    <a:pt x="2179" y="26620"/>
                    <a:pt x="2952" y="26620"/>
                  </a:cubicBezTo>
                  <a:cubicBezTo>
                    <a:pt x="3035" y="26620"/>
                    <a:pt x="3118" y="26614"/>
                    <a:pt x="3201" y="26602"/>
                  </a:cubicBezTo>
                  <a:cubicBezTo>
                    <a:pt x="4602" y="26393"/>
                    <a:pt x="5144" y="24696"/>
                    <a:pt x="5392" y="23302"/>
                  </a:cubicBezTo>
                  <a:cubicBezTo>
                    <a:pt x="5926" y="24223"/>
                    <a:pt x="6481" y="25168"/>
                    <a:pt x="7322" y="25821"/>
                  </a:cubicBezTo>
                  <a:cubicBezTo>
                    <a:pt x="7869" y="26246"/>
                    <a:pt x="8571" y="26520"/>
                    <a:pt x="9253" y="26520"/>
                  </a:cubicBezTo>
                  <a:cubicBezTo>
                    <a:pt x="9620" y="26520"/>
                    <a:pt x="9981" y="26440"/>
                    <a:pt x="10309" y="26262"/>
                  </a:cubicBezTo>
                  <a:cubicBezTo>
                    <a:pt x="11135" y="25814"/>
                    <a:pt x="11502" y="24612"/>
                    <a:pt x="11021" y="23857"/>
                  </a:cubicBezTo>
                  <a:lnTo>
                    <a:pt x="11021" y="23857"/>
                  </a:lnTo>
                  <a:cubicBezTo>
                    <a:pt x="12207" y="25149"/>
                    <a:pt x="13955" y="25905"/>
                    <a:pt x="15707" y="25905"/>
                  </a:cubicBezTo>
                  <a:cubicBezTo>
                    <a:pt x="15965" y="25905"/>
                    <a:pt x="16222" y="25889"/>
                    <a:pt x="16478" y="25856"/>
                  </a:cubicBezTo>
                  <a:cubicBezTo>
                    <a:pt x="17898" y="25671"/>
                    <a:pt x="19484" y="24510"/>
                    <a:pt x="19100" y="23129"/>
                  </a:cubicBezTo>
                  <a:cubicBezTo>
                    <a:pt x="18845" y="22208"/>
                    <a:pt x="17859" y="21734"/>
                    <a:pt x="17002" y="21313"/>
                  </a:cubicBezTo>
                  <a:cubicBezTo>
                    <a:pt x="16145" y="20892"/>
                    <a:pt x="15206" y="20232"/>
                    <a:pt x="15211" y="19277"/>
                  </a:cubicBezTo>
                  <a:lnTo>
                    <a:pt x="15211" y="19277"/>
                  </a:lnTo>
                  <a:cubicBezTo>
                    <a:pt x="15693" y="19664"/>
                    <a:pt x="16311" y="19869"/>
                    <a:pt x="16928" y="19869"/>
                  </a:cubicBezTo>
                  <a:cubicBezTo>
                    <a:pt x="17255" y="19869"/>
                    <a:pt x="17581" y="19811"/>
                    <a:pt x="17887" y="19693"/>
                  </a:cubicBezTo>
                  <a:cubicBezTo>
                    <a:pt x="18770" y="19352"/>
                    <a:pt x="19441" y="18519"/>
                    <a:pt x="19590" y="17585"/>
                  </a:cubicBezTo>
                  <a:cubicBezTo>
                    <a:pt x="19825" y="16091"/>
                    <a:pt x="18793" y="14687"/>
                    <a:pt x="17634" y="13717"/>
                  </a:cubicBezTo>
                  <a:cubicBezTo>
                    <a:pt x="16474" y="12745"/>
                    <a:pt x="15104" y="11978"/>
                    <a:pt x="14224" y="10746"/>
                  </a:cubicBezTo>
                  <a:cubicBezTo>
                    <a:pt x="13305" y="9456"/>
                    <a:pt x="13042" y="7824"/>
                    <a:pt x="12814" y="6256"/>
                  </a:cubicBezTo>
                  <a:cubicBezTo>
                    <a:pt x="12583" y="4690"/>
                    <a:pt x="12340" y="3057"/>
                    <a:pt x="11444" y="1751"/>
                  </a:cubicBezTo>
                  <a:cubicBezTo>
                    <a:pt x="10755" y="745"/>
                    <a:pt x="9557" y="0"/>
                    <a:pt x="8380" y="0"/>
                  </a:cubicBezTo>
                  <a:close/>
                </a:path>
              </a:pathLst>
            </a:custGeom>
            <a:solidFill>
              <a:schemeClr val="tx1"/>
            </a:solidFill>
            <a:ln>
              <a:noFill/>
            </a:ln>
          </p:spPr>
          <p:txBody>
            <a:bodyPr spcFirstLastPara="1" wrap="square" lIns="121900" tIns="121900" rIns="121900" bIns="121900" anchor="ctr" anchorCtr="0">
              <a:noAutofit/>
            </a:bodyPr>
            <a:lstStyle/>
            <a:p>
              <a:endParaRPr sz="2400"/>
            </a:p>
          </p:txBody>
        </p:sp>
        <p:sp>
          <p:nvSpPr>
            <p:cNvPr id="142" name="Google Shape;1182;p33"/>
            <p:cNvSpPr/>
            <p:nvPr/>
          </p:nvSpPr>
          <p:spPr>
            <a:xfrm>
              <a:off x="7897876" y="2862810"/>
              <a:ext cx="68662" cy="137516"/>
            </a:xfrm>
            <a:custGeom>
              <a:avLst/>
              <a:gdLst/>
              <a:ahLst/>
              <a:cxnLst/>
              <a:rect l="l" t="t" r="r" b="b"/>
              <a:pathLst>
                <a:path w="2852" h="5712" extrusionOk="0">
                  <a:moveTo>
                    <a:pt x="126" y="1"/>
                  </a:moveTo>
                  <a:cubicBezTo>
                    <a:pt x="124" y="1"/>
                    <a:pt x="123" y="1"/>
                    <a:pt x="121" y="1"/>
                  </a:cubicBezTo>
                  <a:cubicBezTo>
                    <a:pt x="0" y="29"/>
                    <a:pt x="252" y="1450"/>
                    <a:pt x="993" y="3055"/>
                  </a:cubicBezTo>
                  <a:cubicBezTo>
                    <a:pt x="1704" y="4616"/>
                    <a:pt x="2586" y="5712"/>
                    <a:pt x="2729" y="5712"/>
                  </a:cubicBezTo>
                  <a:cubicBezTo>
                    <a:pt x="2733" y="5712"/>
                    <a:pt x="2737" y="5710"/>
                    <a:pt x="2740" y="5708"/>
                  </a:cubicBezTo>
                  <a:cubicBezTo>
                    <a:pt x="2851" y="5632"/>
                    <a:pt x="2131" y="4426"/>
                    <a:pt x="1417" y="2860"/>
                  </a:cubicBezTo>
                  <a:cubicBezTo>
                    <a:pt x="705" y="1319"/>
                    <a:pt x="263" y="1"/>
                    <a:pt x="126" y="1"/>
                  </a:cubicBezTo>
                  <a:close/>
                </a:path>
              </a:pathLst>
            </a:custGeom>
            <a:solidFill>
              <a:schemeClr val="tx2">
                <a:lumMod val="50000"/>
              </a:schemeClr>
            </a:solidFill>
            <a:ln>
              <a:noFill/>
            </a:ln>
          </p:spPr>
          <p:txBody>
            <a:bodyPr spcFirstLastPara="1" wrap="square" lIns="121900" tIns="121900" rIns="121900" bIns="121900" anchor="ctr" anchorCtr="0">
              <a:noAutofit/>
            </a:bodyPr>
            <a:lstStyle/>
            <a:p>
              <a:endParaRPr sz="2400"/>
            </a:p>
          </p:txBody>
        </p:sp>
        <p:sp>
          <p:nvSpPr>
            <p:cNvPr id="143" name="Google Shape;1183;p33"/>
            <p:cNvSpPr/>
            <p:nvPr/>
          </p:nvSpPr>
          <p:spPr>
            <a:xfrm>
              <a:off x="7905484" y="2871019"/>
              <a:ext cx="112310" cy="109589"/>
            </a:xfrm>
            <a:custGeom>
              <a:avLst/>
              <a:gdLst/>
              <a:ahLst/>
              <a:cxnLst/>
              <a:rect l="l" t="t" r="r" b="b"/>
              <a:pathLst>
                <a:path w="4665" h="4552" extrusionOk="0">
                  <a:moveTo>
                    <a:pt x="121" y="0"/>
                  </a:moveTo>
                  <a:cubicBezTo>
                    <a:pt x="117" y="0"/>
                    <a:pt x="114" y="1"/>
                    <a:pt x="110" y="3"/>
                  </a:cubicBezTo>
                  <a:cubicBezTo>
                    <a:pt x="1" y="54"/>
                    <a:pt x="610" y="1425"/>
                    <a:pt x="1898" y="2720"/>
                  </a:cubicBezTo>
                  <a:cubicBezTo>
                    <a:pt x="3084" y="3927"/>
                    <a:pt x="4342" y="4551"/>
                    <a:pt x="4562" y="4551"/>
                  </a:cubicBezTo>
                  <a:cubicBezTo>
                    <a:pt x="4580" y="4551"/>
                    <a:pt x="4590" y="4547"/>
                    <a:pt x="4594" y="4539"/>
                  </a:cubicBezTo>
                  <a:cubicBezTo>
                    <a:pt x="4664" y="4420"/>
                    <a:pt x="3456" y="3641"/>
                    <a:pt x="2231" y="2392"/>
                  </a:cubicBezTo>
                  <a:cubicBezTo>
                    <a:pt x="1029" y="1186"/>
                    <a:pt x="273" y="0"/>
                    <a:pt x="121" y="0"/>
                  </a:cubicBezTo>
                  <a:close/>
                </a:path>
              </a:pathLst>
            </a:custGeom>
            <a:solidFill>
              <a:schemeClr val="tx2">
                <a:lumMod val="50000"/>
              </a:schemeClr>
            </a:solidFill>
            <a:ln>
              <a:noFill/>
            </a:ln>
          </p:spPr>
          <p:txBody>
            <a:bodyPr spcFirstLastPara="1" wrap="square" lIns="121900" tIns="121900" rIns="121900" bIns="121900" anchor="ctr" anchorCtr="0">
              <a:noAutofit/>
            </a:bodyPr>
            <a:lstStyle/>
            <a:p>
              <a:endParaRPr sz="2400"/>
            </a:p>
          </p:txBody>
        </p:sp>
        <p:sp>
          <p:nvSpPr>
            <p:cNvPr id="144" name="Google Shape;1184;p33"/>
            <p:cNvSpPr/>
            <p:nvPr/>
          </p:nvSpPr>
          <p:spPr>
            <a:xfrm>
              <a:off x="7417212" y="2918830"/>
              <a:ext cx="31394" cy="73934"/>
            </a:xfrm>
            <a:custGeom>
              <a:avLst/>
              <a:gdLst/>
              <a:ahLst/>
              <a:cxnLst/>
              <a:rect l="l" t="t" r="r" b="b"/>
              <a:pathLst>
                <a:path w="1304" h="3071" extrusionOk="0">
                  <a:moveTo>
                    <a:pt x="273" y="1"/>
                  </a:moveTo>
                  <a:cubicBezTo>
                    <a:pt x="150" y="1"/>
                    <a:pt x="0" y="771"/>
                    <a:pt x="273" y="1672"/>
                  </a:cubicBezTo>
                  <a:cubicBezTo>
                    <a:pt x="527" y="2524"/>
                    <a:pt x="1032" y="3070"/>
                    <a:pt x="1173" y="3070"/>
                  </a:cubicBezTo>
                  <a:cubicBezTo>
                    <a:pt x="1182" y="3070"/>
                    <a:pt x="1190" y="3068"/>
                    <a:pt x="1196" y="3063"/>
                  </a:cubicBezTo>
                  <a:cubicBezTo>
                    <a:pt x="1304" y="2984"/>
                    <a:pt x="962" y="2359"/>
                    <a:pt x="722" y="1536"/>
                  </a:cubicBezTo>
                  <a:cubicBezTo>
                    <a:pt x="471" y="718"/>
                    <a:pt x="411" y="8"/>
                    <a:pt x="277" y="1"/>
                  </a:cubicBezTo>
                  <a:cubicBezTo>
                    <a:pt x="275" y="1"/>
                    <a:pt x="274" y="1"/>
                    <a:pt x="273" y="1"/>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45" name="Google Shape;1185;p33"/>
            <p:cNvSpPr/>
            <p:nvPr/>
          </p:nvSpPr>
          <p:spPr>
            <a:xfrm>
              <a:off x="7466131" y="2848774"/>
              <a:ext cx="76751" cy="40350"/>
            </a:xfrm>
            <a:custGeom>
              <a:avLst/>
              <a:gdLst/>
              <a:ahLst/>
              <a:cxnLst/>
              <a:rect l="l" t="t" r="r" b="b"/>
              <a:pathLst>
                <a:path w="3188" h="1676" extrusionOk="0">
                  <a:moveTo>
                    <a:pt x="3052" y="0"/>
                  </a:moveTo>
                  <a:cubicBezTo>
                    <a:pt x="2836" y="0"/>
                    <a:pt x="2200" y="252"/>
                    <a:pt x="1484" y="632"/>
                  </a:cubicBezTo>
                  <a:cubicBezTo>
                    <a:pt x="637" y="1079"/>
                    <a:pt x="0" y="1535"/>
                    <a:pt x="60" y="1649"/>
                  </a:cubicBezTo>
                  <a:cubicBezTo>
                    <a:pt x="70" y="1667"/>
                    <a:pt x="95" y="1675"/>
                    <a:pt x="135" y="1675"/>
                  </a:cubicBezTo>
                  <a:cubicBezTo>
                    <a:pt x="351" y="1675"/>
                    <a:pt x="987" y="1423"/>
                    <a:pt x="1701" y="1045"/>
                  </a:cubicBezTo>
                  <a:cubicBezTo>
                    <a:pt x="2549" y="596"/>
                    <a:pt x="3187" y="140"/>
                    <a:pt x="3125" y="26"/>
                  </a:cubicBezTo>
                  <a:cubicBezTo>
                    <a:pt x="3116" y="9"/>
                    <a:pt x="3091" y="0"/>
                    <a:pt x="3052" y="0"/>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46" name="Google Shape;1186;p33"/>
            <p:cNvSpPr/>
            <p:nvPr/>
          </p:nvSpPr>
          <p:spPr>
            <a:xfrm>
              <a:off x="7552172" y="2925908"/>
              <a:ext cx="59297" cy="32429"/>
            </a:xfrm>
            <a:custGeom>
              <a:avLst/>
              <a:gdLst/>
              <a:ahLst/>
              <a:cxnLst/>
              <a:rect l="l" t="t" r="r" b="b"/>
              <a:pathLst>
                <a:path w="2463" h="1347" extrusionOk="0">
                  <a:moveTo>
                    <a:pt x="2216" y="1"/>
                  </a:moveTo>
                  <a:cubicBezTo>
                    <a:pt x="1963" y="1"/>
                    <a:pt x="1526" y="94"/>
                    <a:pt x="1072" y="341"/>
                  </a:cubicBezTo>
                  <a:cubicBezTo>
                    <a:pt x="378" y="711"/>
                    <a:pt x="0" y="1245"/>
                    <a:pt x="92" y="1330"/>
                  </a:cubicBezTo>
                  <a:cubicBezTo>
                    <a:pt x="103" y="1341"/>
                    <a:pt x="119" y="1346"/>
                    <a:pt x="140" y="1346"/>
                  </a:cubicBezTo>
                  <a:cubicBezTo>
                    <a:pt x="300" y="1346"/>
                    <a:pt x="741" y="1047"/>
                    <a:pt x="1294" y="752"/>
                  </a:cubicBezTo>
                  <a:cubicBezTo>
                    <a:pt x="1914" y="414"/>
                    <a:pt x="2463" y="199"/>
                    <a:pt x="2437" y="68"/>
                  </a:cubicBezTo>
                  <a:cubicBezTo>
                    <a:pt x="2429" y="26"/>
                    <a:pt x="2348" y="1"/>
                    <a:pt x="2216" y="1"/>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47" name="Google Shape;1187;p33"/>
            <p:cNvSpPr/>
            <p:nvPr/>
          </p:nvSpPr>
          <p:spPr>
            <a:xfrm>
              <a:off x="7681618" y="2845043"/>
              <a:ext cx="32068" cy="91220"/>
            </a:xfrm>
            <a:custGeom>
              <a:avLst/>
              <a:gdLst/>
              <a:ahLst/>
              <a:cxnLst/>
              <a:rect l="l" t="t" r="r" b="b"/>
              <a:pathLst>
                <a:path w="1332" h="3789" extrusionOk="0">
                  <a:moveTo>
                    <a:pt x="133" y="0"/>
                  </a:moveTo>
                  <a:cubicBezTo>
                    <a:pt x="130" y="0"/>
                    <a:pt x="127" y="0"/>
                    <a:pt x="125" y="1"/>
                  </a:cubicBezTo>
                  <a:cubicBezTo>
                    <a:pt x="1" y="36"/>
                    <a:pt x="141" y="912"/>
                    <a:pt x="441" y="1957"/>
                  </a:cubicBezTo>
                  <a:cubicBezTo>
                    <a:pt x="734" y="2983"/>
                    <a:pt x="1069" y="3789"/>
                    <a:pt x="1199" y="3789"/>
                  </a:cubicBezTo>
                  <a:cubicBezTo>
                    <a:pt x="1202" y="3789"/>
                    <a:pt x="1205" y="3789"/>
                    <a:pt x="1207" y="3788"/>
                  </a:cubicBezTo>
                  <a:cubicBezTo>
                    <a:pt x="1331" y="3752"/>
                    <a:pt x="1189" y="2875"/>
                    <a:pt x="890" y="1830"/>
                  </a:cubicBezTo>
                  <a:cubicBezTo>
                    <a:pt x="598" y="806"/>
                    <a:pt x="263" y="0"/>
                    <a:pt x="133" y="0"/>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48" name="Google Shape;1188;p33"/>
            <p:cNvSpPr/>
            <p:nvPr/>
          </p:nvSpPr>
          <p:spPr>
            <a:xfrm>
              <a:off x="7682437" y="3083304"/>
              <a:ext cx="81999" cy="18995"/>
            </a:xfrm>
            <a:custGeom>
              <a:avLst/>
              <a:gdLst/>
              <a:ahLst/>
              <a:cxnLst/>
              <a:rect l="l" t="t" r="r" b="b"/>
              <a:pathLst>
                <a:path w="3406" h="789" extrusionOk="0">
                  <a:moveTo>
                    <a:pt x="1477" y="1"/>
                  </a:moveTo>
                  <a:cubicBezTo>
                    <a:pt x="603" y="1"/>
                    <a:pt x="0" y="388"/>
                    <a:pt x="60" y="485"/>
                  </a:cubicBezTo>
                  <a:cubicBezTo>
                    <a:pt x="72" y="514"/>
                    <a:pt x="121" y="524"/>
                    <a:pt x="201" y="524"/>
                  </a:cubicBezTo>
                  <a:cubicBezTo>
                    <a:pt x="399" y="524"/>
                    <a:pt x="787" y="459"/>
                    <a:pt x="1262" y="459"/>
                  </a:cubicBezTo>
                  <a:cubicBezTo>
                    <a:pt x="1402" y="459"/>
                    <a:pt x="1551" y="465"/>
                    <a:pt x="1704" y="480"/>
                  </a:cubicBezTo>
                  <a:cubicBezTo>
                    <a:pt x="2459" y="536"/>
                    <a:pt x="3056" y="788"/>
                    <a:pt x="3257" y="788"/>
                  </a:cubicBezTo>
                  <a:cubicBezTo>
                    <a:pt x="3291" y="788"/>
                    <a:pt x="3313" y="781"/>
                    <a:pt x="3324" y="765"/>
                  </a:cubicBezTo>
                  <a:cubicBezTo>
                    <a:pt x="3405" y="672"/>
                    <a:pt x="2760" y="96"/>
                    <a:pt x="1743" y="13"/>
                  </a:cubicBezTo>
                  <a:cubicBezTo>
                    <a:pt x="1652" y="4"/>
                    <a:pt x="1563" y="1"/>
                    <a:pt x="1477" y="1"/>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49" name="Google Shape;1189;p33"/>
            <p:cNvSpPr/>
            <p:nvPr/>
          </p:nvSpPr>
          <p:spPr>
            <a:xfrm>
              <a:off x="7825895" y="3005160"/>
              <a:ext cx="44876" cy="73886"/>
            </a:xfrm>
            <a:custGeom>
              <a:avLst/>
              <a:gdLst/>
              <a:ahLst/>
              <a:cxnLst/>
              <a:rect l="l" t="t" r="r" b="b"/>
              <a:pathLst>
                <a:path w="1864" h="3069" extrusionOk="0">
                  <a:moveTo>
                    <a:pt x="132" y="0"/>
                  </a:moveTo>
                  <a:cubicBezTo>
                    <a:pt x="125" y="0"/>
                    <a:pt x="120" y="2"/>
                    <a:pt x="115" y="4"/>
                  </a:cubicBezTo>
                  <a:cubicBezTo>
                    <a:pt x="0" y="65"/>
                    <a:pt x="275" y="799"/>
                    <a:pt x="725" y="1644"/>
                  </a:cubicBezTo>
                  <a:cubicBezTo>
                    <a:pt x="1158" y="2452"/>
                    <a:pt x="1594" y="3068"/>
                    <a:pt x="1732" y="3068"/>
                  </a:cubicBezTo>
                  <a:cubicBezTo>
                    <a:pt x="1738" y="3068"/>
                    <a:pt x="1744" y="3067"/>
                    <a:pt x="1749" y="3064"/>
                  </a:cubicBezTo>
                  <a:cubicBezTo>
                    <a:pt x="1863" y="3002"/>
                    <a:pt x="1589" y="2269"/>
                    <a:pt x="1138" y="1423"/>
                  </a:cubicBezTo>
                  <a:cubicBezTo>
                    <a:pt x="706" y="616"/>
                    <a:pt x="269" y="0"/>
                    <a:pt x="132" y="0"/>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50" name="Google Shape;1190;p33"/>
            <p:cNvSpPr/>
            <p:nvPr/>
          </p:nvSpPr>
          <p:spPr>
            <a:xfrm>
              <a:off x="7908758" y="3131019"/>
              <a:ext cx="76992" cy="44491"/>
            </a:xfrm>
            <a:custGeom>
              <a:avLst/>
              <a:gdLst/>
              <a:ahLst/>
              <a:cxnLst/>
              <a:rect l="l" t="t" r="r" b="b"/>
              <a:pathLst>
                <a:path w="3198" h="1848" extrusionOk="0">
                  <a:moveTo>
                    <a:pt x="3068" y="0"/>
                  </a:moveTo>
                  <a:cubicBezTo>
                    <a:pt x="2862" y="0"/>
                    <a:pt x="2212" y="292"/>
                    <a:pt x="1480" y="722"/>
                  </a:cubicBezTo>
                  <a:cubicBezTo>
                    <a:pt x="634" y="1220"/>
                    <a:pt x="0" y="1714"/>
                    <a:pt x="66" y="1825"/>
                  </a:cubicBezTo>
                  <a:cubicBezTo>
                    <a:pt x="75" y="1841"/>
                    <a:pt x="96" y="1848"/>
                    <a:pt x="128" y="1848"/>
                  </a:cubicBezTo>
                  <a:cubicBezTo>
                    <a:pt x="334" y="1848"/>
                    <a:pt x="986" y="1555"/>
                    <a:pt x="1718" y="1125"/>
                  </a:cubicBezTo>
                  <a:cubicBezTo>
                    <a:pt x="2564" y="629"/>
                    <a:pt x="3198" y="134"/>
                    <a:pt x="3131" y="23"/>
                  </a:cubicBezTo>
                  <a:cubicBezTo>
                    <a:pt x="3122" y="8"/>
                    <a:pt x="3100" y="0"/>
                    <a:pt x="3068" y="0"/>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51" name="Google Shape;1191;p33"/>
            <p:cNvSpPr/>
            <p:nvPr/>
          </p:nvSpPr>
          <p:spPr>
            <a:xfrm>
              <a:off x="8090566" y="2957565"/>
              <a:ext cx="56311" cy="48463"/>
            </a:xfrm>
            <a:custGeom>
              <a:avLst/>
              <a:gdLst/>
              <a:ahLst/>
              <a:cxnLst/>
              <a:rect l="l" t="t" r="r" b="b"/>
              <a:pathLst>
                <a:path w="2339" h="2013" extrusionOk="0">
                  <a:moveTo>
                    <a:pt x="2209" y="0"/>
                  </a:moveTo>
                  <a:cubicBezTo>
                    <a:pt x="2046" y="0"/>
                    <a:pt x="1547" y="346"/>
                    <a:pt x="1013" y="835"/>
                  </a:cubicBezTo>
                  <a:cubicBezTo>
                    <a:pt x="415" y="1382"/>
                    <a:pt x="1" y="1903"/>
                    <a:pt x="89" y="1998"/>
                  </a:cubicBezTo>
                  <a:cubicBezTo>
                    <a:pt x="98" y="2008"/>
                    <a:pt x="113" y="2013"/>
                    <a:pt x="132" y="2013"/>
                  </a:cubicBezTo>
                  <a:cubicBezTo>
                    <a:pt x="295" y="2013"/>
                    <a:pt x="795" y="1668"/>
                    <a:pt x="1328" y="1180"/>
                  </a:cubicBezTo>
                  <a:cubicBezTo>
                    <a:pt x="1926" y="631"/>
                    <a:pt x="2339" y="110"/>
                    <a:pt x="2252" y="15"/>
                  </a:cubicBezTo>
                  <a:cubicBezTo>
                    <a:pt x="2243" y="5"/>
                    <a:pt x="2228" y="0"/>
                    <a:pt x="2209" y="0"/>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52" name="Google Shape;1192;p33"/>
            <p:cNvSpPr/>
            <p:nvPr/>
          </p:nvSpPr>
          <p:spPr>
            <a:xfrm>
              <a:off x="8076410" y="2745208"/>
              <a:ext cx="12375" cy="91148"/>
            </a:xfrm>
            <a:custGeom>
              <a:avLst/>
              <a:gdLst/>
              <a:ahLst/>
              <a:cxnLst/>
              <a:rect l="l" t="t" r="r" b="b"/>
              <a:pathLst>
                <a:path w="514" h="3786" extrusionOk="0">
                  <a:moveTo>
                    <a:pt x="297" y="1"/>
                  </a:moveTo>
                  <a:cubicBezTo>
                    <a:pt x="168" y="1"/>
                    <a:pt x="46" y="844"/>
                    <a:pt x="24" y="1888"/>
                  </a:cubicBezTo>
                  <a:cubicBezTo>
                    <a:pt x="1" y="2933"/>
                    <a:pt x="87" y="3784"/>
                    <a:pt x="216" y="3786"/>
                  </a:cubicBezTo>
                  <a:cubicBezTo>
                    <a:pt x="216" y="3786"/>
                    <a:pt x="217" y="3786"/>
                    <a:pt x="217" y="3786"/>
                  </a:cubicBezTo>
                  <a:cubicBezTo>
                    <a:pt x="346" y="3786"/>
                    <a:pt x="468" y="2943"/>
                    <a:pt x="491" y="1898"/>
                  </a:cubicBezTo>
                  <a:cubicBezTo>
                    <a:pt x="513" y="853"/>
                    <a:pt x="427" y="4"/>
                    <a:pt x="298" y="1"/>
                  </a:cubicBezTo>
                  <a:cubicBezTo>
                    <a:pt x="298" y="1"/>
                    <a:pt x="297" y="1"/>
                    <a:pt x="297" y="1"/>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53" name="Google Shape;1193;p33"/>
            <p:cNvSpPr/>
            <p:nvPr/>
          </p:nvSpPr>
          <p:spPr>
            <a:xfrm>
              <a:off x="8176173" y="2748650"/>
              <a:ext cx="61319" cy="52002"/>
            </a:xfrm>
            <a:custGeom>
              <a:avLst/>
              <a:gdLst/>
              <a:ahLst/>
              <a:cxnLst/>
              <a:rect l="l" t="t" r="r" b="b"/>
              <a:pathLst>
                <a:path w="2547" h="2160" extrusionOk="0">
                  <a:moveTo>
                    <a:pt x="2421" y="0"/>
                  </a:moveTo>
                  <a:cubicBezTo>
                    <a:pt x="2254" y="0"/>
                    <a:pt x="1709" y="377"/>
                    <a:pt x="1118" y="906"/>
                  </a:cubicBezTo>
                  <a:cubicBezTo>
                    <a:pt x="463" y="1495"/>
                    <a:pt x="1" y="2051"/>
                    <a:pt x="88" y="2145"/>
                  </a:cubicBezTo>
                  <a:cubicBezTo>
                    <a:pt x="96" y="2155"/>
                    <a:pt x="110" y="2160"/>
                    <a:pt x="129" y="2160"/>
                  </a:cubicBezTo>
                  <a:cubicBezTo>
                    <a:pt x="295" y="2160"/>
                    <a:pt x="841" y="1784"/>
                    <a:pt x="1430" y="1254"/>
                  </a:cubicBezTo>
                  <a:cubicBezTo>
                    <a:pt x="2086" y="666"/>
                    <a:pt x="2547" y="111"/>
                    <a:pt x="2462" y="14"/>
                  </a:cubicBezTo>
                  <a:cubicBezTo>
                    <a:pt x="2453" y="5"/>
                    <a:pt x="2439" y="0"/>
                    <a:pt x="2421" y="0"/>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54" name="Google Shape;1194;p33"/>
            <p:cNvSpPr/>
            <p:nvPr/>
          </p:nvSpPr>
          <p:spPr>
            <a:xfrm>
              <a:off x="8155397" y="2588678"/>
              <a:ext cx="43889" cy="48294"/>
            </a:xfrm>
            <a:custGeom>
              <a:avLst/>
              <a:gdLst/>
              <a:ahLst/>
              <a:cxnLst/>
              <a:rect l="l" t="t" r="r" b="b"/>
              <a:pathLst>
                <a:path w="1823" h="2006" extrusionOk="0">
                  <a:moveTo>
                    <a:pt x="136" y="1"/>
                  </a:moveTo>
                  <a:cubicBezTo>
                    <a:pt x="121" y="1"/>
                    <a:pt x="109" y="4"/>
                    <a:pt x="100" y="12"/>
                  </a:cubicBezTo>
                  <a:cubicBezTo>
                    <a:pt x="0" y="94"/>
                    <a:pt x="283" y="603"/>
                    <a:pt x="730" y="1152"/>
                  </a:cubicBezTo>
                  <a:cubicBezTo>
                    <a:pt x="1138" y="1649"/>
                    <a:pt x="1542" y="2005"/>
                    <a:pt x="1687" y="2005"/>
                  </a:cubicBezTo>
                  <a:cubicBezTo>
                    <a:pt x="1702" y="2005"/>
                    <a:pt x="1714" y="2002"/>
                    <a:pt x="1723" y="1994"/>
                  </a:cubicBezTo>
                  <a:cubicBezTo>
                    <a:pt x="1822" y="1913"/>
                    <a:pt x="1540" y="1403"/>
                    <a:pt x="1093" y="855"/>
                  </a:cubicBezTo>
                  <a:cubicBezTo>
                    <a:pt x="685" y="358"/>
                    <a:pt x="281" y="1"/>
                    <a:pt x="136" y="1"/>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55" name="Google Shape;1195;p33"/>
            <p:cNvSpPr/>
            <p:nvPr/>
          </p:nvSpPr>
          <p:spPr>
            <a:xfrm>
              <a:off x="8310459" y="2550207"/>
              <a:ext cx="80073" cy="72177"/>
            </a:xfrm>
            <a:custGeom>
              <a:avLst/>
              <a:gdLst/>
              <a:ahLst/>
              <a:cxnLst/>
              <a:rect l="l" t="t" r="r" b="b"/>
              <a:pathLst>
                <a:path w="3326" h="2998" extrusionOk="0">
                  <a:moveTo>
                    <a:pt x="3209" y="0"/>
                  </a:moveTo>
                  <a:cubicBezTo>
                    <a:pt x="3040" y="0"/>
                    <a:pt x="2311" y="565"/>
                    <a:pt x="1503" y="1329"/>
                  </a:cubicBezTo>
                  <a:cubicBezTo>
                    <a:pt x="633" y="2150"/>
                    <a:pt x="1" y="2893"/>
                    <a:pt x="89" y="2988"/>
                  </a:cubicBezTo>
                  <a:cubicBezTo>
                    <a:pt x="95" y="2995"/>
                    <a:pt x="105" y="2998"/>
                    <a:pt x="117" y="2998"/>
                  </a:cubicBezTo>
                  <a:cubicBezTo>
                    <a:pt x="286" y="2998"/>
                    <a:pt x="1015" y="2433"/>
                    <a:pt x="1823" y="1669"/>
                  </a:cubicBezTo>
                  <a:cubicBezTo>
                    <a:pt x="2694" y="847"/>
                    <a:pt x="3326" y="104"/>
                    <a:pt x="3237" y="10"/>
                  </a:cubicBezTo>
                  <a:cubicBezTo>
                    <a:pt x="3231" y="3"/>
                    <a:pt x="3222" y="0"/>
                    <a:pt x="3209" y="0"/>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56" name="Google Shape;1196;p33"/>
            <p:cNvSpPr/>
            <p:nvPr/>
          </p:nvSpPr>
          <p:spPr>
            <a:xfrm>
              <a:off x="8195023" y="2453718"/>
              <a:ext cx="65990" cy="87031"/>
            </a:xfrm>
            <a:custGeom>
              <a:avLst/>
              <a:gdLst/>
              <a:ahLst/>
              <a:cxnLst/>
              <a:rect l="l" t="t" r="r" b="b"/>
              <a:pathLst>
                <a:path w="2741" h="3615" extrusionOk="0">
                  <a:moveTo>
                    <a:pt x="124" y="1"/>
                  </a:moveTo>
                  <a:cubicBezTo>
                    <a:pt x="117" y="1"/>
                    <a:pt x="111" y="2"/>
                    <a:pt x="106" y="6"/>
                  </a:cubicBezTo>
                  <a:cubicBezTo>
                    <a:pt x="0" y="81"/>
                    <a:pt x="480" y="948"/>
                    <a:pt x="1179" y="1942"/>
                  </a:cubicBezTo>
                  <a:cubicBezTo>
                    <a:pt x="1846" y="2891"/>
                    <a:pt x="2469" y="3615"/>
                    <a:pt x="2617" y="3615"/>
                  </a:cubicBezTo>
                  <a:cubicBezTo>
                    <a:pt x="2625" y="3615"/>
                    <a:pt x="2631" y="3613"/>
                    <a:pt x="2636" y="3610"/>
                  </a:cubicBezTo>
                  <a:cubicBezTo>
                    <a:pt x="2740" y="3536"/>
                    <a:pt x="2260" y="2669"/>
                    <a:pt x="1561" y="1675"/>
                  </a:cubicBezTo>
                  <a:cubicBezTo>
                    <a:pt x="896" y="724"/>
                    <a:pt x="272" y="1"/>
                    <a:pt x="124" y="1"/>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57" name="Google Shape;1197;p33"/>
            <p:cNvSpPr/>
            <p:nvPr/>
          </p:nvSpPr>
          <p:spPr>
            <a:xfrm>
              <a:off x="8285783" y="2306626"/>
              <a:ext cx="66977" cy="82144"/>
            </a:xfrm>
            <a:custGeom>
              <a:avLst/>
              <a:gdLst/>
              <a:ahLst/>
              <a:cxnLst/>
              <a:rect l="l" t="t" r="r" b="b"/>
              <a:pathLst>
                <a:path w="2782" h="3412" extrusionOk="0">
                  <a:moveTo>
                    <a:pt x="117" y="1"/>
                  </a:moveTo>
                  <a:cubicBezTo>
                    <a:pt x="103" y="1"/>
                    <a:pt x="93" y="5"/>
                    <a:pt x="87" y="12"/>
                  </a:cubicBezTo>
                  <a:cubicBezTo>
                    <a:pt x="0" y="113"/>
                    <a:pt x="659" y="801"/>
                    <a:pt x="1357" y="1727"/>
                  </a:cubicBezTo>
                  <a:cubicBezTo>
                    <a:pt x="2038" y="2615"/>
                    <a:pt x="2512" y="3411"/>
                    <a:pt x="2654" y="3411"/>
                  </a:cubicBezTo>
                  <a:cubicBezTo>
                    <a:pt x="2659" y="3411"/>
                    <a:pt x="2663" y="3410"/>
                    <a:pt x="2667" y="3408"/>
                  </a:cubicBezTo>
                  <a:cubicBezTo>
                    <a:pt x="2781" y="3361"/>
                    <a:pt x="2468" y="2411"/>
                    <a:pt x="1730" y="1442"/>
                  </a:cubicBezTo>
                  <a:cubicBezTo>
                    <a:pt x="1051" y="545"/>
                    <a:pt x="291" y="1"/>
                    <a:pt x="117" y="1"/>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58" name="Google Shape;1198;p33"/>
            <p:cNvSpPr/>
            <p:nvPr/>
          </p:nvSpPr>
          <p:spPr>
            <a:xfrm>
              <a:off x="8172490" y="2284959"/>
              <a:ext cx="57371" cy="82698"/>
            </a:xfrm>
            <a:custGeom>
              <a:avLst/>
              <a:gdLst/>
              <a:ahLst/>
              <a:cxnLst/>
              <a:rect l="l" t="t" r="r" b="b"/>
              <a:pathLst>
                <a:path w="2383" h="3435" extrusionOk="0">
                  <a:moveTo>
                    <a:pt x="2256" y="1"/>
                  </a:moveTo>
                  <a:cubicBezTo>
                    <a:pt x="2114" y="1"/>
                    <a:pt x="1567" y="692"/>
                    <a:pt x="995" y="1593"/>
                  </a:cubicBezTo>
                  <a:cubicBezTo>
                    <a:pt x="396" y="2538"/>
                    <a:pt x="0" y="3361"/>
                    <a:pt x="110" y="3430"/>
                  </a:cubicBezTo>
                  <a:cubicBezTo>
                    <a:pt x="115" y="3433"/>
                    <a:pt x="121" y="3435"/>
                    <a:pt x="128" y="3435"/>
                  </a:cubicBezTo>
                  <a:cubicBezTo>
                    <a:pt x="272" y="3435"/>
                    <a:pt x="820" y="2745"/>
                    <a:pt x="1390" y="1843"/>
                  </a:cubicBezTo>
                  <a:cubicBezTo>
                    <a:pt x="1988" y="897"/>
                    <a:pt x="2383" y="74"/>
                    <a:pt x="2273" y="6"/>
                  </a:cubicBezTo>
                  <a:cubicBezTo>
                    <a:pt x="2269" y="3"/>
                    <a:pt x="2263" y="1"/>
                    <a:pt x="2256" y="1"/>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59" name="Google Shape;1199;p33"/>
            <p:cNvSpPr/>
            <p:nvPr/>
          </p:nvSpPr>
          <p:spPr>
            <a:xfrm>
              <a:off x="8292451" y="2106811"/>
              <a:ext cx="28505" cy="78436"/>
            </a:xfrm>
            <a:custGeom>
              <a:avLst/>
              <a:gdLst/>
              <a:ahLst/>
              <a:cxnLst/>
              <a:rect l="l" t="t" r="r" b="b"/>
              <a:pathLst>
                <a:path w="1184" h="3258" extrusionOk="0">
                  <a:moveTo>
                    <a:pt x="1049" y="1"/>
                  </a:moveTo>
                  <a:cubicBezTo>
                    <a:pt x="912" y="1"/>
                    <a:pt x="409" y="604"/>
                    <a:pt x="212" y="1522"/>
                  </a:cubicBezTo>
                  <a:cubicBezTo>
                    <a:pt x="0" y="2475"/>
                    <a:pt x="232" y="3257"/>
                    <a:pt x="354" y="3257"/>
                  </a:cubicBezTo>
                  <a:cubicBezTo>
                    <a:pt x="356" y="3257"/>
                    <a:pt x="358" y="3257"/>
                    <a:pt x="360" y="3257"/>
                  </a:cubicBezTo>
                  <a:cubicBezTo>
                    <a:pt x="494" y="3237"/>
                    <a:pt x="471" y="2492"/>
                    <a:pt x="669" y="1622"/>
                  </a:cubicBezTo>
                  <a:cubicBezTo>
                    <a:pt x="853" y="748"/>
                    <a:pt x="1183" y="81"/>
                    <a:pt x="1069" y="7"/>
                  </a:cubicBezTo>
                  <a:cubicBezTo>
                    <a:pt x="1064" y="3"/>
                    <a:pt x="1057" y="1"/>
                    <a:pt x="1049" y="1"/>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60" name="Google Shape;1200;p33"/>
            <p:cNvSpPr/>
            <p:nvPr/>
          </p:nvSpPr>
          <p:spPr>
            <a:xfrm>
              <a:off x="8402735" y="2185027"/>
              <a:ext cx="48367" cy="56865"/>
            </a:xfrm>
            <a:custGeom>
              <a:avLst/>
              <a:gdLst/>
              <a:ahLst/>
              <a:cxnLst/>
              <a:rect l="l" t="t" r="r" b="b"/>
              <a:pathLst>
                <a:path w="2009" h="2362" extrusionOk="0">
                  <a:moveTo>
                    <a:pt x="1877" y="0"/>
                  </a:moveTo>
                  <a:cubicBezTo>
                    <a:pt x="1732" y="0"/>
                    <a:pt x="1281" y="439"/>
                    <a:pt x="820" y="1038"/>
                  </a:cubicBezTo>
                  <a:cubicBezTo>
                    <a:pt x="322" y="1686"/>
                    <a:pt x="0" y="2274"/>
                    <a:pt x="103" y="2352"/>
                  </a:cubicBezTo>
                  <a:cubicBezTo>
                    <a:pt x="111" y="2358"/>
                    <a:pt x="121" y="2361"/>
                    <a:pt x="133" y="2361"/>
                  </a:cubicBezTo>
                  <a:cubicBezTo>
                    <a:pt x="280" y="2361"/>
                    <a:pt x="730" y="1921"/>
                    <a:pt x="1191" y="1324"/>
                  </a:cubicBezTo>
                  <a:cubicBezTo>
                    <a:pt x="1689" y="675"/>
                    <a:pt x="2009" y="88"/>
                    <a:pt x="1906" y="9"/>
                  </a:cubicBezTo>
                  <a:cubicBezTo>
                    <a:pt x="1898" y="3"/>
                    <a:pt x="1889" y="0"/>
                    <a:pt x="1877" y="0"/>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61" name="Google Shape;1201;p33"/>
            <p:cNvSpPr/>
            <p:nvPr/>
          </p:nvSpPr>
          <p:spPr>
            <a:xfrm>
              <a:off x="8432443" y="2311007"/>
              <a:ext cx="53446" cy="56119"/>
            </a:xfrm>
            <a:custGeom>
              <a:avLst/>
              <a:gdLst/>
              <a:ahLst/>
              <a:cxnLst/>
              <a:rect l="l" t="t" r="r" b="b"/>
              <a:pathLst>
                <a:path w="2220" h="2331" extrusionOk="0">
                  <a:moveTo>
                    <a:pt x="2091" y="1"/>
                  </a:moveTo>
                  <a:cubicBezTo>
                    <a:pt x="1938" y="1"/>
                    <a:pt x="1448" y="426"/>
                    <a:pt x="935" y="1012"/>
                  </a:cubicBezTo>
                  <a:cubicBezTo>
                    <a:pt x="375" y="1649"/>
                    <a:pt x="1" y="2235"/>
                    <a:pt x="97" y="2320"/>
                  </a:cubicBezTo>
                  <a:cubicBezTo>
                    <a:pt x="105" y="2327"/>
                    <a:pt x="116" y="2330"/>
                    <a:pt x="130" y="2330"/>
                  </a:cubicBezTo>
                  <a:cubicBezTo>
                    <a:pt x="283" y="2330"/>
                    <a:pt x="773" y="1905"/>
                    <a:pt x="1286" y="1319"/>
                  </a:cubicBezTo>
                  <a:cubicBezTo>
                    <a:pt x="1846" y="682"/>
                    <a:pt x="2220" y="98"/>
                    <a:pt x="2124" y="11"/>
                  </a:cubicBezTo>
                  <a:cubicBezTo>
                    <a:pt x="2116" y="4"/>
                    <a:pt x="2105" y="1"/>
                    <a:pt x="2091" y="1"/>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62" name="Google Shape;1202;p33"/>
            <p:cNvSpPr/>
            <p:nvPr/>
          </p:nvSpPr>
          <p:spPr>
            <a:xfrm>
              <a:off x="8334364" y="2001968"/>
              <a:ext cx="61271" cy="82987"/>
            </a:xfrm>
            <a:custGeom>
              <a:avLst/>
              <a:gdLst/>
              <a:ahLst/>
              <a:cxnLst/>
              <a:rect l="l" t="t" r="r" b="b"/>
              <a:pathLst>
                <a:path w="2545" h="3447" extrusionOk="0">
                  <a:moveTo>
                    <a:pt x="127" y="1"/>
                  </a:moveTo>
                  <a:cubicBezTo>
                    <a:pt x="120" y="1"/>
                    <a:pt x="113" y="2"/>
                    <a:pt x="109" y="6"/>
                  </a:cubicBezTo>
                  <a:cubicBezTo>
                    <a:pt x="1" y="77"/>
                    <a:pt x="435" y="907"/>
                    <a:pt x="1078" y="1856"/>
                  </a:cubicBezTo>
                  <a:cubicBezTo>
                    <a:pt x="1693" y="2759"/>
                    <a:pt x="2273" y="3446"/>
                    <a:pt x="2418" y="3446"/>
                  </a:cubicBezTo>
                  <a:cubicBezTo>
                    <a:pt x="2426" y="3446"/>
                    <a:pt x="2432" y="3445"/>
                    <a:pt x="2437" y="3441"/>
                  </a:cubicBezTo>
                  <a:cubicBezTo>
                    <a:pt x="2545" y="3369"/>
                    <a:pt x="2110" y="2541"/>
                    <a:pt x="1467" y="1593"/>
                  </a:cubicBezTo>
                  <a:cubicBezTo>
                    <a:pt x="852" y="688"/>
                    <a:pt x="271" y="1"/>
                    <a:pt x="127" y="1"/>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63" name="Google Shape;1203;p33"/>
            <p:cNvSpPr/>
            <p:nvPr/>
          </p:nvSpPr>
          <p:spPr>
            <a:xfrm>
              <a:off x="8441928" y="1985260"/>
              <a:ext cx="35751" cy="61102"/>
            </a:xfrm>
            <a:custGeom>
              <a:avLst/>
              <a:gdLst/>
              <a:ahLst/>
              <a:cxnLst/>
              <a:rect l="l" t="t" r="r" b="b"/>
              <a:pathLst>
                <a:path w="1485" h="2538" extrusionOk="0">
                  <a:moveTo>
                    <a:pt x="131" y="1"/>
                  </a:moveTo>
                  <a:cubicBezTo>
                    <a:pt x="117" y="1"/>
                    <a:pt x="106" y="4"/>
                    <a:pt x="98" y="12"/>
                  </a:cubicBezTo>
                  <a:cubicBezTo>
                    <a:pt x="0" y="102"/>
                    <a:pt x="345" y="624"/>
                    <a:pt x="678" y="1300"/>
                  </a:cubicBezTo>
                  <a:cubicBezTo>
                    <a:pt x="1011" y="1958"/>
                    <a:pt x="1221" y="2537"/>
                    <a:pt x="1353" y="2537"/>
                  </a:cubicBezTo>
                  <a:cubicBezTo>
                    <a:pt x="1355" y="2537"/>
                    <a:pt x="1358" y="2537"/>
                    <a:pt x="1361" y="2537"/>
                  </a:cubicBezTo>
                  <a:cubicBezTo>
                    <a:pt x="1485" y="2519"/>
                    <a:pt x="1468" y="1831"/>
                    <a:pt x="1096" y="1091"/>
                  </a:cubicBezTo>
                  <a:cubicBezTo>
                    <a:pt x="759" y="413"/>
                    <a:pt x="280" y="1"/>
                    <a:pt x="131" y="1"/>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64" name="Google Shape;1204;p33"/>
            <p:cNvSpPr/>
            <p:nvPr/>
          </p:nvSpPr>
          <p:spPr>
            <a:xfrm>
              <a:off x="8068393" y="2311103"/>
              <a:ext cx="11460" cy="60813"/>
            </a:xfrm>
            <a:custGeom>
              <a:avLst/>
              <a:gdLst/>
              <a:ahLst/>
              <a:cxnLst/>
              <a:rect l="l" t="t" r="r" b="b"/>
              <a:pathLst>
                <a:path w="476" h="2526" extrusionOk="0">
                  <a:moveTo>
                    <a:pt x="231" y="1"/>
                  </a:moveTo>
                  <a:cubicBezTo>
                    <a:pt x="102" y="2"/>
                    <a:pt x="1" y="567"/>
                    <a:pt x="4" y="1265"/>
                  </a:cubicBezTo>
                  <a:cubicBezTo>
                    <a:pt x="7" y="1962"/>
                    <a:pt x="115" y="2525"/>
                    <a:pt x="246" y="2525"/>
                  </a:cubicBezTo>
                  <a:cubicBezTo>
                    <a:pt x="375" y="2525"/>
                    <a:pt x="476" y="1959"/>
                    <a:pt x="471" y="1263"/>
                  </a:cubicBezTo>
                  <a:cubicBezTo>
                    <a:pt x="468" y="566"/>
                    <a:pt x="360" y="1"/>
                    <a:pt x="231" y="1"/>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65" name="Google Shape;1205;p33"/>
            <p:cNvSpPr/>
            <p:nvPr/>
          </p:nvSpPr>
          <p:spPr>
            <a:xfrm>
              <a:off x="8115218" y="2219887"/>
              <a:ext cx="15745" cy="34861"/>
            </a:xfrm>
            <a:custGeom>
              <a:avLst/>
              <a:gdLst/>
              <a:ahLst/>
              <a:cxnLst/>
              <a:rect l="l" t="t" r="r" b="b"/>
              <a:pathLst>
                <a:path w="654" h="1448" extrusionOk="0">
                  <a:moveTo>
                    <a:pt x="487" y="1"/>
                  </a:moveTo>
                  <a:cubicBezTo>
                    <a:pt x="364" y="1"/>
                    <a:pt x="195" y="289"/>
                    <a:pt x="100" y="668"/>
                  </a:cubicBezTo>
                  <a:cubicBezTo>
                    <a:pt x="0" y="1066"/>
                    <a:pt x="22" y="1414"/>
                    <a:pt x="147" y="1445"/>
                  </a:cubicBezTo>
                  <a:cubicBezTo>
                    <a:pt x="154" y="1447"/>
                    <a:pt x="160" y="1447"/>
                    <a:pt x="166" y="1447"/>
                  </a:cubicBezTo>
                  <a:cubicBezTo>
                    <a:pt x="290" y="1447"/>
                    <a:pt x="459" y="1159"/>
                    <a:pt x="554" y="780"/>
                  </a:cubicBezTo>
                  <a:cubicBezTo>
                    <a:pt x="654" y="382"/>
                    <a:pt x="632" y="34"/>
                    <a:pt x="507" y="3"/>
                  </a:cubicBezTo>
                  <a:cubicBezTo>
                    <a:pt x="500" y="1"/>
                    <a:pt x="494" y="1"/>
                    <a:pt x="487" y="1"/>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66" name="Google Shape;1206;p33"/>
            <p:cNvSpPr/>
            <p:nvPr/>
          </p:nvSpPr>
          <p:spPr>
            <a:xfrm>
              <a:off x="8486224" y="2791863"/>
              <a:ext cx="39868" cy="70588"/>
            </a:xfrm>
            <a:custGeom>
              <a:avLst/>
              <a:gdLst/>
              <a:ahLst/>
              <a:cxnLst/>
              <a:rect l="l" t="t" r="r" b="b"/>
              <a:pathLst>
                <a:path w="1656" h="2932" extrusionOk="0">
                  <a:moveTo>
                    <a:pt x="126" y="0"/>
                  </a:moveTo>
                  <a:cubicBezTo>
                    <a:pt x="106" y="0"/>
                    <a:pt x="92" y="6"/>
                    <a:pt x="86" y="17"/>
                  </a:cubicBezTo>
                  <a:cubicBezTo>
                    <a:pt x="1" y="125"/>
                    <a:pt x="517" y="628"/>
                    <a:pt x="840" y="1417"/>
                  </a:cubicBezTo>
                  <a:cubicBezTo>
                    <a:pt x="1181" y="2196"/>
                    <a:pt x="1186" y="2917"/>
                    <a:pt x="1322" y="2930"/>
                  </a:cubicBezTo>
                  <a:cubicBezTo>
                    <a:pt x="1324" y="2931"/>
                    <a:pt x="1326" y="2931"/>
                    <a:pt x="1329" y="2931"/>
                  </a:cubicBezTo>
                  <a:cubicBezTo>
                    <a:pt x="1449" y="2931"/>
                    <a:pt x="1655" y="2129"/>
                    <a:pt x="1271" y="1234"/>
                  </a:cubicBezTo>
                  <a:cubicBezTo>
                    <a:pt x="928" y="412"/>
                    <a:pt x="297" y="0"/>
                    <a:pt x="126" y="0"/>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67" name="Google Shape;1207;p33"/>
            <p:cNvSpPr/>
            <p:nvPr/>
          </p:nvSpPr>
          <p:spPr>
            <a:xfrm>
              <a:off x="8407718" y="2918252"/>
              <a:ext cx="30118" cy="44033"/>
            </a:xfrm>
            <a:custGeom>
              <a:avLst/>
              <a:gdLst/>
              <a:ahLst/>
              <a:cxnLst/>
              <a:rect l="l" t="t" r="r" b="b"/>
              <a:pathLst>
                <a:path w="1251" h="1829" extrusionOk="0">
                  <a:moveTo>
                    <a:pt x="141" y="1"/>
                  </a:moveTo>
                  <a:cubicBezTo>
                    <a:pt x="107" y="1"/>
                    <a:pt x="83" y="10"/>
                    <a:pt x="73" y="30"/>
                  </a:cubicBezTo>
                  <a:cubicBezTo>
                    <a:pt x="1" y="143"/>
                    <a:pt x="311" y="461"/>
                    <a:pt x="540" y="925"/>
                  </a:cubicBezTo>
                  <a:cubicBezTo>
                    <a:pt x="780" y="1382"/>
                    <a:pt x="855" y="1820"/>
                    <a:pt x="987" y="1828"/>
                  </a:cubicBezTo>
                  <a:cubicBezTo>
                    <a:pt x="989" y="1828"/>
                    <a:pt x="992" y="1828"/>
                    <a:pt x="994" y="1828"/>
                  </a:cubicBezTo>
                  <a:cubicBezTo>
                    <a:pt x="1116" y="1828"/>
                    <a:pt x="1251" y="1289"/>
                    <a:pt x="956" y="713"/>
                  </a:cubicBezTo>
                  <a:cubicBezTo>
                    <a:pt x="710" y="226"/>
                    <a:pt x="307" y="1"/>
                    <a:pt x="141" y="1"/>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68" name="Google Shape;1208;p33"/>
            <p:cNvSpPr/>
            <p:nvPr/>
          </p:nvSpPr>
          <p:spPr>
            <a:xfrm>
              <a:off x="8450330" y="2992545"/>
              <a:ext cx="57395" cy="82698"/>
            </a:xfrm>
            <a:custGeom>
              <a:avLst/>
              <a:gdLst/>
              <a:ahLst/>
              <a:cxnLst/>
              <a:rect l="l" t="t" r="r" b="b"/>
              <a:pathLst>
                <a:path w="2384" h="3435" extrusionOk="0">
                  <a:moveTo>
                    <a:pt x="2256" y="1"/>
                  </a:moveTo>
                  <a:cubicBezTo>
                    <a:pt x="2112" y="1"/>
                    <a:pt x="1566" y="691"/>
                    <a:pt x="994" y="1593"/>
                  </a:cubicBezTo>
                  <a:cubicBezTo>
                    <a:pt x="396" y="2538"/>
                    <a:pt x="1" y="3361"/>
                    <a:pt x="110" y="3430"/>
                  </a:cubicBezTo>
                  <a:cubicBezTo>
                    <a:pt x="115" y="3433"/>
                    <a:pt x="121" y="3434"/>
                    <a:pt x="128" y="3434"/>
                  </a:cubicBezTo>
                  <a:cubicBezTo>
                    <a:pt x="271" y="3434"/>
                    <a:pt x="819" y="2744"/>
                    <a:pt x="1389" y="1843"/>
                  </a:cubicBezTo>
                  <a:cubicBezTo>
                    <a:pt x="1986" y="897"/>
                    <a:pt x="2383" y="74"/>
                    <a:pt x="2274" y="6"/>
                  </a:cubicBezTo>
                  <a:cubicBezTo>
                    <a:pt x="2269" y="3"/>
                    <a:pt x="2263" y="1"/>
                    <a:pt x="2256" y="1"/>
                  </a:cubicBezTo>
                  <a:close/>
                </a:path>
              </a:pathLst>
            </a:custGeom>
            <a:solidFill>
              <a:schemeClr val="accent4">
                <a:lumMod val="60000"/>
                <a:lumOff val="40000"/>
              </a:schemeClr>
            </a:solidFill>
            <a:ln>
              <a:noFill/>
            </a:ln>
          </p:spPr>
          <p:txBody>
            <a:bodyPr spcFirstLastPara="1" wrap="square" lIns="121900" tIns="121900" rIns="121900" bIns="121900" anchor="ctr" anchorCtr="0">
              <a:noAutofit/>
            </a:bodyPr>
            <a:lstStyle/>
            <a:p>
              <a:endParaRPr sz="2400"/>
            </a:p>
          </p:txBody>
        </p:sp>
        <p:sp>
          <p:nvSpPr>
            <p:cNvPr id="169" name="Google Shape;1209;p33"/>
            <p:cNvSpPr/>
            <p:nvPr/>
          </p:nvSpPr>
          <p:spPr>
            <a:xfrm>
              <a:off x="8490389" y="3126229"/>
              <a:ext cx="38038" cy="23738"/>
            </a:xfrm>
            <a:custGeom>
              <a:avLst/>
              <a:gdLst/>
              <a:ahLst/>
              <a:cxnLst/>
              <a:rect l="l" t="t" r="r" b="b"/>
              <a:pathLst>
                <a:path w="1580" h="986" extrusionOk="0">
                  <a:moveTo>
                    <a:pt x="1400" y="0"/>
                  </a:moveTo>
                  <a:cubicBezTo>
                    <a:pt x="1245" y="0"/>
                    <a:pt x="961" y="110"/>
                    <a:pt x="667" y="295"/>
                  </a:cubicBezTo>
                  <a:cubicBezTo>
                    <a:pt x="269" y="543"/>
                    <a:pt x="1" y="834"/>
                    <a:pt x="69" y="943"/>
                  </a:cubicBezTo>
                  <a:cubicBezTo>
                    <a:pt x="87" y="972"/>
                    <a:pt x="125" y="985"/>
                    <a:pt x="179" y="985"/>
                  </a:cubicBezTo>
                  <a:cubicBezTo>
                    <a:pt x="334" y="985"/>
                    <a:pt x="618" y="875"/>
                    <a:pt x="914" y="690"/>
                  </a:cubicBezTo>
                  <a:cubicBezTo>
                    <a:pt x="1312" y="442"/>
                    <a:pt x="1580" y="152"/>
                    <a:pt x="1511" y="42"/>
                  </a:cubicBezTo>
                  <a:cubicBezTo>
                    <a:pt x="1493" y="14"/>
                    <a:pt x="1455" y="0"/>
                    <a:pt x="1400" y="0"/>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70" name="Google Shape;1210;p33"/>
            <p:cNvSpPr/>
            <p:nvPr/>
          </p:nvSpPr>
          <p:spPr>
            <a:xfrm>
              <a:off x="8264838" y="3105091"/>
              <a:ext cx="61175" cy="52291"/>
            </a:xfrm>
            <a:custGeom>
              <a:avLst/>
              <a:gdLst/>
              <a:ahLst/>
              <a:cxnLst/>
              <a:rect l="l" t="t" r="r" b="b"/>
              <a:pathLst>
                <a:path w="2541" h="2172" extrusionOk="0">
                  <a:moveTo>
                    <a:pt x="140" y="1"/>
                  </a:moveTo>
                  <a:cubicBezTo>
                    <a:pt x="92" y="1"/>
                    <a:pt x="62" y="11"/>
                    <a:pt x="54" y="32"/>
                  </a:cubicBezTo>
                  <a:cubicBezTo>
                    <a:pt x="0" y="154"/>
                    <a:pt x="609" y="523"/>
                    <a:pt x="1243" y="1100"/>
                  </a:cubicBezTo>
                  <a:cubicBezTo>
                    <a:pt x="1848" y="1637"/>
                    <a:pt x="2266" y="2171"/>
                    <a:pt x="2408" y="2171"/>
                  </a:cubicBezTo>
                  <a:cubicBezTo>
                    <a:pt x="2416" y="2171"/>
                    <a:pt x="2424" y="2170"/>
                    <a:pt x="2430" y="2166"/>
                  </a:cubicBezTo>
                  <a:cubicBezTo>
                    <a:pt x="2541" y="2112"/>
                    <a:pt x="2260" y="1381"/>
                    <a:pt x="1555" y="752"/>
                  </a:cubicBezTo>
                  <a:cubicBezTo>
                    <a:pt x="978" y="230"/>
                    <a:pt x="363" y="1"/>
                    <a:pt x="140" y="1"/>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71" name="Google Shape;1211;p33"/>
            <p:cNvSpPr/>
            <p:nvPr/>
          </p:nvSpPr>
          <p:spPr>
            <a:xfrm>
              <a:off x="8346209" y="3009854"/>
              <a:ext cx="19429" cy="52098"/>
            </a:xfrm>
            <a:custGeom>
              <a:avLst/>
              <a:gdLst/>
              <a:ahLst/>
              <a:cxnLst/>
              <a:rect l="l" t="t" r="r" b="b"/>
              <a:pathLst>
                <a:path w="807" h="2164" extrusionOk="0">
                  <a:moveTo>
                    <a:pt x="138" y="0"/>
                  </a:moveTo>
                  <a:cubicBezTo>
                    <a:pt x="134" y="0"/>
                    <a:pt x="130" y="1"/>
                    <a:pt x="126" y="2"/>
                  </a:cubicBezTo>
                  <a:cubicBezTo>
                    <a:pt x="0" y="35"/>
                    <a:pt x="23" y="544"/>
                    <a:pt x="177" y="1140"/>
                  </a:cubicBezTo>
                  <a:cubicBezTo>
                    <a:pt x="326" y="1718"/>
                    <a:pt x="542" y="2164"/>
                    <a:pt x="668" y="2164"/>
                  </a:cubicBezTo>
                  <a:cubicBezTo>
                    <a:pt x="673" y="2164"/>
                    <a:pt x="677" y="2163"/>
                    <a:pt x="681" y="2162"/>
                  </a:cubicBezTo>
                  <a:cubicBezTo>
                    <a:pt x="807" y="2130"/>
                    <a:pt x="784" y="1620"/>
                    <a:pt x="631" y="1024"/>
                  </a:cubicBezTo>
                  <a:cubicBezTo>
                    <a:pt x="482" y="447"/>
                    <a:pt x="265" y="0"/>
                    <a:pt x="138" y="0"/>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72" name="Google Shape;1212;p33"/>
            <p:cNvSpPr/>
            <p:nvPr/>
          </p:nvSpPr>
          <p:spPr>
            <a:xfrm>
              <a:off x="8143047" y="3127601"/>
              <a:ext cx="39892" cy="52508"/>
            </a:xfrm>
            <a:custGeom>
              <a:avLst/>
              <a:gdLst/>
              <a:ahLst/>
              <a:cxnLst/>
              <a:rect l="l" t="t" r="r" b="b"/>
              <a:pathLst>
                <a:path w="1657" h="2181" extrusionOk="0">
                  <a:moveTo>
                    <a:pt x="1520" y="0"/>
                  </a:moveTo>
                  <a:cubicBezTo>
                    <a:pt x="1380" y="0"/>
                    <a:pt x="1001" y="406"/>
                    <a:pt x="634" y="960"/>
                  </a:cubicBezTo>
                  <a:cubicBezTo>
                    <a:pt x="236" y="1559"/>
                    <a:pt x="0" y="2101"/>
                    <a:pt x="107" y="2173"/>
                  </a:cubicBezTo>
                  <a:cubicBezTo>
                    <a:pt x="114" y="2178"/>
                    <a:pt x="124" y="2181"/>
                    <a:pt x="135" y="2181"/>
                  </a:cubicBezTo>
                  <a:cubicBezTo>
                    <a:pt x="274" y="2181"/>
                    <a:pt x="653" y="1774"/>
                    <a:pt x="1023" y="1220"/>
                  </a:cubicBezTo>
                  <a:cubicBezTo>
                    <a:pt x="1419" y="622"/>
                    <a:pt x="1656" y="80"/>
                    <a:pt x="1548" y="8"/>
                  </a:cubicBezTo>
                  <a:cubicBezTo>
                    <a:pt x="1540" y="3"/>
                    <a:pt x="1531" y="0"/>
                    <a:pt x="1520" y="0"/>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73" name="Google Shape;1213;p33"/>
            <p:cNvSpPr/>
            <p:nvPr/>
          </p:nvSpPr>
          <p:spPr>
            <a:xfrm>
              <a:off x="8342309" y="2788902"/>
              <a:ext cx="40590" cy="82577"/>
            </a:xfrm>
            <a:custGeom>
              <a:avLst/>
              <a:gdLst/>
              <a:ahLst/>
              <a:cxnLst/>
              <a:rect l="l" t="t" r="r" b="b"/>
              <a:pathLst>
                <a:path w="1686" h="3430" extrusionOk="0">
                  <a:moveTo>
                    <a:pt x="1554" y="1"/>
                  </a:moveTo>
                  <a:cubicBezTo>
                    <a:pt x="1420" y="1"/>
                    <a:pt x="1013" y="709"/>
                    <a:pt x="628" y="1625"/>
                  </a:cubicBezTo>
                  <a:cubicBezTo>
                    <a:pt x="228" y="2570"/>
                    <a:pt x="1" y="3377"/>
                    <a:pt x="120" y="3427"/>
                  </a:cubicBezTo>
                  <a:cubicBezTo>
                    <a:pt x="124" y="3429"/>
                    <a:pt x="128" y="3430"/>
                    <a:pt x="133" y="3430"/>
                  </a:cubicBezTo>
                  <a:cubicBezTo>
                    <a:pt x="267" y="3430"/>
                    <a:pt x="672" y="2722"/>
                    <a:pt x="1059" y="1806"/>
                  </a:cubicBezTo>
                  <a:cubicBezTo>
                    <a:pt x="1457" y="860"/>
                    <a:pt x="1686" y="54"/>
                    <a:pt x="1567" y="3"/>
                  </a:cubicBezTo>
                  <a:cubicBezTo>
                    <a:pt x="1563" y="2"/>
                    <a:pt x="1559" y="1"/>
                    <a:pt x="1554" y="1"/>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74" name="Google Shape;1214;p33"/>
            <p:cNvSpPr/>
            <p:nvPr/>
          </p:nvSpPr>
          <p:spPr>
            <a:xfrm>
              <a:off x="8457720" y="2593011"/>
              <a:ext cx="23256" cy="73910"/>
            </a:xfrm>
            <a:custGeom>
              <a:avLst/>
              <a:gdLst/>
              <a:ahLst/>
              <a:cxnLst/>
              <a:rect l="l" t="t" r="r" b="b"/>
              <a:pathLst>
                <a:path w="966" h="3070" extrusionOk="0">
                  <a:moveTo>
                    <a:pt x="832" y="1"/>
                  </a:moveTo>
                  <a:cubicBezTo>
                    <a:pt x="702" y="1"/>
                    <a:pt x="449" y="652"/>
                    <a:pt x="256" y="1481"/>
                  </a:cubicBezTo>
                  <a:cubicBezTo>
                    <a:pt x="58" y="2329"/>
                    <a:pt x="1" y="3037"/>
                    <a:pt x="127" y="3068"/>
                  </a:cubicBezTo>
                  <a:cubicBezTo>
                    <a:pt x="129" y="3069"/>
                    <a:pt x="132" y="3069"/>
                    <a:pt x="135" y="3069"/>
                  </a:cubicBezTo>
                  <a:cubicBezTo>
                    <a:pt x="263" y="3069"/>
                    <a:pt x="518" y="2417"/>
                    <a:pt x="711" y="1587"/>
                  </a:cubicBezTo>
                  <a:cubicBezTo>
                    <a:pt x="909" y="740"/>
                    <a:pt x="966" y="31"/>
                    <a:pt x="840" y="2"/>
                  </a:cubicBezTo>
                  <a:cubicBezTo>
                    <a:pt x="837" y="1"/>
                    <a:pt x="835" y="1"/>
                    <a:pt x="832" y="1"/>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75" name="Google Shape;1215;p33"/>
            <p:cNvSpPr/>
            <p:nvPr/>
          </p:nvSpPr>
          <p:spPr>
            <a:xfrm>
              <a:off x="8493350" y="2658348"/>
              <a:ext cx="23449" cy="69553"/>
            </a:xfrm>
            <a:custGeom>
              <a:avLst/>
              <a:gdLst/>
              <a:ahLst/>
              <a:cxnLst/>
              <a:rect l="l" t="t" r="r" b="b"/>
              <a:pathLst>
                <a:path w="974" h="2889" extrusionOk="0">
                  <a:moveTo>
                    <a:pt x="838" y="1"/>
                  </a:moveTo>
                  <a:cubicBezTo>
                    <a:pt x="709" y="1"/>
                    <a:pt x="454" y="610"/>
                    <a:pt x="260" y="1388"/>
                  </a:cubicBezTo>
                  <a:cubicBezTo>
                    <a:pt x="61" y="2185"/>
                    <a:pt x="0" y="2856"/>
                    <a:pt x="126" y="2887"/>
                  </a:cubicBezTo>
                  <a:cubicBezTo>
                    <a:pt x="129" y="2888"/>
                    <a:pt x="132" y="2888"/>
                    <a:pt x="136" y="2888"/>
                  </a:cubicBezTo>
                  <a:cubicBezTo>
                    <a:pt x="265" y="2888"/>
                    <a:pt x="520" y="2277"/>
                    <a:pt x="714" y="1502"/>
                  </a:cubicBezTo>
                  <a:cubicBezTo>
                    <a:pt x="913" y="705"/>
                    <a:pt x="973" y="34"/>
                    <a:pt x="848" y="2"/>
                  </a:cubicBezTo>
                  <a:cubicBezTo>
                    <a:pt x="845" y="1"/>
                    <a:pt x="842" y="1"/>
                    <a:pt x="838" y="1"/>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76" name="Google Shape;1216;p33"/>
            <p:cNvSpPr/>
            <p:nvPr/>
          </p:nvSpPr>
          <p:spPr>
            <a:xfrm>
              <a:off x="8520337" y="1911064"/>
              <a:ext cx="29516" cy="19790"/>
            </a:xfrm>
            <a:custGeom>
              <a:avLst/>
              <a:gdLst/>
              <a:ahLst/>
              <a:cxnLst/>
              <a:rect l="l" t="t" r="r" b="b"/>
              <a:pathLst>
                <a:path w="1226" h="822" extrusionOk="0">
                  <a:moveTo>
                    <a:pt x="197" y="1"/>
                  </a:moveTo>
                  <a:cubicBezTo>
                    <a:pt x="139" y="1"/>
                    <a:pt x="95" y="16"/>
                    <a:pt x="73" y="49"/>
                  </a:cubicBezTo>
                  <a:cubicBezTo>
                    <a:pt x="1" y="157"/>
                    <a:pt x="186" y="405"/>
                    <a:pt x="483" y="606"/>
                  </a:cubicBezTo>
                  <a:cubicBezTo>
                    <a:pt x="690" y="743"/>
                    <a:pt x="897" y="822"/>
                    <a:pt x="1029" y="822"/>
                  </a:cubicBezTo>
                  <a:cubicBezTo>
                    <a:pt x="1088" y="822"/>
                    <a:pt x="1132" y="806"/>
                    <a:pt x="1154" y="774"/>
                  </a:cubicBezTo>
                  <a:cubicBezTo>
                    <a:pt x="1226" y="666"/>
                    <a:pt x="1043" y="418"/>
                    <a:pt x="744" y="217"/>
                  </a:cubicBezTo>
                  <a:cubicBezTo>
                    <a:pt x="537" y="79"/>
                    <a:pt x="329" y="1"/>
                    <a:pt x="197" y="1"/>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77" name="Google Shape;1217;p33"/>
            <p:cNvSpPr/>
            <p:nvPr/>
          </p:nvSpPr>
          <p:spPr>
            <a:xfrm>
              <a:off x="8590586" y="1892984"/>
              <a:ext cx="41674" cy="20199"/>
            </a:xfrm>
            <a:custGeom>
              <a:avLst/>
              <a:gdLst/>
              <a:ahLst/>
              <a:cxnLst/>
              <a:rect l="l" t="t" r="r" b="b"/>
              <a:pathLst>
                <a:path w="1731" h="839" extrusionOk="0">
                  <a:moveTo>
                    <a:pt x="216" y="0"/>
                  </a:moveTo>
                  <a:cubicBezTo>
                    <a:pt x="130" y="0"/>
                    <a:pt x="72" y="19"/>
                    <a:pt x="55" y="58"/>
                  </a:cubicBezTo>
                  <a:cubicBezTo>
                    <a:pt x="1" y="176"/>
                    <a:pt x="323" y="434"/>
                    <a:pt x="770" y="633"/>
                  </a:cubicBezTo>
                  <a:cubicBezTo>
                    <a:pt x="1068" y="765"/>
                    <a:pt x="1346" y="839"/>
                    <a:pt x="1515" y="839"/>
                  </a:cubicBezTo>
                  <a:cubicBezTo>
                    <a:pt x="1601" y="839"/>
                    <a:pt x="1659" y="820"/>
                    <a:pt x="1676" y="780"/>
                  </a:cubicBezTo>
                  <a:cubicBezTo>
                    <a:pt x="1730" y="663"/>
                    <a:pt x="1409" y="405"/>
                    <a:pt x="961" y="205"/>
                  </a:cubicBezTo>
                  <a:cubicBezTo>
                    <a:pt x="663" y="73"/>
                    <a:pt x="385" y="0"/>
                    <a:pt x="216" y="0"/>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78" name="Google Shape;1218;p33"/>
            <p:cNvSpPr/>
            <p:nvPr/>
          </p:nvSpPr>
          <p:spPr>
            <a:xfrm>
              <a:off x="8688832" y="1902734"/>
              <a:ext cx="18032" cy="18658"/>
            </a:xfrm>
            <a:custGeom>
              <a:avLst/>
              <a:gdLst/>
              <a:ahLst/>
              <a:cxnLst/>
              <a:rect l="l" t="t" r="r" b="b"/>
              <a:pathLst>
                <a:path w="749" h="775" extrusionOk="0">
                  <a:moveTo>
                    <a:pt x="190" y="0"/>
                  </a:moveTo>
                  <a:cubicBezTo>
                    <a:pt x="157" y="0"/>
                    <a:pt x="127" y="9"/>
                    <a:pt x="103" y="27"/>
                  </a:cubicBezTo>
                  <a:cubicBezTo>
                    <a:pt x="1" y="104"/>
                    <a:pt x="38" y="328"/>
                    <a:pt x="187" y="529"/>
                  </a:cubicBezTo>
                  <a:cubicBezTo>
                    <a:pt x="302" y="681"/>
                    <a:pt x="449" y="774"/>
                    <a:pt x="558" y="774"/>
                  </a:cubicBezTo>
                  <a:cubicBezTo>
                    <a:pt x="591" y="774"/>
                    <a:pt x="621" y="766"/>
                    <a:pt x="646" y="747"/>
                  </a:cubicBezTo>
                  <a:cubicBezTo>
                    <a:pt x="748" y="671"/>
                    <a:pt x="711" y="447"/>
                    <a:pt x="561" y="248"/>
                  </a:cubicBezTo>
                  <a:cubicBezTo>
                    <a:pt x="446" y="94"/>
                    <a:pt x="299" y="0"/>
                    <a:pt x="190" y="0"/>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sp>
          <p:nvSpPr>
            <p:cNvPr id="179" name="Google Shape;1219;p33"/>
            <p:cNvSpPr/>
            <p:nvPr/>
          </p:nvSpPr>
          <p:spPr>
            <a:xfrm>
              <a:off x="8515739" y="1309308"/>
              <a:ext cx="99815" cy="189085"/>
            </a:xfrm>
            <a:custGeom>
              <a:avLst/>
              <a:gdLst/>
              <a:ahLst/>
              <a:cxnLst/>
              <a:rect l="l" t="t" r="r" b="b"/>
              <a:pathLst>
                <a:path w="4146" h="7854" extrusionOk="0">
                  <a:moveTo>
                    <a:pt x="1298" y="1"/>
                  </a:moveTo>
                  <a:cubicBezTo>
                    <a:pt x="1232" y="1"/>
                    <a:pt x="839" y="404"/>
                    <a:pt x="519" y="1221"/>
                  </a:cubicBezTo>
                  <a:cubicBezTo>
                    <a:pt x="187" y="2055"/>
                    <a:pt x="1" y="3386"/>
                    <a:pt x="481" y="4723"/>
                  </a:cubicBezTo>
                  <a:cubicBezTo>
                    <a:pt x="964" y="6059"/>
                    <a:pt x="1954" y="6967"/>
                    <a:pt x="2743" y="7398"/>
                  </a:cubicBezTo>
                  <a:cubicBezTo>
                    <a:pt x="3380" y="7753"/>
                    <a:pt x="3875" y="7854"/>
                    <a:pt x="4052" y="7854"/>
                  </a:cubicBezTo>
                  <a:cubicBezTo>
                    <a:pt x="4096" y="7854"/>
                    <a:pt x="4121" y="7847"/>
                    <a:pt x="4122" y="7837"/>
                  </a:cubicBezTo>
                  <a:cubicBezTo>
                    <a:pt x="4145" y="7764"/>
                    <a:pt x="3619" y="7604"/>
                    <a:pt x="2917" y="7119"/>
                  </a:cubicBezTo>
                  <a:cubicBezTo>
                    <a:pt x="2220" y="6644"/>
                    <a:pt x="1358" y="5775"/>
                    <a:pt x="920" y="4567"/>
                  </a:cubicBezTo>
                  <a:cubicBezTo>
                    <a:pt x="486" y="3353"/>
                    <a:pt x="599" y="2135"/>
                    <a:pt x="834" y="1325"/>
                  </a:cubicBezTo>
                  <a:cubicBezTo>
                    <a:pt x="1064" y="502"/>
                    <a:pt x="1368" y="44"/>
                    <a:pt x="1304" y="3"/>
                  </a:cubicBezTo>
                  <a:cubicBezTo>
                    <a:pt x="1302" y="1"/>
                    <a:pt x="1300" y="1"/>
                    <a:pt x="1298" y="1"/>
                  </a:cubicBezTo>
                  <a:close/>
                </a:path>
              </a:pathLst>
            </a:custGeom>
            <a:solidFill>
              <a:srgbClr val="333849"/>
            </a:solidFill>
            <a:ln>
              <a:noFill/>
            </a:ln>
          </p:spPr>
          <p:txBody>
            <a:bodyPr spcFirstLastPara="1" wrap="square" lIns="121900" tIns="121900" rIns="121900" bIns="121900" anchor="ctr" anchorCtr="0">
              <a:noAutofit/>
            </a:bodyPr>
            <a:lstStyle/>
            <a:p>
              <a:endParaRPr sz="2400"/>
            </a:p>
          </p:txBody>
        </p:sp>
      </p:grpSp>
      <p:sp>
        <p:nvSpPr>
          <p:cNvPr id="2" name="Ovale Legende 1"/>
          <p:cNvSpPr/>
          <p:nvPr/>
        </p:nvSpPr>
        <p:spPr>
          <a:xfrm>
            <a:off x="1703227" y="1511488"/>
            <a:ext cx="1469944" cy="979161"/>
          </a:xfrm>
          <a:prstGeom prst="wedgeEllipseCallout">
            <a:avLst/>
          </a:prstGeom>
          <a:ln>
            <a:solidFill>
              <a:srgbClr val="00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de-DE" sz="3200" dirty="0">
                <a:latin typeface="Poppins" panose="020B0604020202020204" charset="0"/>
                <a:cs typeface="Poppins" panose="020B0604020202020204" charset="0"/>
              </a:rPr>
              <a:t>?</a:t>
            </a:r>
            <a:endParaRPr lang="en-GB" sz="3200" dirty="0">
              <a:latin typeface="Poppins" panose="020B0604020202020204" charset="0"/>
              <a:cs typeface="Poppins" panose="020B0604020202020204" charset="0"/>
            </a:endParaRPr>
          </a:p>
        </p:txBody>
      </p:sp>
      <p:sp>
        <p:nvSpPr>
          <p:cNvPr id="180" name="Ovale Legende 179"/>
          <p:cNvSpPr/>
          <p:nvPr/>
        </p:nvSpPr>
        <p:spPr>
          <a:xfrm flipH="1">
            <a:off x="8496300" y="1257034"/>
            <a:ext cx="1852032" cy="1070993"/>
          </a:xfrm>
          <a:prstGeom prst="wedgeEllipseCallout">
            <a:avLst/>
          </a:prstGeom>
          <a:ln>
            <a:solidFill>
              <a:srgbClr val="0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sz="3200" dirty="0">
              <a:latin typeface="Poppins" panose="020B0604020202020204" charset="0"/>
              <a:cs typeface="Poppins" panose="020B0604020202020204" charset="0"/>
            </a:endParaRPr>
          </a:p>
          <a:p>
            <a:pPr algn="ctr"/>
            <a:endParaRPr lang="en-GB" sz="3200" dirty="0">
              <a:latin typeface="Poppins" panose="020B0604020202020204" charset="0"/>
              <a:cs typeface="Poppins" panose="020B0604020202020204" charset="0"/>
            </a:endParaRPr>
          </a:p>
        </p:txBody>
      </p:sp>
      <p:pic>
        <p:nvPicPr>
          <p:cNvPr id="4" name="Grafik 1">
            <a:extLst>
              <a:ext uri="{FF2B5EF4-FFF2-40B4-BE49-F238E27FC236}">
                <a16:creationId xmlns:a16="http://schemas.microsoft.com/office/drawing/2014/main" id="{8DEC8174-4C35-A1F3-332B-6E803C799DC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8958058" y="1301919"/>
            <a:ext cx="1088668" cy="924872"/>
          </a:xfrm>
          <a:prstGeom prst="rect">
            <a:avLst/>
          </a:prstGeom>
        </p:spPr>
      </p:pic>
    </p:spTree>
    <p:extLst>
      <p:ext uri="{BB962C8B-B14F-4D97-AF65-F5344CB8AC3E}">
        <p14:creationId xmlns:p14="http://schemas.microsoft.com/office/powerpoint/2010/main" val="516160445"/>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2"/>
          <p:cNvSpPr>
            <a:spLocks noGrp="1"/>
          </p:cNvSpPr>
          <p:nvPr>
            <p:ph type="title"/>
          </p:nvPr>
        </p:nvSpPr>
        <p:spPr>
          <a:xfrm>
            <a:off x="1012174" y="463551"/>
            <a:ext cx="10350092" cy="764116"/>
          </a:xfrm>
        </p:spPr>
        <p:txBody>
          <a:bodyPr/>
          <a:lstStyle/>
          <a:p>
            <a:r>
              <a:rPr lang="fr-FR" b="0" dirty="0">
                <a:solidFill>
                  <a:schemeClr val="accent3"/>
                </a:solidFill>
              </a:rPr>
              <a:t>WHAT YOU NEED TO DO</a:t>
            </a:r>
            <a:br>
              <a:rPr lang="fr-FR" b="0" dirty="0">
                <a:solidFill>
                  <a:schemeClr val="accent3"/>
                </a:solidFill>
              </a:rPr>
            </a:br>
            <a:r>
              <a:rPr lang="fr-FR" b="0" noProof="0" dirty="0" err="1"/>
              <a:t>Identify</a:t>
            </a:r>
            <a:r>
              <a:rPr lang="fr-FR" b="0" noProof="0" dirty="0"/>
              <a:t> </a:t>
            </a:r>
            <a:r>
              <a:rPr lang="fr-FR" b="0" dirty="0"/>
              <a:t>S</a:t>
            </a:r>
            <a:r>
              <a:rPr lang="fr-FR" b="0" noProof="0" dirty="0"/>
              <a:t>ources of Information</a:t>
            </a:r>
          </a:p>
        </p:txBody>
      </p:sp>
      <p:sp>
        <p:nvSpPr>
          <p:cNvPr id="14" name="Rechteck 13"/>
          <p:cNvSpPr/>
          <p:nvPr/>
        </p:nvSpPr>
        <p:spPr>
          <a:xfrm>
            <a:off x="1012175" y="1759411"/>
            <a:ext cx="10467277" cy="4802463"/>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ctr"/>
          <a:lstStyle/>
          <a:p>
            <a:pPr>
              <a:spcAft>
                <a:spcPts val="800"/>
              </a:spcAft>
              <a:buClr>
                <a:schemeClr val="accent3"/>
              </a:buClr>
              <a:buFont typeface="Symbol" panose="05050102010706020507" pitchFamily="18" charset="2"/>
              <a:buChar char="-"/>
            </a:pPr>
            <a:endParaRPr lang="fr-FR" sz="2400" dirty="0"/>
          </a:p>
        </p:txBody>
      </p:sp>
      <p:sp>
        <p:nvSpPr>
          <p:cNvPr id="15" name="Google Shape;480;p42"/>
          <p:cNvSpPr/>
          <p:nvPr/>
        </p:nvSpPr>
        <p:spPr>
          <a:xfrm>
            <a:off x="2679371" y="1983842"/>
            <a:ext cx="232724" cy="158588"/>
          </a:xfrm>
          <a:prstGeom prst="ellipse">
            <a:avLst/>
          </a:prstGeom>
          <a:solidFill>
            <a:schemeClr val="lt2"/>
          </a:solidFill>
          <a:ln>
            <a:noFill/>
          </a:ln>
        </p:spPr>
        <p:txBody>
          <a:bodyPr spcFirstLastPara="1" wrap="square" lIns="121900" tIns="121900" rIns="121900" bIns="121900" anchor="ctr" anchorCtr="0">
            <a:noAutofit/>
          </a:bodyPr>
          <a:lstStyle/>
          <a:p>
            <a:endParaRPr sz="2400"/>
          </a:p>
        </p:txBody>
      </p:sp>
      <p:sp>
        <p:nvSpPr>
          <p:cNvPr id="16" name="Google Shape;496;p42"/>
          <p:cNvSpPr txBox="1">
            <a:spLocks/>
          </p:cNvSpPr>
          <p:nvPr/>
        </p:nvSpPr>
        <p:spPr>
          <a:xfrm>
            <a:off x="1212973" y="1937944"/>
            <a:ext cx="10454731" cy="346064"/>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1000"/>
              </a:spcAft>
              <a:buClr>
                <a:schemeClr val="accent3"/>
              </a:buClr>
            </a:pPr>
            <a:r>
              <a:rPr lang="fr-FR" sz="1867" dirty="0"/>
              <a:t>Self-</a:t>
            </a:r>
            <a:r>
              <a:rPr lang="fr-FR" sz="1867" dirty="0" err="1"/>
              <a:t>Starting</a:t>
            </a:r>
            <a:endParaRPr lang="fr-FR" sz="1867" b="0" dirty="0"/>
          </a:p>
        </p:txBody>
      </p:sp>
      <p:sp>
        <p:nvSpPr>
          <p:cNvPr id="17" name="Google Shape;497;p42"/>
          <p:cNvSpPr txBox="1">
            <a:spLocks/>
          </p:cNvSpPr>
          <p:nvPr/>
        </p:nvSpPr>
        <p:spPr>
          <a:xfrm>
            <a:off x="1938007" y="2365040"/>
            <a:ext cx="9915444" cy="40507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800"/>
              </a:spcAft>
              <a:buClr>
                <a:schemeClr val="accent3"/>
              </a:buClr>
            </a:pPr>
            <a:r>
              <a:rPr lang="fr-FR" sz="1867" b="0" dirty="0">
                <a:solidFill>
                  <a:srgbClr val="47362D"/>
                </a:solidFill>
              </a:rPr>
              <a:t>Actively seek information.  Don't wait to be given it.</a:t>
            </a:r>
          </a:p>
        </p:txBody>
      </p:sp>
      <p:sp>
        <p:nvSpPr>
          <p:cNvPr id="18" name="Google Shape;500;p42"/>
          <p:cNvSpPr txBox="1">
            <a:spLocks/>
          </p:cNvSpPr>
          <p:nvPr/>
        </p:nvSpPr>
        <p:spPr>
          <a:xfrm>
            <a:off x="1235555" y="4087031"/>
            <a:ext cx="10454731" cy="372373"/>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600"/>
              </a:spcAft>
              <a:buClr>
                <a:srgbClr val="FF0000"/>
              </a:buClr>
            </a:pPr>
            <a:r>
              <a:rPr lang="fr-FR" sz="1867" dirty="0"/>
              <a:t>Future-</a:t>
            </a:r>
            <a:r>
              <a:rPr lang="fr-FR" sz="1867" dirty="0" err="1"/>
              <a:t>Oriented</a:t>
            </a:r>
            <a:endParaRPr lang="fr-FR" sz="1867" dirty="0"/>
          </a:p>
        </p:txBody>
      </p:sp>
      <p:sp>
        <p:nvSpPr>
          <p:cNvPr id="19" name="Google Shape;501;p42"/>
          <p:cNvSpPr txBox="1">
            <a:spLocks/>
          </p:cNvSpPr>
          <p:nvPr/>
        </p:nvSpPr>
        <p:spPr>
          <a:xfrm>
            <a:off x="1867582" y="4627648"/>
            <a:ext cx="9413711" cy="40507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2000"/>
              </a:spcAft>
              <a:buClr>
                <a:schemeClr val="accent3"/>
              </a:buClr>
            </a:pPr>
            <a:r>
              <a:rPr lang="fr-FR" sz="1867" b="0" dirty="0"/>
              <a:t>Ask yourself: What sources of information will help me learn about future problems and opportunities?</a:t>
            </a:r>
          </a:p>
        </p:txBody>
      </p:sp>
      <p:cxnSp>
        <p:nvCxnSpPr>
          <p:cNvPr id="20" name="Google Shape;472;p42"/>
          <p:cNvCxnSpPr/>
          <p:nvPr/>
        </p:nvCxnSpPr>
        <p:spPr>
          <a:xfrm>
            <a:off x="1235556" y="2179399"/>
            <a:ext cx="9997441" cy="24171"/>
          </a:xfrm>
          <a:prstGeom prst="straightConnector1">
            <a:avLst/>
          </a:prstGeom>
          <a:noFill/>
          <a:ln w="19050" cap="flat" cmpd="sng">
            <a:solidFill>
              <a:srgbClr val="666666"/>
            </a:solidFill>
            <a:prstDash val="solid"/>
            <a:round/>
            <a:headEnd type="none" w="med" len="med"/>
            <a:tailEnd type="none" w="med" len="med"/>
          </a:ln>
        </p:spPr>
      </p:cxnSp>
      <p:pic>
        <p:nvPicPr>
          <p:cNvPr id="21" name="Grafik 20"/>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346473" y="2256264"/>
            <a:ext cx="534875" cy="463848"/>
          </a:xfrm>
          <a:prstGeom prst="rect">
            <a:avLst/>
          </a:prstGeom>
        </p:spPr>
      </p:pic>
      <p:pic>
        <p:nvPicPr>
          <p:cNvPr id="22" name="Grafik 21"/>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390715" y="4451533"/>
            <a:ext cx="534875" cy="463848"/>
          </a:xfrm>
          <a:prstGeom prst="rect">
            <a:avLst/>
          </a:prstGeom>
        </p:spPr>
      </p:pic>
      <p:cxnSp>
        <p:nvCxnSpPr>
          <p:cNvPr id="23" name="Google Shape;472;p42"/>
          <p:cNvCxnSpPr/>
          <p:nvPr/>
        </p:nvCxnSpPr>
        <p:spPr>
          <a:xfrm>
            <a:off x="1277761" y="4012441"/>
            <a:ext cx="9997441" cy="24171"/>
          </a:xfrm>
          <a:prstGeom prst="straightConnector1">
            <a:avLst/>
          </a:prstGeom>
          <a:noFill/>
          <a:ln w="19050" cap="flat" cmpd="sng">
            <a:solidFill>
              <a:srgbClr val="666666"/>
            </a:solidFill>
            <a:prstDash val="solid"/>
            <a:round/>
            <a:headEnd type="none" w="med" len="med"/>
            <a:tailEnd type="none" w="med" len="med"/>
          </a:ln>
        </p:spPr>
      </p:cxnSp>
      <p:cxnSp>
        <p:nvCxnSpPr>
          <p:cNvPr id="24" name="Google Shape;472;p42"/>
          <p:cNvCxnSpPr/>
          <p:nvPr/>
        </p:nvCxnSpPr>
        <p:spPr>
          <a:xfrm>
            <a:off x="1277761" y="4012440"/>
            <a:ext cx="9997441" cy="24171"/>
          </a:xfrm>
          <a:prstGeom prst="straightConnector1">
            <a:avLst/>
          </a:prstGeom>
          <a:noFill/>
          <a:ln w="19050" cap="flat" cmpd="sng">
            <a:solidFill>
              <a:srgbClr val="666666"/>
            </a:solidFill>
            <a:prstDash val="solid"/>
            <a:round/>
            <a:headEnd type="none" w="med" len="med"/>
            <a:tailEnd type="none" w="med" len="med"/>
          </a:ln>
        </p:spPr>
      </p:cxnSp>
      <p:cxnSp>
        <p:nvCxnSpPr>
          <p:cNvPr id="25" name="Google Shape;472;p42"/>
          <p:cNvCxnSpPr/>
          <p:nvPr/>
        </p:nvCxnSpPr>
        <p:spPr>
          <a:xfrm>
            <a:off x="1271696" y="4390068"/>
            <a:ext cx="9997441" cy="24171"/>
          </a:xfrm>
          <a:prstGeom prst="straightConnector1">
            <a:avLst/>
          </a:prstGeom>
          <a:noFill/>
          <a:ln w="19050" cap="flat" cmpd="sng">
            <a:solidFill>
              <a:srgbClr val="666666"/>
            </a:solidFill>
            <a:prstDash val="solid"/>
            <a:round/>
            <a:headEnd type="none" w="med" len="med"/>
            <a:tailEnd type="none" w="med" len="med"/>
          </a:ln>
        </p:spPr>
      </p:cxnSp>
      <p:cxnSp>
        <p:nvCxnSpPr>
          <p:cNvPr id="26" name="Google Shape;472;p42"/>
          <p:cNvCxnSpPr/>
          <p:nvPr/>
        </p:nvCxnSpPr>
        <p:spPr>
          <a:xfrm>
            <a:off x="1287952" y="5078323"/>
            <a:ext cx="9997441" cy="24171"/>
          </a:xfrm>
          <a:prstGeom prst="straightConnector1">
            <a:avLst/>
          </a:prstGeom>
          <a:noFill/>
          <a:ln w="19050" cap="flat" cmpd="sng">
            <a:solidFill>
              <a:srgbClr val="666666"/>
            </a:solidFill>
            <a:prstDash val="solid"/>
            <a:round/>
            <a:headEnd type="none" w="med" len="med"/>
            <a:tailEnd type="none" w="med" len="med"/>
          </a:ln>
        </p:spPr>
      </p:cxnSp>
      <p:sp>
        <p:nvSpPr>
          <p:cNvPr id="27" name="Google Shape;501;p42"/>
          <p:cNvSpPr txBox="1">
            <a:spLocks/>
          </p:cNvSpPr>
          <p:nvPr/>
        </p:nvSpPr>
        <p:spPr>
          <a:xfrm>
            <a:off x="1276740" y="5154719"/>
            <a:ext cx="9875152" cy="40507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1200"/>
              </a:spcAft>
              <a:buClr>
                <a:schemeClr val="accent3"/>
              </a:buClr>
            </a:pPr>
            <a:r>
              <a:rPr lang="fr-FR" sz="1867" dirty="0" err="1"/>
              <a:t>Overcoming</a:t>
            </a:r>
            <a:r>
              <a:rPr lang="fr-FR" sz="1867" dirty="0"/>
              <a:t> </a:t>
            </a:r>
            <a:r>
              <a:rPr lang="fr-FR" sz="1867" dirty="0" err="1"/>
              <a:t>Barriers</a:t>
            </a:r>
            <a:endParaRPr lang="fr-FR" sz="1867" b="0" dirty="0"/>
          </a:p>
        </p:txBody>
      </p:sp>
      <p:sp>
        <p:nvSpPr>
          <p:cNvPr id="28" name="Google Shape;501;p42"/>
          <p:cNvSpPr txBox="1">
            <a:spLocks/>
          </p:cNvSpPr>
          <p:nvPr/>
        </p:nvSpPr>
        <p:spPr>
          <a:xfrm>
            <a:off x="1929761" y="5540655"/>
            <a:ext cx="9875152" cy="40507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800"/>
              </a:spcAft>
              <a:buClr>
                <a:schemeClr val="accent3"/>
              </a:buClr>
            </a:pPr>
            <a:r>
              <a:rPr lang="fr-FR" sz="1867" b="0" dirty="0"/>
              <a:t>Identify at least one alternative to each information source you use! </a:t>
            </a:r>
          </a:p>
        </p:txBody>
      </p:sp>
      <p:sp>
        <p:nvSpPr>
          <p:cNvPr id="29" name="Google Shape;501;p42"/>
          <p:cNvSpPr txBox="1">
            <a:spLocks/>
          </p:cNvSpPr>
          <p:nvPr/>
        </p:nvSpPr>
        <p:spPr>
          <a:xfrm>
            <a:off x="1914327" y="6073147"/>
            <a:ext cx="9355631" cy="40507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1200"/>
              </a:spcAft>
              <a:buClr>
                <a:schemeClr val="accent3"/>
              </a:buClr>
            </a:pPr>
            <a:r>
              <a:rPr lang="fr-FR" sz="1867" b="0" dirty="0"/>
              <a:t>Keep looking for information even if it is hard to find. </a:t>
            </a:r>
          </a:p>
        </p:txBody>
      </p:sp>
      <p:pic>
        <p:nvPicPr>
          <p:cNvPr id="30" name="Grafik 29"/>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390829" y="6011251"/>
            <a:ext cx="534875" cy="463848"/>
          </a:xfrm>
          <a:prstGeom prst="rect">
            <a:avLst/>
          </a:prstGeom>
        </p:spPr>
      </p:pic>
      <p:pic>
        <p:nvPicPr>
          <p:cNvPr id="31" name="Grafik 30"/>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379452" y="5471039"/>
            <a:ext cx="534875" cy="463848"/>
          </a:xfrm>
          <a:prstGeom prst="rect">
            <a:avLst/>
          </a:prstGeom>
        </p:spPr>
      </p:pic>
      <p:cxnSp>
        <p:nvCxnSpPr>
          <p:cNvPr id="32" name="Google Shape;472;p42"/>
          <p:cNvCxnSpPr/>
          <p:nvPr/>
        </p:nvCxnSpPr>
        <p:spPr>
          <a:xfrm>
            <a:off x="1287952" y="5429984"/>
            <a:ext cx="9997441" cy="24171"/>
          </a:xfrm>
          <a:prstGeom prst="straightConnector1">
            <a:avLst/>
          </a:prstGeom>
          <a:noFill/>
          <a:ln w="19050" cap="flat" cmpd="sng">
            <a:solidFill>
              <a:srgbClr val="666666"/>
            </a:solidFill>
            <a:prstDash val="solid"/>
            <a:round/>
            <a:headEnd type="none" w="med" len="med"/>
            <a:tailEnd type="none" w="med" len="med"/>
          </a:ln>
        </p:spPr>
      </p:cxnSp>
      <p:cxnSp>
        <p:nvCxnSpPr>
          <p:cNvPr id="33" name="Google Shape;472;p42"/>
          <p:cNvCxnSpPr/>
          <p:nvPr/>
        </p:nvCxnSpPr>
        <p:spPr>
          <a:xfrm>
            <a:off x="1271694" y="5937913"/>
            <a:ext cx="9997441" cy="24171"/>
          </a:xfrm>
          <a:prstGeom prst="straightConnector1">
            <a:avLst/>
          </a:prstGeom>
          <a:noFill/>
          <a:ln w="19050" cap="flat" cmpd="sng">
            <a:solidFill>
              <a:srgbClr val="666666"/>
            </a:solidFill>
            <a:prstDash val="solid"/>
            <a:round/>
            <a:headEnd type="none" w="med" len="med"/>
            <a:tailEnd type="none" w="med" len="med"/>
          </a:ln>
        </p:spPr>
      </p:cxnSp>
      <p:cxnSp>
        <p:nvCxnSpPr>
          <p:cNvPr id="34" name="Google Shape;472;p42"/>
          <p:cNvCxnSpPr/>
          <p:nvPr/>
        </p:nvCxnSpPr>
        <p:spPr>
          <a:xfrm>
            <a:off x="1235556" y="2776441"/>
            <a:ext cx="9997441" cy="24171"/>
          </a:xfrm>
          <a:prstGeom prst="straightConnector1">
            <a:avLst/>
          </a:prstGeom>
          <a:noFill/>
          <a:ln w="19050" cap="flat" cmpd="sng">
            <a:solidFill>
              <a:srgbClr val="666666"/>
            </a:solidFill>
            <a:prstDash val="solid"/>
            <a:round/>
            <a:headEnd type="none" w="med" len="med"/>
            <a:tailEnd type="none" w="med" len="med"/>
          </a:ln>
        </p:spPr>
      </p:cxnSp>
      <p:pic>
        <p:nvPicPr>
          <p:cNvPr id="35" name="Grafik 3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346473" y="2827771"/>
            <a:ext cx="534875" cy="463848"/>
          </a:xfrm>
          <a:prstGeom prst="rect">
            <a:avLst/>
          </a:prstGeom>
        </p:spPr>
      </p:pic>
      <p:sp>
        <p:nvSpPr>
          <p:cNvPr id="36" name="Google Shape;497;p42"/>
          <p:cNvSpPr txBox="1">
            <a:spLocks/>
          </p:cNvSpPr>
          <p:nvPr/>
        </p:nvSpPr>
        <p:spPr>
          <a:xfrm>
            <a:off x="1938007" y="2907532"/>
            <a:ext cx="9915444" cy="40507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800"/>
              </a:spcAft>
              <a:buClr>
                <a:schemeClr val="accent3"/>
              </a:buClr>
            </a:pPr>
            <a:r>
              <a:rPr lang="fr-FR" sz="1867" b="0" dirty="0">
                <a:solidFill>
                  <a:srgbClr val="47362D"/>
                </a:solidFill>
              </a:rPr>
              <a:t>Use different sources of information, not just one.  </a:t>
            </a:r>
          </a:p>
        </p:txBody>
      </p:sp>
      <p:cxnSp>
        <p:nvCxnSpPr>
          <p:cNvPr id="37" name="Google Shape;472;p42"/>
          <p:cNvCxnSpPr/>
          <p:nvPr/>
        </p:nvCxnSpPr>
        <p:spPr>
          <a:xfrm>
            <a:off x="1283852" y="3335620"/>
            <a:ext cx="9997441" cy="24171"/>
          </a:xfrm>
          <a:prstGeom prst="straightConnector1">
            <a:avLst/>
          </a:prstGeom>
          <a:noFill/>
          <a:ln w="19050" cap="flat" cmpd="sng">
            <a:solidFill>
              <a:srgbClr val="666666"/>
            </a:solidFill>
            <a:prstDash val="solid"/>
            <a:round/>
            <a:headEnd type="none" w="med" len="med"/>
            <a:tailEnd type="none" w="med" len="med"/>
          </a:ln>
        </p:spPr>
      </p:cxnSp>
      <p:sp>
        <p:nvSpPr>
          <p:cNvPr id="38" name="Google Shape;497;p42"/>
          <p:cNvSpPr txBox="1">
            <a:spLocks/>
          </p:cNvSpPr>
          <p:nvPr/>
        </p:nvSpPr>
        <p:spPr>
          <a:xfrm>
            <a:off x="1926744" y="3625961"/>
            <a:ext cx="9740960" cy="414212"/>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2000"/>
              </a:spcAft>
              <a:buClr>
                <a:schemeClr val="accent3"/>
              </a:buClr>
            </a:pPr>
            <a:r>
              <a:rPr lang="fr-FR" sz="1867" b="0" dirty="0"/>
              <a:t>Look for information that is rare and hard to come by. This information has the power to innovate.</a:t>
            </a:r>
          </a:p>
        </p:txBody>
      </p:sp>
      <p:pic>
        <p:nvPicPr>
          <p:cNvPr id="39" name="Grafik 38"/>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351601" y="3449652"/>
            <a:ext cx="534875" cy="463848"/>
          </a:xfrm>
          <a:prstGeom prst="rect">
            <a:avLst/>
          </a:prstGeom>
        </p:spPr>
      </p:pic>
      <p:pic>
        <p:nvPicPr>
          <p:cNvPr id="40" name="Grafik 39"/>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1190867" y="183379"/>
            <a:ext cx="894391" cy="775624"/>
          </a:xfrm>
          <a:prstGeom prst="rect">
            <a:avLst/>
          </a:prstGeom>
        </p:spPr>
      </p:pic>
      <p:grpSp>
        <p:nvGrpSpPr>
          <p:cNvPr id="41" name="Google Shape;9047;p64"/>
          <p:cNvGrpSpPr/>
          <p:nvPr/>
        </p:nvGrpSpPr>
        <p:grpSpPr>
          <a:xfrm>
            <a:off x="10348332" y="233698"/>
            <a:ext cx="767536" cy="725305"/>
            <a:chOff x="2497275" y="2744159"/>
            <a:chExt cx="370930" cy="370549"/>
          </a:xfrm>
          <a:solidFill>
            <a:srgbClr val="000000"/>
          </a:solidFill>
        </p:grpSpPr>
        <p:sp>
          <p:nvSpPr>
            <p:cNvPr id="42" name="Google Shape;9048;p64"/>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grpFill/>
            <a:ln>
              <a:noFill/>
            </a:ln>
          </p:spPr>
          <p:txBody>
            <a:bodyPr spcFirstLastPara="1" wrap="square" lIns="121900" tIns="121900" rIns="121900" bIns="121900" anchor="ctr" anchorCtr="0">
              <a:noAutofit/>
            </a:bodyPr>
            <a:lstStyle/>
            <a:p>
              <a:endParaRPr sz="2400"/>
            </a:p>
          </p:txBody>
        </p:sp>
        <p:sp>
          <p:nvSpPr>
            <p:cNvPr id="43" name="Google Shape;9049;p64"/>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grpFill/>
            <a:ln>
              <a:noFill/>
            </a:ln>
          </p:spPr>
          <p:txBody>
            <a:bodyPr spcFirstLastPara="1" wrap="square" lIns="121900" tIns="121900" rIns="121900" bIns="121900" anchor="ctr" anchorCtr="0">
              <a:noAutofit/>
            </a:bodyPr>
            <a:lstStyle/>
            <a:p>
              <a:endParaRPr sz="2400"/>
            </a:p>
          </p:txBody>
        </p:sp>
        <p:sp>
          <p:nvSpPr>
            <p:cNvPr id="44" name="Google Shape;9050;p64"/>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grpFill/>
            <a:ln>
              <a:noFill/>
            </a:ln>
          </p:spPr>
          <p:txBody>
            <a:bodyPr spcFirstLastPara="1" wrap="square" lIns="121900" tIns="121900" rIns="121900" bIns="121900" anchor="ctr" anchorCtr="0">
              <a:noAutofit/>
            </a:bodyPr>
            <a:lstStyle/>
            <a:p>
              <a:endParaRPr sz="2400"/>
            </a:p>
          </p:txBody>
        </p:sp>
        <p:sp>
          <p:nvSpPr>
            <p:cNvPr id="45" name="Google Shape;9051;p64"/>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grpFill/>
            <a:ln>
              <a:noFill/>
            </a:ln>
          </p:spPr>
          <p:txBody>
            <a:bodyPr spcFirstLastPara="1" wrap="square" lIns="121900" tIns="121900" rIns="121900" bIns="121900" anchor="ctr" anchorCtr="0">
              <a:noAutofit/>
            </a:bodyPr>
            <a:lstStyle/>
            <a:p>
              <a:endParaRPr sz="2400"/>
            </a:p>
          </p:txBody>
        </p:sp>
        <p:sp>
          <p:nvSpPr>
            <p:cNvPr id="46" name="Google Shape;9052;p64"/>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grpFill/>
            <a:ln>
              <a:noFill/>
            </a:ln>
          </p:spPr>
          <p:txBody>
            <a:bodyPr spcFirstLastPara="1" wrap="square" lIns="121900" tIns="121900" rIns="121900" bIns="121900" anchor="ctr" anchorCtr="0">
              <a:noAutofit/>
            </a:bodyPr>
            <a:lstStyle/>
            <a:p>
              <a:endParaRPr sz="2400"/>
            </a:p>
          </p:txBody>
        </p:sp>
        <p:sp>
          <p:nvSpPr>
            <p:cNvPr id="47" name="Google Shape;9053;p64"/>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grpFill/>
            <a:ln>
              <a:noFill/>
            </a:ln>
          </p:spPr>
          <p:txBody>
            <a:bodyPr spcFirstLastPara="1" wrap="square" lIns="121900" tIns="121900" rIns="121900" bIns="121900" anchor="ctr" anchorCtr="0">
              <a:noAutofit/>
            </a:bodyPr>
            <a:lstStyle/>
            <a:p>
              <a:endParaRPr sz="2400"/>
            </a:p>
          </p:txBody>
        </p:sp>
      </p:grpSp>
    </p:spTree>
    <p:extLst>
      <p:ext uri="{BB962C8B-B14F-4D97-AF65-F5344CB8AC3E}">
        <p14:creationId xmlns:p14="http://schemas.microsoft.com/office/powerpoint/2010/main" val="663157876"/>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26"/>
          <p:cNvSpPr txBox="1">
            <a:spLocks noChangeArrowheads="1"/>
          </p:cNvSpPr>
          <p:nvPr/>
        </p:nvSpPr>
        <p:spPr>
          <a:xfrm>
            <a:off x="1433828" y="221162"/>
            <a:ext cx="8888323" cy="700087"/>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buClr>
                <a:schemeClr val="accent5"/>
              </a:buClr>
            </a:pPr>
            <a:r>
              <a:rPr lang="fr-FR" sz="3467" dirty="0"/>
              <a:t>EXERCISE : </a:t>
            </a:r>
          </a:p>
          <a:p>
            <a:pPr>
              <a:buClr>
                <a:schemeClr val="accent5"/>
              </a:buClr>
            </a:pPr>
            <a:r>
              <a:rPr lang="fr-FR" altLang="de-DE" sz="3467" b="0" dirty="0" err="1"/>
              <a:t>Identifying</a:t>
            </a:r>
            <a:r>
              <a:rPr lang="fr-FR" altLang="de-DE" sz="3467" b="0" dirty="0"/>
              <a:t> Sources of Information</a:t>
            </a:r>
            <a:endParaRPr lang="fr-FR" sz="3467" b="0" dirty="0">
              <a:solidFill>
                <a:schemeClr val="tx1"/>
              </a:solidFill>
            </a:endParaRPr>
          </a:p>
        </p:txBody>
      </p:sp>
      <p:sp>
        <p:nvSpPr>
          <p:cNvPr id="118788" name="Text Box 9"/>
          <p:cNvSpPr txBox="1">
            <a:spLocks noChangeArrowheads="1"/>
          </p:cNvSpPr>
          <p:nvPr/>
        </p:nvSpPr>
        <p:spPr bwMode="auto">
          <a:xfrm>
            <a:off x="1439208" y="1440216"/>
            <a:ext cx="9342123" cy="3822585"/>
          </a:xfrm>
          <a:prstGeom prst="rect">
            <a:avLst/>
          </a:prstGeom>
          <a:noFill/>
          <a:ln>
            <a:noFill/>
          </a:ln>
          <a:effectLst/>
          <a:extLst>
            <a:ext uri="{909E8E84-426E-40dd-AFC4-6F175D3DCCD1}">
              <a14:hiddenFill xmlns="" xmlns:p14="http://schemas.microsoft.com/office/powerpoint/2010/main" xmlns:a14="http://schemas.microsoft.com/office/drawing/2010/main">
                <a:solidFill>
                  <a:schemeClr val="bg1"/>
                </a:solidFill>
              </a14:hiddenFill>
            </a:ext>
            <a:ext uri="{91240B29-F687-4f45-9708-019B960494DF}">
              <a14:hiddenLine xmlns="" xmlns:p14="http://schemas.microsoft.com/office/powerpoint/2010/main" xmlns:a14="http://schemas.microsoft.com/office/drawing/2010/main" w="12700" algn="ctr">
                <a:solidFill>
                  <a:schemeClr val="hlink"/>
                </a:solidFill>
                <a:miter lim="800000"/>
                <a:headEnd/>
                <a:tailEnd/>
              </a14:hiddenLine>
            </a:ext>
            <a:ext uri="{AF507438-7753-43e0-B8FC-AC1667EBCBE1}">
              <a14:hiddenEffects xmlns="" xmlns:p14="http://schemas.microsoft.com/office/powerpoint/2010/main" xmlns:a14="http://schemas.microsoft.com/office/drawing/2010/main">
                <a:effectLst>
                  <a:outerShdw dist="35921" dir="2700000" algn="ctr" rotWithShape="0">
                    <a:schemeClr val="bg2"/>
                  </a:outerShdw>
                </a:effectLst>
              </a14:hiddenEffects>
            </a:ext>
          </a:extLst>
        </p:spPr>
        <p:txBody>
          <a:bodyPr wrap="squar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spcBef>
                <a:spcPct val="50000"/>
              </a:spcBef>
              <a:defRPr/>
            </a:pPr>
            <a:r>
              <a:rPr lang="en-US" altLang="de-DE" sz="1467" b="1" dirty="0">
                <a:latin typeface="Poppins" panose="020B0604020202020204" charset="0"/>
                <a:cs typeface="Poppins" panose="020B0604020202020204" charset="0"/>
              </a:rPr>
              <a:t>Instruction:</a:t>
            </a:r>
          </a:p>
          <a:p>
            <a:pPr marL="457189" indent="-457189">
              <a:spcBef>
                <a:spcPct val="50000"/>
              </a:spcBef>
              <a:buClr>
                <a:schemeClr val="accent5"/>
              </a:buClr>
              <a:buFont typeface="+mj-lt"/>
              <a:buAutoNum type="arabicPeriod"/>
              <a:defRPr/>
            </a:pPr>
            <a:r>
              <a:rPr lang="fr-FR" sz="1467" dirty="0">
                <a:solidFill>
                  <a:srgbClr val="000000"/>
                </a:solidFill>
                <a:latin typeface="Poppins" panose="020B0604020202020204" charset="0"/>
                <a:ea typeface="Arial" pitchFamily="2"/>
                <a:cs typeface="Poppins" panose="020B0604020202020204" charset="0"/>
              </a:rPr>
              <a:t>Work in </a:t>
            </a:r>
            <a:r>
              <a:rPr lang="fr-FR" sz="1467" b="1" dirty="0">
                <a:solidFill>
                  <a:schemeClr val="accent5"/>
                </a:solidFill>
                <a:latin typeface="Poppins" panose="020B0604020202020204" charset="0"/>
                <a:ea typeface="Arial" pitchFamily="2"/>
                <a:cs typeface="Poppins" panose="020B0604020202020204" charset="0"/>
              </a:rPr>
              <a:t>groups of four (04) people</a:t>
            </a:r>
            <a:r>
              <a:rPr lang="fr-FR" sz="1467" dirty="0">
                <a:solidFill>
                  <a:srgbClr val="000000"/>
                </a:solidFill>
                <a:latin typeface="Poppins" panose="020B0604020202020204" charset="0"/>
                <a:ea typeface="Arial" pitchFamily="2"/>
                <a:cs typeface="Poppins" panose="020B0604020202020204" charset="0"/>
              </a:rPr>
              <a:t>. Make a list of the sources of information you can use to create innovative ideas.  </a:t>
            </a:r>
            <a:r>
              <a:rPr lang="fr-FR" altLang="de-DE" sz="1467" dirty="0">
                <a:solidFill>
                  <a:srgbClr val="000000"/>
                </a:solidFill>
                <a:latin typeface="Poppins" panose="020B0604020202020204" charset="0"/>
                <a:cs typeface="Poppins" panose="020B0604020202020204" charset="0"/>
              </a:rPr>
              <a:t>Can you find more than ten sources of information?  Can you find sources of information that the other groups cannot find?  </a:t>
            </a:r>
            <a:r>
              <a:rPr lang="fr-FR" sz="1467" dirty="0">
                <a:solidFill>
                  <a:srgbClr val="000000"/>
                </a:solidFill>
                <a:latin typeface="Poppins" panose="020B0604020202020204" charset="0"/>
                <a:ea typeface="Arial" pitchFamily="2"/>
                <a:cs typeface="Poppins" panose="020B0604020202020204" charset="0"/>
              </a:rPr>
              <a:t>Write down all your ideas.</a:t>
            </a:r>
          </a:p>
          <a:p>
            <a:pPr>
              <a:spcBef>
                <a:spcPts val="1800"/>
              </a:spcBef>
              <a:defRPr/>
            </a:pPr>
            <a:r>
              <a:rPr lang="fr-FR" altLang="de-DE" sz="1467" b="1" dirty="0">
                <a:latin typeface="Poppins" panose="020B0604020202020204" charset="0"/>
                <a:cs typeface="Poppins" panose="020B0604020202020204" charset="0"/>
              </a:rPr>
              <a:t>Examples of information sources:</a:t>
            </a:r>
          </a:p>
          <a:p>
            <a:pPr marL="380990" indent="-380990">
              <a:buClr>
                <a:schemeClr val="accent5"/>
              </a:buClr>
              <a:buFont typeface="Courier New" panose="02070309020205020404" pitchFamily="49" charset="0"/>
              <a:buChar char="o"/>
              <a:defRPr/>
            </a:pPr>
            <a:r>
              <a:rPr lang="fr-FR" altLang="de-DE" sz="1467" dirty="0">
                <a:latin typeface="Poppins" panose="020B0604020202020204" charset="0"/>
                <a:cs typeface="Poppins" panose="020B0604020202020204" charset="0"/>
              </a:rPr>
              <a:t>Websites</a:t>
            </a:r>
          </a:p>
          <a:p>
            <a:pPr marL="380990" indent="-380990">
              <a:buClr>
                <a:schemeClr val="accent5"/>
              </a:buClr>
              <a:buFont typeface="Courier New" panose="02070309020205020404" pitchFamily="49" charset="0"/>
              <a:buChar char="o"/>
              <a:defRPr/>
            </a:pPr>
            <a:r>
              <a:rPr lang="fr-FR" altLang="de-DE" sz="1467" dirty="0" err="1">
                <a:latin typeface="Poppins" panose="020B0604020202020204" charset="0"/>
                <a:cs typeface="Poppins" panose="020B0604020202020204" charset="0"/>
              </a:rPr>
              <a:t>Newspapers</a:t>
            </a:r>
            <a:endParaRPr lang="fr-FR" altLang="de-DE" sz="1467" dirty="0">
              <a:latin typeface="Poppins" panose="020B0604020202020204" charset="0"/>
              <a:cs typeface="Poppins" panose="020B0604020202020204" charset="0"/>
            </a:endParaRPr>
          </a:p>
          <a:p>
            <a:pPr marL="380990" indent="-380990">
              <a:buClr>
                <a:schemeClr val="accent5"/>
              </a:buClr>
              <a:buFont typeface="Courier New" panose="02070309020205020404" pitchFamily="49" charset="0"/>
              <a:buChar char="o"/>
              <a:defRPr/>
            </a:pPr>
            <a:endParaRPr lang="fr-FR" altLang="de-DE" sz="1467" dirty="0">
              <a:latin typeface="Poppins" panose="020B0604020202020204" charset="0"/>
              <a:cs typeface="Poppins" panose="020B0604020202020204" charset="0"/>
            </a:endParaRPr>
          </a:p>
          <a:p>
            <a:pPr marL="380990" indent="-380990">
              <a:buClr>
                <a:schemeClr val="accent5"/>
              </a:buClr>
              <a:buFont typeface="Courier New" panose="02070309020205020404" pitchFamily="49" charset="0"/>
              <a:buChar char="o"/>
              <a:defRPr/>
            </a:pPr>
            <a:endParaRPr lang="fr-FR" altLang="de-DE" sz="1467" dirty="0">
              <a:latin typeface="Poppins" panose="020B0604020202020204" charset="0"/>
              <a:cs typeface="Poppins" panose="020B0604020202020204" charset="0"/>
            </a:endParaRPr>
          </a:p>
          <a:p>
            <a:pPr marL="457189" indent="-457189">
              <a:buClr>
                <a:schemeClr val="accent5"/>
              </a:buClr>
              <a:buFont typeface="+mj-lt"/>
              <a:buAutoNum type="arabicPeriod" startAt="2"/>
              <a:defRPr/>
            </a:pPr>
            <a:r>
              <a:rPr lang="fr-FR" altLang="de-DE" sz="1467" dirty="0">
                <a:solidFill>
                  <a:srgbClr val="000000"/>
                </a:solidFill>
                <a:latin typeface="Poppins" panose="020B0604020202020204" charset="0"/>
                <a:cs typeface="Poppins" panose="020B0604020202020204" charset="0"/>
              </a:rPr>
              <a:t>Look at your list of information sources.  </a:t>
            </a:r>
            <a:r>
              <a:rPr lang="fr-FR" altLang="de-DE" sz="1467" dirty="0" err="1">
                <a:solidFill>
                  <a:srgbClr val="000000"/>
                </a:solidFill>
                <a:latin typeface="Poppins" panose="020B0604020202020204" charset="0"/>
                <a:cs typeface="Poppins" panose="020B0604020202020204" charset="0"/>
              </a:rPr>
              <a:t>What</a:t>
            </a:r>
            <a:r>
              <a:rPr lang="fr-FR" altLang="de-DE" sz="1467" dirty="0">
                <a:solidFill>
                  <a:srgbClr val="000000"/>
                </a:solidFill>
                <a:latin typeface="Poppins" panose="020B0604020202020204" charset="0"/>
                <a:cs typeface="Poppins" panose="020B0604020202020204" charset="0"/>
              </a:rPr>
              <a:t> are the useful sources of information? How can you use them to get innovative ideas for your business? </a:t>
            </a:r>
          </a:p>
          <a:p>
            <a:pPr>
              <a:buClr>
                <a:srgbClr val="FF3300"/>
              </a:buClr>
              <a:defRPr/>
            </a:pPr>
            <a:endParaRPr lang="fr-FR" altLang="de-DE" sz="1467" b="1" dirty="0">
              <a:solidFill>
                <a:srgbClr val="000000"/>
              </a:solidFill>
              <a:latin typeface="Poppins" panose="020B0604020202020204" charset="0"/>
              <a:cs typeface="Poppins" panose="020B0604020202020204" charset="0"/>
            </a:endParaRPr>
          </a:p>
          <a:p>
            <a:pPr>
              <a:buClr>
                <a:srgbClr val="FF3300"/>
              </a:buClr>
              <a:defRPr/>
            </a:pPr>
            <a:r>
              <a:rPr lang="fr-FR" altLang="de-DE" sz="1467" b="1" dirty="0">
                <a:latin typeface="Poppins" panose="020B0604020202020204" charset="0"/>
                <a:cs typeface="Poppins" panose="020B0604020202020204" charset="0"/>
              </a:rPr>
              <a:t>Example : </a:t>
            </a:r>
          </a:p>
          <a:p>
            <a:pPr marL="380990" indent="-380990">
              <a:buClr>
                <a:schemeClr val="accent5"/>
              </a:buClr>
              <a:buFont typeface="Courier New" panose="02070309020205020404" pitchFamily="49" charset="0"/>
              <a:buChar char="o"/>
              <a:defRPr/>
            </a:pPr>
            <a:r>
              <a:rPr lang="fr-FR" altLang="de-DE" sz="1467" dirty="0">
                <a:solidFill>
                  <a:schemeClr val="accent3">
                    <a:lumMod val="50000"/>
                  </a:schemeClr>
                </a:solidFill>
                <a:latin typeface="Poppins" panose="020B0604020202020204" charset="0"/>
                <a:cs typeface="Poppins" panose="020B0604020202020204" charset="0"/>
              </a:rPr>
              <a:t>Mobile phone </a:t>
            </a:r>
            <a:r>
              <a:rPr lang="fr-FR" altLang="de-DE" sz="1467" dirty="0" err="1">
                <a:solidFill>
                  <a:schemeClr val="accent3">
                    <a:lumMod val="50000"/>
                  </a:schemeClr>
                </a:solidFill>
                <a:latin typeface="Poppins" panose="020B0604020202020204" charset="0"/>
                <a:cs typeface="Poppins" panose="020B0604020202020204" charset="0"/>
              </a:rPr>
              <a:t>accessories</a:t>
            </a:r>
            <a:r>
              <a:rPr lang="fr-FR" altLang="de-DE" sz="1467" dirty="0">
                <a:solidFill>
                  <a:schemeClr val="accent3">
                    <a:lumMod val="50000"/>
                  </a:schemeClr>
                </a:solidFill>
                <a:latin typeface="Poppins" panose="020B0604020202020204" charset="0"/>
                <a:cs typeface="Poppins" panose="020B0604020202020204" charset="0"/>
              </a:rPr>
              <a:t> </a:t>
            </a:r>
            <a:r>
              <a:rPr lang="fr-FR" altLang="de-DE" sz="1467" dirty="0" err="1">
                <a:solidFill>
                  <a:schemeClr val="accent3">
                    <a:lumMod val="50000"/>
                  </a:schemeClr>
                </a:solidFill>
                <a:latin typeface="Poppins" panose="020B0604020202020204" charset="0"/>
                <a:cs typeface="Poppins" panose="020B0604020202020204" charset="0"/>
              </a:rPr>
              <a:t>retailer</a:t>
            </a:r>
            <a:endParaRPr lang="fr-FR" altLang="de-DE" sz="1467" dirty="0">
              <a:solidFill>
                <a:schemeClr val="accent3">
                  <a:lumMod val="50000"/>
                </a:schemeClr>
              </a:solidFill>
              <a:latin typeface="Poppins" panose="020B0604020202020204" charset="0"/>
              <a:cs typeface="Poppins" panose="020B0604020202020204" charset="0"/>
            </a:endParaRPr>
          </a:p>
          <a:p>
            <a:pPr marL="380990" indent="-380990">
              <a:buClr>
                <a:schemeClr val="accent5"/>
              </a:buClr>
              <a:buFont typeface="Courier New" panose="02070309020205020404" pitchFamily="49" charset="0"/>
              <a:buChar char="o"/>
              <a:defRPr/>
            </a:pPr>
            <a:r>
              <a:rPr lang="fr-FR" altLang="de-DE" sz="1467" dirty="0" err="1">
                <a:solidFill>
                  <a:schemeClr val="accent3">
                    <a:lumMod val="50000"/>
                  </a:schemeClr>
                </a:solidFill>
                <a:latin typeface="Poppins" panose="020B0604020202020204" charset="0"/>
                <a:cs typeface="Poppins" panose="020B0604020202020204" charset="0"/>
              </a:rPr>
              <a:t>Research</a:t>
            </a:r>
            <a:r>
              <a:rPr lang="fr-FR" altLang="de-DE" sz="1467" dirty="0">
                <a:solidFill>
                  <a:schemeClr val="accent3">
                    <a:lumMod val="50000"/>
                  </a:schemeClr>
                </a:solidFill>
                <a:latin typeface="Poppins" panose="020B0604020202020204" charset="0"/>
                <a:cs typeface="Poppins" panose="020B0604020202020204" charset="0"/>
              </a:rPr>
              <a:t> </a:t>
            </a:r>
            <a:r>
              <a:rPr lang="fr-FR" altLang="de-DE" sz="1467" dirty="0" err="1">
                <a:solidFill>
                  <a:schemeClr val="accent3">
                    <a:lumMod val="50000"/>
                  </a:schemeClr>
                </a:solidFill>
                <a:latin typeface="Poppins" panose="020B0604020202020204" charset="0"/>
                <a:cs typeface="Poppins" panose="020B0604020202020204" charset="0"/>
              </a:rPr>
              <a:t>websites</a:t>
            </a:r>
            <a:r>
              <a:rPr lang="fr-FR" altLang="de-DE" sz="1467" dirty="0">
                <a:solidFill>
                  <a:schemeClr val="accent3">
                    <a:lumMod val="50000"/>
                  </a:schemeClr>
                </a:solidFill>
                <a:latin typeface="Poppins" panose="020B0604020202020204" charset="0"/>
                <a:cs typeface="Poppins" panose="020B0604020202020204" charset="0"/>
              </a:rPr>
              <a:t> to </a:t>
            </a:r>
            <a:r>
              <a:rPr lang="fr-FR" altLang="de-DE" sz="1467" dirty="0" err="1">
                <a:solidFill>
                  <a:schemeClr val="accent3">
                    <a:lumMod val="50000"/>
                  </a:schemeClr>
                </a:solidFill>
                <a:latin typeface="Poppins" panose="020B0604020202020204" charset="0"/>
                <a:cs typeface="Poppins" panose="020B0604020202020204" charset="0"/>
              </a:rPr>
              <a:t>see</a:t>
            </a:r>
            <a:r>
              <a:rPr lang="fr-FR" altLang="de-DE" sz="1467" dirty="0">
                <a:solidFill>
                  <a:schemeClr val="accent3">
                    <a:lumMod val="50000"/>
                  </a:schemeClr>
                </a:solidFill>
                <a:latin typeface="Poppins" panose="020B0604020202020204" charset="0"/>
                <a:cs typeface="Poppins" panose="020B0604020202020204" charset="0"/>
              </a:rPr>
              <a:t> </a:t>
            </a:r>
            <a:r>
              <a:rPr lang="fr-FR" altLang="de-DE" sz="1467" dirty="0">
                <a:solidFill>
                  <a:schemeClr val="accent3">
                    <a:lumMod val="50000"/>
                  </a:schemeClr>
                </a:solidFill>
                <a:latin typeface="Poppins" panose="020B0604020202020204" charset="0"/>
                <a:cs typeface="Poppins" panose="020B0604020202020204" charset="0"/>
                <a:sym typeface="Wingdings" panose="05000000000000000000" pitchFamily="2" charset="2"/>
              </a:rPr>
              <a:t>how </a:t>
            </a:r>
            <a:r>
              <a:rPr lang="fr-FR" altLang="de-DE" sz="1467" dirty="0" err="1">
                <a:solidFill>
                  <a:schemeClr val="accent3">
                    <a:lumMod val="50000"/>
                  </a:schemeClr>
                </a:solidFill>
                <a:latin typeface="Poppins" panose="020B0604020202020204" charset="0"/>
                <a:cs typeface="Poppins" panose="020B0604020202020204" charset="0"/>
                <a:sym typeface="Wingdings" panose="05000000000000000000" pitchFamily="2" charset="2"/>
              </a:rPr>
              <a:t>similar</a:t>
            </a:r>
            <a:r>
              <a:rPr lang="fr-FR" altLang="de-DE" sz="1467" dirty="0">
                <a:solidFill>
                  <a:schemeClr val="accent3">
                    <a:lumMod val="50000"/>
                  </a:schemeClr>
                </a:solidFill>
                <a:latin typeface="Poppins" panose="020B0604020202020204" charset="0"/>
                <a:cs typeface="Poppins" panose="020B0604020202020204" charset="0"/>
                <a:sym typeface="Wingdings" panose="05000000000000000000" pitchFamily="2" charset="2"/>
              </a:rPr>
              <a:t> </a:t>
            </a:r>
            <a:r>
              <a:rPr lang="fr-FR" altLang="de-DE" sz="1467" dirty="0" err="1">
                <a:solidFill>
                  <a:schemeClr val="accent3">
                    <a:lumMod val="50000"/>
                  </a:schemeClr>
                </a:solidFill>
                <a:latin typeface="Poppins" panose="020B0604020202020204" charset="0"/>
                <a:cs typeface="Poppins" panose="020B0604020202020204" charset="0"/>
                <a:sym typeface="Wingdings" panose="05000000000000000000" pitchFamily="2" charset="2"/>
              </a:rPr>
              <a:t>products</a:t>
            </a:r>
            <a:r>
              <a:rPr lang="fr-FR" altLang="de-DE" sz="1467" dirty="0">
                <a:solidFill>
                  <a:schemeClr val="accent3">
                    <a:lumMod val="50000"/>
                  </a:schemeClr>
                </a:solidFill>
                <a:latin typeface="Poppins" panose="020B0604020202020204" charset="0"/>
                <a:cs typeface="Poppins" panose="020B0604020202020204" charset="0"/>
                <a:sym typeface="Wingdings" panose="05000000000000000000" pitchFamily="2" charset="2"/>
              </a:rPr>
              <a:t> are </a:t>
            </a:r>
            <a:r>
              <a:rPr lang="fr-FR" altLang="de-DE" sz="1467" dirty="0" err="1">
                <a:solidFill>
                  <a:schemeClr val="accent3">
                    <a:lumMod val="50000"/>
                  </a:schemeClr>
                </a:solidFill>
                <a:latin typeface="Poppins" panose="020B0604020202020204" charset="0"/>
                <a:cs typeface="Poppins" panose="020B0604020202020204" charset="0"/>
                <a:sym typeface="Wingdings" panose="05000000000000000000" pitchFamily="2" charset="2"/>
              </a:rPr>
              <a:t>marketed</a:t>
            </a:r>
            <a:r>
              <a:rPr lang="fr-FR" altLang="de-DE" sz="1467" dirty="0">
                <a:solidFill>
                  <a:schemeClr val="accent3">
                    <a:lumMod val="50000"/>
                  </a:schemeClr>
                </a:solidFill>
                <a:latin typeface="Poppins" panose="020B0604020202020204" charset="0"/>
                <a:cs typeface="Poppins" panose="020B0604020202020204" charset="0"/>
                <a:sym typeface="Wingdings" panose="05000000000000000000" pitchFamily="2" charset="2"/>
              </a:rPr>
              <a:t> in </a:t>
            </a:r>
            <a:r>
              <a:rPr lang="fr-FR" altLang="de-DE" sz="1467" dirty="0" err="1">
                <a:solidFill>
                  <a:schemeClr val="accent3">
                    <a:lumMod val="50000"/>
                  </a:schemeClr>
                </a:solidFill>
                <a:latin typeface="Poppins" panose="020B0604020202020204" charset="0"/>
                <a:cs typeface="Poppins" panose="020B0604020202020204" charset="0"/>
                <a:sym typeface="Wingdings" panose="05000000000000000000" pitchFamily="2" charset="2"/>
              </a:rPr>
              <a:t>different</a:t>
            </a:r>
            <a:r>
              <a:rPr lang="fr-FR" altLang="de-DE" sz="1467" dirty="0">
                <a:solidFill>
                  <a:schemeClr val="accent3">
                    <a:lumMod val="50000"/>
                  </a:schemeClr>
                </a:solidFill>
                <a:latin typeface="Poppins" panose="020B0604020202020204" charset="0"/>
                <a:cs typeface="Poppins" panose="020B0604020202020204" charset="0"/>
                <a:sym typeface="Wingdings" panose="05000000000000000000" pitchFamily="2" charset="2"/>
              </a:rPr>
              <a:t> Countries</a:t>
            </a:r>
            <a:endParaRPr lang="fr-FR" altLang="de-DE" sz="1467" dirty="0">
              <a:solidFill>
                <a:schemeClr val="accent3">
                  <a:lumMod val="50000"/>
                </a:schemeClr>
              </a:solidFill>
              <a:latin typeface="Poppins" panose="020B0604020202020204" charset="0"/>
              <a:cs typeface="Poppins" panose="020B0604020202020204" charset="0"/>
            </a:endParaRPr>
          </a:p>
        </p:txBody>
      </p:sp>
      <p:sp>
        <p:nvSpPr>
          <p:cNvPr id="5" name="Textfeld 4"/>
          <p:cNvSpPr txBox="1"/>
          <p:nvPr/>
        </p:nvSpPr>
        <p:spPr>
          <a:xfrm>
            <a:off x="128630" y="300127"/>
            <a:ext cx="907373" cy="830997"/>
          </a:xfrm>
          <a:prstGeom prst="rect">
            <a:avLst/>
          </a:prstGeom>
          <a:noFill/>
        </p:spPr>
        <p:txBody>
          <a:bodyPr wrap="square" rtlCol="0">
            <a:spAutoFit/>
          </a:bodyPr>
          <a:lstStyle/>
          <a:p>
            <a:pPr algn="ctr"/>
            <a:r>
              <a:rPr lang="de-DE" sz="2400" dirty="0">
                <a:latin typeface="Poppins" panose="020B0604020202020204" charset="0"/>
                <a:cs typeface="Poppins" panose="020B0604020202020204" charset="0"/>
              </a:rPr>
              <a:t>WS</a:t>
            </a:r>
          </a:p>
          <a:p>
            <a:pPr algn="ctr"/>
            <a:r>
              <a:rPr lang="de-DE" sz="2400" dirty="0">
                <a:latin typeface="Poppins" panose="020B0604020202020204" charset="0"/>
                <a:cs typeface="Poppins" panose="020B0604020202020204" charset="0"/>
              </a:rPr>
              <a:t> 14 </a:t>
            </a:r>
            <a:endParaRPr lang="en-GB" sz="2400" dirty="0">
              <a:latin typeface="Poppins" panose="020B0604020202020204" charset="0"/>
              <a:cs typeface="Poppins" panose="020B0604020202020204" charset="0"/>
            </a:endParaRPr>
          </a:p>
        </p:txBody>
      </p:sp>
      <p:grpSp>
        <p:nvGrpSpPr>
          <p:cNvPr id="6" name="Google Shape;8797;p63"/>
          <p:cNvGrpSpPr/>
          <p:nvPr/>
        </p:nvGrpSpPr>
        <p:grpSpPr>
          <a:xfrm>
            <a:off x="288966" y="1592294"/>
            <a:ext cx="197108" cy="389321"/>
            <a:chOff x="3527539" y="4476677"/>
            <a:chExt cx="159232" cy="314510"/>
          </a:xfrm>
          <a:solidFill>
            <a:srgbClr val="000000"/>
          </a:solidFill>
        </p:grpSpPr>
        <p:sp>
          <p:nvSpPr>
            <p:cNvPr id="7"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8"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9" name="Google Shape;8797;p63"/>
          <p:cNvGrpSpPr/>
          <p:nvPr/>
        </p:nvGrpSpPr>
        <p:grpSpPr>
          <a:xfrm>
            <a:off x="604841" y="1592294"/>
            <a:ext cx="197108" cy="389321"/>
            <a:chOff x="3527539" y="4476677"/>
            <a:chExt cx="159232" cy="314510"/>
          </a:xfrm>
          <a:solidFill>
            <a:srgbClr val="000000"/>
          </a:solidFill>
        </p:grpSpPr>
        <p:sp>
          <p:nvSpPr>
            <p:cNvPr id="10"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12"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3" name="Google Shape;8797;p63"/>
          <p:cNvGrpSpPr/>
          <p:nvPr/>
        </p:nvGrpSpPr>
        <p:grpSpPr>
          <a:xfrm>
            <a:off x="288514" y="1137524"/>
            <a:ext cx="197108" cy="389321"/>
            <a:chOff x="3527539" y="4476677"/>
            <a:chExt cx="159232" cy="314510"/>
          </a:xfrm>
          <a:solidFill>
            <a:srgbClr val="000000"/>
          </a:solidFill>
        </p:grpSpPr>
        <p:sp>
          <p:nvSpPr>
            <p:cNvPr id="14"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15"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6" name="Google Shape;8797;p63"/>
          <p:cNvGrpSpPr/>
          <p:nvPr/>
        </p:nvGrpSpPr>
        <p:grpSpPr>
          <a:xfrm>
            <a:off x="604841" y="1137524"/>
            <a:ext cx="197108" cy="389321"/>
            <a:chOff x="3527539" y="4476677"/>
            <a:chExt cx="159232" cy="314510"/>
          </a:xfrm>
          <a:solidFill>
            <a:srgbClr val="000000"/>
          </a:solidFill>
        </p:grpSpPr>
        <p:sp>
          <p:nvSpPr>
            <p:cNvPr id="17"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18"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9" name="Google Shape;9047;p64"/>
          <p:cNvGrpSpPr/>
          <p:nvPr/>
        </p:nvGrpSpPr>
        <p:grpSpPr>
          <a:xfrm>
            <a:off x="10348332" y="233698"/>
            <a:ext cx="767536" cy="725305"/>
            <a:chOff x="2497275" y="2744159"/>
            <a:chExt cx="370930" cy="370549"/>
          </a:xfrm>
          <a:solidFill>
            <a:srgbClr val="000000"/>
          </a:solidFill>
        </p:grpSpPr>
        <p:sp>
          <p:nvSpPr>
            <p:cNvPr id="20" name="Google Shape;9048;p64"/>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grpFill/>
            <a:ln>
              <a:noFill/>
            </a:ln>
          </p:spPr>
          <p:txBody>
            <a:bodyPr spcFirstLastPara="1" wrap="square" lIns="121900" tIns="121900" rIns="121900" bIns="121900" anchor="ctr" anchorCtr="0">
              <a:noAutofit/>
            </a:bodyPr>
            <a:lstStyle/>
            <a:p>
              <a:endParaRPr sz="2400"/>
            </a:p>
          </p:txBody>
        </p:sp>
        <p:sp>
          <p:nvSpPr>
            <p:cNvPr id="21" name="Google Shape;9049;p64"/>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grpFill/>
            <a:ln>
              <a:noFill/>
            </a:ln>
          </p:spPr>
          <p:txBody>
            <a:bodyPr spcFirstLastPara="1" wrap="square" lIns="121900" tIns="121900" rIns="121900" bIns="121900" anchor="ctr" anchorCtr="0">
              <a:noAutofit/>
            </a:bodyPr>
            <a:lstStyle/>
            <a:p>
              <a:endParaRPr sz="2400"/>
            </a:p>
          </p:txBody>
        </p:sp>
        <p:sp>
          <p:nvSpPr>
            <p:cNvPr id="22" name="Google Shape;9050;p64"/>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grpFill/>
            <a:ln>
              <a:noFill/>
            </a:ln>
          </p:spPr>
          <p:txBody>
            <a:bodyPr spcFirstLastPara="1" wrap="square" lIns="121900" tIns="121900" rIns="121900" bIns="121900" anchor="ctr" anchorCtr="0">
              <a:noAutofit/>
            </a:bodyPr>
            <a:lstStyle/>
            <a:p>
              <a:endParaRPr sz="2400"/>
            </a:p>
          </p:txBody>
        </p:sp>
        <p:sp>
          <p:nvSpPr>
            <p:cNvPr id="23" name="Google Shape;9051;p64"/>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grpFill/>
            <a:ln>
              <a:noFill/>
            </a:ln>
          </p:spPr>
          <p:txBody>
            <a:bodyPr spcFirstLastPara="1" wrap="square" lIns="121900" tIns="121900" rIns="121900" bIns="121900" anchor="ctr" anchorCtr="0">
              <a:noAutofit/>
            </a:bodyPr>
            <a:lstStyle/>
            <a:p>
              <a:endParaRPr sz="2400"/>
            </a:p>
          </p:txBody>
        </p:sp>
        <p:sp>
          <p:nvSpPr>
            <p:cNvPr id="24" name="Google Shape;9052;p64"/>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grpFill/>
            <a:ln>
              <a:noFill/>
            </a:ln>
          </p:spPr>
          <p:txBody>
            <a:bodyPr spcFirstLastPara="1" wrap="square" lIns="121900" tIns="121900" rIns="121900" bIns="121900" anchor="ctr" anchorCtr="0">
              <a:noAutofit/>
            </a:bodyPr>
            <a:lstStyle/>
            <a:p>
              <a:endParaRPr sz="2400"/>
            </a:p>
          </p:txBody>
        </p:sp>
        <p:sp>
          <p:nvSpPr>
            <p:cNvPr id="25" name="Google Shape;9053;p64"/>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grpFill/>
            <a:ln>
              <a:noFill/>
            </a:ln>
          </p:spPr>
          <p:txBody>
            <a:bodyPr spcFirstLastPara="1" wrap="square" lIns="121900" tIns="121900" rIns="121900" bIns="121900" anchor="ctr" anchorCtr="0">
              <a:noAutofit/>
            </a:bodyPr>
            <a:lstStyle/>
            <a:p>
              <a:endParaRPr sz="2400"/>
            </a:p>
          </p:txBody>
        </p:sp>
      </p:grpSp>
      <p:pic>
        <p:nvPicPr>
          <p:cNvPr id="3" name="Grafik 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511004" y="5778400"/>
            <a:ext cx="836693" cy="978673"/>
          </a:xfrm>
          <a:prstGeom prst="rect">
            <a:avLst/>
          </a:prstGeom>
        </p:spPr>
      </p:pic>
      <p:pic>
        <p:nvPicPr>
          <p:cNvPr id="2" name="Grafik 1"/>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139602" y="6063227"/>
            <a:ext cx="873804" cy="740756"/>
          </a:xfrm>
          <a:prstGeom prst="rect">
            <a:avLst/>
          </a:prstGeom>
        </p:spPr>
      </p:pic>
      <p:pic>
        <p:nvPicPr>
          <p:cNvPr id="27" name="Grafik 26"/>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3635941" y="5911464"/>
            <a:ext cx="1001379" cy="845608"/>
          </a:xfrm>
          <a:prstGeom prst="rect">
            <a:avLst/>
          </a:prstGeom>
        </p:spPr>
      </p:pic>
      <p:pic>
        <p:nvPicPr>
          <p:cNvPr id="28" name="Grafik 27"/>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5134920" y="5808805"/>
            <a:ext cx="1129553" cy="948267"/>
          </a:xfrm>
          <a:prstGeom prst="rect">
            <a:avLst/>
          </a:prstGeom>
        </p:spPr>
      </p:pic>
      <p:pic>
        <p:nvPicPr>
          <p:cNvPr id="30" name="Grafik 29"/>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6762071" y="5686384"/>
            <a:ext cx="1329267" cy="1150937"/>
          </a:xfrm>
          <a:prstGeom prst="rect">
            <a:avLst/>
          </a:prstGeom>
        </p:spPr>
      </p:pic>
      <p:pic>
        <p:nvPicPr>
          <p:cNvPr id="31" name="Grafik 30"/>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8588936" y="5844483"/>
            <a:ext cx="1165792" cy="959500"/>
          </a:xfrm>
          <a:prstGeom prst="rect">
            <a:avLst/>
          </a:prstGeom>
        </p:spPr>
      </p:pic>
      <p:pic>
        <p:nvPicPr>
          <p:cNvPr id="118784" name="Grafik 118783"/>
          <p:cNvPicPr>
            <a:picLocks noChangeAspect="1"/>
          </p:cNvPicPr>
          <p:nvPr/>
        </p:nvPicPr>
        <p:blipFill rotWithShape="1">
          <a:blip r:embed="rId9" cstate="email">
            <a:extLst>
              <a:ext uri="{28A0092B-C50C-407E-A947-70E740481C1C}">
                <a14:useLocalDpi xmlns:a14="http://schemas.microsoft.com/office/drawing/2010/main"/>
              </a:ext>
            </a:extLst>
          </a:blip>
          <a:srcRect/>
          <a:stretch/>
        </p:blipFill>
        <p:spPr>
          <a:xfrm>
            <a:off x="10252331" y="5686383"/>
            <a:ext cx="1368835" cy="1117600"/>
          </a:xfrm>
          <a:prstGeom prst="rect">
            <a:avLst/>
          </a:prstGeom>
        </p:spPr>
      </p:pic>
      <p:pic>
        <p:nvPicPr>
          <p:cNvPr id="32" name="Grafik 31"/>
          <p:cNvPicPr>
            <a:picLocks noChangeAspect="1"/>
          </p:cNvPicPr>
          <p:nvPr/>
        </p:nvPicPr>
        <p:blipFill rotWithShape="1">
          <a:blip r:embed="rId10" cstate="email">
            <a:extLst>
              <a:ext uri="{28A0092B-C50C-407E-A947-70E740481C1C}">
                <a14:useLocalDpi xmlns:a14="http://schemas.microsoft.com/office/drawing/2010/main"/>
              </a:ext>
            </a:extLst>
          </a:blip>
          <a:srcRect/>
          <a:stretch/>
        </p:blipFill>
        <p:spPr>
          <a:xfrm>
            <a:off x="5156301" y="2553944"/>
            <a:ext cx="1443375" cy="1269288"/>
          </a:xfrm>
          <a:prstGeom prst="rect">
            <a:avLst/>
          </a:prstGeom>
        </p:spPr>
      </p:pic>
    </p:spTree>
    <p:extLst>
      <p:ext uri="{BB962C8B-B14F-4D97-AF65-F5344CB8AC3E}">
        <p14:creationId xmlns:p14="http://schemas.microsoft.com/office/powerpoint/2010/main" val="3374622353"/>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26"/>
          <p:cNvSpPr txBox="1">
            <a:spLocks noChangeArrowheads="1"/>
          </p:cNvSpPr>
          <p:nvPr/>
        </p:nvSpPr>
        <p:spPr>
          <a:xfrm>
            <a:off x="1433828" y="221162"/>
            <a:ext cx="8888323" cy="700087"/>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buClr>
                <a:schemeClr val="accent5"/>
              </a:buClr>
            </a:pPr>
            <a:r>
              <a:rPr lang="fr-FR" sz="3467" dirty="0"/>
              <a:t>EXERCISE : </a:t>
            </a:r>
          </a:p>
          <a:p>
            <a:pPr>
              <a:buClr>
                <a:schemeClr val="accent5"/>
              </a:buClr>
            </a:pPr>
            <a:r>
              <a:rPr lang="fr-FR" altLang="de-DE" sz="3467" b="0" dirty="0" err="1"/>
              <a:t>Identifying</a:t>
            </a:r>
            <a:r>
              <a:rPr lang="fr-FR" altLang="de-DE" sz="3467" b="0" dirty="0"/>
              <a:t> Sources of Information</a:t>
            </a:r>
            <a:endParaRPr lang="fr-FR" sz="3467" b="0" dirty="0">
              <a:solidFill>
                <a:schemeClr val="tx1"/>
              </a:solidFill>
            </a:endParaRPr>
          </a:p>
        </p:txBody>
      </p:sp>
      <p:sp>
        <p:nvSpPr>
          <p:cNvPr id="5" name="Textfeld 4"/>
          <p:cNvSpPr txBox="1"/>
          <p:nvPr/>
        </p:nvSpPr>
        <p:spPr>
          <a:xfrm>
            <a:off x="128630" y="300127"/>
            <a:ext cx="907373" cy="830997"/>
          </a:xfrm>
          <a:prstGeom prst="rect">
            <a:avLst/>
          </a:prstGeom>
          <a:noFill/>
        </p:spPr>
        <p:txBody>
          <a:bodyPr wrap="square" rtlCol="0">
            <a:spAutoFit/>
          </a:bodyPr>
          <a:lstStyle/>
          <a:p>
            <a:pPr algn="ctr"/>
            <a:r>
              <a:rPr lang="de-DE" sz="2400" dirty="0">
                <a:latin typeface="Poppins" panose="020B0604020202020204" charset="0"/>
                <a:cs typeface="Poppins" panose="020B0604020202020204" charset="0"/>
              </a:rPr>
              <a:t>WS</a:t>
            </a:r>
          </a:p>
          <a:p>
            <a:pPr algn="ctr"/>
            <a:r>
              <a:rPr lang="de-DE" sz="2400" dirty="0">
                <a:latin typeface="Poppins" panose="020B0604020202020204" charset="0"/>
                <a:cs typeface="Poppins" panose="020B0604020202020204" charset="0"/>
              </a:rPr>
              <a:t> 14 </a:t>
            </a:r>
            <a:endParaRPr lang="en-GB" sz="2400" dirty="0">
              <a:latin typeface="Poppins" panose="020B0604020202020204" charset="0"/>
              <a:cs typeface="Poppins" panose="020B0604020202020204" charset="0"/>
            </a:endParaRPr>
          </a:p>
        </p:txBody>
      </p:sp>
      <p:grpSp>
        <p:nvGrpSpPr>
          <p:cNvPr id="6" name="Google Shape;8797;p63"/>
          <p:cNvGrpSpPr/>
          <p:nvPr/>
        </p:nvGrpSpPr>
        <p:grpSpPr>
          <a:xfrm>
            <a:off x="288966" y="1592294"/>
            <a:ext cx="197108" cy="389321"/>
            <a:chOff x="3527539" y="4476677"/>
            <a:chExt cx="159232" cy="314510"/>
          </a:xfrm>
          <a:solidFill>
            <a:srgbClr val="000000"/>
          </a:solidFill>
        </p:grpSpPr>
        <p:sp>
          <p:nvSpPr>
            <p:cNvPr id="7"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8"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9" name="Google Shape;8797;p63"/>
          <p:cNvGrpSpPr/>
          <p:nvPr/>
        </p:nvGrpSpPr>
        <p:grpSpPr>
          <a:xfrm>
            <a:off x="604841" y="1592294"/>
            <a:ext cx="197108" cy="389321"/>
            <a:chOff x="3527539" y="4476677"/>
            <a:chExt cx="159232" cy="314510"/>
          </a:xfrm>
          <a:solidFill>
            <a:srgbClr val="000000"/>
          </a:solidFill>
        </p:grpSpPr>
        <p:sp>
          <p:nvSpPr>
            <p:cNvPr id="10"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12"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3" name="Google Shape;8797;p63"/>
          <p:cNvGrpSpPr/>
          <p:nvPr/>
        </p:nvGrpSpPr>
        <p:grpSpPr>
          <a:xfrm>
            <a:off x="288514" y="1137524"/>
            <a:ext cx="197108" cy="389321"/>
            <a:chOff x="3527539" y="4476677"/>
            <a:chExt cx="159232" cy="314510"/>
          </a:xfrm>
          <a:solidFill>
            <a:srgbClr val="000000"/>
          </a:solidFill>
        </p:grpSpPr>
        <p:sp>
          <p:nvSpPr>
            <p:cNvPr id="14"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15"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6" name="Google Shape;8797;p63"/>
          <p:cNvGrpSpPr/>
          <p:nvPr/>
        </p:nvGrpSpPr>
        <p:grpSpPr>
          <a:xfrm>
            <a:off x="604841" y="1137524"/>
            <a:ext cx="197108" cy="389321"/>
            <a:chOff x="3527539" y="4476677"/>
            <a:chExt cx="159232" cy="314510"/>
          </a:xfrm>
          <a:solidFill>
            <a:srgbClr val="000000"/>
          </a:solidFill>
        </p:grpSpPr>
        <p:sp>
          <p:nvSpPr>
            <p:cNvPr id="17"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18"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9" name="Google Shape;9047;p64"/>
          <p:cNvGrpSpPr/>
          <p:nvPr/>
        </p:nvGrpSpPr>
        <p:grpSpPr>
          <a:xfrm>
            <a:off x="10348332" y="233698"/>
            <a:ext cx="767536" cy="725305"/>
            <a:chOff x="2497275" y="2744159"/>
            <a:chExt cx="370930" cy="370549"/>
          </a:xfrm>
          <a:solidFill>
            <a:srgbClr val="000000"/>
          </a:solidFill>
        </p:grpSpPr>
        <p:sp>
          <p:nvSpPr>
            <p:cNvPr id="20" name="Google Shape;9048;p64"/>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grpFill/>
            <a:ln>
              <a:noFill/>
            </a:ln>
          </p:spPr>
          <p:txBody>
            <a:bodyPr spcFirstLastPara="1" wrap="square" lIns="121900" tIns="121900" rIns="121900" bIns="121900" anchor="ctr" anchorCtr="0">
              <a:noAutofit/>
            </a:bodyPr>
            <a:lstStyle/>
            <a:p>
              <a:endParaRPr sz="2400"/>
            </a:p>
          </p:txBody>
        </p:sp>
        <p:sp>
          <p:nvSpPr>
            <p:cNvPr id="21" name="Google Shape;9049;p64"/>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grpFill/>
            <a:ln>
              <a:noFill/>
            </a:ln>
          </p:spPr>
          <p:txBody>
            <a:bodyPr spcFirstLastPara="1" wrap="square" lIns="121900" tIns="121900" rIns="121900" bIns="121900" anchor="ctr" anchorCtr="0">
              <a:noAutofit/>
            </a:bodyPr>
            <a:lstStyle/>
            <a:p>
              <a:endParaRPr sz="2400"/>
            </a:p>
          </p:txBody>
        </p:sp>
        <p:sp>
          <p:nvSpPr>
            <p:cNvPr id="22" name="Google Shape;9050;p64"/>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grpFill/>
            <a:ln>
              <a:noFill/>
            </a:ln>
          </p:spPr>
          <p:txBody>
            <a:bodyPr spcFirstLastPara="1" wrap="square" lIns="121900" tIns="121900" rIns="121900" bIns="121900" anchor="ctr" anchorCtr="0">
              <a:noAutofit/>
            </a:bodyPr>
            <a:lstStyle/>
            <a:p>
              <a:endParaRPr sz="2400"/>
            </a:p>
          </p:txBody>
        </p:sp>
        <p:sp>
          <p:nvSpPr>
            <p:cNvPr id="23" name="Google Shape;9051;p64"/>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grpFill/>
            <a:ln>
              <a:noFill/>
            </a:ln>
          </p:spPr>
          <p:txBody>
            <a:bodyPr spcFirstLastPara="1" wrap="square" lIns="121900" tIns="121900" rIns="121900" bIns="121900" anchor="ctr" anchorCtr="0">
              <a:noAutofit/>
            </a:bodyPr>
            <a:lstStyle/>
            <a:p>
              <a:endParaRPr sz="2400"/>
            </a:p>
          </p:txBody>
        </p:sp>
        <p:sp>
          <p:nvSpPr>
            <p:cNvPr id="24" name="Google Shape;9052;p64"/>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grpFill/>
            <a:ln>
              <a:noFill/>
            </a:ln>
          </p:spPr>
          <p:txBody>
            <a:bodyPr spcFirstLastPara="1" wrap="square" lIns="121900" tIns="121900" rIns="121900" bIns="121900" anchor="ctr" anchorCtr="0">
              <a:noAutofit/>
            </a:bodyPr>
            <a:lstStyle/>
            <a:p>
              <a:endParaRPr sz="2400"/>
            </a:p>
          </p:txBody>
        </p:sp>
        <p:sp>
          <p:nvSpPr>
            <p:cNvPr id="25" name="Google Shape;9053;p64"/>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grpFill/>
            <a:ln>
              <a:noFill/>
            </a:ln>
          </p:spPr>
          <p:txBody>
            <a:bodyPr spcFirstLastPara="1" wrap="square" lIns="121900" tIns="121900" rIns="121900" bIns="121900" anchor="ctr" anchorCtr="0">
              <a:noAutofit/>
            </a:bodyPr>
            <a:lstStyle/>
            <a:p>
              <a:endParaRPr sz="2400"/>
            </a:p>
          </p:txBody>
        </p:sp>
      </p:grpSp>
      <p:pic>
        <p:nvPicPr>
          <p:cNvPr id="26" name="Picture 25">
            <a:extLst>
              <a:ext uri="{FF2B5EF4-FFF2-40B4-BE49-F238E27FC236}">
                <a16:creationId xmlns:a16="http://schemas.microsoft.com/office/drawing/2014/main" id="{A6078E94-72C6-11B7-17D5-D4882E374DE3}"/>
              </a:ext>
            </a:extLst>
          </p:cNvPr>
          <p:cNvPicPr>
            <a:picLocks noChangeAspect="1"/>
          </p:cNvPicPr>
          <p:nvPr/>
        </p:nvPicPr>
        <p:blipFill>
          <a:blip r:embed="rId3"/>
          <a:stretch>
            <a:fillRect/>
          </a:stretch>
        </p:blipFill>
        <p:spPr>
          <a:xfrm>
            <a:off x="867747" y="1348567"/>
            <a:ext cx="11390052" cy="5532016"/>
          </a:xfrm>
          <a:prstGeom prst="rect">
            <a:avLst/>
          </a:prstGeom>
        </p:spPr>
      </p:pic>
      <p:pic>
        <p:nvPicPr>
          <p:cNvPr id="3" name="Grafik 2"/>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2511004" y="6286501"/>
            <a:ext cx="402304" cy="470572"/>
          </a:xfrm>
          <a:prstGeom prst="rect">
            <a:avLst/>
          </a:prstGeom>
        </p:spPr>
      </p:pic>
      <p:pic>
        <p:nvPicPr>
          <p:cNvPr id="2" name="Grafik 1"/>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1139603" y="6464300"/>
            <a:ext cx="400693" cy="339683"/>
          </a:xfrm>
          <a:prstGeom prst="rect">
            <a:avLst/>
          </a:prstGeom>
        </p:spPr>
      </p:pic>
      <p:pic>
        <p:nvPicPr>
          <p:cNvPr id="27" name="Grafik 26"/>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3635942" y="6299080"/>
            <a:ext cx="542359" cy="457992"/>
          </a:xfrm>
          <a:prstGeom prst="rect">
            <a:avLst/>
          </a:prstGeom>
        </p:spPr>
      </p:pic>
      <p:pic>
        <p:nvPicPr>
          <p:cNvPr id="28" name="Grafik 27"/>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5339671" y="6235205"/>
            <a:ext cx="621637" cy="521868"/>
          </a:xfrm>
          <a:prstGeom prst="rect">
            <a:avLst/>
          </a:prstGeom>
        </p:spPr>
      </p:pic>
      <p:pic>
        <p:nvPicPr>
          <p:cNvPr id="30" name="Grafik 29"/>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6762071" y="6299080"/>
            <a:ext cx="621636" cy="538240"/>
          </a:xfrm>
          <a:prstGeom prst="rect">
            <a:avLst/>
          </a:prstGeom>
        </p:spPr>
      </p:pic>
      <p:pic>
        <p:nvPicPr>
          <p:cNvPr id="31" name="Grafik 30"/>
          <p:cNvPicPr>
            <a:picLocks noChangeAspect="1"/>
          </p:cNvPicPr>
          <p:nvPr/>
        </p:nvPicPr>
        <p:blipFill rotWithShape="1">
          <a:blip r:embed="rId9" cstate="email">
            <a:extLst>
              <a:ext uri="{28A0092B-C50C-407E-A947-70E740481C1C}">
                <a14:useLocalDpi xmlns:a14="http://schemas.microsoft.com/office/drawing/2010/main"/>
              </a:ext>
            </a:extLst>
          </a:blip>
          <a:srcRect/>
          <a:stretch/>
        </p:blipFill>
        <p:spPr>
          <a:xfrm>
            <a:off x="8588937" y="6292348"/>
            <a:ext cx="621636" cy="511635"/>
          </a:xfrm>
          <a:prstGeom prst="rect">
            <a:avLst/>
          </a:prstGeom>
        </p:spPr>
      </p:pic>
      <p:pic>
        <p:nvPicPr>
          <p:cNvPr id="118784" name="Grafik 118783"/>
          <p:cNvPicPr>
            <a:picLocks noChangeAspect="1"/>
          </p:cNvPicPr>
          <p:nvPr/>
        </p:nvPicPr>
        <p:blipFill rotWithShape="1">
          <a:blip r:embed="rId10" cstate="email">
            <a:extLst>
              <a:ext uri="{28A0092B-C50C-407E-A947-70E740481C1C}">
                <a14:useLocalDpi xmlns:a14="http://schemas.microsoft.com/office/drawing/2010/main"/>
              </a:ext>
            </a:extLst>
          </a:blip>
          <a:srcRect/>
          <a:stretch/>
        </p:blipFill>
        <p:spPr>
          <a:xfrm>
            <a:off x="10252331" y="6207522"/>
            <a:ext cx="730544" cy="596460"/>
          </a:xfrm>
          <a:prstGeom prst="rect">
            <a:avLst/>
          </a:prstGeom>
        </p:spPr>
      </p:pic>
    </p:spTree>
    <p:extLst>
      <p:ext uri="{BB962C8B-B14F-4D97-AF65-F5344CB8AC3E}">
        <p14:creationId xmlns:p14="http://schemas.microsoft.com/office/powerpoint/2010/main" val="1611647218"/>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pPr eaLnBrk="1" hangingPunct="1"/>
            <a:r>
              <a:rPr lang="en-US" altLang="de-DE" dirty="0"/>
              <a:t>Process of Opportunity Identification</a:t>
            </a:r>
          </a:p>
        </p:txBody>
      </p:sp>
      <p:sp>
        <p:nvSpPr>
          <p:cNvPr id="3" name="Foliennummernplatzhalter 2"/>
          <p:cNvSpPr>
            <a:spLocks noGrp="1"/>
          </p:cNvSpPr>
          <p:nvPr>
            <p:ph type="sldNum" sz="quarter" idx="10"/>
          </p:nvPr>
        </p:nvSpPr>
        <p:spPr/>
        <p:txBody>
          <a:bodyPr/>
          <a:lstStyle/>
          <a:p>
            <a:pPr>
              <a:defRPr/>
            </a:pPr>
            <a:fld id="{B8B8376E-7F0E-4E8B-89BF-38FA73E7CC53}" type="slidenum">
              <a:rPr lang="de-DE" smtClean="0"/>
              <a:pPr>
                <a:defRPr/>
              </a:pPr>
              <a:t>11</a:t>
            </a:fld>
            <a:endParaRPr lang="de-DE" dirty="0"/>
          </a:p>
        </p:txBody>
      </p:sp>
      <p:sp>
        <p:nvSpPr>
          <p:cNvPr id="13315" name="Rechteck 1"/>
          <p:cNvSpPr>
            <a:spLocks noChangeArrowheads="1"/>
          </p:cNvSpPr>
          <p:nvPr/>
        </p:nvSpPr>
        <p:spPr bwMode="auto">
          <a:xfrm>
            <a:off x="2994036" y="1725305"/>
            <a:ext cx="2674937" cy="1949451"/>
          </a:xfrm>
          <a:prstGeom prst="rect">
            <a:avLst/>
          </a:prstGeom>
          <a:pattFill prst="pct90">
            <a:fgClr>
              <a:schemeClr val="accent3">
                <a:lumMod val="60000"/>
                <a:lumOff val="40000"/>
              </a:schemeClr>
            </a:fgClr>
            <a:bgClr>
              <a:schemeClr val="bg1"/>
            </a:bgClr>
          </a:pattFill>
          <a:ln w="38100" algn="ctr">
            <a:solidFill>
              <a:srgbClr val="FF0000"/>
            </a:solidFill>
            <a:round/>
            <a:headEnd/>
            <a:tailEnd/>
          </a:ln>
          <a:effectLst/>
        </p:spPr>
        <p:txBody>
          <a:bodyPr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defRPr/>
            </a:pPr>
            <a:endParaRPr lang="en-US" sz="1800" b="1" dirty="0">
              <a:ln>
                <a:solidFill>
                  <a:srgbClr val="FF3300"/>
                </a:solidFill>
              </a:ln>
              <a:solidFill>
                <a:srgbClr val="FF0000"/>
              </a:solidFill>
            </a:endParaRPr>
          </a:p>
        </p:txBody>
      </p:sp>
      <p:sp>
        <p:nvSpPr>
          <p:cNvPr id="13321" name="Rechteck 9"/>
          <p:cNvSpPr>
            <a:spLocks noChangeArrowheads="1"/>
          </p:cNvSpPr>
          <p:nvPr/>
        </p:nvSpPr>
        <p:spPr bwMode="auto">
          <a:xfrm>
            <a:off x="4505655" y="5975220"/>
            <a:ext cx="854075" cy="330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r>
              <a:rPr lang="en-US" dirty="0">
                <a:solidFill>
                  <a:schemeClr val="bg1">
                    <a:lumMod val="50000"/>
                  </a:schemeClr>
                </a:solidFill>
              </a:rPr>
              <a:t>social</a:t>
            </a:r>
          </a:p>
        </p:txBody>
      </p:sp>
      <p:sp>
        <p:nvSpPr>
          <p:cNvPr id="13322" name="Rechteck 10"/>
          <p:cNvSpPr>
            <a:spLocks noChangeArrowheads="1"/>
          </p:cNvSpPr>
          <p:nvPr/>
        </p:nvSpPr>
        <p:spPr bwMode="auto">
          <a:xfrm>
            <a:off x="226905" y="4800343"/>
            <a:ext cx="2089151" cy="3286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r>
              <a:rPr lang="en-US" dirty="0">
                <a:solidFill>
                  <a:schemeClr val="bg1">
                    <a:lumMod val="50000"/>
                  </a:schemeClr>
                </a:solidFill>
              </a:rPr>
              <a:t>skills and knowledge</a:t>
            </a:r>
          </a:p>
        </p:txBody>
      </p:sp>
      <p:sp>
        <p:nvSpPr>
          <p:cNvPr id="13332" name="Rechteck 64"/>
          <p:cNvSpPr>
            <a:spLocks noChangeArrowheads="1"/>
          </p:cNvSpPr>
          <p:nvPr/>
        </p:nvSpPr>
        <p:spPr bwMode="auto">
          <a:xfrm>
            <a:off x="3247989" y="5966957"/>
            <a:ext cx="1073151" cy="3286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r>
              <a:rPr lang="en-US" dirty="0">
                <a:solidFill>
                  <a:schemeClr val="bg1">
                    <a:lumMod val="50000"/>
                  </a:schemeClr>
                </a:solidFill>
              </a:rPr>
              <a:t>financial</a:t>
            </a:r>
          </a:p>
        </p:txBody>
      </p:sp>
      <p:sp>
        <p:nvSpPr>
          <p:cNvPr id="13333" name="Rechteck 65"/>
          <p:cNvSpPr>
            <a:spLocks noChangeArrowheads="1"/>
          </p:cNvSpPr>
          <p:nvPr/>
        </p:nvSpPr>
        <p:spPr bwMode="auto">
          <a:xfrm>
            <a:off x="3025893" y="1308167"/>
            <a:ext cx="1218159" cy="260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defRPr/>
            </a:pPr>
            <a:r>
              <a:rPr lang="en-US" dirty="0">
                <a:solidFill>
                  <a:schemeClr val="bg1">
                    <a:lumMod val="50000"/>
                  </a:schemeClr>
                </a:solidFill>
              </a:rPr>
              <a:t>problems</a:t>
            </a:r>
          </a:p>
        </p:txBody>
      </p:sp>
      <p:sp>
        <p:nvSpPr>
          <p:cNvPr id="13334" name="Rechteck 66"/>
          <p:cNvSpPr>
            <a:spLocks noChangeArrowheads="1"/>
          </p:cNvSpPr>
          <p:nvPr/>
        </p:nvSpPr>
        <p:spPr bwMode="auto">
          <a:xfrm>
            <a:off x="9606937" y="978248"/>
            <a:ext cx="1647031" cy="3286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defRPr/>
            </a:pPr>
            <a:r>
              <a:rPr lang="en-US" dirty="0">
                <a:solidFill>
                  <a:schemeClr val="bg1">
                    <a:lumMod val="50000"/>
                  </a:schemeClr>
                </a:solidFill>
              </a:rPr>
              <a:t>own / others</a:t>
            </a:r>
          </a:p>
        </p:txBody>
      </p:sp>
      <p:sp>
        <p:nvSpPr>
          <p:cNvPr id="13335" name="Rechteck 67"/>
          <p:cNvSpPr>
            <a:spLocks noChangeArrowheads="1"/>
          </p:cNvSpPr>
          <p:nvPr/>
        </p:nvSpPr>
        <p:spPr bwMode="auto">
          <a:xfrm>
            <a:off x="4696406" y="1308376"/>
            <a:ext cx="1073151" cy="330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defRPr/>
            </a:pPr>
            <a:r>
              <a:rPr lang="en-US" dirty="0">
                <a:solidFill>
                  <a:schemeClr val="bg1">
                    <a:lumMod val="50000"/>
                  </a:schemeClr>
                </a:solidFill>
              </a:rPr>
              <a:t>needs</a:t>
            </a:r>
          </a:p>
        </p:txBody>
      </p:sp>
      <p:sp>
        <p:nvSpPr>
          <p:cNvPr id="13336" name="Rechteck 64"/>
          <p:cNvSpPr>
            <a:spLocks noChangeArrowheads="1"/>
          </p:cNvSpPr>
          <p:nvPr/>
        </p:nvSpPr>
        <p:spPr bwMode="auto">
          <a:xfrm>
            <a:off x="1721177" y="5144108"/>
            <a:ext cx="1073151" cy="3286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r>
              <a:rPr lang="en-US" dirty="0">
                <a:solidFill>
                  <a:schemeClr val="bg1">
                    <a:lumMod val="50000"/>
                  </a:schemeClr>
                </a:solidFill>
              </a:rPr>
              <a:t>creativity</a:t>
            </a:r>
          </a:p>
        </p:txBody>
      </p:sp>
      <p:sp>
        <p:nvSpPr>
          <p:cNvPr id="39" name="Rechteck 1"/>
          <p:cNvSpPr>
            <a:spLocks noChangeArrowheads="1"/>
          </p:cNvSpPr>
          <p:nvPr/>
        </p:nvSpPr>
        <p:spPr bwMode="auto">
          <a:xfrm>
            <a:off x="2983669" y="3868253"/>
            <a:ext cx="2674939" cy="1949451"/>
          </a:xfrm>
          <a:prstGeom prst="rect">
            <a:avLst/>
          </a:prstGeom>
          <a:noFill/>
          <a:ln w="38100" algn="ctr">
            <a:solidFill>
              <a:schemeClr val="bg1">
                <a:lumMod val="50000"/>
              </a:schemeClr>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defRPr/>
            </a:pPr>
            <a:endParaRPr lang="en-US" sz="1800" b="1" dirty="0"/>
          </a:p>
        </p:txBody>
      </p:sp>
      <p:sp>
        <p:nvSpPr>
          <p:cNvPr id="14" name="Textfeld 13"/>
          <p:cNvSpPr txBox="1">
            <a:spLocks noChangeArrowheads="1"/>
          </p:cNvSpPr>
          <p:nvPr/>
        </p:nvSpPr>
        <p:spPr bwMode="auto">
          <a:xfrm>
            <a:off x="3653421" y="1846979"/>
            <a:ext cx="14398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r>
              <a:rPr lang="de-DE" sz="1800" b="1" dirty="0">
                <a:solidFill>
                  <a:srgbClr val="FF0000"/>
                </a:solidFill>
              </a:rPr>
              <a:t>MARKET</a:t>
            </a:r>
          </a:p>
        </p:txBody>
      </p:sp>
      <p:sp>
        <p:nvSpPr>
          <p:cNvPr id="41" name="Textfeld 40"/>
          <p:cNvSpPr txBox="1">
            <a:spLocks noChangeArrowheads="1"/>
          </p:cNvSpPr>
          <p:nvPr/>
        </p:nvSpPr>
        <p:spPr bwMode="auto">
          <a:xfrm>
            <a:off x="3539787" y="3907638"/>
            <a:ext cx="17827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de-DE" sz="1800" b="1" dirty="0"/>
              <a:t>RESOURCES</a:t>
            </a:r>
          </a:p>
        </p:txBody>
      </p:sp>
      <p:sp>
        <p:nvSpPr>
          <p:cNvPr id="42" name="Rechteck 1"/>
          <p:cNvSpPr>
            <a:spLocks noChangeArrowheads="1"/>
          </p:cNvSpPr>
          <p:nvPr/>
        </p:nvSpPr>
        <p:spPr bwMode="auto">
          <a:xfrm>
            <a:off x="6136017" y="2964273"/>
            <a:ext cx="2674937" cy="1949451"/>
          </a:xfrm>
          <a:prstGeom prst="rect">
            <a:avLst/>
          </a:prstGeom>
          <a:noFill/>
          <a:ln w="38100" algn="ctr">
            <a:solidFill>
              <a:schemeClr val="bg1">
                <a:lumMod val="50000"/>
              </a:schemeClr>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defRPr/>
            </a:pPr>
            <a:endParaRPr lang="en-US" sz="1800" b="1" dirty="0"/>
          </a:p>
        </p:txBody>
      </p:sp>
      <p:sp>
        <p:nvSpPr>
          <p:cNvPr id="44" name="Textfeld 43"/>
          <p:cNvSpPr txBox="1">
            <a:spLocks noChangeArrowheads="1"/>
          </p:cNvSpPr>
          <p:nvPr/>
        </p:nvSpPr>
        <p:spPr bwMode="auto">
          <a:xfrm>
            <a:off x="6497891" y="3106679"/>
            <a:ext cx="2519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de-DE" sz="1800" b="1" dirty="0"/>
              <a:t>BUSINESS IDEA</a:t>
            </a:r>
          </a:p>
        </p:txBody>
      </p:sp>
      <p:sp>
        <p:nvSpPr>
          <p:cNvPr id="47" name="Rechteck 1"/>
          <p:cNvSpPr>
            <a:spLocks noChangeArrowheads="1"/>
          </p:cNvSpPr>
          <p:nvPr/>
        </p:nvSpPr>
        <p:spPr bwMode="auto">
          <a:xfrm>
            <a:off x="9305926" y="1381445"/>
            <a:ext cx="2676525" cy="2047555"/>
          </a:xfrm>
          <a:prstGeom prst="rect">
            <a:avLst/>
          </a:prstGeom>
          <a:noFill/>
          <a:ln w="38100" algn="ctr">
            <a:solidFill>
              <a:schemeClr val="bg1">
                <a:lumMod val="50000"/>
              </a:schemeClr>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defRPr/>
            </a:pPr>
            <a:endParaRPr lang="en-US" sz="1800" b="1" dirty="0"/>
          </a:p>
        </p:txBody>
      </p:sp>
      <p:sp>
        <p:nvSpPr>
          <p:cNvPr id="48" name="Textfeld 47"/>
          <p:cNvSpPr txBox="1">
            <a:spLocks noChangeArrowheads="1"/>
          </p:cNvSpPr>
          <p:nvPr/>
        </p:nvSpPr>
        <p:spPr bwMode="auto">
          <a:xfrm>
            <a:off x="9672637" y="1465793"/>
            <a:ext cx="2519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de-DE" sz="1800" b="1" dirty="0"/>
              <a:t>EVALUATION  </a:t>
            </a:r>
          </a:p>
        </p:txBody>
      </p:sp>
      <p:sp>
        <p:nvSpPr>
          <p:cNvPr id="50" name="Rechteck 1"/>
          <p:cNvSpPr>
            <a:spLocks noChangeArrowheads="1"/>
          </p:cNvSpPr>
          <p:nvPr/>
        </p:nvSpPr>
        <p:spPr bwMode="auto">
          <a:xfrm>
            <a:off x="9344534" y="4124253"/>
            <a:ext cx="2674937" cy="1949451"/>
          </a:xfrm>
          <a:prstGeom prst="rect">
            <a:avLst/>
          </a:prstGeom>
          <a:noFill/>
          <a:ln w="38100" algn="ctr">
            <a:solidFill>
              <a:schemeClr val="bg1">
                <a:lumMod val="50000"/>
              </a:schemeClr>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defRPr/>
            </a:pPr>
            <a:endParaRPr lang="en-US" sz="1800" b="1" dirty="0"/>
          </a:p>
        </p:txBody>
      </p:sp>
      <p:sp>
        <p:nvSpPr>
          <p:cNvPr id="51" name="Textfeld 50"/>
          <p:cNvSpPr txBox="1">
            <a:spLocks noChangeArrowheads="1"/>
          </p:cNvSpPr>
          <p:nvPr/>
        </p:nvSpPr>
        <p:spPr bwMode="auto">
          <a:xfrm>
            <a:off x="9993493" y="4273421"/>
            <a:ext cx="25209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de-DE" sz="1800" b="1" dirty="0">
                <a:solidFill>
                  <a:schemeClr val="bg1">
                    <a:lumMod val="25000"/>
                  </a:schemeClr>
                </a:solidFill>
              </a:rPr>
              <a:t>ACTION!</a:t>
            </a:r>
          </a:p>
        </p:txBody>
      </p:sp>
      <p:cxnSp>
        <p:nvCxnSpPr>
          <p:cNvPr id="17" name="Gerade Verbindung mit Pfeil 16"/>
          <p:cNvCxnSpPr>
            <a:stCxn id="13315" idx="3"/>
            <a:endCxn id="42" idx="1"/>
          </p:cNvCxnSpPr>
          <p:nvPr/>
        </p:nvCxnSpPr>
        <p:spPr bwMode="auto">
          <a:xfrm>
            <a:off x="5668973" y="2700031"/>
            <a:ext cx="467044" cy="1238968"/>
          </a:xfrm>
          <a:prstGeom prst="straightConnector1">
            <a:avLst/>
          </a:prstGeom>
          <a:noFill/>
          <a:ln w="38100" cap="flat" cmpd="sng" algn="ctr">
            <a:solidFill>
              <a:schemeClr val="bg1">
                <a:lumMod val="50000"/>
              </a:schemeClr>
            </a:solidFill>
            <a:prstDash val="solid"/>
            <a:round/>
            <a:headEnd type="none" w="med" len="med"/>
            <a:tailEnd type="triangle"/>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Gerade Verbindung mit Pfeil 18"/>
          <p:cNvCxnSpPr>
            <a:stCxn id="39" idx="3"/>
            <a:endCxn id="42" idx="1"/>
          </p:cNvCxnSpPr>
          <p:nvPr/>
        </p:nvCxnSpPr>
        <p:spPr bwMode="auto">
          <a:xfrm flipV="1">
            <a:off x="5658608" y="3938999"/>
            <a:ext cx="477408" cy="903980"/>
          </a:xfrm>
          <a:prstGeom prst="straightConnector1">
            <a:avLst/>
          </a:prstGeom>
          <a:noFill/>
          <a:ln w="38100" cap="flat" cmpd="sng" algn="ctr">
            <a:solidFill>
              <a:schemeClr val="bg1">
                <a:lumMod val="50000"/>
              </a:schemeClr>
            </a:solidFill>
            <a:prstDash val="solid"/>
            <a:round/>
            <a:headEnd type="none" w="med" len="med"/>
            <a:tailEnd type="triangle"/>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Gewinkelte Verbindung 24"/>
          <p:cNvCxnSpPr/>
          <p:nvPr/>
        </p:nvCxnSpPr>
        <p:spPr bwMode="auto">
          <a:xfrm rot="5400000" flipH="1" flipV="1">
            <a:off x="8082471" y="1689972"/>
            <a:ext cx="400051" cy="2124075"/>
          </a:xfrm>
          <a:prstGeom prst="bentConnector2">
            <a:avLst/>
          </a:prstGeom>
          <a:noFill/>
          <a:ln w="38100" cap="flat" cmpd="sng" algn="ctr">
            <a:solidFill>
              <a:schemeClr val="bg1">
                <a:lumMod val="50000"/>
              </a:schemeClr>
            </a:solidFill>
            <a:prstDash val="solid"/>
            <a:round/>
            <a:headEnd type="none" w="med" len="med"/>
            <a:tailEnd type="triangle"/>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Gerade Verbindung mit Pfeil 27"/>
          <p:cNvCxnSpPr>
            <a:stCxn id="47" idx="2"/>
          </p:cNvCxnSpPr>
          <p:nvPr/>
        </p:nvCxnSpPr>
        <p:spPr bwMode="auto">
          <a:xfrm>
            <a:off x="10644188" y="3429000"/>
            <a:ext cx="2427" cy="711307"/>
          </a:xfrm>
          <a:prstGeom prst="straightConnector1">
            <a:avLst/>
          </a:prstGeom>
          <a:noFill/>
          <a:ln w="38100" cap="flat" cmpd="sng" algn="ctr">
            <a:solidFill>
              <a:schemeClr val="bg1">
                <a:lumMod val="50000"/>
              </a:schemeClr>
            </a:solidFill>
            <a:prstDash val="solid"/>
            <a:round/>
            <a:headEnd type="none" w="med" len="med"/>
            <a:tailEnd type="triangle"/>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3" name="Picture 5" descr="Incandescent Light Bulb"/>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1587" y="3639637"/>
            <a:ext cx="923795" cy="923796"/>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ttps://cdn4.iconfinder.com/data/icons/commerce-2/500/market_marketplace_shop_shopping_stand_fruit-512.png"/>
          <p:cNvPicPr>
            <a:picLocks noChangeAspect="1" noChangeArrowheads="1"/>
          </p:cNvPicPr>
          <p:nvPr/>
        </p:nvPicPr>
        <p:blipFill>
          <a:blip r:embed="rId4" cstate="print">
            <a:clrChange>
              <a:clrFrom>
                <a:srgbClr val="444444">
                  <a:alpha val="5882"/>
                </a:srgbClr>
              </a:clrFrom>
              <a:clrTo>
                <a:srgbClr val="444444">
                  <a:alpha val="0"/>
                </a:srgbClr>
              </a:clrTo>
            </a:clrChange>
            <a:biLevel thresh="75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3664533" y="2230970"/>
            <a:ext cx="1428751" cy="1428751"/>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6" descr="Imbalanced scale"/>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148889" y="2052221"/>
            <a:ext cx="1106079" cy="1106079"/>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5" descr="C:\Users\Kathrin Wolf\Dropbox\_promotion\Training Material\Bilder\student42 neu.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056550" y="44530"/>
            <a:ext cx="792111" cy="792111"/>
          </a:xfrm>
          <a:prstGeom prst="rect">
            <a:avLst/>
          </a:prstGeom>
          <a:noFill/>
          <a:extLst>
            <a:ext uri="{909E8E84-426E-40DD-AFC4-6F175D3DCCD1}">
              <a14:hiddenFill xmlns:a14="http://schemas.microsoft.com/office/drawing/2010/main">
                <a:solidFill>
                  <a:srgbClr val="FFFFFF"/>
                </a:solidFill>
              </a14:hiddenFill>
            </a:ext>
          </a:extLst>
        </p:spPr>
      </p:pic>
      <p:pic>
        <p:nvPicPr>
          <p:cNvPr id="4" name="Graphic 3" descr="Cheers with solid fill">
            <a:extLst>
              <a:ext uri="{FF2B5EF4-FFF2-40B4-BE49-F238E27FC236}">
                <a16:creationId xmlns:a16="http://schemas.microsoft.com/office/drawing/2014/main" id="{8EA071D7-1E3F-385D-F839-729DFDF3D13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713492" y="4412172"/>
            <a:ext cx="1219200" cy="1219200"/>
          </a:xfrm>
          <a:prstGeom prst="rect">
            <a:avLst/>
          </a:prstGeom>
        </p:spPr>
      </p:pic>
      <p:pic>
        <p:nvPicPr>
          <p:cNvPr id="7" name="Grafik 9">
            <a:extLst>
              <a:ext uri="{FF2B5EF4-FFF2-40B4-BE49-F238E27FC236}">
                <a16:creationId xmlns:a16="http://schemas.microsoft.com/office/drawing/2014/main" id="{26AF3BB7-17A9-F9EB-6D7E-3C5A23DE083B}"/>
              </a:ext>
            </a:extLst>
          </p:cNvPr>
          <p:cNvPicPr>
            <a:picLocks noChangeAspect="1"/>
          </p:cNvPicPr>
          <p:nvPr/>
        </p:nvPicPr>
        <p:blipFill rotWithShape="1">
          <a:blip r:embed="rId10" cstate="email">
            <a:extLst>
              <a:ext uri="{28A0092B-C50C-407E-A947-70E740481C1C}">
                <a14:useLocalDpi xmlns:a14="http://schemas.microsoft.com/office/drawing/2010/main"/>
              </a:ext>
            </a:extLst>
          </a:blip>
          <a:srcRect b="13250"/>
          <a:stretch/>
        </p:blipFill>
        <p:spPr>
          <a:xfrm>
            <a:off x="9872918" y="4669060"/>
            <a:ext cx="1269645" cy="1101409"/>
          </a:xfrm>
          <a:prstGeom prst="rect">
            <a:avLst/>
          </a:prstGeom>
        </p:spPr>
      </p:pic>
      <p:sp>
        <p:nvSpPr>
          <p:cNvPr id="21" name="Rechteck 1">
            <a:extLst>
              <a:ext uri="{FF2B5EF4-FFF2-40B4-BE49-F238E27FC236}">
                <a16:creationId xmlns:a16="http://schemas.microsoft.com/office/drawing/2014/main" id="{10CBFE59-57F2-CA95-8A8E-B1BAAED19A51}"/>
              </a:ext>
            </a:extLst>
          </p:cNvPr>
          <p:cNvSpPr>
            <a:spLocks noChangeArrowheads="1"/>
          </p:cNvSpPr>
          <p:nvPr/>
        </p:nvSpPr>
        <p:spPr bwMode="auto">
          <a:xfrm>
            <a:off x="172530" y="2700031"/>
            <a:ext cx="2674937" cy="1949451"/>
          </a:xfrm>
          <a:prstGeom prst="rect">
            <a:avLst/>
          </a:prstGeom>
          <a:noFill/>
          <a:ln w="38100" algn="ctr">
            <a:solidFill>
              <a:schemeClr val="bg1">
                <a:lumMod val="50000"/>
              </a:schemeClr>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defRPr/>
            </a:pPr>
            <a:endParaRPr lang="en-US" sz="1800" b="1" dirty="0">
              <a:ln>
                <a:solidFill>
                  <a:srgbClr val="FF3300"/>
                </a:solidFill>
              </a:ln>
              <a:solidFill>
                <a:srgbClr val="FF0000"/>
              </a:solidFill>
            </a:endParaRPr>
          </a:p>
        </p:txBody>
      </p:sp>
      <p:sp>
        <p:nvSpPr>
          <p:cNvPr id="22" name="Textfeld 13">
            <a:extLst>
              <a:ext uri="{FF2B5EF4-FFF2-40B4-BE49-F238E27FC236}">
                <a16:creationId xmlns:a16="http://schemas.microsoft.com/office/drawing/2014/main" id="{7A39E872-1A33-5554-CE8D-8E503D53C6A4}"/>
              </a:ext>
            </a:extLst>
          </p:cNvPr>
          <p:cNvSpPr txBox="1">
            <a:spLocks noChangeArrowheads="1"/>
          </p:cNvSpPr>
          <p:nvPr/>
        </p:nvSpPr>
        <p:spPr bwMode="auto">
          <a:xfrm>
            <a:off x="646417" y="2795629"/>
            <a:ext cx="17719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r>
              <a:rPr lang="de-DE" sz="1800" b="1" dirty="0"/>
              <a:t>CREATIVITY</a:t>
            </a:r>
          </a:p>
        </p:txBody>
      </p:sp>
      <p:pic>
        <p:nvPicPr>
          <p:cNvPr id="35" name="Graphic 34" descr="Fireworks with solid fill">
            <a:extLst>
              <a:ext uri="{FF2B5EF4-FFF2-40B4-BE49-F238E27FC236}">
                <a16:creationId xmlns:a16="http://schemas.microsoft.com/office/drawing/2014/main" id="{770AFA7F-60FA-B1C6-0DC3-86EB8B73CE4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35785" y="3291335"/>
            <a:ext cx="1219200" cy="1219200"/>
          </a:xfrm>
          <a:prstGeom prst="rect">
            <a:avLst/>
          </a:prstGeom>
        </p:spPr>
      </p:pic>
    </p:spTree>
    <p:extLst>
      <p:ext uri="{BB962C8B-B14F-4D97-AF65-F5344CB8AC3E}">
        <p14:creationId xmlns:p14="http://schemas.microsoft.com/office/powerpoint/2010/main" val="148877906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3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33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33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3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3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33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3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3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animBg="1"/>
      <p:bldP spid="13321" grpId="0"/>
      <p:bldP spid="13322" grpId="0"/>
      <p:bldP spid="13332" grpId="0"/>
      <p:bldP spid="13333" grpId="0"/>
      <p:bldP spid="13334" grpId="0"/>
      <p:bldP spid="13335" grpId="0"/>
      <p:bldP spid="13336" grpId="0"/>
      <p:bldP spid="39" grpId="0" animBg="1"/>
      <p:bldP spid="14" grpId="0"/>
      <p:bldP spid="41" grpId="0"/>
      <p:bldP spid="42" grpId="0" animBg="1"/>
      <p:bldP spid="44" grpId="0"/>
      <p:bldP spid="47" grpId="0" animBg="1"/>
      <p:bldP spid="48" grpId="0"/>
      <p:bldP spid="50" grpId="0" animBg="1"/>
      <p:bldP spid="51" grpId="0"/>
      <p:bldP spid="21" grpId="0" animBg="1"/>
      <p:bldP spid="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2"/>
          <p:cNvSpPr>
            <a:spLocks noGrp="1"/>
          </p:cNvSpPr>
          <p:nvPr>
            <p:ph type="title"/>
          </p:nvPr>
        </p:nvSpPr>
        <p:spPr>
          <a:xfrm>
            <a:off x="663830" y="463551"/>
            <a:ext cx="10698436" cy="764116"/>
          </a:xfrm>
        </p:spPr>
        <p:txBody>
          <a:bodyPr/>
          <a:lstStyle/>
          <a:p>
            <a:r>
              <a:rPr lang="fr-FR" b="0" dirty="0">
                <a:solidFill>
                  <a:schemeClr val="accent3"/>
                </a:solidFill>
                <a:latin typeface="Josefin Sans" panose="020B0604020202020204" charset="0"/>
              </a:rPr>
              <a:t>WHAT YOU NEED TO DO</a:t>
            </a:r>
            <a:br>
              <a:rPr lang="fr-FR" b="0" dirty="0">
                <a:solidFill>
                  <a:schemeClr val="accent3"/>
                </a:solidFill>
                <a:latin typeface="Josefin Sans" panose="020B0604020202020204" charset="0"/>
              </a:rPr>
            </a:br>
            <a:r>
              <a:rPr lang="fr-FR" b="0" dirty="0" err="1">
                <a:solidFill>
                  <a:schemeClr val="tx1"/>
                </a:solidFill>
                <a:latin typeface="Josefin Sans" panose="020B0604020202020204" charset="0"/>
                <a:cs typeface="Arial" pitchFamily="2"/>
              </a:rPr>
              <a:t>Identify</a:t>
            </a:r>
            <a:r>
              <a:rPr lang="fr-FR" b="0" dirty="0">
                <a:solidFill>
                  <a:schemeClr val="tx1"/>
                </a:solidFill>
                <a:latin typeface="Josefin Sans" panose="020B0604020202020204" charset="0"/>
                <a:cs typeface="Arial" pitchFamily="2"/>
              </a:rPr>
              <a:t> </a:t>
            </a:r>
            <a:r>
              <a:rPr lang="fr-FR" b="0" dirty="0" err="1">
                <a:solidFill>
                  <a:schemeClr val="tx1"/>
                </a:solidFill>
                <a:latin typeface="Josefin Sans" panose="020B0604020202020204" charset="0"/>
                <a:cs typeface="Arial" pitchFamily="2"/>
              </a:rPr>
              <a:t>Market</a:t>
            </a:r>
            <a:r>
              <a:rPr lang="fr-FR" b="0" dirty="0">
                <a:solidFill>
                  <a:schemeClr val="tx1"/>
                </a:solidFill>
                <a:latin typeface="Josefin Sans" panose="020B0604020202020204" charset="0"/>
                <a:cs typeface="Arial" pitchFamily="2"/>
              </a:rPr>
              <a:t> </a:t>
            </a:r>
            <a:r>
              <a:rPr lang="fr-FR" b="0" dirty="0" err="1">
                <a:solidFill>
                  <a:schemeClr val="tx1"/>
                </a:solidFill>
                <a:latin typeface="Josefin Sans" panose="020B0604020202020204" charset="0"/>
                <a:cs typeface="Arial" pitchFamily="2"/>
              </a:rPr>
              <a:t>Needs</a:t>
            </a:r>
            <a:r>
              <a:rPr lang="fr-FR" b="0" dirty="0">
                <a:solidFill>
                  <a:schemeClr val="tx1"/>
                </a:solidFill>
                <a:latin typeface="Josefin Sans" panose="020B0604020202020204" charset="0"/>
                <a:cs typeface="Arial" pitchFamily="2"/>
              </a:rPr>
              <a:t> and </a:t>
            </a:r>
            <a:r>
              <a:rPr lang="fr-FR" b="0" dirty="0" err="1">
                <a:solidFill>
                  <a:schemeClr val="tx1"/>
                </a:solidFill>
                <a:latin typeface="Josefin Sans" panose="020B0604020202020204" charset="0"/>
                <a:cs typeface="Arial" pitchFamily="2"/>
              </a:rPr>
              <a:t>Problems</a:t>
            </a:r>
            <a:endParaRPr lang="fr-FR" b="0" noProof="0" dirty="0">
              <a:latin typeface="Josefin Sans" panose="020B0604020202020204" charset="0"/>
            </a:endParaRPr>
          </a:p>
        </p:txBody>
      </p:sp>
      <p:sp>
        <p:nvSpPr>
          <p:cNvPr id="14" name="Rechteck 13"/>
          <p:cNvSpPr/>
          <p:nvPr/>
        </p:nvSpPr>
        <p:spPr>
          <a:xfrm>
            <a:off x="663832" y="2264228"/>
            <a:ext cx="10764225" cy="2599873"/>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ctr"/>
          <a:lstStyle/>
          <a:p>
            <a:pPr>
              <a:spcAft>
                <a:spcPts val="800"/>
              </a:spcAft>
              <a:buClr>
                <a:schemeClr val="accent3"/>
              </a:buClr>
              <a:buFont typeface="Symbol" panose="05050102010706020507" pitchFamily="18" charset="2"/>
              <a:buChar char="-"/>
            </a:pPr>
            <a:endParaRPr lang="fr-FR" sz="2400" dirty="0"/>
          </a:p>
        </p:txBody>
      </p:sp>
      <p:sp>
        <p:nvSpPr>
          <p:cNvPr id="15" name="Google Shape;480;p42"/>
          <p:cNvSpPr/>
          <p:nvPr/>
        </p:nvSpPr>
        <p:spPr>
          <a:xfrm>
            <a:off x="2331029" y="2550434"/>
            <a:ext cx="232724" cy="158588"/>
          </a:xfrm>
          <a:prstGeom prst="ellipse">
            <a:avLst/>
          </a:prstGeom>
          <a:solidFill>
            <a:schemeClr val="lt2"/>
          </a:solidFill>
          <a:ln>
            <a:noFill/>
          </a:ln>
        </p:spPr>
        <p:txBody>
          <a:bodyPr spcFirstLastPara="1" wrap="square" lIns="121900" tIns="121900" rIns="121900" bIns="121900" anchor="ctr" anchorCtr="0">
            <a:noAutofit/>
          </a:bodyPr>
          <a:lstStyle/>
          <a:p>
            <a:endParaRPr sz="2400"/>
          </a:p>
        </p:txBody>
      </p:sp>
      <p:sp>
        <p:nvSpPr>
          <p:cNvPr id="16" name="Google Shape;496;p42"/>
          <p:cNvSpPr txBox="1">
            <a:spLocks/>
          </p:cNvSpPr>
          <p:nvPr/>
        </p:nvSpPr>
        <p:spPr>
          <a:xfrm>
            <a:off x="864631" y="2504536"/>
            <a:ext cx="10454731" cy="346064"/>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1000"/>
              </a:spcAft>
              <a:buClr>
                <a:schemeClr val="accent3"/>
              </a:buClr>
            </a:pPr>
            <a:r>
              <a:rPr lang="fr-FR" sz="1867" dirty="0"/>
              <a:t>Self-</a:t>
            </a:r>
            <a:r>
              <a:rPr lang="fr-FR" sz="1867" dirty="0" err="1"/>
              <a:t>Starting</a:t>
            </a:r>
            <a:endParaRPr lang="fr-FR" sz="1867" b="0" dirty="0"/>
          </a:p>
        </p:txBody>
      </p:sp>
      <p:sp>
        <p:nvSpPr>
          <p:cNvPr id="17" name="Google Shape;497;p42"/>
          <p:cNvSpPr txBox="1">
            <a:spLocks/>
          </p:cNvSpPr>
          <p:nvPr/>
        </p:nvSpPr>
        <p:spPr>
          <a:xfrm>
            <a:off x="1565984" y="2956747"/>
            <a:ext cx="9832125" cy="320263"/>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600"/>
              </a:spcAft>
              <a:buClr>
                <a:schemeClr val="accent3"/>
              </a:buClr>
            </a:pPr>
            <a:r>
              <a:rPr lang="fr-FR" sz="1867" b="0" dirty="0" err="1"/>
              <a:t>Think</a:t>
            </a:r>
            <a:r>
              <a:rPr lang="fr-FR" sz="1867" b="0" dirty="0"/>
              <a:t> of </a:t>
            </a:r>
            <a:r>
              <a:rPr lang="fr-FR" sz="1867" b="0" dirty="0" err="1"/>
              <a:t>three</a:t>
            </a:r>
            <a:r>
              <a:rPr lang="fr-FR" sz="1867" b="0" dirty="0"/>
              <a:t> </a:t>
            </a:r>
            <a:r>
              <a:rPr lang="fr-FR" sz="1867" b="0" dirty="0" err="1"/>
              <a:t>ways</a:t>
            </a:r>
            <a:r>
              <a:rPr lang="fr-FR" sz="1867" b="0" dirty="0"/>
              <a:t> to </a:t>
            </a:r>
            <a:r>
              <a:rPr lang="fr-FR" sz="1867" b="0" dirty="0" err="1"/>
              <a:t>identify</a:t>
            </a:r>
            <a:r>
              <a:rPr lang="fr-FR" sz="1867" b="0" dirty="0"/>
              <a:t> </a:t>
            </a:r>
            <a:r>
              <a:rPr lang="fr-FR" sz="1867" b="0" dirty="0" err="1"/>
              <a:t>needs</a:t>
            </a:r>
            <a:r>
              <a:rPr lang="fr-FR" sz="1867" b="0" dirty="0"/>
              <a:t> and </a:t>
            </a:r>
            <a:r>
              <a:rPr lang="fr-FR" sz="1867" b="0" dirty="0" err="1"/>
              <a:t>problems</a:t>
            </a:r>
            <a:r>
              <a:rPr lang="fr-FR" sz="1867" b="0" dirty="0"/>
              <a:t> – </a:t>
            </a:r>
            <a:r>
              <a:rPr lang="fr-FR" sz="1867" b="0" dirty="0" err="1"/>
              <a:t>they</a:t>
            </a:r>
            <a:r>
              <a:rPr lang="fr-FR" sz="1867" b="0" dirty="0"/>
              <a:t> are </a:t>
            </a:r>
            <a:r>
              <a:rPr lang="fr-FR" sz="1867" b="0" dirty="0" err="1"/>
              <a:t>opportunities</a:t>
            </a:r>
            <a:r>
              <a:rPr lang="fr-FR" sz="1867" b="0" dirty="0"/>
              <a:t>!</a:t>
            </a:r>
          </a:p>
        </p:txBody>
      </p:sp>
      <p:cxnSp>
        <p:nvCxnSpPr>
          <p:cNvPr id="20" name="Google Shape;472;p42"/>
          <p:cNvCxnSpPr/>
          <p:nvPr/>
        </p:nvCxnSpPr>
        <p:spPr>
          <a:xfrm>
            <a:off x="887213" y="2745991"/>
            <a:ext cx="9997441" cy="24171"/>
          </a:xfrm>
          <a:prstGeom prst="straightConnector1">
            <a:avLst/>
          </a:prstGeom>
          <a:noFill/>
          <a:ln w="19050" cap="flat" cmpd="sng">
            <a:solidFill>
              <a:srgbClr val="666666"/>
            </a:solidFill>
            <a:prstDash val="solid"/>
            <a:round/>
            <a:headEnd type="none" w="med" len="med"/>
            <a:tailEnd type="none" w="med" len="med"/>
          </a:ln>
        </p:spPr>
      </p:cxnSp>
      <p:pic>
        <p:nvPicPr>
          <p:cNvPr id="21" name="Grafik 20"/>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998131" y="2822856"/>
            <a:ext cx="534875" cy="463848"/>
          </a:xfrm>
          <a:prstGeom prst="rect">
            <a:avLst/>
          </a:prstGeom>
        </p:spPr>
      </p:pic>
      <p:cxnSp>
        <p:nvCxnSpPr>
          <p:cNvPr id="24" name="Google Shape;472;p42"/>
          <p:cNvCxnSpPr/>
          <p:nvPr/>
        </p:nvCxnSpPr>
        <p:spPr>
          <a:xfrm>
            <a:off x="935509" y="4463656"/>
            <a:ext cx="9997441" cy="24171"/>
          </a:xfrm>
          <a:prstGeom prst="straightConnector1">
            <a:avLst/>
          </a:prstGeom>
          <a:noFill/>
          <a:ln w="19050" cap="flat" cmpd="sng">
            <a:solidFill>
              <a:srgbClr val="666666"/>
            </a:solidFill>
            <a:prstDash val="solid"/>
            <a:round/>
            <a:headEnd type="none" w="med" len="med"/>
            <a:tailEnd type="none" w="med" len="med"/>
          </a:ln>
        </p:spPr>
      </p:cxnSp>
      <p:cxnSp>
        <p:nvCxnSpPr>
          <p:cNvPr id="34" name="Google Shape;472;p42"/>
          <p:cNvCxnSpPr/>
          <p:nvPr/>
        </p:nvCxnSpPr>
        <p:spPr>
          <a:xfrm>
            <a:off x="887213" y="3343033"/>
            <a:ext cx="9997441" cy="24171"/>
          </a:xfrm>
          <a:prstGeom prst="straightConnector1">
            <a:avLst/>
          </a:prstGeom>
          <a:noFill/>
          <a:ln w="19050" cap="flat" cmpd="sng">
            <a:solidFill>
              <a:srgbClr val="666666"/>
            </a:solidFill>
            <a:prstDash val="solid"/>
            <a:round/>
            <a:headEnd type="none" w="med" len="med"/>
            <a:tailEnd type="none" w="med" len="med"/>
          </a:ln>
        </p:spPr>
      </p:cxnSp>
      <p:pic>
        <p:nvPicPr>
          <p:cNvPr id="35" name="Grafik 34"/>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998131" y="3394363"/>
            <a:ext cx="534875" cy="463848"/>
          </a:xfrm>
          <a:prstGeom prst="rect">
            <a:avLst/>
          </a:prstGeom>
        </p:spPr>
      </p:pic>
      <p:cxnSp>
        <p:nvCxnSpPr>
          <p:cNvPr id="37" name="Google Shape;472;p42"/>
          <p:cNvCxnSpPr/>
          <p:nvPr/>
        </p:nvCxnSpPr>
        <p:spPr>
          <a:xfrm>
            <a:off x="935509" y="3902212"/>
            <a:ext cx="9997441" cy="24171"/>
          </a:xfrm>
          <a:prstGeom prst="straightConnector1">
            <a:avLst/>
          </a:prstGeom>
          <a:noFill/>
          <a:ln w="19050" cap="flat" cmpd="sng">
            <a:solidFill>
              <a:srgbClr val="666666"/>
            </a:solidFill>
            <a:prstDash val="solid"/>
            <a:round/>
            <a:headEnd type="none" w="med" len="med"/>
            <a:tailEnd type="none" w="med" len="med"/>
          </a:ln>
        </p:spPr>
      </p:cxnSp>
      <p:sp>
        <p:nvSpPr>
          <p:cNvPr id="38" name="Google Shape;497;p42"/>
          <p:cNvSpPr txBox="1">
            <a:spLocks/>
          </p:cNvSpPr>
          <p:nvPr/>
        </p:nvSpPr>
        <p:spPr>
          <a:xfrm>
            <a:off x="1565985" y="3989283"/>
            <a:ext cx="9915444" cy="40507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600"/>
              </a:spcAft>
              <a:buClr>
                <a:schemeClr val="accent3"/>
              </a:buClr>
            </a:pPr>
            <a:r>
              <a:rPr lang="fr-FR" sz="1867" b="0" dirty="0"/>
              <a:t>Think of new </a:t>
            </a:r>
            <a:r>
              <a:rPr lang="fr-FR" sz="1867" b="0" dirty="0" err="1"/>
              <a:t>features</a:t>
            </a:r>
            <a:r>
              <a:rPr lang="fr-FR" sz="1867" b="0" dirty="0"/>
              <a:t> for existing products.</a:t>
            </a:r>
          </a:p>
        </p:txBody>
      </p:sp>
      <p:pic>
        <p:nvPicPr>
          <p:cNvPr id="39" name="Grafik 38"/>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00956" y="3972324"/>
            <a:ext cx="534875" cy="463848"/>
          </a:xfrm>
          <a:prstGeom prst="rect">
            <a:avLst/>
          </a:prstGeom>
        </p:spPr>
      </p:pic>
      <p:sp>
        <p:nvSpPr>
          <p:cNvPr id="42" name="Google Shape;497;p42"/>
          <p:cNvSpPr txBox="1">
            <a:spLocks/>
          </p:cNvSpPr>
          <p:nvPr/>
        </p:nvSpPr>
        <p:spPr>
          <a:xfrm>
            <a:off x="1578034" y="3562764"/>
            <a:ext cx="9915444" cy="40507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2000"/>
              </a:spcAft>
              <a:buClr>
                <a:schemeClr val="accent3"/>
              </a:buClr>
            </a:pPr>
            <a:r>
              <a:rPr lang="fr-FR" sz="1867" b="0" dirty="0"/>
              <a:t>Look for weaknesses in competitors.</a:t>
            </a:r>
          </a:p>
        </p:txBody>
      </p:sp>
      <p:pic>
        <p:nvPicPr>
          <p:cNvPr id="18" name="Grafik 17"/>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0348331" y="164234"/>
            <a:ext cx="684348" cy="594116"/>
          </a:xfrm>
          <a:prstGeom prst="rect">
            <a:avLst/>
          </a:prstGeom>
        </p:spPr>
      </p:pic>
      <p:sp>
        <p:nvSpPr>
          <p:cNvPr id="2" name="TextBox 1">
            <a:extLst>
              <a:ext uri="{FF2B5EF4-FFF2-40B4-BE49-F238E27FC236}">
                <a16:creationId xmlns:a16="http://schemas.microsoft.com/office/drawing/2014/main" id="{1E1990D6-35CA-09F8-6534-2DE86895DBC8}"/>
              </a:ext>
            </a:extLst>
          </p:cNvPr>
          <p:cNvSpPr txBox="1"/>
          <p:nvPr/>
        </p:nvSpPr>
        <p:spPr>
          <a:xfrm>
            <a:off x="1578032" y="4970247"/>
            <a:ext cx="8993149" cy="1169551"/>
          </a:xfrm>
          <a:prstGeom prst="rect">
            <a:avLst/>
          </a:prstGeom>
          <a:noFill/>
        </p:spPr>
        <p:txBody>
          <a:bodyPr wrap="square" rtlCol="0">
            <a:spAutoFit/>
          </a:bodyPr>
          <a:lstStyle/>
          <a:p>
            <a:r>
              <a:rPr lang="en-GB" sz="1400" b="1" dirty="0">
                <a:solidFill>
                  <a:schemeClr val="tx2">
                    <a:lumMod val="25000"/>
                  </a:schemeClr>
                </a:solidFill>
                <a:latin typeface="Josefin Sans" pitchFamily="2" charset="0"/>
              </a:rPr>
              <a:t>The Israelites said to them, “If only we had died by the Lord’s hand in Egypt!  There we sat around pots of meat and ate all the food we wanted, but you have brought us into this desert to starve this entire community to death”.  </a:t>
            </a:r>
          </a:p>
          <a:p>
            <a:endParaRPr lang="en-GB" sz="1400" b="1" dirty="0">
              <a:solidFill>
                <a:schemeClr val="tx2">
                  <a:lumMod val="25000"/>
                </a:schemeClr>
              </a:solidFill>
              <a:latin typeface="Josefin Sans" pitchFamily="2" charset="0"/>
            </a:endParaRPr>
          </a:p>
          <a:p>
            <a:r>
              <a:rPr lang="en-GB" sz="1400" b="1" dirty="0">
                <a:solidFill>
                  <a:schemeClr val="tx2">
                    <a:lumMod val="25000"/>
                  </a:schemeClr>
                </a:solidFill>
                <a:latin typeface="Josefin Sans" pitchFamily="2" charset="0"/>
              </a:rPr>
              <a:t>Exodus 16: 3</a:t>
            </a:r>
          </a:p>
        </p:txBody>
      </p:sp>
    </p:spTree>
    <p:extLst>
      <p:ext uri="{BB962C8B-B14F-4D97-AF65-F5344CB8AC3E}">
        <p14:creationId xmlns:p14="http://schemas.microsoft.com/office/powerpoint/2010/main" val="2579676893"/>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hteck 20"/>
          <p:cNvSpPr/>
          <p:nvPr/>
        </p:nvSpPr>
        <p:spPr>
          <a:xfrm>
            <a:off x="663832" y="1915886"/>
            <a:ext cx="10764225" cy="4034972"/>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ctr"/>
          <a:lstStyle/>
          <a:p>
            <a:pPr>
              <a:spcAft>
                <a:spcPts val="800"/>
              </a:spcAft>
              <a:buClr>
                <a:schemeClr val="accent3"/>
              </a:buClr>
              <a:buFont typeface="Symbol" panose="05050102010706020507" pitchFamily="18" charset="2"/>
              <a:buChar char="-"/>
            </a:pPr>
            <a:endParaRPr lang="fr-FR" sz="2400" dirty="0"/>
          </a:p>
        </p:txBody>
      </p:sp>
      <p:sp>
        <p:nvSpPr>
          <p:cNvPr id="2" name="Titel 1"/>
          <p:cNvSpPr>
            <a:spLocks noGrp="1"/>
          </p:cNvSpPr>
          <p:nvPr>
            <p:ph type="title"/>
          </p:nvPr>
        </p:nvSpPr>
        <p:spPr/>
        <p:txBody>
          <a:bodyPr/>
          <a:lstStyle/>
          <a:p>
            <a:r>
              <a:rPr lang="fr-FR" b="0" dirty="0">
                <a:solidFill>
                  <a:schemeClr val="accent3"/>
                </a:solidFill>
                <a:latin typeface="Josefin Sans" panose="020B0604020202020204" charset="0"/>
              </a:rPr>
              <a:t>WHAT YOU NEED TO DO</a:t>
            </a:r>
            <a:br>
              <a:rPr lang="fr-FR" b="0" dirty="0">
                <a:solidFill>
                  <a:schemeClr val="accent3"/>
                </a:solidFill>
                <a:latin typeface="Josefin Sans" panose="020B0604020202020204" charset="0"/>
              </a:rPr>
            </a:br>
            <a:r>
              <a:rPr lang="fr-FR" b="0" dirty="0" err="1">
                <a:solidFill>
                  <a:schemeClr val="tx1"/>
                </a:solidFill>
                <a:latin typeface="Josefin Sans" panose="020B0604020202020204" charset="0"/>
                <a:cs typeface="Arial" pitchFamily="2"/>
              </a:rPr>
              <a:t>Identify</a:t>
            </a:r>
            <a:r>
              <a:rPr lang="fr-FR" b="0" dirty="0">
                <a:solidFill>
                  <a:schemeClr val="tx1"/>
                </a:solidFill>
                <a:latin typeface="Josefin Sans" panose="020B0604020202020204" charset="0"/>
                <a:cs typeface="Arial" pitchFamily="2"/>
              </a:rPr>
              <a:t> </a:t>
            </a:r>
            <a:r>
              <a:rPr lang="fr-FR" b="0" dirty="0" err="1">
                <a:solidFill>
                  <a:schemeClr val="tx1"/>
                </a:solidFill>
                <a:latin typeface="Josefin Sans" panose="020B0604020202020204" charset="0"/>
                <a:cs typeface="Arial" pitchFamily="2"/>
              </a:rPr>
              <a:t>Market</a:t>
            </a:r>
            <a:r>
              <a:rPr lang="fr-FR" b="0" dirty="0">
                <a:solidFill>
                  <a:schemeClr val="tx1"/>
                </a:solidFill>
                <a:latin typeface="Josefin Sans" panose="020B0604020202020204" charset="0"/>
                <a:cs typeface="Arial" pitchFamily="2"/>
              </a:rPr>
              <a:t> </a:t>
            </a:r>
            <a:r>
              <a:rPr lang="fr-FR" b="0" dirty="0" err="1">
                <a:solidFill>
                  <a:schemeClr val="tx1"/>
                </a:solidFill>
                <a:latin typeface="Josefin Sans" panose="020B0604020202020204" charset="0"/>
                <a:cs typeface="Arial" pitchFamily="2"/>
              </a:rPr>
              <a:t>Needs</a:t>
            </a:r>
            <a:r>
              <a:rPr lang="fr-FR" b="0" dirty="0">
                <a:solidFill>
                  <a:schemeClr val="tx1"/>
                </a:solidFill>
                <a:latin typeface="Josefin Sans" panose="020B0604020202020204" charset="0"/>
                <a:cs typeface="Arial" pitchFamily="2"/>
              </a:rPr>
              <a:t> and </a:t>
            </a:r>
            <a:r>
              <a:rPr lang="fr-FR" b="0" dirty="0" err="1">
                <a:solidFill>
                  <a:schemeClr val="tx1"/>
                </a:solidFill>
                <a:latin typeface="Josefin Sans" panose="020B0604020202020204" charset="0"/>
                <a:cs typeface="Arial" pitchFamily="2"/>
              </a:rPr>
              <a:t>Problems</a:t>
            </a:r>
            <a:endParaRPr lang="en-GB" dirty="0">
              <a:latin typeface="Josefin Sans" panose="020B0604020202020204" charset="0"/>
            </a:endParaRPr>
          </a:p>
        </p:txBody>
      </p:sp>
      <p:sp>
        <p:nvSpPr>
          <p:cNvPr id="5" name="Google Shape;500;p42"/>
          <p:cNvSpPr txBox="1">
            <a:spLocks/>
          </p:cNvSpPr>
          <p:nvPr/>
        </p:nvSpPr>
        <p:spPr>
          <a:xfrm>
            <a:off x="1046869" y="2196060"/>
            <a:ext cx="10454731" cy="372373"/>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600"/>
              </a:spcAft>
              <a:buClr>
                <a:srgbClr val="FF0000"/>
              </a:buClr>
            </a:pPr>
            <a:r>
              <a:rPr lang="fr-FR" sz="1867" dirty="0"/>
              <a:t>Future-</a:t>
            </a:r>
            <a:r>
              <a:rPr lang="fr-FR" sz="1867" dirty="0" err="1"/>
              <a:t>Oriented</a:t>
            </a:r>
            <a:endParaRPr lang="fr-FR" sz="1867" dirty="0"/>
          </a:p>
        </p:txBody>
      </p:sp>
      <p:sp>
        <p:nvSpPr>
          <p:cNvPr id="6" name="Google Shape;501;p42"/>
          <p:cNvSpPr txBox="1">
            <a:spLocks/>
          </p:cNvSpPr>
          <p:nvPr/>
        </p:nvSpPr>
        <p:spPr>
          <a:xfrm>
            <a:off x="1725642" y="2736677"/>
            <a:ext cx="9551959" cy="426072"/>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600"/>
              </a:spcAft>
              <a:buClr>
                <a:schemeClr val="accent3"/>
              </a:buClr>
            </a:pPr>
            <a:r>
              <a:rPr lang="fr-FR" sz="1867" b="0" dirty="0" err="1"/>
              <a:t>Think</a:t>
            </a:r>
            <a:r>
              <a:rPr lang="fr-FR" sz="1867" b="0" dirty="0"/>
              <a:t> of at least three </a:t>
            </a:r>
            <a:r>
              <a:rPr lang="fr-FR" sz="1867" b="0" dirty="0" err="1"/>
              <a:t>ways</a:t>
            </a:r>
            <a:r>
              <a:rPr lang="fr-FR" sz="1867" b="0" dirty="0"/>
              <a:t> </a:t>
            </a:r>
            <a:r>
              <a:rPr lang="fr-FR" sz="1867" b="0" dirty="0" err="1"/>
              <a:t>your</a:t>
            </a:r>
            <a:r>
              <a:rPr lang="fr-FR" sz="1867" b="0" dirty="0"/>
              <a:t> business can </a:t>
            </a:r>
            <a:r>
              <a:rPr lang="fr-FR" sz="1867" b="0" dirty="0" err="1"/>
              <a:t>benefit</a:t>
            </a:r>
            <a:r>
              <a:rPr lang="fr-FR" sz="1867" b="0" dirty="0"/>
              <a:t> </a:t>
            </a:r>
            <a:r>
              <a:rPr lang="fr-FR" sz="1867" b="0" dirty="0" err="1"/>
              <a:t>from</a:t>
            </a:r>
            <a:r>
              <a:rPr lang="fr-FR" sz="1867" b="0" dirty="0"/>
              <a:t> </a:t>
            </a:r>
            <a:r>
              <a:rPr lang="fr-FR" sz="1867" b="0" dirty="0" err="1"/>
              <a:t>current</a:t>
            </a:r>
            <a:r>
              <a:rPr lang="fr-FR" sz="1867" b="0" dirty="0"/>
              <a:t> changes </a:t>
            </a:r>
            <a:r>
              <a:rPr lang="fr-FR" sz="1867" b="0" dirty="0" err="1"/>
              <a:t>that</a:t>
            </a:r>
            <a:r>
              <a:rPr lang="fr-FR" sz="1867" b="0" dirty="0"/>
              <a:t> </a:t>
            </a:r>
            <a:r>
              <a:rPr lang="fr-FR" sz="1867" b="0" dirty="0" err="1"/>
              <a:t>will</a:t>
            </a:r>
            <a:r>
              <a:rPr lang="fr-FR" sz="1867" b="0" dirty="0"/>
              <a:t> affect the </a:t>
            </a:r>
            <a:r>
              <a:rPr lang="fr-FR" sz="1867" b="0" dirty="0" err="1"/>
              <a:t>market</a:t>
            </a:r>
            <a:r>
              <a:rPr lang="fr-FR" sz="1867" b="0" dirty="0"/>
              <a:t> in future.</a:t>
            </a:r>
          </a:p>
        </p:txBody>
      </p:sp>
      <p:pic>
        <p:nvPicPr>
          <p:cNvPr id="7" name="Grafik 6"/>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134411" y="2645055"/>
            <a:ext cx="534875" cy="463848"/>
          </a:xfrm>
          <a:prstGeom prst="rect">
            <a:avLst/>
          </a:prstGeom>
        </p:spPr>
      </p:pic>
      <p:cxnSp>
        <p:nvCxnSpPr>
          <p:cNvPr id="8" name="Google Shape;472;p42"/>
          <p:cNvCxnSpPr/>
          <p:nvPr/>
        </p:nvCxnSpPr>
        <p:spPr>
          <a:xfrm>
            <a:off x="1083009" y="2178659"/>
            <a:ext cx="9997441" cy="24171"/>
          </a:xfrm>
          <a:prstGeom prst="straightConnector1">
            <a:avLst/>
          </a:prstGeom>
          <a:noFill/>
          <a:ln w="19050" cap="flat" cmpd="sng">
            <a:solidFill>
              <a:srgbClr val="666666"/>
            </a:solidFill>
            <a:prstDash val="solid"/>
            <a:round/>
            <a:headEnd type="none" w="med" len="med"/>
            <a:tailEnd type="none" w="med" len="med"/>
          </a:ln>
        </p:spPr>
      </p:cxnSp>
      <p:cxnSp>
        <p:nvCxnSpPr>
          <p:cNvPr id="9" name="Google Shape;472;p42"/>
          <p:cNvCxnSpPr/>
          <p:nvPr/>
        </p:nvCxnSpPr>
        <p:spPr>
          <a:xfrm>
            <a:off x="1083010" y="2499097"/>
            <a:ext cx="9997441" cy="24171"/>
          </a:xfrm>
          <a:prstGeom prst="straightConnector1">
            <a:avLst/>
          </a:prstGeom>
          <a:noFill/>
          <a:ln w="19050" cap="flat" cmpd="sng">
            <a:solidFill>
              <a:srgbClr val="666666"/>
            </a:solidFill>
            <a:prstDash val="solid"/>
            <a:round/>
            <a:headEnd type="none" w="med" len="med"/>
            <a:tailEnd type="none" w="med" len="med"/>
          </a:ln>
        </p:spPr>
      </p:cxnSp>
      <p:cxnSp>
        <p:nvCxnSpPr>
          <p:cNvPr id="10" name="Google Shape;472;p42"/>
          <p:cNvCxnSpPr/>
          <p:nvPr/>
        </p:nvCxnSpPr>
        <p:spPr>
          <a:xfrm>
            <a:off x="1034968" y="4390759"/>
            <a:ext cx="9997441" cy="24171"/>
          </a:xfrm>
          <a:prstGeom prst="straightConnector1">
            <a:avLst/>
          </a:prstGeom>
          <a:noFill/>
          <a:ln w="19050" cap="flat" cmpd="sng">
            <a:solidFill>
              <a:srgbClr val="666666"/>
            </a:solidFill>
            <a:prstDash val="solid"/>
            <a:round/>
            <a:headEnd type="none" w="med" len="med"/>
            <a:tailEnd type="none" w="med" len="med"/>
          </a:ln>
        </p:spPr>
      </p:cxnSp>
      <p:sp>
        <p:nvSpPr>
          <p:cNvPr id="11" name="Google Shape;501;p42"/>
          <p:cNvSpPr txBox="1">
            <a:spLocks/>
          </p:cNvSpPr>
          <p:nvPr/>
        </p:nvSpPr>
        <p:spPr>
          <a:xfrm>
            <a:off x="1023756" y="4467155"/>
            <a:ext cx="9875152" cy="40507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1200"/>
              </a:spcAft>
              <a:buClr>
                <a:schemeClr val="accent3"/>
              </a:buClr>
            </a:pPr>
            <a:r>
              <a:rPr lang="fr-FR" sz="1867" dirty="0" err="1"/>
              <a:t>Overcoming</a:t>
            </a:r>
            <a:r>
              <a:rPr lang="fr-FR" sz="1867" dirty="0"/>
              <a:t> </a:t>
            </a:r>
            <a:r>
              <a:rPr lang="fr-FR" sz="1867" dirty="0" err="1"/>
              <a:t>Barriers</a:t>
            </a:r>
            <a:endParaRPr lang="fr-FR" sz="1867" b="0" dirty="0"/>
          </a:p>
        </p:txBody>
      </p:sp>
      <p:sp>
        <p:nvSpPr>
          <p:cNvPr id="12" name="Google Shape;501;p42"/>
          <p:cNvSpPr txBox="1">
            <a:spLocks/>
          </p:cNvSpPr>
          <p:nvPr/>
        </p:nvSpPr>
        <p:spPr>
          <a:xfrm>
            <a:off x="1725641" y="4964362"/>
            <a:ext cx="9875152" cy="40507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600"/>
              </a:spcAft>
              <a:buClr>
                <a:schemeClr val="accent3"/>
              </a:buClr>
            </a:pPr>
            <a:r>
              <a:rPr lang="de-DE" sz="1867" b="0" dirty="0"/>
              <a:t>Barriers can be an opportunity for development</a:t>
            </a:r>
            <a:endParaRPr lang="fr-FR" sz="1867" b="0" dirty="0"/>
          </a:p>
        </p:txBody>
      </p:sp>
      <p:pic>
        <p:nvPicPr>
          <p:cNvPr id="15" name="Grafik 14"/>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126468" y="4845887"/>
            <a:ext cx="534875" cy="463848"/>
          </a:xfrm>
          <a:prstGeom prst="rect">
            <a:avLst/>
          </a:prstGeom>
        </p:spPr>
      </p:pic>
      <p:cxnSp>
        <p:nvCxnSpPr>
          <p:cNvPr id="16" name="Google Shape;472;p42"/>
          <p:cNvCxnSpPr/>
          <p:nvPr/>
        </p:nvCxnSpPr>
        <p:spPr>
          <a:xfrm>
            <a:off x="1034968" y="4742420"/>
            <a:ext cx="9997441" cy="24171"/>
          </a:xfrm>
          <a:prstGeom prst="straightConnector1">
            <a:avLst/>
          </a:prstGeom>
          <a:noFill/>
          <a:ln w="19050" cap="flat" cmpd="sng">
            <a:solidFill>
              <a:srgbClr val="666666"/>
            </a:solidFill>
            <a:prstDash val="solid"/>
            <a:round/>
            <a:headEnd type="none" w="med" len="med"/>
            <a:tailEnd type="none" w="med" len="med"/>
          </a:ln>
        </p:spPr>
      </p:cxnSp>
      <p:cxnSp>
        <p:nvCxnSpPr>
          <p:cNvPr id="17" name="Google Shape;472;p42"/>
          <p:cNvCxnSpPr/>
          <p:nvPr/>
        </p:nvCxnSpPr>
        <p:spPr>
          <a:xfrm>
            <a:off x="1023757" y="5600595"/>
            <a:ext cx="9997441" cy="24171"/>
          </a:xfrm>
          <a:prstGeom prst="straightConnector1">
            <a:avLst/>
          </a:prstGeom>
          <a:noFill/>
          <a:ln w="19050" cap="flat" cmpd="sng">
            <a:solidFill>
              <a:srgbClr val="666666"/>
            </a:solidFill>
            <a:prstDash val="solid"/>
            <a:round/>
            <a:headEnd type="none" w="med" len="med"/>
            <a:tailEnd type="none" w="med" len="med"/>
          </a:ln>
        </p:spPr>
      </p:cxnSp>
      <p:cxnSp>
        <p:nvCxnSpPr>
          <p:cNvPr id="18" name="Google Shape;472;p42"/>
          <p:cNvCxnSpPr/>
          <p:nvPr/>
        </p:nvCxnSpPr>
        <p:spPr>
          <a:xfrm>
            <a:off x="1038928" y="3407527"/>
            <a:ext cx="9997441" cy="24171"/>
          </a:xfrm>
          <a:prstGeom prst="straightConnector1">
            <a:avLst/>
          </a:prstGeom>
          <a:noFill/>
          <a:ln w="19050" cap="flat" cmpd="sng">
            <a:solidFill>
              <a:srgbClr val="666666"/>
            </a:solidFill>
            <a:prstDash val="solid"/>
            <a:round/>
            <a:headEnd type="none" w="med" len="med"/>
            <a:tailEnd type="none" w="med" len="med"/>
          </a:ln>
        </p:spPr>
      </p:cxnSp>
      <p:pic>
        <p:nvPicPr>
          <p:cNvPr id="19" name="Grafik 18"/>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126468" y="3630953"/>
            <a:ext cx="534875" cy="463848"/>
          </a:xfrm>
          <a:prstGeom prst="rect">
            <a:avLst/>
          </a:prstGeom>
        </p:spPr>
      </p:pic>
      <p:sp>
        <p:nvSpPr>
          <p:cNvPr id="20" name="Google Shape;501;p42"/>
          <p:cNvSpPr txBox="1">
            <a:spLocks/>
          </p:cNvSpPr>
          <p:nvPr/>
        </p:nvSpPr>
        <p:spPr>
          <a:xfrm>
            <a:off x="1725642" y="3837272"/>
            <a:ext cx="9551959" cy="426072"/>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a:spcAft>
                <a:spcPts val="2000"/>
              </a:spcAft>
              <a:buClr>
                <a:schemeClr val="accent3"/>
              </a:buClr>
            </a:pPr>
            <a:r>
              <a:rPr lang="fr-FR" sz="1867" b="0" dirty="0" err="1"/>
              <a:t>Think</a:t>
            </a:r>
            <a:r>
              <a:rPr lang="fr-FR" sz="1867" b="0" dirty="0"/>
              <a:t> of at least </a:t>
            </a:r>
            <a:r>
              <a:rPr lang="fr-FR" sz="1867" b="0" dirty="0" err="1"/>
              <a:t>three</a:t>
            </a:r>
            <a:r>
              <a:rPr lang="fr-FR" sz="1867" b="0" dirty="0"/>
              <a:t> </a:t>
            </a:r>
            <a:r>
              <a:rPr lang="fr-FR" sz="1867" b="0" dirty="0" err="1"/>
              <a:t>ways</a:t>
            </a:r>
            <a:r>
              <a:rPr lang="fr-FR" sz="1867" b="0" dirty="0"/>
              <a:t> </a:t>
            </a:r>
            <a:r>
              <a:rPr lang="fr-FR" sz="1867" b="0" dirty="0" err="1"/>
              <a:t>your</a:t>
            </a:r>
            <a:r>
              <a:rPr lang="fr-FR" sz="1867" b="0" dirty="0"/>
              <a:t> business can </a:t>
            </a:r>
            <a:r>
              <a:rPr lang="fr-FR" sz="1867" b="0" dirty="0" err="1"/>
              <a:t>turn</a:t>
            </a:r>
            <a:r>
              <a:rPr lang="fr-FR" sz="1867" b="0" dirty="0"/>
              <a:t> a </a:t>
            </a:r>
            <a:r>
              <a:rPr lang="fr-FR" sz="1867" b="0" dirty="0" err="1"/>
              <a:t>problem</a:t>
            </a:r>
            <a:r>
              <a:rPr lang="fr-FR" sz="1867" b="0" dirty="0"/>
              <a:t> or </a:t>
            </a:r>
            <a:r>
              <a:rPr lang="fr-FR" sz="1867" b="0" dirty="0" err="1"/>
              <a:t>need</a:t>
            </a:r>
            <a:r>
              <a:rPr lang="fr-FR" sz="1867" b="0" dirty="0"/>
              <a:t> </a:t>
            </a:r>
            <a:r>
              <a:rPr lang="fr-FR" sz="1867" b="0" dirty="0" err="1"/>
              <a:t>into</a:t>
            </a:r>
            <a:r>
              <a:rPr lang="fr-FR" sz="1867" b="0" dirty="0"/>
              <a:t> an </a:t>
            </a:r>
            <a:r>
              <a:rPr lang="fr-FR" sz="1867" b="0" dirty="0" err="1"/>
              <a:t>opportunity</a:t>
            </a:r>
            <a:r>
              <a:rPr lang="fr-FR" sz="1867" b="0" dirty="0"/>
              <a:t>.</a:t>
            </a:r>
          </a:p>
        </p:txBody>
      </p:sp>
      <p:pic>
        <p:nvPicPr>
          <p:cNvPr id="22" name="Grafik 21"/>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1190868" y="183379"/>
            <a:ext cx="928561" cy="775624"/>
          </a:xfrm>
          <a:prstGeom prst="rect">
            <a:avLst/>
          </a:prstGeom>
        </p:spPr>
      </p:pic>
      <p:pic>
        <p:nvPicPr>
          <p:cNvPr id="23" name="Grafik 22"/>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10348331" y="164234"/>
            <a:ext cx="684348" cy="594116"/>
          </a:xfrm>
          <a:prstGeom prst="rect">
            <a:avLst/>
          </a:prstGeom>
        </p:spPr>
      </p:pic>
    </p:spTree>
    <p:extLst>
      <p:ext uri="{BB962C8B-B14F-4D97-AF65-F5344CB8AC3E}">
        <p14:creationId xmlns:p14="http://schemas.microsoft.com/office/powerpoint/2010/main" val="3985622429"/>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p:cNvSpPr>
            <a:spLocks noGrp="1"/>
          </p:cNvSpPr>
          <p:nvPr>
            <p:ph type="title"/>
          </p:nvPr>
        </p:nvSpPr>
        <p:spPr/>
        <p:txBody>
          <a:bodyPr/>
          <a:lstStyle/>
          <a:p>
            <a:r>
              <a:rPr lang="fr-FR" altLang="de-DE" dirty="0"/>
              <a:t>PEOPLE HAVE NEEDS</a:t>
            </a:r>
            <a:endParaRPr lang="fr-FR" altLang="de-DE" noProof="0" dirty="0"/>
          </a:p>
        </p:txBody>
      </p:sp>
      <p:sp>
        <p:nvSpPr>
          <p:cNvPr id="76803" name="Content Placeholder 2"/>
          <p:cNvSpPr>
            <a:spLocks noGrp="1"/>
          </p:cNvSpPr>
          <p:nvPr>
            <p:ph idx="4294967295"/>
          </p:nvPr>
        </p:nvSpPr>
        <p:spPr>
          <a:xfrm>
            <a:off x="1041400" y="1557867"/>
            <a:ext cx="9306931" cy="4897967"/>
          </a:xfrm>
        </p:spPr>
        <p:txBody>
          <a:bodyPr/>
          <a:lstStyle/>
          <a:p>
            <a:pPr marL="0" indent="0">
              <a:buClr>
                <a:schemeClr val="accent5"/>
              </a:buClr>
              <a:buNone/>
            </a:pPr>
            <a:r>
              <a:rPr lang="fr-FR" sz="2133" dirty="0">
                <a:solidFill>
                  <a:srgbClr val="47362D"/>
                </a:solidFill>
                <a:latin typeface="Poppins" panose="020B0604020202020204" charset="0"/>
                <a:cs typeface="Poppins" panose="020B0604020202020204" charset="0"/>
              </a:rPr>
              <a:t>To identify new business opportunities look for </a:t>
            </a:r>
            <a:r>
              <a:rPr lang="fr-FR" sz="2133" dirty="0" err="1">
                <a:solidFill>
                  <a:srgbClr val="47362D"/>
                </a:solidFill>
                <a:latin typeface="Poppins" panose="020B0604020202020204" charset="0"/>
                <a:cs typeface="Poppins" panose="020B0604020202020204" charset="0"/>
              </a:rPr>
              <a:t>needs</a:t>
            </a:r>
            <a:r>
              <a:rPr lang="fr-FR" sz="2133" dirty="0">
                <a:solidFill>
                  <a:srgbClr val="47362D"/>
                </a:solidFill>
                <a:latin typeface="Poppins" panose="020B0604020202020204" charset="0"/>
                <a:cs typeface="Poppins" panose="020B0604020202020204" charset="0"/>
              </a:rPr>
              <a:t> people have by </a:t>
            </a:r>
            <a:r>
              <a:rPr lang="fr-FR" sz="2133" dirty="0" err="1">
                <a:solidFill>
                  <a:srgbClr val="47362D"/>
                </a:solidFill>
                <a:latin typeface="Poppins" panose="020B0604020202020204" charset="0"/>
                <a:cs typeface="Poppins" panose="020B0604020202020204" charset="0"/>
              </a:rPr>
              <a:t>identifying</a:t>
            </a:r>
            <a:r>
              <a:rPr lang="fr-FR" sz="2133" dirty="0">
                <a:solidFill>
                  <a:srgbClr val="47362D"/>
                </a:solidFill>
                <a:latin typeface="Poppins" panose="020B0604020202020204" charset="0"/>
                <a:cs typeface="Poppins" panose="020B0604020202020204" charset="0"/>
              </a:rPr>
              <a:t>:</a:t>
            </a:r>
          </a:p>
          <a:p>
            <a:pPr marL="0" indent="0">
              <a:buClr>
                <a:schemeClr val="accent5"/>
              </a:buClr>
              <a:buNone/>
            </a:pPr>
            <a:endParaRPr lang="fr-FR" sz="2133" dirty="0">
              <a:solidFill>
                <a:srgbClr val="47362D"/>
              </a:solidFill>
              <a:latin typeface="Poppins" panose="020B0604020202020204" charset="0"/>
              <a:cs typeface="Poppins" panose="020B0604020202020204" charset="0"/>
            </a:endParaRPr>
          </a:p>
          <a:p>
            <a:pPr marL="0" indent="0">
              <a:buClr>
                <a:schemeClr val="accent5"/>
              </a:buClr>
              <a:buNone/>
            </a:pPr>
            <a:r>
              <a:rPr lang="fr-FR" sz="2133" dirty="0" err="1">
                <a:solidFill>
                  <a:srgbClr val="47362D"/>
                </a:solidFill>
                <a:latin typeface="Poppins" panose="020B0604020202020204" charset="0"/>
                <a:cs typeface="Poppins" panose="020B0604020202020204" charset="0"/>
              </a:rPr>
              <a:t>What’s</a:t>
            </a:r>
            <a:r>
              <a:rPr lang="fr-FR" sz="2133" dirty="0">
                <a:solidFill>
                  <a:srgbClr val="47362D"/>
                </a:solidFill>
                <a:latin typeface="Poppins" panose="020B0604020202020204" charset="0"/>
                <a:cs typeface="Poppins" panose="020B0604020202020204" charset="0"/>
              </a:rPr>
              <a:t> </a:t>
            </a:r>
            <a:r>
              <a:rPr lang="fr-FR" sz="2133" dirty="0" err="1">
                <a:solidFill>
                  <a:srgbClr val="47362D"/>
                </a:solidFill>
                <a:latin typeface="Poppins" panose="020B0604020202020204" charset="0"/>
                <a:cs typeface="Poppins" panose="020B0604020202020204" charset="0"/>
              </a:rPr>
              <a:t>currently</a:t>
            </a:r>
            <a:r>
              <a:rPr lang="fr-FR" sz="2133" dirty="0">
                <a:solidFill>
                  <a:srgbClr val="47362D"/>
                </a:solidFill>
                <a:latin typeface="Poppins" panose="020B0604020202020204" charset="0"/>
                <a:cs typeface="Poppins" panose="020B0604020202020204" charset="0"/>
              </a:rPr>
              <a:t> </a:t>
            </a:r>
            <a:r>
              <a:rPr lang="fr-FR" sz="2133" dirty="0" err="1">
                <a:solidFill>
                  <a:srgbClr val="47362D"/>
                </a:solidFill>
                <a:latin typeface="Poppins" panose="020B0604020202020204" charset="0"/>
                <a:cs typeface="Poppins" panose="020B0604020202020204" charset="0"/>
              </a:rPr>
              <a:t>available</a:t>
            </a:r>
            <a:r>
              <a:rPr lang="fr-FR" sz="2133" dirty="0">
                <a:solidFill>
                  <a:srgbClr val="47362D"/>
                </a:solidFill>
                <a:latin typeface="Poppins" panose="020B0604020202020204" charset="0"/>
                <a:cs typeface="Poppins" panose="020B0604020202020204" charset="0"/>
              </a:rPr>
              <a:t> </a:t>
            </a:r>
            <a:r>
              <a:rPr lang="fr-FR" sz="2133" dirty="0" err="1">
                <a:solidFill>
                  <a:srgbClr val="47362D"/>
                </a:solidFill>
                <a:latin typeface="Poppins" panose="020B0604020202020204" charset="0"/>
                <a:cs typeface="Poppins" panose="020B0604020202020204" charset="0"/>
              </a:rPr>
              <a:t>is</a:t>
            </a:r>
            <a:r>
              <a:rPr lang="fr-FR" sz="2133" dirty="0">
                <a:solidFill>
                  <a:srgbClr val="47362D"/>
                </a:solidFill>
                <a:latin typeface="Poppins" panose="020B0604020202020204" charset="0"/>
                <a:cs typeface="Poppins" panose="020B0604020202020204" charset="0"/>
              </a:rPr>
              <a:t>:</a:t>
            </a:r>
          </a:p>
          <a:p>
            <a:pPr>
              <a:buClr>
                <a:schemeClr val="accent5"/>
              </a:buClr>
              <a:buFont typeface="Courier New" panose="02070309020205020404" pitchFamily="49" charset="0"/>
              <a:buChar char="o"/>
            </a:pPr>
            <a:endParaRPr lang="fr-FR" altLang="de-DE" sz="2133" i="1" dirty="0">
              <a:solidFill>
                <a:srgbClr val="47362D"/>
              </a:solidFill>
            </a:endParaRPr>
          </a:p>
          <a:p>
            <a:pPr marL="501638">
              <a:buClr>
                <a:schemeClr val="accent5"/>
              </a:buClr>
              <a:buSzPct val="100000"/>
              <a:buFont typeface="Courier New" panose="02070309020205020404" pitchFamily="49" charset="0"/>
              <a:buChar char="o"/>
            </a:pPr>
            <a:r>
              <a:rPr lang="fr-FR" altLang="de-DE" sz="2133" dirty="0" err="1">
                <a:solidFill>
                  <a:srgbClr val="47362D"/>
                </a:solidFill>
              </a:rPr>
              <a:t>Too</a:t>
            </a:r>
            <a:r>
              <a:rPr lang="fr-FR" altLang="de-DE" sz="2133" dirty="0">
                <a:solidFill>
                  <a:srgbClr val="47362D"/>
                </a:solidFill>
              </a:rPr>
              <a:t> </a:t>
            </a:r>
            <a:r>
              <a:rPr lang="fr-FR" altLang="de-DE" sz="2133" dirty="0" err="1">
                <a:solidFill>
                  <a:srgbClr val="47362D"/>
                </a:solidFill>
              </a:rPr>
              <a:t>expensive</a:t>
            </a:r>
            <a:r>
              <a:rPr lang="fr-FR" altLang="de-DE" sz="2133" dirty="0">
                <a:solidFill>
                  <a:srgbClr val="47362D"/>
                </a:solidFill>
              </a:rPr>
              <a:t> - </a:t>
            </a:r>
            <a:r>
              <a:rPr lang="fr-FR" altLang="de-DE" sz="2133" dirty="0" err="1">
                <a:solidFill>
                  <a:srgbClr val="47362D"/>
                </a:solidFill>
              </a:rPr>
              <a:t>Could</a:t>
            </a:r>
            <a:r>
              <a:rPr lang="fr-FR" altLang="de-DE" sz="2133" dirty="0">
                <a:solidFill>
                  <a:srgbClr val="47362D"/>
                </a:solidFill>
              </a:rPr>
              <a:t> I </a:t>
            </a:r>
            <a:r>
              <a:rPr lang="fr-FR" altLang="de-DE" sz="2133" dirty="0" err="1">
                <a:solidFill>
                  <a:srgbClr val="47362D"/>
                </a:solidFill>
              </a:rPr>
              <a:t>offer</a:t>
            </a:r>
            <a:r>
              <a:rPr lang="fr-FR" altLang="de-DE" sz="2133" dirty="0">
                <a:solidFill>
                  <a:srgbClr val="47362D"/>
                </a:solidFill>
              </a:rPr>
              <a:t> </a:t>
            </a:r>
            <a:r>
              <a:rPr lang="fr-FR" altLang="de-DE" sz="2133" dirty="0" err="1">
                <a:solidFill>
                  <a:srgbClr val="47362D"/>
                </a:solidFill>
              </a:rPr>
              <a:t>something</a:t>
            </a:r>
            <a:r>
              <a:rPr lang="fr-FR" altLang="de-DE" sz="2133" dirty="0">
                <a:solidFill>
                  <a:srgbClr val="47362D"/>
                </a:solidFill>
              </a:rPr>
              <a:t> </a:t>
            </a:r>
            <a:r>
              <a:rPr lang="fr-FR" altLang="de-DE" sz="2133" dirty="0" err="1">
                <a:solidFill>
                  <a:srgbClr val="47362D"/>
                </a:solidFill>
              </a:rPr>
              <a:t>cheaper</a:t>
            </a:r>
            <a:r>
              <a:rPr lang="fr-FR" altLang="de-DE" sz="2133" dirty="0">
                <a:solidFill>
                  <a:srgbClr val="47362D"/>
                </a:solidFill>
              </a:rPr>
              <a:t>?</a:t>
            </a:r>
          </a:p>
          <a:p>
            <a:pPr marL="501638">
              <a:buClr>
                <a:schemeClr val="accent5"/>
              </a:buClr>
              <a:buSzPct val="100000"/>
              <a:buFont typeface="Courier New" panose="02070309020205020404" pitchFamily="49" charset="0"/>
              <a:buChar char="o"/>
            </a:pPr>
            <a:endParaRPr lang="fr-FR" altLang="de-DE" sz="2133" dirty="0">
              <a:solidFill>
                <a:srgbClr val="47362D"/>
              </a:solidFill>
            </a:endParaRPr>
          </a:p>
          <a:p>
            <a:pPr marL="501638">
              <a:buClr>
                <a:schemeClr val="accent5"/>
              </a:buClr>
              <a:buSzPct val="100000"/>
              <a:buFont typeface="Courier New" panose="02070309020205020404" pitchFamily="49" charset="0"/>
              <a:buChar char="o"/>
            </a:pPr>
            <a:r>
              <a:rPr lang="fr-FR" altLang="de-DE" sz="2133" dirty="0">
                <a:solidFill>
                  <a:srgbClr val="47362D"/>
                </a:solidFill>
              </a:rPr>
              <a:t>Not easy to use - </a:t>
            </a:r>
            <a:r>
              <a:rPr lang="fr-FR" altLang="de-DE" sz="2133" dirty="0" err="1">
                <a:solidFill>
                  <a:srgbClr val="47362D"/>
                </a:solidFill>
              </a:rPr>
              <a:t>Could</a:t>
            </a:r>
            <a:r>
              <a:rPr lang="fr-FR" altLang="de-DE" sz="2133" dirty="0">
                <a:solidFill>
                  <a:srgbClr val="47362D"/>
                </a:solidFill>
              </a:rPr>
              <a:t> I </a:t>
            </a:r>
            <a:r>
              <a:rPr lang="fr-FR" altLang="de-DE" sz="2133" dirty="0" err="1">
                <a:solidFill>
                  <a:srgbClr val="47362D"/>
                </a:solidFill>
              </a:rPr>
              <a:t>offer</a:t>
            </a:r>
            <a:r>
              <a:rPr lang="fr-FR" altLang="de-DE" sz="2133" dirty="0">
                <a:solidFill>
                  <a:srgbClr val="47362D"/>
                </a:solidFill>
              </a:rPr>
              <a:t> a more user-</a:t>
            </a:r>
            <a:r>
              <a:rPr lang="fr-FR" altLang="de-DE" sz="2133" dirty="0" err="1">
                <a:solidFill>
                  <a:srgbClr val="47362D"/>
                </a:solidFill>
              </a:rPr>
              <a:t>friendly</a:t>
            </a:r>
            <a:r>
              <a:rPr lang="fr-FR" altLang="de-DE" sz="2133" dirty="0">
                <a:solidFill>
                  <a:srgbClr val="47362D"/>
                </a:solidFill>
              </a:rPr>
              <a:t> version?</a:t>
            </a:r>
          </a:p>
          <a:p>
            <a:pPr marL="501638">
              <a:buClr>
                <a:schemeClr val="accent5"/>
              </a:buClr>
              <a:buSzPct val="100000"/>
              <a:buFont typeface="Courier New" panose="02070309020205020404" pitchFamily="49" charset="0"/>
              <a:buChar char="o"/>
            </a:pPr>
            <a:endParaRPr lang="fr-FR" altLang="de-DE" sz="2133" dirty="0">
              <a:solidFill>
                <a:srgbClr val="47362D"/>
              </a:solidFill>
            </a:endParaRPr>
          </a:p>
          <a:p>
            <a:pPr marL="501638">
              <a:buClr>
                <a:schemeClr val="accent5"/>
              </a:buClr>
              <a:buSzPct val="100000"/>
              <a:buFont typeface="Courier New" panose="02070309020205020404" pitchFamily="49" charset="0"/>
              <a:buChar char="o"/>
            </a:pPr>
            <a:r>
              <a:rPr lang="fr-FR" altLang="de-DE" sz="2133" dirty="0">
                <a:solidFill>
                  <a:srgbClr val="47362D"/>
                </a:solidFill>
              </a:rPr>
              <a:t>The quality </a:t>
            </a:r>
            <a:r>
              <a:rPr lang="fr-FR" altLang="de-DE" sz="2133" dirty="0" err="1">
                <a:solidFill>
                  <a:srgbClr val="47362D"/>
                </a:solidFill>
              </a:rPr>
              <a:t>is</a:t>
            </a:r>
            <a:r>
              <a:rPr lang="fr-FR" altLang="de-DE" sz="2133" dirty="0">
                <a:solidFill>
                  <a:srgbClr val="47362D"/>
                </a:solidFill>
              </a:rPr>
              <a:t> </a:t>
            </a:r>
            <a:r>
              <a:rPr lang="fr-FR" altLang="de-DE" sz="2133" dirty="0" err="1">
                <a:solidFill>
                  <a:srgbClr val="47362D"/>
                </a:solidFill>
              </a:rPr>
              <a:t>very</a:t>
            </a:r>
            <a:r>
              <a:rPr lang="fr-FR" altLang="de-DE" sz="2133" dirty="0">
                <a:solidFill>
                  <a:srgbClr val="47362D"/>
                </a:solidFill>
              </a:rPr>
              <a:t> </a:t>
            </a:r>
            <a:r>
              <a:rPr lang="fr-FR" altLang="de-DE" sz="2133" dirty="0" err="1">
                <a:solidFill>
                  <a:srgbClr val="47362D"/>
                </a:solidFill>
              </a:rPr>
              <a:t>poor</a:t>
            </a:r>
            <a:r>
              <a:rPr lang="fr-FR" altLang="de-DE" sz="2133" dirty="0">
                <a:solidFill>
                  <a:srgbClr val="47362D"/>
                </a:solidFill>
              </a:rPr>
              <a:t> - </a:t>
            </a:r>
            <a:r>
              <a:rPr lang="fr-FR" altLang="de-DE" sz="2133" dirty="0" err="1">
                <a:solidFill>
                  <a:srgbClr val="47362D"/>
                </a:solidFill>
              </a:rPr>
              <a:t>Could</a:t>
            </a:r>
            <a:r>
              <a:rPr lang="fr-FR" altLang="de-DE" sz="2133" dirty="0">
                <a:solidFill>
                  <a:srgbClr val="47362D"/>
                </a:solidFill>
              </a:rPr>
              <a:t> I </a:t>
            </a:r>
            <a:r>
              <a:rPr lang="fr-FR" altLang="de-DE" sz="2133" dirty="0" err="1">
                <a:solidFill>
                  <a:srgbClr val="47362D"/>
                </a:solidFill>
              </a:rPr>
              <a:t>offer</a:t>
            </a:r>
            <a:r>
              <a:rPr lang="fr-FR" altLang="de-DE" sz="2133" dirty="0">
                <a:solidFill>
                  <a:srgbClr val="47362D"/>
                </a:solidFill>
              </a:rPr>
              <a:t> a </a:t>
            </a:r>
            <a:r>
              <a:rPr lang="fr-FR" altLang="de-DE" sz="2133" dirty="0" err="1">
                <a:solidFill>
                  <a:srgbClr val="47362D"/>
                </a:solidFill>
              </a:rPr>
              <a:t>better</a:t>
            </a:r>
            <a:r>
              <a:rPr lang="fr-FR" altLang="de-DE" sz="2133" dirty="0">
                <a:solidFill>
                  <a:srgbClr val="47362D"/>
                </a:solidFill>
              </a:rPr>
              <a:t> made </a:t>
            </a:r>
            <a:r>
              <a:rPr lang="fr-FR" altLang="de-DE" sz="2133" dirty="0" err="1">
                <a:solidFill>
                  <a:srgbClr val="47362D"/>
                </a:solidFill>
              </a:rPr>
              <a:t>product</a:t>
            </a:r>
            <a:r>
              <a:rPr lang="fr-FR" altLang="de-DE" sz="2133" dirty="0">
                <a:solidFill>
                  <a:srgbClr val="47362D"/>
                </a:solidFill>
              </a:rPr>
              <a:t>?</a:t>
            </a:r>
          </a:p>
          <a:p>
            <a:pPr marL="501638">
              <a:buClr>
                <a:schemeClr val="accent5"/>
              </a:buClr>
              <a:buSzPct val="100000"/>
              <a:buFont typeface="Courier New" panose="02070309020205020404" pitchFamily="49" charset="0"/>
              <a:buChar char="o"/>
            </a:pPr>
            <a:endParaRPr lang="fr-FR" altLang="de-DE" sz="2133" dirty="0">
              <a:solidFill>
                <a:srgbClr val="47362D"/>
              </a:solidFill>
            </a:endParaRPr>
          </a:p>
          <a:p>
            <a:pPr marL="44450" indent="0">
              <a:buClr>
                <a:schemeClr val="accent5"/>
              </a:buClr>
              <a:buSzPct val="100000"/>
              <a:buNone/>
            </a:pPr>
            <a:endParaRPr lang="fr-FR" altLang="de-DE" sz="2133" dirty="0">
              <a:solidFill>
                <a:srgbClr val="47362D"/>
              </a:solidFill>
            </a:endParaRPr>
          </a:p>
          <a:p>
            <a:pPr lvl="1">
              <a:buClr>
                <a:schemeClr val="accent5"/>
              </a:buClr>
              <a:buSzPct val="100000"/>
              <a:buFont typeface="Courier New" panose="02070309020205020404" pitchFamily="49" charset="0"/>
              <a:buChar char="o"/>
            </a:pPr>
            <a:endParaRPr lang="fr-FR" altLang="de-DE" dirty="0">
              <a:solidFill>
                <a:srgbClr val="47362D"/>
              </a:solidFill>
            </a:endParaRPr>
          </a:p>
          <a:p>
            <a:pPr lvl="1">
              <a:buClr>
                <a:schemeClr val="accent5"/>
              </a:buClr>
              <a:buSzPct val="100000"/>
              <a:buFont typeface="Courier New" panose="02070309020205020404" pitchFamily="49" charset="0"/>
              <a:buChar char="o"/>
            </a:pPr>
            <a:endParaRPr lang="fr-FR" altLang="de-DE" dirty="0">
              <a:solidFill>
                <a:srgbClr val="47362D"/>
              </a:solidFill>
            </a:endParaRPr>
          </a:p>
        </p:txBody>
      </p:sp>
      <p:pic>
        <p:nvPicPr>
          <p:cNvPr id="7" name="Grafik 6"/>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348331" y="164234"/>
            <a:ext cx="684348" cy="594116"/>
          </a:xfrm>
          <a:prstGeom prst="rect">
            <a:avLst/>
          </a:prstGeom>
        </p:spPr>
      </p:pic>
      <p:pic>
        <p:nvPicPr>
          <p:cNvPr id="2" name="Grafik 1"/>
          <p:cNvPicPr>
            <a:picLocks noChangeAspect="1"/>
          </p:cNvPicPr>
          <p:nvPr/>
        </p:nvPicPr>
        <p:blipFill rotWithShape="1">
          <a:blip r:embed="rId4" cstate="email">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10657700" y="1365591"/>
            <a:ext cx="960619" cy="832887"/>
          </a:xfrm>
          <a:prstGeom prst="rect">
            <a:avLst/>
          </a:prstGeom>
        </p:spPr>
      </p:pic>
      <p:pic>
        <p:nvPicPr>
          <p:cNvPr id="6" name="Grafik 5"/>
          <p:cNvPicPr>
            <a:picLocks noChangeAspect="1"/>
          </p:cNvPicPr>
          <p:nvPr/>
        </p:nvPicPr>
        <p:blipFill rotWithShape="1">
          <a:blip r:embed="rId5" cstate="email">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10410211" y="5528206"/>
            <a:ext cx="1496941" cy="1092849"/>
          </a:xfrm>
          <a:prstGeom prst="rect">
            <a:avLst/>
          </a:prstGeom>
        </p:spPr>
      </p:pic>
      <p:grpSp>
        <p:nvGrpSpPr>
          <p:cNvPr id="9" name="Gruppieren 8"/>
          <p:cNvGrpSpPr/>
          <p:nvPr/>
        </p:nvGrpSpPr>
        <p:grpSpPr>
          <a:xfrm>
            <a:off x="10303383" y="3332216"/>
            <a:ext cx="1710597" cy="1236085"/>
            <a:chOff x="3587129" y="3986183"/>
            <a:chExt cx="1684484" cy="1168400"/>
          </a:xfrm>
        </p:grpSpPr>
        <p:pic>
          <p:nvPicPr>
            <p:cNvPr id="4" name="Grafik 3"/>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3587129" y="3986183"/>
              <a:ext cx="1684484" cy="1168400"/>
            </a:xfrm>
            <a:prstGeom prst="rect">
              <a:avLst/>
            </a:prstGeom>
          </p:spPr>
        </p:pic>
        <p:pic>
          <p:nvPicPr>
            <p:cNvPr id="11" name="Grafik 10"/>
            <p:cNvPicPr>
              <a:picLocks noChangeAspect="1"/>
            </p:cNvPicPr>
            <p:nvPr/>
          </p:nvPicPr>
          <p:blipFill rotWithShape="1">
            <a:blip r:embed="rId7" cstate="email">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4579714" y="3986183"/>
              <a:ext cx="691899" cy="1168400"/>
            </a:xfrm>
            <a:prstGeom prst="rect">
              <a:avLst/>
            </a:prstGeom>
          </p:spPr>
        </p:pic>
      </p:grpSp>
      <p:grpSp>
        <p:nvGrpSpPr>
          <p:cNvPr id="10" name="Gruppieren 9"/>
          <p:cNvGrpSpPr/>
          <p:nvPr/>
        </p:nvGrpSpPr>
        <p:grpSpPr>
          <a:xfrm>
            <a:off x="10657700" y="4613155"/>
            <a:ext cx="1001963" cy="870195"/>
            <a:chOff x="2205093" y="4456629"/>
            <a:chExt cx="751472" cy="652646"/>
          </a:xfrm>
        </p:grpSpPr>
        <p:pic>
          <p:nvPicPr>
            <p:cNvPr id="3" name="Grafik 2"/>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2205093" y="4456629"/>
              <a:ext cx="426348" cy="652646"/>
            </a:xfrm>
            <a:prstGeom prst="rect">
              <a:avLst/>
            </a:prstGeom>
          </p:spPr>
        </p:pic>
        <p:pic>
          <p:nvPicPr>
            <p:cNvPr id="13" name="Grafik 12"/>
            <p:cNvPicPr>
              <a:picLocks noChangeAspect="1"/>
            </p:cNvPicPr>
            <p:nvPr/>
          </p:nvPicPr>
          <p:blipFill rotWithShape="1">
            <a:blip r:embed="rId9" cstate="email">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2599331" y="4456629"/>
              <a:ext cx="357234" cy="652646"/>
            </a:xfrm>
            <a:prstGeom prst="rect">
              <a:avLst/>
            </a:prstGeom>
          </p:spPr>
        </p:pic>
      </p:grpSp>
      <p:grpSp>
        <p:nvGrpSpPr>
          <p:cNvPr id="12" name="Gruppieren 11"/>
          <p:cNvGrpSpPr/>
          <p:nvPr/>
        </p:nvGrpSpPr>
        <p:grpSpPr>
          <a:xfrm>
            <a:off x="10496512" y="2243331"/>
            <a:ext cx="1324339" cy="1044032"/>
            <a:chOff x="5902177" y="4298270"/>
            <a:chExt cx="993254" cy="783024"/>
          </a:xfrm>
        </p:grpSpPr>
        <p:pic>
          <p:nvPicPr>
            <p:cNvPr id="5" name="Grafik 4"/>
            <p:cNvPicPr>
              <a:picLocks noChangeAspect="1"/>
            </p:cNvPicPr>
            <p:nvPr/>
          </p:nvPicPr>
          <p:blipFill rotWithShape="1">
            <a:blip r:embed="rId10" cstate="email">
              <a:extLst>
                <a:ext uri="{28A0092B-C50C-407E-A947-70E740481C1C}">
                  <a14:useLocalDpi xmlns:a14="http://schemas.microsoft.com/office/drawing/2010/main"/>
                </a:ext>
              </a:extLst>
            </a:blip>
            <a:srcRect/>
            <a:stretch/>
          </p:blipFill>
          <p:spPr>
            <a:xfrm>
              <a:off x="5902177" y="4298270"/>
              <a:ext cx="993254" cy="783024"/>
            </a:xfrm>
            <a:prstGeom prst="rect">
              <a:avLst/>
            </a:prstGeom>
          </p:spPr>
        </p:pic>
        <p:pic>
          <p:nvPicPr>
            <p:cNvPr id="15" name="Grafik 14"/>
            <p:cNvPicPr>
              <a:picLocks noChangeAspect="1"/>
            </p:cNvPicPr>
            <p:nvPr/>
          </p:nvPicPr>
          <p:blipFill rotWithShape="1">
            <a:blip r:embed="rId11" cstate="email">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6441440" y="4298270"/>
              <a:ext cx="453991" cy="783024"/>
            </a:xfrm>
            <a:prstGeom prst="rect">
              <a:avLst/>
            </a:prstGeom>
          </p:spPr>
        </p:pic>
      </p:grpSp>
    </p:spTree>
    <p:extLst>
      <p:ext uri="{BB962C8B-B14F-4D97-AF65-F5344CB8AC3E}">
        <p14:creationId xmlns:p14="http://schemas.microsoft.com/office/powerpoint/2010/main" val="2139555964"/>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a:xfrm>
            <a:off x="1343025" y="698900"/>
            <a:ext cx="9104841" cy="1266800"/>
          </a:xfrm>
        </p:spPr>
        <p:txBody>
          <a:bodyPr/>
          <a:lstStyle/>
          <a:p>
            <a:pPr eaLnBrk="1" hangingPunct="1">
              <a:defRPr/>
            </a:pPr>
            <a:r>
              <a:rPr lang="fr-FR" dirty="0">
                <a:latin typeface="Josefin Sans" panose="020B0604020202020204" charset="0"/>
              </a:rPr>
              <a:t>EXERCISE:</a:t>
            </a:r>
            <a:br>
              <a:rPr lang="fr-FR" dirty="0">
                <a:latin typeface="Josefin Sans" panose="020B0604020202020204" charset="0"/>
                <a:cs typeface="Arial" pitchFamily="2"/>
              </a:rPr>
            </a:br>
            <a:r>
              <a:rPr lang="fr-FR" b="0" dirty="0" err="1">
                <a:latin typeface="Josefin Sans" panose="020B0604020202020204" charset="0"/>
                <a:cs typeface="Arial" pitchFamily="2"/>
              </a:rPr>
              <a:t>Problems</a:t>
            </a:r>
            <a:r>
              <a:rPr lang="fr-FR" b="0" dirty="0">
                <a:latin typeface="Josefin Sans" panose="020B0604020202020204" charset="0"/>
                <a:cs typeface="Arial" pitchFamily="2"/>
              </a:rPr>
              <a:t> are </a:t>
            </a:r>
            <a:r>
              <a:rPr lang="fr-FR" b="0" dirty="0" err="1">
                <a:latin typeface="Josefin Sans" panose="020B0604020202020204" charset="0"/>
                <a:cs typeface="Arial" pitchFamily="2"/>
              </a:rPr>
              <a:t>Opportunities</a:t>
            </a:r>
            <a:r>
              <a:rPr lang="fr-FR" b="0" dirty="0">
                <a:latin typeface="Josefin Sans" panose="020B0604020202020204" charset="0"/>
                <a:cs typeface="Arial" pitchFamily="2"/>
              </a:rPr>
              <a:t> </a:t>
            </a:r>
            <a:endParaRPr lang="fr-FR" sz="2275" dirty="0">
              <a:latin typeface="Josefin Sans" panose="020B0604020202020204" charset="0"/>
            </a:endParaRPr>
          </a:p>
        </p:txBody>
      </p:sp>
      <p:sp>
        <p:nvSpPr>
          <p:cNvPr id="59395" name="Content Placeholder 2"/>
          <p:cNvSpPr>
            <a:spLocks noGrp="1"/>
          </p:cNvSpPr>
          <p:nvPr>
            <p:ph idx="4294967295"/>
          </p:nvPr>
        </p:nvSpPr>
        <p:spPr>
          <a:xfrm>
            <a:off x="1343025" y="2072482"/>
            <a:ext cx="7101540" cy="4237567"/>
          </a:xfrm>
        </p:spPr>
        <p:txBody>
          <a:bodyPr/>
          <a:lstStyle/>
          <a:p>
            <a:pPr marL="0" indent="0" algn="just">
              <a:buNone/>
              <a:defRPr/>
            </a:pPr>
            <a:r>
              <a:rPr lang="fr-FR" sz="1600" b="1" dirty="0"/>
              <a:t>Instruction:</a:t>
            </a:r>
          </a:p>
          <a:p>
            <a:pPr marL="0" indent="0" algn="just">
              <a:buNone/>
              <a:defRPr/>
            </a:pPr>
            <a:endParaRPr lang="fr-FR" sz="1067" dirty="0"/>
          </a:p>
          <a:p>
            <a:pPr marL="0" indent="0" algn="just">
              <a:buNone/>
              <a:defRPr/>
            </a:pPr>
            <a:r>
              <a:rPr lang="fr-FR" sz="1467" dirty="0"/>
              <a:t>Work in </a:t>
            </a:r>
            <a:r>
              <a:rPr lang="fr-FR" sz="1467" b="1" dirty="0">
                <a:solidFill>
                  <a:schemeClr val="accent5"/>
                </a:solidFill>
              </a:rPr>
              <a:t>groups of four (04). </a:t>
            </a:r>
          </a:p>
          <a:p>
            <a:pPr marL="0" algn="just">
              <a:defRPr/>
            </a:pPr>
            <a:endParaRPr lang="fr-FR" sz="1600" dirty="0"/>
          </a:p>
          <a:p>
            <a:pPr marL="457189" algn="just">
              <a:buClr>
                <a:schemeClr val="accent3"/>
              </a:buClr>
              <a:buFont typeface="+mj-lt"/>
              <a:buAutoNum type="arabicPeriod"/>
              <a:defRPr/>
            </a:pPr>
            <a:r>
              <a:rPr lang="fr-FR" sz="1600" dirty="0" err="1"/>
              <a:t>Think</a:t>
            </a:r>
            <a:r>
              <a:rPr lang="fr-FR" sz="1600" dirty="0"/>
              <a:t> about </a:t>
            </a:r>
            <a:r>
              <a:rPr lang="fr-FR" sz="1600" dirty="0" err="1"/>
              <a:t>your</a:t>
            </a:r>
            <a:r>
              <a:rPr lang="fr-FR" sz="1600" dirty="0"/>
              <a:t> </a:t>
            </a:r>
            <a:r>
              <a:rPr lang="fr-FR" sz="1600" dirty="0" err="1">
                <a:solidFill>
                  <a:schemeClr val="tx1">
                    <a:lumMod val="75000"/>
                  </a:schemeClr>
                </a:solidFill>
              </a:rPr>
              <a:t>community</a:t>
            </a:r>
            <a:r>
              <a:rPr lang="fr-FR" sz="1600" dirty="0"/>
              <a:t> in Kenya, and identify the problems of </a:t>
            </a:r>
            <a:r>
              <a:rPr lang="fr-FR" sz="1600" dirty="0" err="1"/>
              <a:t>its</a:t>
            </a:r>
            <a:r>
              <a:rPr lang="fr-FR" sz="1600" dirty="0"/>
              <a:t> population.  Select the problems that have potential solutions (e.g. "People </a:t>
            </a:r>
            <a:r>
              <a:rPr lang="fr-FR" sz="1600" dirty="0" err="1"/>
              <a:t>don't</a:t>
            </a:r>
            <a:r>
              <a:rPr lang="fr-FR" sz="1600" dirty="0"/>
              <a:t> have </a:t>
            </a:r>
            <a:r>
              <a:rPr lang="fr-FR" sz="1600" dirty="0" err="1"/>
              <a:t>easy</a:t>
            </a:r>
            <a:r>
              <a:rPr lang="fr-FR" sz="1600" dirty="0"/>
              <a:t> </a:t>
            </a:r>
            <a:r>
              <a:rPr lang="fr-FR" sz="1600" dirty="0" err="1"/>
              <a:t>access</a:t>
            </a:r>
            <a:r>
              <a:rPr lang="fr-FR" sz="1600" dirty="0"/>
              <a:t> to </a:t>
            </a:r>
            <a:r>
              <a:rPr lang="fr-FR" sz="1600" dirty="0" err="1"/>
              <a:t>markets</a:t>
            </a:r>
            <a:r>
              <a:rPr lang="fr-FR" sz="1600" dirty="0"/>
              <a:t> to </a:t>
            </a:r>
            <a:r>
              <a:rPr lang="fr-FR" sz="1600" dirty="0" err="1"/>
              <a:t>sell</a:t>
            </a:r>
            <a:r>
              <a:rPr lang="fr-FR" sz="1600" dirty="0"/>
              <a:t> </a:t>
            </a:r>
            <a:r>
              <a:rPr lang="fr-FR" sz="1600" dirty="0" err="1"/>
              <a:t>their</a:t>
            </a:r>
            <a:r>
              <a:rPr lang="fr-FR" sz="1600" dirty="0"/>
              <a:t> </a:t>
            </a:r>
            <a:r>
              <a:rPr lang="fr-FR" sz="1600" dirty="0" err="1"/>
              <a:t>produce</a:t>
            </a:r>
            <a:r>
              <a:rPr lang="fr-FR" sz="1600" dirty="0"/>
              <a:t>).  </a:t>
            </a:r>
            <a:r>
              <a:rPr lang="fr-FR" sz="1600" dirty="0" err="1"/>
              <a:t>What</a:t>
            </a:r>
            <a:r>
              <a:rPr lang="fr-FR" sz="1600" dirty="0"/>
              <a:t> can I do to solve this </a:t>
            </a:r>
            <a:r>
              <a:rPr lang="fr-FR" sz="1600" dirty="0" err="1"/>
              <a:t>problem</a:t>
            </a:r>
            <a:r>
              <a:rPr lang="fr-FR" sz="1600" dirty="0"/>
              <a:t>?).  Also think about the problems that may arise in the near future! </a:t>
            </a:r>
          </a:p>
          <a:p>
            <a:pPr marL="457189" algn="just">
              <a:buClr>
                <a:schemeClr val="accent3"/>
              </a:buClr>
              <a:buFont typeface="+mj-lt"/>
              <a:buAutoNum type="arabicPeriod"/>
              <a:defRPr/>
            </a:pPr>
            <a:endParaRPr lang="fr-FR" sz="1067" dirty="0">
              <a:solidFill>
                <a:srgbClr val="000000"/>
              </a:solidFill>
            </a:endParaRPr>
          </a:p>
          <a:p>
            <a:pPr marL="457189" algn="just">
              <a:buClr>
                <a:schemeClr val="accent3"/>
              </a:buClr>
              <a:buFont typeface="+mj-lt"/>
              <a:buAutoNum type="arabicPeriod"/>
              <a:defRPr/>
            </a:pPr>
            <a:r>
              <a:rPr lang="fr-FR" sz="1600" dirty="0"/>
              <a:t>Choose a problem and find at least ten potential solutions.</a:t>
            </a:r>
          </a:p>
          <a:p>
            <a:pPr marL="457189" algn="just">
              <a:buClr>
                <a:schemeClr val="accent3"/>
              </a:buClr>
              <a:buFont typeface="+mj-lt"/>
              <a:buAutoNum type="arabicPeriod"/>
              <a:defRPr/>
            </a:pPr>
            <a:endParaRPr lang="fr-FR" sz="1067" dirty="0">
              <a:solidFill>
                <a:srgbClr val="92D050"/>
              </a:solidFill>
            </a:endParaRPr>
          </a:p>
          <a:p>
            <a:pPr marL="457189" algn="just">
              <a:buClr>
                <a:schemeClr val="accent3"/>
              </a:buClr>
              <a:buFont typeface="+mj-lt"/>
              <a:buAutoNum type="arabicPeriod"/>
              <a:defRPr/>
            </a:pPr>
            <a:r>
              <a:rPr lang="fr-FR" sz="1600" dirty="0"/>
              <a:t>How many of these solutions are entrepreneurial ideas?</a:t>
            </a:r>
          </a:p>
          <a:p>
            <a:pPr algn="just" eaLnBrk="1" hangingPunct="1">
              <a:defRPr/>
            </a:pPr>
            <a:endParaRPr lang="fr-FR" sz="1600" dirty="0"/>
          </a:p>
          <a:p>
            <a:pPr eaLnBrk="1" hangingPunct="1">
              <a:buFont typeface="Wingdings 2" panose="05020102010507070707" pitchFamily="18" charset="2"/>
              <a:buNone/>
              <a:defRPr/>
            </a:pPr>
            <a:endParaRPr lang="fr-FR" sz="1467" i="1" u="sng" dirty="0"/>
          </a:p>
        </p:txBody>
      </p:sp>
      <p:pic>
        <p:nvPicPr>
          <p:cNvPr id="8" name="Grafik 7"/>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348331" y="164234"/>
            <a:ext cx="684348" cy="594116"/>
          </a:xfrm>
          <a:prstGeom prst="rect">
            <a:avLst/>
          </a:prstGeom>
        </p:spPr>
      </p:pic>
      <p:sp>
        <p:nvSpPr>
          <p:cNvPr id="6" name="Textfeld 5"/>
          <p:cNvSpPr txBox="1"/>
          <p:nvPr/>
        </p:nvSpPr>
        <p:spPr>
          <a:xfrm>
            <a:off x="131954" y="300127"/>
            <a:ext cx="907373" cy="830997"/>
          </a:xfrm>
          <a:prstGeom prst="rect">
            <a:avLst/>
          </a:prstGeom>
          <a:noFill/>
        </p:spPr>
        <p:txBody>
          <a:bodyPr wrap="square" rtlCol="0">
            <a:spAutoFit/>
          </a:bodyPr>
          <a:lstStyle/>
          <a:p>
            <a:pPr algn="ctr"/>
            <a:r>
              <a:rPr lang="de-DE" sz="2400" dirty="0">
                <a:latin typeface="Poppins" panose="020B0604020202020204" charset="0"/>
                <a:cs typeface="Poppins" panose="020B0604020202020204" charset="0"/>
              </a:rPr>
              <a:t>WS</a:t>
            </a:r>
          </a:p>
          <a:p>
            <a:pPr algn="ctr"/>
            <a:r>
              <a:rPr lang="de-DE" sz="2400" dirty="0">
                <a:latin typeface="Poppins" panose="020B0604020202020204" charset="0"/>
                <a:cs typeface="Poppins" panose="020B0604020202020204" charset="0"/>
              </a:rPr>
              <a:t> 15 </a:t>
            </a:r>
            <a:endParaRPr lang="en-GB" sz="2400" dirty="0">
              <a:latin typeface="Poppins" panose="020B0604020202020204" charset="0"/>
              <a:cs typeface="Poppins" panose="020B0604020202020204" charset="0"/>
            </a:endParaRPr>
          </a:p>
        </p:txBody>
      </p:sp>
      <p:grpSp>
        <p:nvGrpSpPr>
          <p:cNvPr id="7" name="Google Shape;8797;p63"/>
          <p:cNvGrpSpPr/>
          <p:nvPr/>
        </p:nvGrpSpPr>
        <p:grpSpPr>
          <a:xfrm>
            <a:off x="288966" y="1592294"/>
            <a:ext cx="197108" cy="389321"/>
            <a:chOff x="3527539" y="4476677"/>
            <a:chExt cx="159232" cy="314510"/>
          </a:xfrm>
          <a:solidFill>
            <a:srgbClr val="000000"/>
          </a:solidFill>
        </p:grpSpPr>
        <p:sp>
          <p:nvSpPr>
            <p:cNvPr id="9"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10"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1" name="Google Shape;8797;p63"/>
          <p:cNvGrpSpPr/>
          <p:nvPr/>
        </p:nvGrpSpPr>
        <p:grpSpPr>
          <a:xfrm>
            <a:off x="604841" y="1592294"/>
            <a:ext cx="197108" cy="389321"/>
            <a:chOff x="3527539" y="4476677"/>
            <a:chExt cx="159232" cy="314510"/>
          </a:xfrm>
          <a:solidFill>
            <a:srgbClr val="000000"/>
          </a:solidFill>
        </p:grpSpPr>
        <p:sp>
          <p:nvSpPr>
            <p:cNvPr id="12"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13"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4" name="Google Shape;8797;p63"/>
          <p:cNvGrpSpPr/>
          <p:nvPr/>
        </p:nvGrpSpPr>
        <p:grpSpPr>
          <a:xfrm>
            <a:off x="288514" y="1137524"/>
            <a:ext cx="197108" cy="389321"/>
            <a:chOff x="3527539" y="4476677"/>
            <a:chExt cx="159232" cy="314510"/>
          </a:xfrm>
          <a:solidFill>
            <a:srgbClr val="000000"/>
          </a:solidFill>
        </p:grpSpPr>
        <p:sp>
          <p:nvSpPr>
            <p:cNvPr id="15"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16"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17" name="Google Shape;8797;p63"/>
          <p:cNvGrpSpPr/>
          <p:nvPr/>
        </p:nvGrpSpPr>
        <p:grpSpPr>
          <a:xfrm>
            <a:off x="604841" y="1137524"/>
            <a:ext cx="197108" cy="389321"/>
            <a:chOff x="3527539" y="4476677"/>
            <a:chExt cx="159232" cy="314510"/>
          </a:xfrm>
          <a:solidFill>
            <a:srgbClr val="000000"/>
          </a:solidFill>
        </p:grpSpPr>
        <p:sp>
          <p:nvSpPr>
            <p:cNvPr id="18"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endParaRPr sz="2400"/>
            </a:p>
          </p:txBody>
        </p:sp>
        <p:sp>
          <p:nvSpPr>
            <p:cNvPr id="19"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21" name="Google Shape;9613;p65"/>
          <p:cNvGrpSpPr/>
          <p:nvPr/>
        </p:nvGrpSpPr>
        <p:grpSpPr>
          <a:xfrm>
            <a:off x="9802862" y="5958499"/>
            <a:ext cx="679495" cy="797520"/>
            <a:chOff x="3086313" y="2877049"/>
            <a:chExt cx="320143" cy="392581"/>
          </a:xfrm>
          <a:solidFill>
            <a:srgbClr val="000000"/>
          </a:solidFill>
        </p:grpSpPr>
        <p:sp>
          <p:nvSpPr>
            <p:cNvPr id="22" name="Google Shape;9614;p65"/>
            <p:cNvSpPr/>
            <p:nvPr/>
          </p:nvSpPr>
          <p:spPr>
            <a:xfrm>
              <a:off x="3125749" y="2915371"/>
              <a:ext cx="240505" cy="354259"/>
            </a:xfrm>
            <a:custGeom>
              <a:avLst/>
              <a:gdLst/>
              <a:ahLst/>
              <a:cxnLst/>
              <a:rect l="l" t="t" r="r" b="b"/>
              <a:pathLst>
                <a:path w="7550" h="11121" extrusionOk="0">
                  <a:moveTo>
                    <a:pt x="3775" y="2929"/>
                  </a:moveTo>
                  <a:lnTo>
                    <a:pt x="3918" y="3120"/>
                  </a:lnTo>
                  <a:cubicBezTo>
                    <a:pt x="3871" y="3144"/>
                    <a:pt x="3823" y="3144"/>
                    <a:pt x="3775" y="3144"/>
                  </a:cubicBezTo>
                  <a:cubicBezTo>
                    <a:pt x="3740" y="3132"/>
                    <a:pt x="3692" y="3120"/>
                    <a:pt x="3644" y="3120"/>
                  </a:cubicBezTo>
                  <a:lnTo>
                    <a:pt x="3775" y="2929"/>
                  </a:lnTo>
                  <a:close/>
                  <a:moveTo>
                    <a:pt x="4168" y="3501"/>
                  </a:moveTo>
                  <a:lnTo>
                    <a:pt x="4299" y="3703"/>
                  </a:lnTo>
                  <a:cubicBezTo>
                    <a:pt x="4126" y="3751"/>
                    <a:pt x="3948" y="3775"/>
                    <a:pt x="3769" y="3775"/>
                  </a:cubicBezTo>
                  <a:cubicBezTo>
                    <a:pt x="3591" y="3775"/>
                    <a:pt x="3412" y="3751"/>
                    <a:pt x="3239" y="3703"/>
                  </a:cubicBezTo>
                  <a:lnTo>
                    <a:pt x="3382" y="3501"/>
                  </a:lnTo>
                  <a:cubicBezTo>
                    <a:pt x="3513" y="3560"/>
                    <a:pt x="3644" y="3572"/>
                    <a:pt x="3775" y="3572"/>
                  </a:cubicBezTo>
                  <a:cubicBezTo>
                    <a:pt x="3918" y="3572"/>
                    <a:pt x="4049" y="3537"/>
                    <a:pt x="4168" y="3501"/>
                  </a:cubicBezTo>
                  <a:close/>
                  <a:moveTo>
                    <a:pt x="3120" y="4132"/>
                  </a:moveTo>
                  <a:cubicBezTo>
                    <a:pt x="3275" y="4180"/>
                    <a:pt x="3418" y="4191"/>
                    <a:pt x="3561" y="4215"/>
                  </a:cubicBezTo>
                  <a:lnTo>
                    <a:pt x="3561" y="8109"/>
                  </a:lnTo>
                  <a:lnTo>
                    <a:pt x="3120" y="8109"/>
                  </a:lnTo>
                  <a:lnTo>
                    <a:pt x="3120" y="4132"/>
                  </a:lnTo>
                  <a:close/>
                  <a:moveTo>
                    <a:pt x="4430" y="4132"/>
                  </a:moveTo>
                  <a:lnTo>
                    <a:pt x="4430" y="8109"/>
                  </a:lnTo>
                  <a:lnTo>
                    <a:pt x="4001" y="8109"/>
                  </a:lnTo>
                  <a:lnTo>
                    <a:pt x="4001" y="4215"/>
                  </a:lnTo>
                  <a:cubicBezTo>
                    <a:pt x="4156" y="4191"/>
                    <a:pt x="4287" y="4180"/>
                    <a:pt x="4430" y="4132"/>
                  </a:cubicBezTo>
                  <a:close/>
                  <a:moveTo>
                    <a:pt x="3799" y="441"/>
                  </a:moveTo>
                  <a:cubicBezTo>
                    <a:pt x="4668" y="441"/>
                    <a:pt x="5490" y="786"/>
                    <a:pt x="6121" y="1394"/>
                  </a:cubicBezTo>
                  <a:cubicBezTo>
                    <a:pt x="6752" y="2025"/>
                    <a:pt x="7097" y="2858"/>
                    <a:pt x="7097" y="3751"/>
                  </a:cubicBezTo>
                  <a:cubicBezTo>
                    <a:pt x="7097" y="4620"/>
                    <a:pt x="6752" y="5442"/>
                    <a:pt x="6157" y="6073"/>
                  </a:cubicBezTo>
                  <a:cubicBezTo>
                    <a:pt x="5609" y="6632"/>
                    <a:pt x="5299" y="7347"/>
                    <a:pt x="5240" y="8109"/>
                  </a:cubicBezTo>
                  <a:lnTo>
                    <a:pt x="4883" y="8109"/>
                  </a:lnTo>
                  <a:lnTo>
                    <a:pt x="4883" y="3822"/>
                  </a:lnTo>
                  <a:cubicBezTo>
                    <a:pt x="4883" y="3775"/>
                    <a:pt x="4871" y="3739"/>
                    <a:pt x="4835" y="3703"/>
                  </a:cubicBezTo>
                  <a:lnTo>
                    <a:pt x="3978" y="2406"/>
                  </a:lnTo>
                  <a:cubicBezTo>
                    <a:pt x="3930" y="2346"/>
                    <a:pt x="3871" y="2310"/>
                    <a:pt x="3799" y="2310"/>
                  </a:cubicBezTo>
                  <a:cubicBezTo>
                    <a:pt x="3716" y="2310"/>
                    <a:pt x="3644" y="2334"/>
                    <a:pt x="3620" y="2406"/>
                  </a:cubicBezTo>
                  <a:lnTo>
                    <a:pt x="2751" y="3703"/>
                  </a:lnTo>
                  <a:cubicBezTo>
                    <a:pt x="2728" y="3739"/>
                    <a:pt x="2704" y="3775"/>
                    <a:pt x="2704" y="3822"/>
                  </a:cubicBezTo>
                  <a:lnTo>
                    <a:pt x="2704" y="8109"/>
                  </a:lnTo>
                  <a:lnTo>
                    <a:pt x="2347" y="8109"/>
                  </a:lnTo>
                  <a:cubicBezTo>
                    <a:pt x="2287" y="7347"/>
                    <a:pt x="1977" y="6632"/>
                    <a:pt x="1430" y="6073"/>
                  </a:cubicBezTo>
                  <a:cubicBezTo>
                    <a:pt x="834" y="5465"/>
                    <a:pt x="501" y="4656"/>
                    <a:pt x="489" y="3810"/>
                  </a:cubicBezTo>
                  <a:cubicBezTo>
                    <a:pt x="477" y="2929"/>
                    <a:pt x="823" y="2096"/>
                    <a:pt x="1430" y="1453"/>
                  </a:cubicBezTo>
                  <a:cubicBezTo>
                    <a:pt x="2049" y="822"/>
                    <a:pt x="2870" y="453"/>
                    <a:pt x="3751" y="441"/>
                  </a:cubicBezTo>
                  <a:close/>
                  <a:moveTo>
                    <a:pt x="5228" y="8561"/>
                  </a:moveTo>
                  <a:lnTo>
                    <a:pt x="5228" y="8835"/>
                  </a:lnTo>
                  <a:lnTo>
                    <a:pt x="5228" y="8883"/>
                  </a:lnTo>
                  <a:lnTo>
                    <a:pt x="2335" y="8883"/>
                  </a:lnTo>
                  <a:lnTo>
                    <a:pt x="2335" y="8835"/>
                  </a:lnTo>
                  <a:lnTo>
                    <a:pt x="2335" y="8561"/>
                  </a:lnTo>
                  <a:close/>
                  <a:moveTo>
                    <a:pt x="5121" y="9311"/>
                  </a:moveTo>
                  <a:cubicBezTo>
                    <a:pt x="4942" y="9752"/>
                    <a:pt x="4525" y="10026"/>
                    <a:pt x="4037" y="10026"/>
                  </a:cubicBezTo>
                  <a:lnTo>
                    <a:pt x="3525" y="10026"/>
                  </a:lnTo>
                  <a:cubicBezTo>
                    <a:pt x="3037" y="10026"/>
                    <a:pt x="2620" y="9728"/>
                    <a:pt x="2442" y="9311"/>
                  </a:cubicBezTo>
                  <a:close/>
                  <a:moveTo>
                    <a:pt x="4049" y="10478"/>
                  </a:moveTo>
                  <a:cubicBezTo>
                    <a:pt x="4061" y="10478"/>
                    <a:pt x="4109" y="10478"/>
                    <a:pt x="4132" y="10490"/>
                  </a:cubicBezTo>
                  <a:cubicBezTo>
                    <a:pt x="4132" y="10597"/>
                    <a:pt x="4049" y="10668"/>
                    <a:pt x="3954" y="10668"/>
                  </a:cubicBezTo>
                  <a:lnTo>
                    <a:pt x="3620" y="10668"/>
                  </a:lnTo>
                  <a:cubicBezTo>
                    <a:pt x="3513" y="10668"/>
                    <a:pt x="3442" y="10585"/>
                    <a:pt x="3442" y="10490"/>
                  </a:cubicBezTo>
                  <a:lnTo>
                    <a:pt x="3442" y="10478"/>
                  </a:lnTo>
                  <a:close/>
                  <a:moveTo>
                    <a:pt x="3762" y="0"/>
                  </a:moveTo>
                  <a:cubicBezTo>
                    <a:pt x="3746" y="0"/>
                    <a:pt x="3731" y="0"/>
                    <a:pt x="3716" y="0"/>
                  </a:cubicBezTo>
                  <a:cubicBezTo>
                    <a:pt x="1656" y="24"/>
                    <a:pt x="1" y="1739"/>
                    <a:pt x="13" y="3810"/>
                  </a:cubicBezTo>
                  <a:cubicBezTo>
                    <a:pt x="25" y="4775"/>
                    <a:pt x="406" y="5680"/>
                    <a:pt x="1073" y="6370"/>
                  </a:cubicBezTo>
                  <a:cubicBezTo>
                    <a:pt x="1596" y="6906"/>
                    <a:pt x="1870" y="7609"/>
                    <a:pt x="1870" y="8335"/>
                  </a:cubicBezTo>
                  <a:lnTo>
                    <a:pt x="1870" y="8835"/>
                  </a:lnTo>
                  <a:cubicBezTo>
                    <a:pt x="1870" y="9549"/>
                    <a:pt x="2335" y="10168"/>
                    <a:pt x="2966" y="10383"/>
                  </a:cubicBezTo>
                  <a:lnTo>
                    <a:pt x="2966" y="10490"/>
                  </a:lnTo>
                  <a:cubicBezTo>
                    <a:pt x="2966" y="10835"/>
                    <a:pt x="3239" y="11121"/>
                    <a:pt x="3585" y="11121"/>
                  </a:cubicBezTo>
                  <a:lnTo>
                    <a:pt x="3930" y="11121"/>
                  </a:lnTo>
                  <a:cubicBezTo>
                    <a:pt x="4275" y="11121"/>
                    <a:pt x="4549" y="10835"/>
                    <a:pt x="4549" y="10490"/>
                  </a:cubicBezTo>
                  <a:lnTo>
                    <a:pt x="4549" y="10383"/>
                  </a:lnTo>
                  <a:cubicBezTo>
                    <a:pt x="5192" y="10168"/>
                    <a:pt x="5645" y="9549"/>
                    <a:pt x="5645" y="8835"/>
                  </a:cubicBezTo>
                  <a:lnTo>
                    <a:pt x="5645" y="8335"/>
                  </a:lnTo>
                  <a:cubicBezTo>
                    <a:pt x="5645" y="7609"/>
                    <a:pt x="5918" y="6918"/>
                    <a:pt x="6442" y="6382"/>
                  </a:cubicBezTo>
                  <a:cubicBezTo>
                    <a:pt x="7133" y="5680"/>
                    <a:pt x="7502" y="4751"/>
                    <a:pt x="7502" y="3763"/>
                  </a:cubicBezTo>
                  <a:cubicBezTo>
                    <a:pt x="7550" y="2751"/>
                    <a:pt x="7145" y="1798"/>
                    <a:pt x="6418" y="1084"/>
                  </a:cubicBezTo>
                  <a:cubicBezTo>
                    <a:pt x="5715" y="380"/>
                    <a:pt x="4757" y="0"/>
                    <a:pt x="3762" y="0"/>
                  </a:cubicBezTo>
                  <a:close/>
                </a:path>
              </a:pathLst>
            </a:custGeom>
            <a:grpFill/>
            <a:ln>
              <a:noFill/>
            </a:ln>
          </p:spPr>
          <p:txBody>
            <a:bodyPr spcFirstLastPara="1" wrap="square" lIns="121900" tIns="121900" rIns="121900" bIns="121900" anchor="ctr" anchorCtr="0">
              <a:noAutofit/>
            </a:bodyPr>
            <a:lstStyle/>
            <a:p>
              <a:endParaRPr sz="2400"/>
            </a:p>
          </p:txBody>
        </p:sp>
        <p:sp>
          <p:nvSpPr>
            <p:cNvPr id="23" name="Google Shape;9615;p65"/>
            <p:cNvSpPr/>
            <p:nvPr/>
          </p:nvSpPr>
          <p:spPr>
            <a:xfrm>
              <a:off x="3263076" y="2942511"/>
              <a:ext cx="79287" cy="99579"/>
            </a:xfrm>
            <a:custGeom>
              <a:avLst/>
              <a:gdLst/>
              <a:ahLst/>
              <a:cxnLst/>
              <a:rect l="l" t="t" r="r" b="b"/>
              <a:pathLst>
                <a:path w="2489" h="3126" extrusionOk="0">
                  <a:moveTo>
                    <a:pt x="246" y="1"/>
                  </a:moveTo>
                  <a:cubicBezTo>
                    <a:pt x="146" y="1"/>
                    <a:pt x="56" y="59"/>
                    <a:pt x="36" y="161"/>
                  </a:cubicBezTo>
                  <a:cubicBezTo>
                    <a:pt x="0" y="280"/>
                    <a:pt x="60" y="399"/>
                    <a:pt x="179" y="422"/>
                  </a:cubicBezTo>
                  <a:cubicBezTo>
                    <a:pt x="1286" y="744"/>
                    <a:pt x="2048" y="1768"/>
                    <a:pt x="2048" y="2899"/>
                  </a:cubicBezTo>
                  <a:cubicBezTo>
                    <a:pt x="2048" y="3018"/>
                    <a:pt x="2143" y="3125"/>
                    <a:pt x="2262" y="3125"/>
                  </a:cubicBezTo>
                  <a:cubicBezTo>
                    <a:pt x="2381" y="3125"/>
                    <a:pt x="2488" y="3018"/>
                    <a:pt x="2488" y="2899"/>
                  </a:cubicBezTo>
                  <a:cubicBezTo>
                    <a:pt x="2488" y="1577"/>
                    <a:pt x="1595" y="387"/>
                    <a:pt x="298" y="6"/>
                  </a:cubicBezTo>
                  <a:cubicBezTo>
                    <a:pt x="280" y="2"/>
                    <a:pt x="263" y="1"/>
                    <a:pt x="246" y="1"/>
                  </a:cubicBezTo>
                  <a:close/>
                </a:path>
              </a:pathLst>
            </a:custGeom>
            <a:grpFill/>
            <a:ln>
              <a:noFill/>
            </a:ln>
          </p:spPr>
          <p:txBody>
            <a:bodyPr spcFirstLastPara="1" wrap="square" lIns="121900" tIns="121900" rIns="121900" bIns="121900" anchor="ctr" anchorCtr="0">
              <a:noAutofit/>
            </a:bodyPr>
            <a:lstStyle/>
            <a:p>
              <a:endParaRPr sz="2400"/>
            </a:p>
          </p:txBody>
        </p:sp>
        <p:sp>
          <p:nvSpPr>
            <p:cNvPr id="24" name="Google Shape;9616;p65"/>
            <p:cNvSpPr/>
            <p:nvPr/>
          </p:nvSpPr>
          <p:spPr>
            <a:xfrm>
              <a:off x="3237656" y="2939262"/>
              <a:ext cx="20897" cy="14462"/>
            </a:xfrm>
            <a:custGeom>
              <a:avLst/>
              <a:gdLst/>
              <a:ahLst/>
              <a:cxnLst/>
              <a:rect l="l" t="t" r="r" b="b"/>
              <a:pathLst>
                <a:path w="656" h="454" extrusionOk="0">
                  <a:moveTo>
                    <a:pt x="227" y="1"/>
                  </a:moveTo>
                  <a:cubicBezTo>
                    <a:pt x="107" y="1"/>
                    <a:pt x="0" y="108"/>
                    <a:pt x="0" y="227"/>
                  </a:cubicBezTo>
                  <a:cubicBezTo>
                    <a:pt x="0" y="346"/>
                    <a:pt x="107" y="453"/>
                    <a:pt x="227" y="453"/>
                  </a:cubicBezTo>
                  <a:lnTo>
                    <a:pt x="417" y="453"/>
                  </a:lnTo>
                  <a:cubicBezTo>
                    <a:pt x="536" y="453"/>
                    <a:pt x="619" y="358"/>
                    <a:pt x="643" y="251"/>
                  </a:cubicBezTo>
                  <a:cubicBezTo>
                    <a:pt x="655" y="108"/>
                    <a:pt x="560" y="1"/>
                    <a:pt x="429" y="1"/>
                  </a:cubicBezTo>
                  <a:close/>
                </a:path>
              </a:pathLst>
            </a:custGeom>
            <a:grpFill/>
            <a:ln>
              <a:noFill/>
            </a:ln>
          </p:spPr>
          <p:txBody>
            <a:bodyPr spcFirstLastPara="1" wrap="square" lIns="121900" tIns="121900" rIns="121900" bIns="121900" anchor="ctr" anchorCtr="0">
              <a:noAutofit/>
            </a:bodyPr>
            <a:lstStyle/>
            <a:p>
              <a:endParaRPr sz="2400"/>
            </a:p>
          </p:txBody>
        </p:sp>
        <p:sp>
          <p:nvSpPr>
            <p:cNvPr id="25" name="Google Shape;9617;p65"/>
            <p:cNvSpPr/>
            <p:nvPr/>
          </p:nvSpPr>
          <p:spPr>
            <a:xfrm>
              <a:off x="3379888" y="3029539"/>
              <a:ext cx="26567" cy="14048"/>
            </a:xfrm>
            <a:custGeom>
              <a:avLst/>
              <a:gdLst/>
              <a:ahLst/>
              <a:cxnLst/>
              <a:rect l="l" t="t" r="r" b="b"/>
              <a:pathLst>
                <a:path w="834" h="441" extrusionOk="0">
                  <a:moveTo>
                    <a:pt x="226" y="0"/>
                  </a:moveTo>
                  <a:cubicBezTo>
                    <a:pt x="107" y="0"/>
                    <a:pt x="0" y="107"/>
                    <a:pt x="0" y="226"/>
                  </a:cubicBezTo>
                  <a:cubicBezTo>
                    <a:pt x="0" y="346"/>
                    <a:pt x="107" y="441"/>
                    <a:pt x="226" y="441"/>
                  </a:cubicBezTo>
                  <a:lnTo>
                    <a:pt x="607" y="441"/>
                  </a:lnTo>
                  <a:cubicBezTo>
                    <a:pt x="726" y="441"/>
                    <a:pt x="834" y="346"/>
                    <a:pt x="834" y="226"/>
                  </a:cubicBezTo>
                  <a:cubicBezTo>
                    <a:pt x="822" y="107"/>
                    <a:pt x="726" y="0"/>
                    <a:pt x="607" y="0"/>
                  </a:cubicBezTo>
                  <a:close/>
                </a:path>
              </a:pathLst>
            </a:custGeom>
            <a:grpFill/>
            <a:ln>
              <a:noFill/>
            </a:ln>
          </p:spPr>
          <p:txBody>
            <a:bodyPr spcFirstLastPara="1" wrap="square" lIns="121900" tIns="121900" rIns="121900" bIns="121900" anchor="ctr" anchorCtr="0">
              <a:noAutofit/>
            </a:bodyPr>
            <a:lstStyle/>
            <a:p>
              <a:endParaRPr sz="2400"/>
            </a:p>
          </p:txBody>
        </p:sp>
        <p:sp>
          <p:nvSpPr>
            <p:cNvPr id="26" name="Google Shape;9618;p65"/>
            <p:cNvSpPr/>
            <p:nvPr/>
          </p:nvSpPr>
          <p:spPr>
            <a:xfrm>
              <a:off x="3086313" y="3029539"/>
              <a:ext cx="26599" cy="14048"/>
            </a:xfrm>
            <a:custGeom>
              <a:avLst/>
              <a:gdLst/>
              <a:ahLst/>
              <a:cxnLst/>
              <a:rect l="l" t="t" r="r" b="b"/>
              <a:pathLst>
                <a:path w="835" h="441" extrusionOk="0">
                  <a:moveTo>
                    <a:pt x="227" y="0"/>
                  </a:moveTo>
                  <a:cubicBezTo>
                    <a:pt x="108" y="0"/>
                    <a:pt x="1" y="107"/>
                    <a:pt x="1" y="226"/>
                  </a:cubicBezTo>
                  <a:cubicBezTo>
                    <a:pt x="1" y="346"/>
                    <a:pt x="108" y="441"/>
                    <a:pt x="227" y="441"/>
                  </a:cubicBezTo>
                  <a:lnTo>
                    <a:pt x="608" y="441"/>
                  </a:lnTo>
                  <a:cubicBezTo>
                    <a:pt x="727" y="441"/>
                    <a:pt x="834" y="346"/>
                    <a:pt x="834" y="226"/>
                  </a:cubicBezTo>
                  <a:cubicBezTo>
                    <a:pt x="834" y="107"/>
                    <a:pt x="727" y="0"/>
                    <a:pt x="608" y="0"/>
                  </a:cubicBezTo>
                  <a:close/>
                </a:path>
              </a:pathLst>
            </a:custGeom>
            <a:grpFill/>
            <a:ln>
              <a:noFill/>
            </a:ln>
          </p:spPr>
          <p:txBody>
            <a:bodyPr spcFirstLastPara="1" wrap="square" lIns="121900" tIns="121900" rIns="121900" bIns="121900" anchor="ctr" anchorCtr="0">
              <a:noAutofit/>
            </a:bodyPr>
            <a:lstStyle/>
            <a:p>
              <a:endParaRPr sz="2400"/>
            </a:p>
          </p:txBody>
        </p:sp>
        <p:sp>
          <p:nvSpPr>
            <p:cNvPr id="27" name="Google Shape;9619;p65"/>
            <p:cNvSpPr/>
            <p:nvPr/>
          </p:nvSpPr>
          <p:spPr>
            <a:xfrm>
              <a:off x="3359788" y="2953469"/>
              <a:ext cx="26567" cy="20355"/>
            </a:xfrm>
            <a:custGeom>
              <a:avLst/>
              <a:gdLst/>
              <a:ahLst/>
              <a:cxnLst/>
              <a:rect l="l" t="t" r="r" b="b"/>
              <a:pathLst>
                <a:path w="834" h="639" extrusionOk="0">
                  <a:moveTo>
                    <a:pt x="594" y="0"/>
                  </a:moveTo>
                  <a:cubicBezTo>
                    <a:pt x="555" y="0"/>
                    <a:pt x="514" y="13"/>
                    <a:pt x="476" y="43"/>
                  </a:cubicBezTo>
                  <a:lnTo>
                    <a:pt x="155" y="233"/>
                  </a:lnTo>
                  <a:cubicBezTo>
                    <a:pt x="48" y="293"/>
                    <a:pt x="0" y="424"/>
                    <a:pt x="83" y="531"/>
                  </a:cubicBezTo>
                  <a:cubicBezTo>
                    <a:pt x="119" y="602"/>
                    <a:pt x="203" y="638"/>
                    <a:pt x="274" y="638"/>
                  </a:cubicBezTo>
                  <a:cubicBezTo>
                    <a:pt x="310" y="638"/>
                    <a:pt x="345" y="614"/>
                    <a:pt x="381" y="602"/>
                  </a:cubicBezTo>
                  <a:lnTo>
                    <a:pt x="703" y="412"/>
                  </a:lnTo>
                  <a:cubicBezTo>
                    <a:pt x="810" y="352"/>
                    <a:pt x="834" y="221"/>
                    <a:pt x="774" y="114"/>
                  </a:cubicBezTo>
                  <a:cubicBezTo>
                    <a:pt x="735" y="45"/>
                    <a:pt x="667" y="0"/>
                    <a:pt x="594" y="0"/>
                  </a:cubicBezTo>
                  <a:close/>
                </a:path>
              </a:pathLst>
            </a:custGeom>
            <a:grpFill/>
            <a:ln>
              <a:noFill/>
            </a:ln>
          </p:spPr>
          <p:txBody>
            <a:bodyPr spcFirstLastPara="1" wrap="square" lIns="121900" tIns="121900" rIns="121900" bIns="121900" anchor="ctr" anchorCtr="0">
              <a:noAutofit/>
            </a:bodyPr>
            <a:lstStyle/>
            <a:p>
              <a:endParaRPr sz="2400"/>
            </a:p>
          </p:txBody>
        </p:sp>
        <p:sp>
          <p:nvSpPr>
            <p:cNvPr id="28" name="Google Shape;9620;p65"/>
            <p:cNvSpPr/>
            <p:nvPr/>
          </p:nvSpPr>
          <p:spPr>
            <a:xfrm>
              <a:off x="3106413" y="3100034"/>
              <a:ext cx="26599" cy="20164"/>
            </a:xfrm>
            <a:custGeom>
              <a:avLst/>
              <a:gdLst/>
              <a:ahLst/>
              <a:cxnLst/>
              <a:rect l="l" t="t" r="r" b="b"/>
              <a:pathLst>
                <a:path w="835" h="633" extrusionOk="0">
                  <a:moveTo>
                    <a:pt x="590" y="0"/>
                  </a:moveTo>
                  <a:cubicBezTo>
                    <a:pt x="550" y="0"/>
                    <a:pt x="511" y="12"/>
                    <a:pt x="477" y="38"/>
                  </a:cubicBezTo>
                  <a:lnTo>
                    <a:pt x="144" y="228"/>
                  </a:lnTo>
                  <a:cubicBezTo>
                    <a:pt x="36" y="288"/>
                    <a:pt x="1" y="419"/>
                    <a:pt x="72" y="526"/>
                  </a:cubicBezTo>
                  <a:cubicBezTo>
                    <a:pt x="108" y="597"/>
                    <a:pt x="191" y="633"/>
                    <a:pt x="263" y="633"/>
                  </a:cubicBezTo>
                  <a:cubicBezTo>
                    <a:pt x="310" y="633"/>
                    <a:pt x="334" y="609"/>
                    <a:pt x="370" y="597"/>
                  </a:cubicBezTo>
                  <a:lnTo>
                    <a:pt x="691" y="407"/>
                  </a:lnTo>
                  <a:cubicBezTo>
                    <a:pt x="787" y="347"/>
                    <a:pt x="834" y="216"/>
                    <a:pt x="775" y="109"/>
                  </a:cubicBezTo>
                  <a:cubicBezTo>
                    <a:pt x="736" y="40"/>
                    <a:pt x="663" y="0"/>
                    <a:pt x="590" y="0"/>
                  </a:cubicBezTo>
                  <a:close/>
                </a:path>
              </a:pathLst>
            </a:custGeom>
            <a:grpFill/>
            <a:ln>
              <a:noFill/>
            </a:ln>
          </p:spPr>
          <p:txBody>
            <a:bodyPr spcFirstLastPara="1" wrap="square" lIns="121900" tIns="121900" rIns="121900" bIns="121900" anchor="ctr" anchorCtr="0">
              <a:noAutofit/>
            </a:bodyPr>
            <a:lstStyle/>
            <a:p>
              <a:endParaRPr sz="2400"/>
            </a:p>
          </p:txBody>
        </p:sp>
        <p:sp>
          <p:nvSpPr>
            <p:cNvPr id="29" name="Google Shape;9621;p65"/>
            <p:cNvSpPr/>
            <p:nvPr/>
          </p:nvSpPr>
          <p:spPr>
            <a:xfrm>
              <a:off x="3308565" y="2897277"/>
              <a:ext cx="22044" cy="24178"/>
            </a:xfrm>
            <a:custGeom>
              <a:avLst/>
              <a:gdLst/>
              <a:ahLst/>
              <a:cxnLst/>
              <a:rect l="l" t="t" r="r" b="b"/>
              <a:pathLst>
                <a:path w="692" h="759" extrusionOk="0">
                  <a:moveTo>
                    <a:pt x="441" y="1"/>
                  </a:moveTo>
                  <a:cubicBezTo>
                    <a:pt x="369" y="1"/>
                    <a:pt x="301" y="35"/>
                    <a:pt x="263" y="104"/>
                  </a:cubicBezTo>
                  <a:lnTo>
                    <a:pt x="60" y="438"/>
                  </a:lnTo>
                  <a:cubicBezTo>
                    <a:pt x="1" y="533"/>
                    <a:pt x="37" y="676"/>
                    <a:pt x="144" y="735"/>
                  </a:cubicBezTo>
                  <a:cubicBezTo>
                    <a:pt x="167" y="747"/>
                    <a:pt x="215" y="759"/>
                    <a:pt x="239" y="759"/>
                  </a:cubicBezTo>
                  <a:cubicBezTo>
                    <a:pt x="322" y="759"/>
                    <a:pt x="394" y="711"/>
                    <a:pt x="441" y="652"/>
                  </a:cubicBezTo>
                  <a:lnTo>
                    <a:pt x="632" y="330"/>
                  </a:lnTo>
                  <a:cubicBezTo>
                    <a:pt x="691" y="223"/>
                    <a:pt x="656" y="92"/>
                    <a:pt x="560" y="33"/>
                  </a:cubicBezTo>
                  <a:cubicBezTo>
                    <a:pt x="522" y="11"/>
                    <a:pt x="481" y="1"/>
                    <a:pt x="441" y="1"/>
                  </a:cubicBezTo>
                  <a:close/>
                </a:path>
              </a:pathLst>
            </a:custGeom>
            <a:grpFill/>
            <a:ln>
              <a:noFill/>
            </a:ln>
          </p:spPr>
          <p:txBody>
            <a:bodyPr spcFirstLastPara="1" wrap="square" lIns="121900" tIns="121900" rIns="121900" bIns="121900" anchor="ctr" anchorCtr="0">
              <a:noAutofit/>
            </a:bodyPr>
            <a:lstStyle/>
            <a:p>
              <a:endParaRPr sz="2400"/>
            </a:p>
          </p:txBody>
        </p:sp>
        <p:sp>
          <p:nvSpPr>
            <p:cNvPr id="30" name="Google Shape;9622;p65"/>
            <p:cNvSpPr/>
            <p:nvPr/>
          </p:nvSpPr>
          <p:spPr>
            <a:xfrm>
              <a:off x="3239153" y="2877049"/>
              <a:ext cx="14080" cy="26599"/>
            </a:xfrm>
            <a:custGeom>
              <a:avLst/>
              <a:gdLst/>
              <a:ahLst/>
              <a:cxnLst/>
              <a:rect l="l" t="t" r="r" b="b"/>
              <a:pathLst>
                <a:path w="442" h="835" extrusionOk="0">
                  <a:moveTo>
                    <a:pt x="215" y="1"/>
                  </a:moveTo>
                  <a:cubicBezTo>
                    <a:pt x="96" y="1"/>
                    <a:pt x="1" y="96"/>
                    <a:pt x="1" y="215"/>
                  </a:cubicBezTo>
                  <a:lnTo>
                    <a:pt x="1" y="608"/>
                  </a:lnTo>
                  <a:cubicBezTo>
                    <a:pt x="1" y="727"/>
                    <a:pt x="96" y="834"/>
                    <a:pt x="215" y="834"/>
                  </a:cubicBezTo>
                  <a:cubicBezTo>
                    <a:pt x="334" y="834"/>
                    <a:pt x="441" y="727"/>
                    <a:pt x="441" y="608"/>
                  </a:cubicBezTo>
                  <a:lnTo>
                    <a:pt x="441" y="215"/>
                  </a:lnTo>
                  <a:cubicBezTo>
                    <a:pt x="441" y="96"/>
                    <a:pt x="358" y="1"/>
                    <a:pt x="215" y="1"/>
                  </a:cubicBezTo>
                  <a:close/>
                </a:path>
              </a:pathLst>
            </a:custGeom>
            <a:grpFill/>
            <a:ln>
              <a:noFill/>
            </a:ln>
          </p:spPr>
          <p:txBody>
            <a:bodyPr spcFirstLastPara="1" wrap="square" lIns="121900" tIns="121900" rIns="121900" bIns="121900" anchor="ctr" anchorCtr="0">
              <a:noAutofit/>
            </a:bodyPr>
            <a:lstStyle/>
            <a:p>
              <a:endParaRPr sz="2400"/>
            </a:p>
          </p:txBody>
        </p:sp>
        <p:sp>
          <p:nvSpPr>
            <p:cNvPr id="31" name="Google Shape;9623;p65"/>
            <p:cNvSpPr/>
            <p:nvPr/>
          </p:nvSpPr>
          <p:spPr>
            <a:xfrm>
              <a:off x="3161809" y="2897500"/>
              <a:ext cx="22394" cy="24337"/>
            </a:xfrm>
            <a:custGeom>
              <a:avLst/>
              <a:gdLst/>
              <a:ahLst/>
              <a:cxnLst/>
              <a:rect l="l" t="t" r="r" b="b"/>
              <a:pathLst>
                <a:path w="703" h="764" extrusionOk="0">
                  <a:moveTo>
                    <a:pt x="262" y="0"/>
                  </a:moveTo>
                  <a:cubicBezTo>
                    <a:pt x="222" y="0"/>
                    <a:pt x="181" y="12"/>
                    <a:pt x="143" y="38"/>
                  </a:cubicBezTo>
                  <a:cubicBezTo>
                    <a:pt x="48" y="97"/>
                    <a:pt x="0" y="228"/>
                    <a:pt x="72" y="335"/>
                  </a:cubicBezTo>
                  <a:lnTo>
                    <a:pt x="262" y="669"/>
                  </a:lnTo>
                  <a:cubicBezTo>
                    <a:pt x="310" y="740"/>
                    <a:pt x="381" y="764"/>
                    <a:pt x="464" y="764"/>
                  </a:cubicBezTo>
                  <a:cubicBezTo>
                    <a:pt x="500" y="764"/>
                    <a:pt x="536" y="752"/>
                    <a:pt x="560" y="740"/>
                  </a:cubicBezTo>
                  <a:cubicBezTo>
                    <a:pt x="667" y="681"/>
                    <a:pt x="703" y="550"/>
                    <a:pt x="643" y="442"/>
                  </a:cubicBezTo>
                  <a:lnTo>
                    <a:pt x="441" y="109"/>
                  </a:lnTo>
                  <a:cubicBezTo>
                    <a:pt x="402" y="40"/>
                    <a:pt x="334" y="0"/>
                    <a:pt x="262" y="0"/>
                  </a:cubicBezTo>
                  <a:close/>
                </a:path>
              </a:pathLst>
            </a:custGeom>
            <a:grpFill/>
            <a:ln>
              <a:noFill/>
            </a:ln>
          </p:spPr>
          <p:txBody>
            <a:bodyPr spcFirstLastPara="1" wrap="square" lIns="121900" tIns="121900" rIns="121900" bIns="121900" anchor="ctr" anchorCtr="0">
              <a:noAutofit/>
            </a:bodyPr>
            <a:lstStyle/>
            <a:p>
              <a:endParaRPr sz="2400"/>
            </a:p>
          </p:txBody>
        </p:sp>
        <p:sp>
          <p:nvSpPr>
            <p:cNvPr id="32" name="Google Shape;9624;p65"/>
            <p:cNvSpPr/>
            <p:nvPr/>
          </p:nvSpPr>
          <p:spPr>
            <a:xfrm>
              <a:off x="3106413" y="2953151"/>
              <a:ext cx="26599" cy="19909"/>
            </a:xfrm>
            <a:custGeom>
              <a:avLst/>
              <a:gdLst/>
              <a:ahLst/>
              <a:cxnLst/>
              <a:rect l="l" t="t" r="r" b="b"/>
              <a:pathLst>
                <a:path w="835" h="625" extrusionOk="0">
                  <a:moveTo>
                    <a:pt x="246" y="0"/>
                  </a:moveTo>
                  <a:cubicBezTo>
                    <a:pt x="168" y="0"/>
                    <a:pt x="92" y="40"/>
                    <a:pt x="60" y="112"/>
                  </a:cubicBezTo>
                  <a:cubicBezTo>
                    <a:pt x="1" y="208"/>
                    <a:pt x="25" y="350"/>
                    <a:pt x="132" y="410"/>
                  </a:cubicBezTo>
                  <a:lnTo>
                    <a:pt x="453" y="600"/>
                  </a:lnTo>
                  <a:cubicBezTo>
                    <a:pt x="489" y="612"/>
                    <a:pt x="537" y="624"/>
                    <a:pt x="560" y="624"/>
                  </a:cubicBezTo>
                  <a:cubicBezTo>
                    <a:pt x="632" y="624"/>
                    <a:pt x="715" y="589"/>
                    <a:pt x="751" y="529"/>
                  </a:cubicBezTo>
                  <a:cubicBezTo>
                    <a:pt x="834" y="422"/>
                    <a:pt x="787" y="291"/>
                    <a:pt x="679" y="231"/>
                  </a:cubicBezTo>
                  <a:lnTo>
                    <a:pt x="358" y="29"/>
                  </a:lnTo>
                  <a:cubicBezTo>
                    <a:pt x="323" y="10"/>
                    <a:pt x="284" y="0"/>
                    <a:pt x="246" y="0"/>
                  </a:cubicBezTo>
                  <a:close/>
                </a:path>
              </a:pathLst>
            </a:custGeom>
            <a:grpFill/>
            <a:ln>
              <a:noFill/>
            </a:ln>
          </p:spPr>
          <p:txBody>
            <a:bodyPr spcFirstLastPara="1" wrap="square" lIns="121900" tIns="121900" rIns="121900" bIns="121900" anchor="ctr" anchorCtr="0">
              <a:noAutofit/>
            </a:bodyPr>
            <a:lstStyle/>
            <a:p>
              <a:endParaRPr sz="2400"/>
            </a:p>
          </p:txBody>
        </p:sp>
        <p:sp>
          <p:nvSpPr>
            <p:cNvPr id="33" name="Google Shape;9625;p65"/>
            <p:cNvSpPr/>
            <p:nvPr/>
          </p:nvSpPr>
          <p:spPr>
            <a:xfrm>
              <a:off x="3360520" y="3099811"/>
              <a:ext cx="25834" cy="20005"/>
            </a:xfrm>
            <a:custGeom>
              <a:avLst/>
              <a:gdLst/>
              <a:ahLst/>
              <a:cxnLst/>
              <a:rect l="l" t="t" r="r" b="b"/>
              <a:pathLst>
                <a:path w="811" h="628" extrusionOk="0">
                  <a:moveTo>
                    <a:pt x="239" y="1"/>
                  </a:moveTo>
                  <a:cubicBezTo>
                    <a:pt x="167" y="1"/>
                    <a:pt x="99" y="35"/>
                    <a:pt x="60" y="104"/>
                  </a:cubicBezTo>
                  <a:cubicBezTo>
                    <a:pt x="1" y="211"/>
                    <a:pt x="25" y="342"/>
                    <a:pt x="132" y="402"/>
                  </a:cubicBezTo>
                  <a:lnTo>
                    <a:pt x="453" y="592"/>
                  </a:lnTo>
                  <a:cubicBezTo>
                    <a:pt x="489" y="604"/>
                    <a:pt x="537" y="628"/>
                    <a:pt x="561" y="628"/>
                  </a:cubicBezTo>
                  <a:cubicBezTo>
                    <a:pt x="632" y="628"/>
                    <a:pt x="715" y="580"/>
                    <a:pt x="751" y="521"/>
                  </a:cubicBezTo>
                  <a:cubicBezTo>
                    <a:pt x="811" y="426"/>
                    <a:pt x="787" y="283"/>
                    <a:pt x="680" y="223"/>
                  </a:cubicBezTo>
                  <a:lnTo>
                    <a:pt x="358" y="33"/>
                  </a:lnTo>
                  <a:cubicBezTo>
                    <a:pt x="320" y="11"/>
                    <a:pt x="279" y="1"/>
                    <a:pt x="239" y="1"/>
                  </a:cubicBezTo>
                  <a:close/>
                </a:path>
              </a:pathLst>
            </a:custGeom>
            <a:grpFill/>
            <a:ln>
              <a:noFill/>
            </a:ln>
          </p:spPr>
          <p:txBody>
            <a:bodyPr spcFirstLastPara="1" wrap="square" lIns="121900" tIns="121900" rIns="121900" bIns="121900" anchor="ctr" anchorCtr="0">
              <a:noAutofit/>
            </a:bodyPr>
            <a:lstStyle/>
            <a:p>
              <a:endParaRPr sz="2400"/>
            </a:p>
          </p:txBody>
        </p:sp>
      </p:grpSp>
      <p:sp>
        <p:nvSpPr>
          <p:cNvPr id="5" name="Textfeld 4"/>
          <p:cNvSpPr txBox="1"/>
          <p:nvPr/>
        </p:nvSpPr>
        <p:spPr>
          <a:xfrm>
            <a:off x="10441258" y="5958466"/>
            <a:ext cx="527709" cy="830997"/>
          </a:xfrm>
          <a:prstGeom prst="rect">
            <a:avLst/>
          </a:prstGeom>
          <a:noFill/>
        </p:spPr>
        <p:txBody>
          <a:bodyPr wrap="none" rtlCol="0">
            <a:spAutoFit/>
          </a:bodyPr>
          <a:lstStyle/>
          <a:p>
            <a:r>
              <a:rPr lang="de-DE" sz="4800" dirty="0">
                <a:latin typeface="Poppins" panose="020B0604020202020204" charset="0"/>
                <a:cs typeface="Poppins" panose="020B0604020202020204" charset="0"/>
              </a:rPr>
              <a:t>?</a:t>
            </a:r>
            <a:endParaRPr lang="en-GB" sz="4800" dirty="0">
              <a:latin typeface="Poppins" panose="020B0604020202020204" charset="0"/>
              <a:cs typeface="Poppins" panose="020B0604020202020204" charset="0"/>
            </a:endParaRPr>
          </a:p>
        </p:txBody>
      </p:sp>
    </p:spTree>
    <p:extLst>
      <p:ext uri="{BB962C8B-B14F-4D97-AF65-F5344CB8AC3E}">
        <p14:creationId xmlns:p14="http://schemas.microsoft.com/office/powerpoint/2010/main" val="2659545159"/>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1184</Words>
  <Application>Microsoft Office PowerPoint</Application>
  <PresentationFormat>Widescreen</PresentationFormat>
  <Paragraphs>191</Paragraphs>
  <Slides>15</Slides>
  <Notes>13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Aptos</vt:lpstr>
      <vt:lpstr>Aptos Display</vt:lpstr>
      <vt:lpstr>Arial</vt:lpstr>
      <vt:lpstr>Courier New</vt:lpstr>
      <vt:lpstr>Josefin Sans</vt:lpstr>
      <vt:lpstr>Poppins</vt:lpstr>
      <vt:lpstr>Symbol</vt:lpstr>
      <vt:lpstr>Wingdings</vt:lpstr>
      <vt:lpstr>Wingdings 2</vt:lpstr>
      <vt:lpstr>Office Theme</vt:lpstr>
      <vt:lpstr>Process of Opportunity Identification</vt:lpstr>
      <vt:lpstr>WHAT YOU NEED TO DO  Use Your Resources</vt:lpstr>
      <vt:lpstr>Matthew 25: 14-30</vt:lpstr>
      <vt:lpstr>PowerPoint Presentation</vt:lpstr>
      <vt:lpstr>PowerPoint Presentation</vt:lpstr>
      <vt:lpstr>PowerPoint Presentation</vt:lpstr>
      <vt:lpstr>PowerPoint Presentation</vt:lpstr>
      <vt:lpstr>WHAT YOU NEED TO DO Identify Sources of Information</vt:lpstr>
      <vt:lpstr>PowerPoint Presentation</vt:lpstr>
      <vt:lpstr>PowerPoint Presentation</vt:lpstr>
      <vt:lpstr>Process of Opportunity Identification</vt:lpstr>
      <vt:lpstr>WHAT YOU NEED TO DO Identify Market Needs and Problems</vt:lpstr>
      <vt:lpstr>WHAT YOU NEED TO DO Identify Market Needs and Problems</vt:lpstr>
      <vt:lpstr>PEOPLE HAVE NEEDS</vt:lpstr>
      <vt:lpstr>EXERCISE: Problems are Opportunities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 of Opportunity Identification</dc:title>
  <dc:creator>Shona Passfield</dc:creator>
  <cp:lastModifiedBy>Shona Passfield</cp:lastModifiedBy>
  <cp:revision>1</cp:revision>
  <dcterms:created xsi:type="dcterms:W3CDTF">2024-03-07T14:45:28Z</dcterms:created>
  <dcterms:modified xsi:type="dcterms:W3CDTF">2024-03-07T15:06:53Z</dcterms:modified>
</cp:coreProperties>
</file>