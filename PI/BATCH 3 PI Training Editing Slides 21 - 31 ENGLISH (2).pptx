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551" r:id="rId2"/>
    <p:sldId id="619" r:id="rId3"/>
    <p:sldId id="868" r:id="rId4"/>
    <p:sldId id="621" r:id="rId5"/>
    <p:sldId id="380" r:id="rId6"/>
    <p:sldId id="381" r:id="rId7"/>
    <p:sldId id="382" r:id="rId8"/>
    <p:sldId id="866" r:id="rId9"/>
    <p:sldId id="383" r:id="rId10"/>
    <p:sldId id="384" r:id="rId11"/>
    <p:sldId id="90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ona Passfield" userId="8b3d8d318c456f76" providerId="LiveId" clId="{32A0B6F2-A136-4D4A-848B-8899172CFF8B}"/>
    <pc:docChg chg="custSel modSld">
      <pc:chgData name="Shona Passfield" userId="8b3d8d318c456f76" providerId="LiveId" clId="{32A0B6F2-A136-4D4A-848B-8899172CFF8B}" dt="2024-07-26T14:44:57.633" v="13" actId="20577"/>
      <pc:docMkLst>
        <pc:docMk/>
      </pc:docMkLst>
      <pc:sldChg chg="delSp modSp mod">
        <pc:chgData name="Shona Passfield" userId="8b3d8d318c456f76" providerId="LiveId" clId="{32A0B6F2-A136-4D4A-848B-8899172CFF8B}" dt="2024-07-26T14:42:48.582" v="3" actId="478"/>
        <pc:sldMkLst>
          <pc:docMk/>
          <pc:sldMk cId="1766410536" sldId="382"/>
        </pc:sldMkLst>
        <pc:spChg chg="del mod">
          <ac:chgData name="Shona Passfield" userId="8b3d8d318c456f76" providerId="LiveId" clId="{32A0B6F2-A136-4D4A-848B-8899172CFF8B}" dt="2024-07-26T14:42:48.582" v="3" actId="478"/>
          <ac:spMkLst>
            <pc:docMk/>
            <pc:sldMk cId="1766410536" sldId="382"/>
            <ac:spMk id="64" creationId="{00000000-0000-0000-0000-000000000000}"/>
          </ac:spMkLst>
        </pc:spChg>
      </pc:sldChg>
      <pc:sldChg chg="modSp mod">
        <pc:chgData name="Shona Passfield" userId="8b3d8d318c456f76" providerId="LiveId" clId="{32A0B6F2-A136-4D4A-848B-8899172CFF8B}" dt="2024-07-26T14:43:18.799" v="5" actId="20577"/>
        <pc:sldMkLst>
          <pc:docMk/>
          <pc:sldMk cId="3091256313" sldId="383"/>
        </pc:sldMkLst>
        <pc:spChg chg="mod">
          <ac:chgData name="Shona Passfield" userId="8b3d8d318c456f76" providerId="LiveId" clId="{32A0B6F2-A136-4D4A-848B-8899172CFF8B}" dt="2024-07-26T14:43:18.799" v="5" actId="20577"/>
          <ac:spMkLst>
            <pc:docMk/>
            <pc:sldMk cId="3091256313" sldId="383"/>
            <ac:spMk id="9" creationId="{00000000-0000-0000-0000-000000000000}"/>
          </ac:spMkLst>
        </pc:spChg>
      </pc:sldChg>
      <pc:sldChg chg="delSp modSp mod">
        <pc:chgData name="Shona Passfield" userId="8b3d8d318c456f76" providerId="LiveId" clId="{32A0B6F2-A136-4D4A-848B-8899172CFF8B}" dt="2024-07-26T14:44:08.623" v="8"/>
        <pc:sldMkLst>
          <pc:docMk/>
          <pc:sldMk cId="3657918044" sldId="384"/>
        </pc:sldMkLst>
        <pc:spChg chg="del mod">
          <ac:chgData name="Shona Passfield" userId="8b3d8d318c456f76" providerId="LiveId" clId="{32A0B6F2-A136-4D4A-848B-8899172CFF8B}" dt="2024-07-26T14:44:08.623" v="8"/>
          <ac:spMkLst>
            <pc:docMk/>
            <pc:sldMk cId="3657918044" sldId="384"/>
            <ac:spMk id="10" creationId="{00000000-0000-0000-0000-000000000000}"/>
          </ac:spMkLst>
        </pc:spChg>
      </pc:sldChg>
      <pc:sldChg chg="modSp mod">
        <pc:chgData name="Shona Passfield" userId="8b3d8d318c456f76" providerId="LiveId" clId="{32A0B6F2-A136-4D4A-848B-8899172CFF8B}" dt="2024-07-26T14:44:57.633" v="13" actId="20577"/>
        <pc:sldMkLst>
          <pc:docMk/>
          <pc:sldMk cId="3845340160" sldId="900"/>
        </pc:sldMkLst>
        <pc:spChg chg="mod">
          <ac:chgData name="Shona Passfield" userId="8b3d8d318c456f76" providerId="LiveId" clId="{32A0B6F2-A136-4D4A-848B-8899172CFF8B}" dt="2024-07-26T14:44:57.633" v="13" actId="20577"/>
          <ac:spMkLst>
            <pc:docMk/>
            <pc:sldMk cId="3845340160" sldId="900"/>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53F813-0B3D-4568-8B93-4DE9E300BB47}" type="datetimeFigureOut">
              <a:rPr lang="en-GB" smtClean="0"/>
              <a:t>26/07/2024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5B230-479C-4428-B62F-A9ADCF45DCED}" type="slidenum">
              <a:rPr lang="en-GB" smtClean="0"/>
              <a:t>‹#›</a:t>
            </a:fld>
            <a:endParaRPr lang="en-GB"/>
          </a:p>
        </p:txBody>
      </p:sp>
    </p:spTree>
    <p:extLst>
      <p:ext uri="{BB962C8B-B14F-4D97-AF65-F5344CB8AC3E}">
        <p14:creationId xmlns:p14="http://schemas.microsoft.com/office/powerpoint/2010/main" val="1587960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25450" y="692150"/>
            <a:ext cx="6159500" cy="3463925"/>
          </a:xfrm>
        </p:spPr>
      </p:sp>
      <p:sp>
        <p:nvSpPr>
          <p:cNvPr id="3" name="Espace réservé des notes 2"/>
          <p:cNvSpPr>
            <a:spLocks noGrp="1"/>
          </p:cNvSpPr>
          <p:nvPr>
            <p:ph type="body" idx="1"/>
          </p:nvPr>
        </p:nvSpPr>
        <p:spPr/>
        <p:txBody>
          <a:bodyPr/>
          <a:lstStyle/>
          <a:p>
            <a:pPr marL="0" indent="0" defTabSz="928299" eaLnBrk="0" fontAlgn="base" hangingPunct="0">
              <a:spcBef>
                <a:spcPct val="30000"/>
              </a:spcBef>
              <a:spcAft>
                <a:spcPct val="0"/>
              </a:spcAft>
              <a:buClrTx/>
              <a:buSzTx/>
              <a:buNone/>
              <a:defRPr/>
            </a:pPr>
            <a:endParaRPr lang="fr-FR" baseline="0" dirty="0"/>
          </a:p>
        </p:txBody>
      </p:sp>
      <p:sp>
        <p:nvSpPr>
          <p:cNvPr id="4" name="Espace réservé du numéro de diapositive 3"/>
          <p:cNvSpPr>
            <a:spLocks noGrp="1"/>
          </p:cNvSpPr>
          <p:nvPr>
            <p:ph type="sldNum" sz="quarter" idx="10"/>
          </p:nvPr>
        </p:nvSpPr>
        <p:spPr/>
        <p:txBody>
          <a:bodyPr lIns="92830" tIns="46415" rIns="92830" bIns="46415"/>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7A052948-8FF2-4265-9115-B6B694A2C9D2}" type="slidenum">
              <a:rPr kumimoji="0" lang="de-DE"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de-DE"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445544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5450" y="692150"/>
            <a:ext cx="6159500" cy="346392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648662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25450" y="692150"/>
            <a:ext cx="6159500" cy="3463925"/>
          </a:xfrm>
        </p:spPr>
      </p:sp>
      <p:sp>
        <p:nvSpPr>
          <p:cNvPr id="3" name="Espace réservé des notes 2"/>
          <p:cNvSpPr>
            <a:spLocks noGrp="1"/>
          </p:cNvSpPr>
          <p:nvPr>
            <p:ph type="body" idx="1"/>
          </p:nvPr>
        </p:nvSpPr>
        <p:spPr/>
        <p:txBody>
          <a:bodyPr/>
          <a:lstStyle/>
          <a:p>
            <a:pPr marL="161163" indent="0">
              <a:buNone/>
            </a:pPr>
            <a:r>
              <a:rPr lang="fr-FR" dirty="0" err="1"/>
              <a:t>Integrate</a:t>
            </a:r>
            <a:r>
              <a:rPr lang="fr-FR" dirty="0"/>
              <a:t> </a:t>
            </a:r>
            <a:r>
              <a:rPr lang="fr-FR" dirty="0" err="1"/>
              <a:t>graphics</a:t>
            </a:r>
            <a:r>
              <a:rPr lang="fr-FR" dirty="0"/>
              <a:t> (new</a:t>
            </a:r>
            <a:r>
              <a:rPr lang="fr-FR" baseline="0" dirty="0"/>
              <a:t> slides on </a:t>
            </a:r>
            <a:r>
              <a:rPr lang="fr-FR" i="1" baseline="0" dirty="0"/>
              <a:t>If A </a:t>
            </a:r>
            <a:r>
              <a:rPr lang="fr-FR" i="1" baseline="0" dirty="0" err="1"/>
              <a:t>then</a:t>
            </a:r>
            <a:r>
              <a:rPr lang="fr-FR" i="1" baseline="0" dirty="0"/>
              <a:t> B</a:t>
            </a:r>
            <a:r>
              <a:rPr lang="fr-FR" i="0" baseline="0" dirty="0"/>
              <a:t>) </a:t>
            </a:r>
            <a:r>
              <a:rPr lang="fr-FR" i="0" baseline="0" dirty="0" err="1"/>
              <a:t>from</a:t>
            </a:r>
            <a:r>
              <a:rPr lang="fr-FR" i="0" baseline="0" dirty="0"/>
              <a:t> </a:t>
            </a:r>
            <a:r>
              <a:rPr lang="fr-FR" i="0" baseline="0" dirty="0" err="1"/>
              <a:t>Artemis</a:t>
            </a:r>
            <a:endParaRPr lang="fr-FR" dirty="0"/>
          </a:p>
        </p:txBody>
      </p:sp>
      <p:sp>
        <p:nvSpPr>
          <p:cNvPr id="4" name="Espace réservé du numéro de diapositive 3"/>
          <p:cNvSpPr>
            <a:spLocks noGrp="1"/>
          </p:cNvSpPr>
          <p:nvPr>
            <p:ph type="sldNum" sz="quarter" idx="10"/>
          </p:nvPr>
        </p:nvSpPr>
        <p:spPr/>
        <p:txBody>
          <a:bodyPr lIns="92830" tIns="46415" rIns="92830" bIns="46415"/>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7A052948-8FF2-4265-9115-B6B694A2C9D2}" type="slidenum">
              <a:rPr kumimoji="0" lang="de-DE"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lang="de-DE"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662097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427539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pPr marL="161163" indent="0">
              <a:buNone/>
            </a:pPr>
            <a:r>
              <a:rPr lang="en-US" dirty="0"/>
              <a:t>Categories may be a little bit too abstract.</a:t>
            </a:r>
          </a:p>
          <a:p>
            <a:pPr marL="161163" indent="0">
              <a:buNone/>
            </a:pPr>
            <a:r>
              <a:rPr lang="en-US" dirty="0"/>
              <a:t>Examples</a:t>
            </a:r>
            <a:r>
              <a:rPr lang="en-US" baseline="0" dirty="0"/>
              <a:t> for changes need to be adapted to the respective context.</a:t>
            </a:r>
          </a:p>
          <a:p>
            <a:pPr marL="464149" indent="-302986">
              <a:buFont typeface="Wingdings" panose="05000000000000000000" pitchFamily="2" charset="2"/>
              <a:buChar char="à"/>
            </a:pPr>
            <a:r>
              <a:rPr lang="en-US" baseline="0" dirty="0">
                <a:sym typeface="Wingdings" panose="05000000000000000000" pitchFamily="2" charset="2"/>
              </a:rPr>
              <a:t>Maybe only introduce only the most relevant changes for the country.</a:t>
            </a:r>
          </a:p>
          <a:p>
            <a:pPr marL="161163" indent="0">
              <a:buNone/>
            </a:pPr>
            <a:endParaRPr lang="en-US" baseline="0" dirty="0">
              <a:sym typeface="Wingdings" panose="05000000000000000000" pitchFamily="2" charset="2"/>
            </a:endParaRPr>
          </a:p>
          <a:p>
            <a:pPr marL="161163" indent="0">
              <a:buNone/>
            </a:pPr>
            <a:r>
              <a:rPr lang="en-US" baseline="0" dirty="0">
                <a:sym typeface="Wingdings" panose="05000000000000000000" pitchFamily="2" charset="2"/>
              </a:rPr>
              <a:t>+ add ecological aspects</a:t>
            </a:r>
            <a:endParaRPr lang="en-US" baseline="0" dirty="0"/>
          </a:p>
          <a:p>
            <a:pPr marL="161163" indent="0">
              <a:buNone/>
            </a:pPr>
            <a:endParaRPr lang="en-US" baseline="0" dirty="0"/>
          </a:p>
          <a:p>
            <a:pPr marL="161163" indent="0">
              <a:buNone/>
            </a:pPr>
            <a:endParaRPr lang="en-US" dirty="0"/>
          </a:p>
        </p:txBody>
      </p:sp>
      <p:sp>
        <p:nvSpPr>
          <p:cNvPr id="4" name="Foliennummernplatzhalter 3"/>
          <p:cNvSpPr>
            <a:spLocks noGrp="1"/>
          </p:cNvSpPr>
          <p:nvPr>
            <p:ph type="sldNum" sz="quarter" idx="10"/>
          </p:nvPr>
        </p:nvSpPr>
        <p:spPr/>
        <p:txBody>
          <a:bodyPr lIns="92830" tIns="46415" rIns="92830" bIns="46415"/>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7A052948-8FF2-4265-9115-B6B694A2C9D2}" type="slidenum">
              <a:rPr kumimoji="0" lang="de-DE"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lang="de-DE"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30012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5450" y="692150"/>
            <a:ext cx="6159500" cy="346392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453236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pPr marL="161163" indent="0">
              <a:buNone/>
            </a:pPr>
            <a:r>
              <a:rPr lang="fr-FR" dirty="0"/>
              <a:t>Focus</a:t>
            </a:r>
            <a:r>
              <a:rPr lang="fr-FR" baseline="0" dirty="0"/>
              <a:t> on </a:t>
            </a:r>
            <a:r>
              <a:rPr lang="fr-FR" i="1" baseline="0" dirty="0"/>
              <a:t>If A, </a:t>
            </a:r>
            <a:r>
              <a:rPr lang="fr-FR" i="1" baseline="0" dirty="0" err="1"/>
              <a:t>then</a:t>
            </a:r>
            <a:r>
              <a:rPr lang="fr-FR" i="1" baseline="0" dirty="0"/>
              <a:t> B</a:t>
            </a:r>
            <a:endParaRPr lang="fr-FR" dirty="0"/>
          </a:p>
        </p:txBody>
      </p:sp>
      <p:sp>
        <p:nvSpPr>
          <p:cNvPr id="4" name="Foliennummernplatzhalter 3"/>
          <p:cNvSpPr>
            <a:spLocks noGrp="1"/>
          </p:cNvSpPr>
          <p:nvPr>
            <p:ph type="sldNum" sz="quarter" idx="10"/>
          </p:nvPr>
        </p:nvSpPr>
        <p:spPr/>
        <p:txBody>
          <a:bodyPr lIns="92830" tIns="46415" rIns="92830" bIns="46415"/>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7A052948-8FF2-4265-9115-B6B694A2C9D2}" type="slidenum">
              <a:rPr kumimoji="0" lang="de-DE"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lang="de-DE"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062314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endParaRPr lang="fr-FR" dirty="0"/>
          </a:p>
        </p:txBody>
      </p:sp>
      <p:sp>
        <p:nvSpPr>
          <p:cNvPr id="4" name="Foliennummernplatzhalter 3"/>
          <p:cNvSpPr>
            <a:spLocks noGrp="1"/>
          </p:cNvSpPr>
          <p:nvPr>
            <p:ph type="sldNum" sz="quarter" idx="10"/>
          </p:nvPr>
        </p:nvSpPr>
        <p:spPr/>
        <p:txBody>
          <a:bodyPr lIns="92830" tIns="46415" rIns="92830" bIns="46415"/>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7A052948-8FF2-4265-9115-B6B694A2C9D2}" type="slidenum">
              <a:rPr kumimoji="0" lang="de-DE"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10</a:t>
            </a:fld>
            <a:endParaRPr kumimoji="0" lang="de-DE"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170363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5450" y="692150"/>
            <a:ext cx="6159500" cy="3463925"/>
          </a:xfrm>
        </p:spPr>
      </p:sp>
      <p:sp>
        <p:nvSpPr>
          <p:cNvPr id="3" name="Notizenplatzhalter 2"/>
          <p:cNvSpPr>
            <a:spLocks noGrp="1"/>
          </p:cNvSpPr>
          <p:nvPr>
            <p:ph type="body" idx="1"/>
          </p:nvPr>
        </p:nvSpPr>
        <p:spPr/>
        <p:txBody>
          <a:bodyPr/>
          <a:lstStyle/>
          <a:p>
            <a:pPr marL="161163" indent="0">
              <a:buNone/>
            </a:pPr>
            <a:r>
              <a:rPr lang="fr-FR" dirty="0"/>
              <a:t>Focus</a:t>
            </a:r>
            <a:r>
              <a:rPr lang="fr-FR" baseline="0" dirty="0"/>
              <a:t> on </a:t>
            </a:r>
            <a:r>
              <a:rPr lang="fr-FR" i="1" baseline="0" dirty="0"/>
              <a:t>If A, </a:t>
            </a:r>
            <a:r>
              <a:rPr lang="fr-FR" i="1" baseline="0" dirty="0" err="1"/>
              <a:t>then</a:t>
            </a:r>
            <a:r>
              <a:rPr lang="fr-FR" i="1" baseline="0" dirty="0"/>
              <a:t> B</a:t>
            </a:r>
            <a:endParaRPr lang="fr-FR" dirty="0"/>
          </a:p>
        </p:txBody>
      </p:sp>
      <p:sp>
        <p:nvSpPr>
          <p:cNvPr id="4" name="Foliennummernplatzhalter 3"/>
          <p:cNvSpPr>
            <a:spLocks noGrp="1"/>
          </p:cNvSpPr>
          <p:nvPr>
            <p:ph type="sldNum" sz="quarter" idx="10"/>
          </p:nvPr>
        </p:nvSpPr>
        <p:spPr/>
        <p:txBody>
          <a:bodyPr lIns="92830" tIns="46415" rIns="92830" bIns="46415"/>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7A052948-8FF2-4265-9115-B6B694A2C9D2}" type="slidenum">
              <a:rPr kumimoji="0" lang="de-DE"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lang="de-DE"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722313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9"/>
        <p:cNvGrpSpPr/>
        <p:nvPr/>
      </p:nvGrpSpPr>
      <p:grpSpPr>
        <a:xfrm>
          <a:off x="0" y="0"/>
          <a:ext cx="0" cy="0"/>
          <a:chOff x="0" y="0"/>
          <a:chExt cx="0" cy="0"/>
        </a:xfrm>
      </p:grpSpPr>
      <p:sp>
        <p:nvSpPr>
          <p:cNvPr id="20" name="Google Shape;20;p5"/>
          <p:cNvSpPr txBox="1">
            <a:spLocks noGrp="1"/>
          </p:cNvSpPr>
          <p:nvPr>
            <p:ph type="body" idx="1"/>
          </p:nvPr>
        </p:nvSpPr>
        <p:spPr>
          <a:xfrm>
            <a:off x="1769500" y="4274333"/>
            <a:ext cx="3479200" cy="19968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dk1"/>
              </a:buClr>
              <a:buSzPts val="1400"/>
              <a:buChar char="●"/>
              <a:defRPr sz="1867">
                <a:solidFill>
                  <a:schemeClr val="dk1"/>
                </a:solidFill>
              </a:defRPr>
            </a:lvl1pPr>
            <a:lvl2pPr marL="1219170" lvl="1" indent="-406390">
              <a:spcBef>
                <a:spcPts val="2133"/>
              </a:spcBef>
              <a:spcAft>
                <a:spcPts val="0"/>
              </a:spcAft>
              <a:buClr>
                <a:schemeClr val="dk1"/>
              </a:buClr>
              <a:buSzPts val="1200"/>
              <a:buChar char="○"/>
              <a:defRPr sz="1600">
                <a:solidFill>
                  <a:schemeClr val="dk1"/>
                </a:solidFill>
              </a:defRPr>
            </a:lvl2pPr>
            <a:lvl3pPr marL="1828754" lvl="2" indent="-406390">
              <a:spcBef>
                <a:spcPts val="2133"/>
              </a:spcBef>
              <a:spcAft>
                <a:spcPts val="0"/>
              </a:spcAft>
              <a:buClr>
                <a:schemeClr val="dk1"/>
              </a:buClr>
              <a:buSzPts val="1200"/>
              <a:buChar char="■"/>
              <a:defRPr sz="1600">
                <a:solidFill>
                  <a:schemeClr val="dk1"/>
                </a:solidFill>
              </a:defRPr>
            </a:lvl3pPr>
            <a:lvl4pPr marL="2438339" lvl="3" indent="-406390">
              <a:spcBef>
                <a:spcPts val="2133"/>
              </a:spcBef>
              <a:spcAft>
                <a:spcPts val="0"/>
              </a:spcAft>
              <a:buClr>
                <a:schemeClr val="dk1"/>
              </a:buClr>
              <a:buSzPts val="1200"/>
              <a:buChar char="●"/>
              <a:defRPr sz="1600">
                <a:solidFill>
                  <a:schemeClr val="dk1"/>
                </a:solidFill>
              </a:defRPr>
            </a:lvl4pPr>
            <a:lvl5pPr marL="3047924" lvl="4" indent="-406390">
              <a:spcBef>
                <a:spcPts val="2133"/>
              </a:spcBef>
              <a:spcAft>
                <a:spcPts val="0"/>
              </a:spcAft>
              <a:buClr>
                <a:schemeClr val="dk1"/>
              </a:buClr>
              <a:buSzPts val="1200"/>
              <a:buChar char="○"/>
              <a:defRPr sz="1600">
                <a:solidFill>
                  <a:schemeClr val="dk1"/>
                </a:solidFill>
              </a:defRPr>
            </a:lvl5pPr>
            <a:lvl6pPr marL="3657509" lvl="5" indent="-406390">
              <a:spcBef>
                <a:spcPts val="2133"/>
              </a:spcBef>
              <a:spcAft>
                <a:spcPts val="0"/>
              </a:spcAft>
              <a:buClr>
                <a:schemeClr val="dk1"/>
              </a:buClr>
              <a:buSzPts val="1200"/>
              <a:buChar char="■"/>
              <a:defRPr sz="1600">
                <a:solidFill>
                  <a:schemeClr val="dk1"/>
                </a:solidFill>
              </a:defRPr>
            </a:lvl6pPr>
            <a:lvl7pPr marL="4267093" lvl="6" indent="-406390">
              <a:spcBef>
                <a:spcPts val="2133"/>
              </a:spcBef>
              <a:spcAft>
                <a:spcPts val="0"/>
              </a:spcAft>
              <a:buClr>
                <a:schemeClr val="dk1"/>
              </a:buClr>
              <a:buSzPts val="1200"/>
              <a:buChar char="●"/>
              <a:defRPr sz="1600">
                <a:solidFill>
                  <a:schemeClr val="dk1"/>
                </a:solidFill>
              </a:defRPr>
            </a:lvl7pPr>
            <a:lvl8pPr marL="4876678" lvl="7" indent="-406390">
              <a:spcBef>
                <a:spcPts val="2133"/>
              </a:spcBef>
              <a:spcAft>
                <a:spcPts val="0"/>
              </a:spcAft>
              <a:buClr>
                <a:schemeClr val="dk1"/>
              </a:buClr>
              <a:buSzPts val="1200"/>
              <a:buChar char="○"/>
              <a:defRPr sz="1600">
                <a:solidFill>
                  <a:schemeClr val="dk1"/>
                </a:solidFill>
              </a:defRPr>
            </a:lvl8pPr>
            <a:lvl9pPr marL="5486263" lvl="8" indent="-406390">
              <a:spcBef>
                <a:spcPts val="2133"/>
              </a:spcBef>
              <a:spcAft>
                <a:spcPts val="2133"/>
              </a:spcAft>
              <a:buClr>
                <a:schemeClr val="dk1"/>
              </a:buClr>
              <a:buSzPts val="1200"/>
              <a:buChar char="■"/>
              <a:defRPr sz="1600">
                <a:solidFill>
                  <a:schemeClr val="dk1"/>
                </a:solidFill>
              </a:defRPr>
            </a:lvl9pPr>
          </a:lstStyle>
          <a:p>
            <a:endParaRPr/>
          </a:p>
        </p:txBody>
      </p:sp>
      <p:sp>
        <p:nvSpPr>
          <p:cNvPr id="21" name="Google Shape;21;p5"/>
          <p:cNvSpPr txBox="1">
            <a:spLocks noGrp="1"/>
          </p:cNvSpPr>
          <p:nvPr>
            <p:ph type="body" idx="2"/>
          </p:nvPr>
        </p:nvSpPr>
        <p:spPr>
          <a:xfrm>
            <a:off x="7054433" y="4274333"/>
            <a:ext cx="3479200" cy="19968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dk1"/>
              </a:buClr>
              <a:buSzPts val="1400"/>
              <a:buChar char="●"/>
              <a:defRPr sz="1867">
                <a:solidFill>
                  <a:schemeClr val="dk1"/>
                </a:solidFill>
              </a:defRPr>
            </a:lvl1pPr>
            <a:lvl2pPr marL="1219170" lvl="1" indent="-406390">
              <a:spcBef>
                <a:spcPts val="2133"/>
              </a:spcBef>
              <a:spcAft>
                <a:spcPts val="0"/>
              </a:spcAft>
              <a:buClr>
                <a:schemeClr val="dk1"/>
              </a:buClr>
              <a:buSzPts val="1200"/>
              <a:buChar char="○"/>
              <a:defRPr sz="1600">
                <a:solidFill>
                  <a:schemeClr val="dk1"/>
                </a:solidFill>
              </a:defRPr>
            </a:lvl2pPr>
            <a:lvl3pPr marL="1828754" lvl="2" indent="-406390">
              <a:spcBef>
                <a:spcPts val="2133"/>
              </a:spcBef>
              <a:spcAft>
                <a:spcPts val="0"/>
              </a:spcAft>
              <a:buClr>
                <a:schemeClr val="dk1"/>
              </a:buClr>
              <a:buSzPts val="1200"/>
              <a:buChar char="■"/>
              <a:defRPr sz="1600">
                <a:solidFill>
                  <a:schemeClr val="dk1"/>
                </a:solidFill>
              </a:defRPr>
            </a:lvl3pPr>
            <a:lvl4pPr marL="2438339" lvl="3" indent="-406390">
              <a:spcBef>
                <a:spcPts val="2133"/>
              </a:spcBef>
              <a:spcAft>
                <a:spcPts val="0"/>
              </a:spcAft>
              <a:buClr>
                <a:schemeClr val="dk1"/>
              </a:buClr>
              <a:buSzPts val="1200"/>
              <a:buChar char="●"/>
              <a:defRPr sz="1600">
                <a:solidFill>
                  <a:schemeClr val="dk1"/>
                </a:solidFill>
              </a:defRPr>
            </a:lvl4pPr>
            <a:lvl5pPr marL="3047924" lvl="4" indent="-406390">
              <a:spcBef>
                <a:spcPts val="2133"/>
              </a:spcBef>
              <a:spcAft>
                <a:spcPts val="0"/>
              </a:spcAft>
              <a:buClr>
                <a:schemeClr val="dk1"/>
              </a:buClr>
              <a:buSzPts val="1200"/>
              <a:buChar char="○"/>
              <a:defRPr sz="1600">
                <a:solidFill>
                  <a:schemeClr val="dk1"/>
                </a:solidFill>
              </a:defRPr>
            </a:lvl5pPr>
            <a:lvl6pPr marL="3657509" lvl="5" indent="-406390">
              <a:spcBef>
                <a:spcPts val="2133"/>
              </a:spcBef>
              <a:spcAft>
                <a:spcPts val="0"/>
              </a:spcAft>
              <a:buClr>
                <a:schemeClr val="dk1"/>
              </a:buClr>
              <a:buSzPts val="1200"/>
              <a:buChar char="■"/>
              <a:defRPr sz="1600">
                <a:solidFill>
                  <a:schemeClr val="dk1"/>
                </a:solidFill>
              </a:defRPr>
            </a:lvl6pPr>
            <a:lvl7pPr marL="4267093" lvl="6" indent="-406390">
              <a:spcBef>
                <a:spcPts val="2133"/>
              </a:spcBef>
              <a:spcAft>
                <a:spcPts val="0"/>
              </a:spcAft>
              <a:buClr>
                <a:schemeClr val="dk1"/>
              </a:buClr>
              <a:buSzPts val="1200"/>
              <a:buChar char="●"/>
              <a:defRPr sz="1600">
                <a:solidFill>
                  <a:schemeClr val="dk1"/>
                </a:solidFill>
              </a:defRPr>
            </a:lvl7pPr>
            <a:lvl8pPr marL="4876678" lvl="7" indent="-406390">
              <a:spcBef>
                <a:spcPts val="2133"/>
              </a:spcBef>
              <a:spcAft>
                <a:spcPts val="0"/>
              </a:spcAft>
              <a:buClr>
                <a:schemeClr val="dk1"/>
              </a:buClr>
              <a:buSzPts val="1200"/>
              <a:buChar char="○"/>
              <a:defRPr sz="1600">
                <a:solidFill>
                  <a:schemeClr val="dk1"/>
                </a:solidFill>
              </a:defRPr>
            </a:lvl8pPr>
            <a:lvl9pPr marL="5486263" lvl="8" indent="-406390">
              <a:spcBef>
                <a:spcPts val="2133"/>
              </a:spcBef>
              <a:spcAft>
                <a:spcPts val="2133"/>
              </a:spcAft>
              <a:buClr>
                <a:schemeClr val="dk1"/>
              </a:buClr>
              <a:buSzPts val="1200"/>
              <a:buChar char="■"/>
              <a:defRPr sz="1600">
                <a:solidFill>
                  <a:schemeClr val="dk1"/>
                </a:solidFill>
              </a:defRPr>
            </a:lvl9pPr>
          </a:lstStyle>
          <a:p>
            <a:endParaRPr/>
          </a:p>
        </p:txBody>
      </p:sp>
      <p:sp>
        <p:nvSpPr>
          <p:cNvPr id="22" name="Google Shape;22;p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23" name="Google Shape;23;p5"/>
          <p:cNvSpPr txBox="1">
            <a:spLocks noGrp="1"/>
          </p:cNvSpPr>
          <p:nvPr>
            <p:ph type="title"/>
          </p:nvPr>
        </p:nvSpPr>
        <p:spPr>
          <a:xfrm>
            <a:off x="6435467" y="698900"/>
            <a:ext cx="4834800" cy="1266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600"/>
              <a:buNone/>
              <a:defRPr sz="3467"/>
            </a:lvl1pPr>
            <a:lvl2pPr lvl="1" algn="r" rtl="0">
              <a:spcBef>
                <a:spcPts val="0"/>
              </a:spcBef>
              <a:spcAft>
                <a:spcPts val="0"/>
              </a:spcAft>
              <a:buSzPts val="2600"/>
              <a:buNone/>
              <a:defRPr sz="3467"/>
            </a:lvl2pPr>
            <a:lvl3pPr lvl="2" algn="r" rtl="0">
              <a:spcBef>
                <a:spcPts val="0"/>
              </a:spcBef>
              <a:spcAft>
                <a:spcPts val="0"/>
              </a:spcAft>
              <a:buSzPts val="2600"/>
              <a:buNone/>
              <a:defRPr sz="3467"/>
            </a:lvl3pPr>
            <a:lvl4pPr lvl="3" algn="r" rtl="0">
              <a:spcBef>
                <a:spcPts val="0"/>
              </a:spcBef>
              <a:spcAft>
                <a:spcPts val="0"/>
              </a:spcAft>
              <a:buSzPts val="2600"/>
              <a:buNone/>
              <a:defRPr sz="3467"/>
            </a:lvl4pPr>
            <a:lvl5pPr lvl="4" algn="r" rtl="0">
              <a:spcBef>
                <a:spcPts val="0"/>
              </a:spcBef>
              <a:spcAft>
                <a:spcPts val="0"/>
              </a:spcAft>
              <a:buSzPts val="2600"/>
              <a:buNone/>
              <a:defRPr sz="3467"/>
            </a:lvl5pPr>
            <a:lvl6pPr lvl="5" algn="r" rtl="0">
              <a:spcBef>
                <a:spcPts val="0"/>
              </a:spcBef>
              <a:spcAft>
                <a:spcPts val="0"/>
              </a:spcAft>
              <a:buSzPts val="2600"/>
              <a:buNone/>
              <a:defRPr sz="3467"/>
            </a:lvl6pPr>
            <a:lvl7pPr lvl="6" algn="r" rtl="0">
              <a:spcBef>
                <a:spcPts val="0"/>
              </a:spcBef>
              <a:spcAft>
                <a:spcPts val="0"/>
              </a:spcAft>
              <a:buSzPts val="2600"/>
              <a:buNone/>
              <a:defRPr sz="3467"/>
            </a:lvl7pPr>
            <a:lvl8pPr lvl="7" algn="r" rtl="0">
              <a:spcBef>
                <a:spcPts val="0"/>
              </a:spcBef>
              <a:spcAft>
                <a:spcPts val="0"/>
              </a:spcAft>
              <a:buSzPts val="2600"/>
              <a:buNone/>
              <a:defRPr sz="3467"/>
            </a:lvl8pPr>
            <a:lvl9pPr lvl="8" algn="r" rtl="0">
              <a:spcBef>
                <a:spcPts val="0"/>
              </a:spcBef>
              <a:spcAft>
                <a:spcPts val="0"/>
              </a:spcAft>
              <a:buSzPts val="2600"/>
              <a:buNone/>
              <a:defRPr sz="3467"/>
            </a:lvl9pPr>
          </a:lstStyle>
          <a:p>
            <a:endParaRPr dirty="0"/>
          </a:p>
        </p:txBody>
      </p:sp>
      <p:sp>
        <p:nvSpPr>
          <p:cNvPr id="24" name="Google Shape;24;p5"/>
          <p:cNvSpPr/>
          <p:nvPr/>
        </p:nvSpPr>
        <p:spPr>
          <a:xfrm rot="5400000">
            <a:off x="11059408" y="1046747"/>
            <a:ext cx="369600" cy="692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subTitle" idx="3"/>
          </p:nvPr>
        </p:nvSpPr>
        <p:spPr>
          <a:xfrm>
            <a:off x="1769503" y="3746100"/>
            <a:ext cx="3487600" cy="650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700"/>
              <a:buFont typeface="Josefin Sans Thin"/>
              <a:buNone/>
              <a:defRPr sz="2267">
                <a:solidFill>
                  <a:schemeClr val="dk1"/>
                </a:solidFill>
                <a:latin typeface="Josefin Sans Thin"/>
                <a:ea typeface="Josefin Sans Thin"/>
                <a:cs typeface="Josefin Sans Thin"/>
                <a:sym typeface="Josefin Sans Thin"/>
              </a:defRPr>
            </a:lvl1pPr>
            <a:lvl2pPr lvl="1">
              <a:spcBef>
                <a:spcPts val="2133"/>
              </a:spcBef>
              <a:spcAft>
                <a:spcPts val="0"/>
              </a:spcAft>
              <a:buSzPts val="1400"/>
              <a:buNone/>
              <a:defRPr/>
            </a:lvl2pPr>
            <a:lvl3pPr lvl="2">
              <a:spcBef>
                <a:spcPts val="2133"/>
              </a:spcBef>
              <a:spcAft>
                <a:spcPts val="0"/>
              </a:spcAft>
              <a:buSzPts val="1400"/>
              <a:buNone/>
              <a:defRPr/>
            </a:lvl3pPr>
            <a:lvl4pPr lvl="3">
              <a:spcBef>
                <a:spcPts val="2133"/>
              </a:spcBef>
              <a:spcAft>
                <a:spcPts val="0"/>
              </a:spcAft>
              <a:buSzPts val="1400"/>
              <a:buNone/>
              <a:defRPr/>
            </a:lvl4pPr>
            <a:lvl5pPr lvl="4">
              <a:spcBef>
                <a:spcPts val="2133"/>
              </a:spcBef>
              <a:spcAft>
                <a:spcPts val="0"/>
              </a:spcAft>
              <a:buSzPts val="1400"/>
              <a:buNone/>
              <a:defRPr/>
            </a:lvl5pPr>
            <a:lvl6pPr lvl="5">
              <a:spcBef>
                <a:spcPts val="2133"/>
              </a:spcBef>
              <a:spcAft>
                <a:spcPts val="0"/>
              </a:spcAft>
              <a:buSzPts val="1400"/>
              <a:buNone/>
              <a:defRPr/>
            </a:lvl6pPr>
            <a:lvl7pPr lvl="6">
              <a:spcBef>
                <a:spcPts val="2133"/>
              </a:spcBef>
              <a:spcAft>
                <a:spcPts val="0"/>
              </a:spcAft>
              <a:buSzPts val="1400"/>
              <a:buNone/>
              <a:defRPr/>
            </a:lvl7pPr>
            <a:lvl8pPr lvl="7">
              <a:spcBef>
                <a:spcPts val="2133"/>
              </a:spcBef>
              <a:spcAft>
                <a:spcPts val="0"/>
              </a:spcAft>
              <a:buSzPts val="1400"/>
              <a:buNone/>
              <a:defRPr/>
            </a:lvl8pPr>
            <a:lvl9pPr lvl="8">
              <a:spcBef>
                <a:spcPts val="2133"/>
              </a:spcBef>
              <a:spcAft>
                <a:spcPts val="2133"/>
              </a:spcAft>
              <a:buSzPts val="1400"/>
              <a:buNone/>
              <a:defRPr/>
            </a:lvl9pPr>
          </a:lstStyle>
          <a:p>
            <a:endParaRPr/>
          </a:p>
        </p:txBody>
      </p:sp>
      <p:sp>
        <p:nvSpPr>
          <p:cNvPr id="26" name="Google Shape;26;p5"/>
          <p:cNvSpPr txBox="1">
            <a:spLocks noGrp="1"/>
          </p:cNvSpPr>
          <p:nvPr>
            <p:ph type="subTitle" idx="4"/>
          </p:nvPr>
        </p:nvSpPr>
        <p:spPr>
          <a:xfrm>
            <a:off x="7055633" y="3746100"/>
            <a:ext cx="3487600" cy="65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700"/>
              <a:buFont typeface="Josefin Sans Thin"/>
              <a:buNone/>
              <a:defRPr sz="2267">
                <a:solidFill>
                  <a:schemeClr val="dk1"/>
                </a:solidFill>
                <a:latin typeface="Josefin Sans Thin"/>
                <a:ea typeface="Josefin Sans Thin"/>
                <a:cs typeface="Josefin Sans Thin"/>
                <a:sym typeface="Josefin Sans Thin"/>
              </a:defRPr>
            </a:lvl1pPr>
            <a:lvl2pPr lvl="1" rtl="0">
              <a:spcBef>
                <a:spcPts val="2133"/>
              </a:spcBef>
              <a:spcAft>
                <a:spcPts val="0"/>
              </a:spcAft>
              <a:buSzPts val="1400"/>
              <a:buNone/>
              <a:defRPr/>
            </a:lvl2pPr>
            <a:lvl3pPr lvl="2" rtl="0">
              <a:spcBef>
                <a:spcPts val="2133"/>
              </a:spcBef>
              <a:spcAft>
                <a:spcPts val="0"/>
              </a:spcAft>
              <a:buSzPts val="1400"/>
              <a:buNone/>
              <a:defRPr/>
            </a:lvl3pPr>
            <a:lvl4pPr lvl="3" rtl="0">
              <a:spcBef>
                <a:spcPts val="2133"/>
              </a:spcBef>
              <a:spcAft>
                <a:spcPts val="0"/>
              </a:spcAft>
              <a:buSzPts val="1400"/>
              <a:buNone/>
              <a:defRPr/>
            </a:lvl4pPr>
            <a:lvl5pPr lvl="4" rtl="0">
              <a:spcBef>
                <a:spcPts val="2133"/>
              </a:spcBef>
              <a:spcAft>
                <a:spcPts val="0"/>
              </a:spcAft>
              <a:buSzPts val="1400"/>
              <a:buNone/>
              <a:defRPr/>
            </a:lvl5pPr>
            <a:lvl6pPr lvl="5" rtl="0">
              <a:spcBef>
                <a:spcPts val="2133"/>
              </a:spcBef>
              <a:spcAft>
                <a:spcPts val="0"/>
              </a:spcAft>
              <a:buSzPts val="1400"/>
              <a:buNone/>
              <a:defRPr/>
            </a:lvl6pPr>
            <a:lvl7pPr lvl="6" rtl="0">
              <a:spcBef>
                <a:spcPts val="2133"/>
              </a:spcBef>
              <a:spcAft>
                <a:spcPts val="0"/>
              </a:spcAft>
              <a:buSzPts val="1400"/>
              <a:buNone/>
              <a:defRPr/>
            </a:lvl7pPr>
            <a:lvl8pPr lvl="7" rtl="0">
              <a:spcBef>
                <a:spcPts val="2133"/>
              </a:spcBef>
              <a:spcAft>
                <a:spcPts val="0"/>
              </a:spcAft>
              <a:buSzPts val="1400"/>
              <a:buNone/>
              <a:defRPr/>
            </a:lvl8pPr>
            <a:lvl9pPr lvl="8" rtl="0">
              <a:spcBef>
                <a:spcPts val="2133"/>
              </a:spcBef>
              <a:spcAft>
                <a:spcPts val="2133"/>
              </a:spcAft>
              <a:buSzPts val="1400"/>
              <a:buNone/>
              <a:defRPr/>
            </a:lvl9pPr>
          </a:lstStyle>
          <a:p>
            <a:endParaRPr/>
          </a:p>
        </p:txBody>
      </p:sp>
    </p:spTree>
    <p:extLst>
      <p:ext uri="{BB962C8B-B14F-4D97-AF65-F5344CB8AC3E}">
        <p14:creationId xmlns:p14="http://schemas.microsoft.com/office/powerpoint/2010/main" val="2812071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enutzerdefiniertes Layout">
    <p:spTree>
      <p:nvGrpSpPr>
        <p:cNvPr id="1" name=""/>
        <p:cNvGrpSpPr/>
        <p:nvPr/>
      </p:nvGrpSpPr>
      <p:grpSpPr>
        <a:xfrm>
          <a:off x="0" y="0"/>
          <a:ext cx="0" cy="0"/>
          <a:chOff x="0" y="0"/>
          <a:chExt cx="0" cy="0"/>
        </a:xfrm>
      </p:grpSpPr>
      <p:sp>
        <p:nvSpPr>
          <p:cNvPr id="4" name="Google Shape;43;p10"/>
          <p:cNvSpPr txBox="1">
            <a:spLocks noGrp="1"/>
          </p:cNvSpPr>
          <p:nvPr>
            <p:ph type="title"/>
          </p:nvPr>
        </p:nvSpPr>
        <p:spPr>
          <a:xfrm>
            <a:off x="855859" y="698900"/>
            <a:ext cx="7805540" cy="12668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2600"/>
              <a:buNone/>
              <a:defRPr sz="3467"/>
            </a:lvl2pPr>
            <a:lvl3pPr lvl="2" rtl="0">
              <a:spcBef>
                <a:spcPts val="0"/>
              </a:spcBef>
              <a:spcAft>
                <a:spcPts val="0"/>
              </a:spcAft>
              <a:buSzPts val="2600"/>
              <a:buNone/>
              <a:defRPr sz="3467"/>
            </a:lvl3pPr>
            <a:lvl4pPr lvl="3" rtl="0">
              <a:spcBef>
                <a:spcPts val="0"/>
              </a:spcBef>
              <a:spcAft>
                <a:spcPts val="0"/>
              </a:spcAft>
              <a:buSzPts val="2600"/>
              <a:buNone/>
              <a:defRPr sz="3467"/>
            </a:lvl4pPr>
            <a:lvl5pPr lvl="4" rtl="0">
              <a:spcBef>
                <a:spcPts val="0"/>
              </a:spcBef>
              <a:spcAft>
                <a:spcPts val="0"/>
              </a:spcAft>
              <a:buSzPts val="2600"/>
              <a:buNone/>
              <a:defRPr sz="3467"/>
            </a:lvl5pPr>
            <a:lvl6pPr lvl="5" rtl="0">
              <a:spcBef>
                <a:spcPts val="0"/>
              </a:spcBef>
              <a:spcAft>
                <a:spcPts val="0"/>
              </a:spcAft>
              <a:buSzPts val="2600"/>
              <a:buNone/>
              <a:defRPr sz="3467"/>
            </a:lvl6pPr>
            <a:lvl7pPr lvl="6" rtl="0">
              <a:spcBef>
                <a:spcPts val="0"/>
              </a:spcBef>
              <a:spcAft>
                <a:spcPts val="0"/>
              </a:spcAft>
              <a:buSzPts val="2600"/>
              <a:buNone/>
              <a:defRPr sz="3467"/>
            </a:lvl7pPr>
            <a:lvl8pPr lvl="7" rtl="0">
              <a:spcBef>
                <a:spcPts val="0"/>
              </a:spcBef>
              <a:spcAft>
                <a:spcPts val="0"/>
              </a:spcAft>
              <a:buSzPts val="2600"/>
              <a:buNone/>
              <a:defRPr sz="3467"/>
            </a:lvl8pPr>
            <a:lvl9pPr lvl="8" rtl="0">
              <a:spcBef>
                <a:spcPts val="0"/>
              </a:spcBef>
              <a:spcAft>
                <a:spcPts val="0"/>
              </a:spcAft>
              <a:buSzPts val="2600"/>
              <a:buNone/>
              <a:defRPr sz="3467"/>
            </a:lvl9pPr>
          </a:lstStyle>
          <a:p>
            <a:endParaRPr dirty="0"/>
          </a:p>
        </p:txBody>
      </p:sp>
    </p:spTree>
    <p:extLst>
      <p:ext uri="{BB962C8B-B14F-4D97-AF65-F5344CB8AC3E}">
        <p14:creationId xmlns:p14="http://schemas.microsoft.com/office/powerpoint/2010/main" val="376911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Benutzerdefiniertes Layout">
    <p:spTree>
      <p:nvGrpSpPr>
        <p:cNvPr id="1" name=""/>
        <p:cNvGrpSpPr/>
        <p:nvPr/>
      </p:nvGrpSpPr>
      <p:grpSpPr>
        <a:xfrm>
          <a:off x="0" y="0"/>
          <a:ext cx="0" cy="0"/>
          <a:chOff x="0" y="0"/>
          <a:chExt cx="0" cy="0"/>
        </a:xfrm>
      </p:grpSpPr>
      <p:sp>
        <p:nvSpPr>
          <p:cNvPr id="5" name="Google Shape;43;p10"/>
          <p:cNvSpPr txBox="1">
            <a:spLocks noGrp="1"/>
          </p:cNvSpPr>
          <p:nvPr>
            <p:ph type="title"/>
          </p:nvPr>
        </p:nvSpPr>
        <p:spPr>
          <a:xfrm>
            <a:off x="1343026" y="698900"/>
            <a:ext cx="7318373" cy="12668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2600"/>
              <a:buNone/>
              <a:defRPr sz="3467"/>
            </a:lvl2pPr>
            <a:lvl3pPr lvl="2" rtl="0">
              <a:spcBef>
                <a:spcPts val="0"/>
              </a:spcBef>
              <a:spcAft>
                <a:spcPts val="0"/>
              </a:spcAft>
              <a:buSzPts val="2600"/>
              <a:buNone/>
              <a:defRPr sz="3467"/>
            </a:lvl3pPr>
            <a:lvl4pPr lvl="3" rtl="0">
              <a:spcBef>
                <a:spcPts val="0"/>
              </a:spcBef>
              <a:spcAft>
                <a:spcPts val="0"/>
              </a:spcAft>
              <a:buSzPts val="2600"/>
              <a:buNone/>
              <a:defRPr sz="3467"/>
            </a:lvl4pPr>
            <a:lvl5pPr lvl="4" rtl="0">
              <a:spcBef>
                <a:spcPts val="0"/>
              </a:spcBef>
              <a:spcAft>
                <a:spcPts val="0"/>
              </a:spcAft>
              <a:buSzPts val="2600"/>
              <a:buNone/>
              <a:defRPr sz="3467"/>
            </a:lvl5pPr>
            <a:lvl6pPr lvl="5" rtl="0">
              <a:spcBef>
                <a:spcPts val="0"/>
              </a:spcBef>
              <a:spcAft>
                <a:spcPts val="0"/>
              </a:spcAft>
              <a:buSzPts val="2600"/>
              <a:buNone/>
              <a:defRPr sz="3467"/>
            </a:lvl6pPr>
            <a:lvl7pPr lvl="6" rtl="0">
              <a:spcBef>
                <a:spcPts val="0"/>
              </a:spcBef>
              <a:spcAft>
                <a:spcPts val="0"/>
              </a:spcAft>
              <a:buSzPts val="2600"/>
              <a:buNone/>
              <a:defRPr sz="3467"/>
            </a:lvl7pPr>
            <a:lvl8pPr lvl="7" rtl="0">
              <a:spcBef>
                <a:spcPts val="0"/>
              </a:spcBef>
              <a:spcAft>
                <a:spcPts val="0"/>
              </a:spcAft>
              <a:buSzPts val="2600"/>
              <a:buNone/>
              <a:defRPr sz="3467"/>
            </a:lvl8pPr>
            <a:lvl9pPr lvl="8" rtl="0">
              <a:spcBef>
                <a:spcPts val="0"/>
              </a:spcBef>
              <a:spcAft>
                <a:spcPts val="0"/>
              </a:spcAft>
              <a:buSzPts val="2600"/>
              <a:buNone/>
              <a:defRPr sz="3467"/>
            </a:lvl9pPr>
          </a:lstStyle>
          <a:p>
            <a:endParaRPr dirty="0"/>
          </a:p>
        </p:txBody>
      </p:sp>
      <p:grpSp>
        <p:nvGrpSpPr>
          <p:cNvPr id="7" name="Gruppieren 6"/>
          <p:cNvGrpSpPr/>
          <p:nvPr userDrawn="1"/>
        </p:nvGrpSpPr>
        <p:grpSpPr>
          <a:xfrm>
            <a:off x="126999" y="195241"/>
            <a:ext cx="972127" cy="802009"/>
            <a:chOff x="2000250" y="0"/>
            <a:chExt cx="5143500" cy="4481945"/>
          </a:xfrm>
        </p:grpSpPr>
        <p:pic>
          <p:nvPicPr>
            <p:cNvPr id="2" name="Grafik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000250" y="0"/>
              <a:ext cx="5143500" cy="4481945"/>
            </a:xfrm>
            <a:prstGeom prst="rect">
              <a:avLst/>
            </a:prstGeom>
          </p:spPr>
        </p:pic>
        <p:sp>
          <p:nvSpPr>
            <p:cNvPr id="6" name="Rechteck 5"/>
            <p:cNvSpPr/>
            <p:nvPr userDrawn="1"/>
          </p:nvSpPr>
          <p:spPr>
            <a:xfrm>
              <a:off x="3553688" y="990599"/>
              <a:ext cx="2078183" cy="26254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p>
          </p:txBody>
        </p:sp>
      </p:grpSp>
    </p:spTree>
    <p:extLst>
      <p:ext uri="{BB962C8B-B14F-4D97-AF65-F5344CB8AC3E}">
        <p14:creationId xmlns:p14="http://schemas.microsoft.com/office/powerpoint/2010/main" val="2808304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enutzerdefiniertes Layout">
    <p:spTree>
      <p:nvGrpSpPr>
        <p:cNvPr id="1" name=""/>
        <p:cNvGrpSpPr/>
        <p:nvPr/>
      </p:nvGrpSpPr>
      <p:grpSpPr>
        <a:xfrm>
          <a:off x="0" y="0"/>
          <a:ext cx="0" cy="0"/>
          <a:chOff x="0" y="0"/>
          <a:chExt cx="0" cy="0"/>
        </a:xfrm>
      </p:grpSpPr>
      <p:sp>
        <p:nvSpPr>
          <p:cNvPr id="4" name="Google Shape;43;p10"/>
          <p:cNvSpPr txBox="1">
            <a:spLocks noGrp="1"/>
          </p:cNvSpPr>
          <p:nvPr>
            <p:ph type="title"/>
          </p:nvPr>
        </p:nvSpPr>
        <p:spPr>
          <a:xfrm>
            <a:off x="855859" y="698900"/>
            <a:ext cx="7805540" cy="12668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2600"/>
              <a:buNone/>
              <a:defRPr sz="3467"/>
            </a:lvl2pPr>
            <a:lvl3pPr lvl="2" rtl="0">
              <a:spcBef>
                <a:spcPts val="0"/>
              </a:spcBef>
              <a:spcAft>
                <a:spcPts val="0"/>
              </a:spcAft>
              <a:buSzPts val="2600"/>
              <a:buNone/>
              <a:defRPr sz="3467"/>
            </a:lvl3pPr>
            <a:lvl4pPr lvl="3" rtl="0">
              <a:spcBef>
                <a:spcPts val="0"/>
              </a:spcBef>
              <a:spcAft>
                <a:spcPts val="0"/>
              </a:spcAft>
              <a:buSzPts val="2600"/>
              <a:buNone/>
              <a:defRPr sz="3467"/>
            </a:lvl4pPr>
            <a:lvl5pPr lvl="4" rtl="0">
              <a:spcBef>
                <a:spcPts val="0"/>
              </a:spcBef>
              <a:spcAft>
                <a:spcPts val="0"/>
              </a:spcAft>
              <a:buSzPts val="2600"/>
              <a:buNone/>
              <a:defRPr sz="3467"/>
            </a:lvl5pPr>
            <a:lvl6pPr lvl="5" rtl="0">
              <a:spcBef>
                <a:spcPts val="0"/>
              </a:spcBef>
              <a:spcAft>
                <a:spcPts val="0"/>
              </a:spcAft>
              <a:buSzPts val="2600"/>
              <a:buNone/>
              <a:defRPr sz="3467"/>
            </a:lvl6pPr>
            <a:lvl7pPr lvl="6" rtl="0">
              <a:spcBef>
                <a:spcPts val="0"/>
              </a:spcBef>
              <a:spcAft>
                <a:spcPts val="0"/>
              </a:spcAft>
              <a:buSzPts val="2600"/>
              <a:buNone/>
              <a:defRPr sz="3467"/>
            </a:lvl7pPr>
            <a:lvl8pPr lvl="7" rtl="0">
              <a:spcBef>
                <a:spcPts val="0"/>
              </a:spcBef>
              <a:spcAft>
                <a:spcPts val="0"/>
              </a:spcAft>
              <a:buSzPts val="2600"/>
              <a:buNone/>
              <a:defRPr sz="3467"/>
            </a:lvl8pPr>
            <a:lvl9pPr lvl="8" rtl="0">
              <a:spcBef>
                <a:spcPts val="0"/>
              </a:spcBef>
              <a:spcAft>
                <a:spcPts val="0"/>
              </a:spcAft>
              <a:buSzPts val="2600"/>
              <a:buNone/>
              <a:defRPr sz="3467"/>
            </a:lvl9pPr>
          </a:lstStyle>
          <a:p>
            <a:endParaRPr dirty="0"/>
          </a:p>
        </p:txBody>
      </p:sp>
    </p:spTree>
    <p:extLst>
      <p:ext uri="{BB962C8B-B14F-4D97-AF65-F5344CB8AC3E}">
        <p14:creationId xmlns:p14="http://schemas.microsoft.com/office/powerpoint/2010/main" val="2832911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Benutzerdefiniertes Layout">
    <p:spTree>
      <p:nvGrpSpPr>
        <p:cNvPr id="1" name=""/>
        <p:cNvGrpSpPr/>
        <p:nvPr/>
      </p:nvGrpSpPr>
      <p:grpSpPr>
        <a:xfrm>
          <a:off x="0" y="0"/>
          <a:ext cx="0" cy="0"/>
          <a:chOff x="0" y="0"/>
          <a:chExt cx="0" cy="0"/>
        </a:xfrm>
      </p:grpSpPr>
      <p:sp>
        <p:nvSpPr>
          <p:cNvPr id="4" name="Google Shape;43;p10"/>
          <p:cNvSpPr txBox="1">
            <a:spLocks noGrp="1"/>
          </p:cNvSpPr>
          <p:nvPr>
            <p:ph type="title"/>
          </p:nvPr>
        </p:nvSpPr>
        <p:spPr>
          <a:xfrm>
            <a:off x="855859" y="698900"/>
            <a:ext cx="7805540" cy="12668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2600"/>
              <a:buNone/>
              <a:defRPr sz="3467"/>
            </a:lvl2pPr>
            <a:lvl3pPr lvl="2" rtl="0">
              <a:spcBef>
                <a:spcPts val="0"/>
              </a:spcBef>
              <a:spcAft>
                <a:spcPts val="0"/>
              </a:spcAft>
              <a:buSzPts val="2600"/>
              <a:buNone/>
              <a:defRPr sz="3467"/>
            </a:lvl3pPr>
            <a:lvl4pPr lvl="3" rtl="0">
              <a:spcBef>
                <a:spcPts val="0"/>
              </a:spcBef>
              <a:spcAft>
                <a:spcPts val="0"/>
              </a:spcAft>
              <a:buSzPts val="2600"/>
              <a:buNone/>
              <a:defRPr sz="3467"/>
            </a:lvl4pPr>
            <a:lvl5pPr lvl="4" rtl="0">
              <a:spcBef>
                <a:spcPts val="0"/>
              </a:spcBef>
              <a:spcAft>
                <a:spcPts val="0"/>
              </a:spcAft>
              <a:buSzPts val="2600"/>
              <a:buNone/>
              <a:defRPr sz="3467"/>
            </a:lvl5pPr>
            <a:lvl6pPr lvl="5" rtl="0">
              <a:spcBef>
                <a:spcPts val="0"/>
              </a:spcBef>
              <a:spcAft>
                <a:spcPts val="0"/>
              </a:spcAft>
              <a:buSzPts val="2600"/>
              <a:buNone/>
              <a:defRPr sz="3467"/>
            </a:lvl6pPr>
            <a:lvl7pPr lvl="6" rtl="0">
              <a:spcBef>
                <a:spcPts val="0"/>
              </a:spcBef>
              <a:spcAft>
                <a:spcPts val="0"/>
              </a:spcAft>
              <a:buSzPts val="2600"/>
              <a:buNone/>
              <a:defRPr sz="3467"/>
            </a:lvl7pPr>
            <a:lvl8pPr lvl="7" rtl="0">
              <a:spcBef>
                <a:spcPts val="0"/>
              </a:spcBef>
              <a:spcAft>
                <a:spcPts val="0"/>
              </a:spcAft>
              <a:buSzPts val="2600"/>
              <a:buNone/>
              <a:defRPr sz="3467"/>
            </a:lvl8pPr>
            <a:lvl9pPr lvl="8" rtl="0">
              <a:spcBef>
                <a:spcPts val="0"/>
              </a:spcBef>
              <a:spcAft>
                <a:spcPts val="0"/>
              </a:spcAft>
              <a:buSzPts val="2600"/>
              <a:buNone/>
              <a:defRPr sz="3467"/>
            </a:lvl9pPr>
          </a:lstStyle>
          <a:p>
            <a:endParaRPr dirty="0"/>
          </a:p>
        </p:txBody>
      </p:sp>
    </p:spTree>
    <p:extLst>
      <p:ext uri="{BB962C8B-B14F-4D97-AF65-F5344CB8AC3E}">
        <p14:creationId xmlns:p14="http://schemas.microsoft.com/office/powerpoint/2010/main" val="2143253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Leer">
    <p:spTree>
      <p:nvGrpSpPr>
        <p:cNvPr id="1" name=""/>
        <p:cNvGrpSpPr/>
        <p:nvPr/>
      </p:nvGrpSpPr>
      <p:grpSpPr>
        <a:xfrm>
          <a:off x="0" y="0"/>
          <a:ext cx="0" cy="0"/>
          <a:chOff x="0" y="0"/>
          <a:chExt cx="0" cy="0"/>
        </a:xfrm>
      </p:grpSpPr>
      <p:sp>
        <p:nvSpPr>
          <p:cNvPr id="2" name="Rectangle 17"/>
          <p:cNvSpPr>
            <a:spLocks noGrp="1" noChangeArrowheads="1"/>
          </p:cNvSpPr>
          <p:nvPr>
            <p:ph type="sldNum" sz="quarter" idx="10"/>
          </p:nvPr>
        </p:nvSpPr>
        <p:spPr>
          <a:ln/>
        </p:spPr>
        <p:txBody>
          <a:bodyPr/>
          <a:lstStyle>
            <a:lvl1pPr>
              <a:defRPr/>
            </a:lvl1pPr>
          </a:lstStyle>
          <a:p>
            <a:pPr>
              <a:defRPr/>
            </a:pPr>
            <a:endParaRPr lang="de-DE" dirty="0">
              <a:solidFill>
                <a:srgbClr val="000000"/>
              </a:solidFill>
            </a:endParaRPr>
          </a:p>
        </p:txBody>
      </p:sp>
    </p:spTree>
    <p:extLst>
      <p:ext uri="{BB962C8B-B14F-4D97-AF65-F5344CB8AC3E}">
        <p14:creationId xmlns:p14="http://schemas.microsoft.com/office/powerpoint/2010/main" val="1533482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lvl1pPr marL="609585" indent="-457189">
              <a:buFont typeface="Symbol" panose="05050102010706020507" pitchFamily="18" charset="2"/>
              <a:buChar char="-"/>
              <a:defRPr/>
            </a:lvl1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Rectangle 17"/>
          <p:cNvSpPr>
            <a:spLocks noGrp="1" noChangeArrowheads="1"/>
          </p:cNvSpPr>
          <p:nvPr>
            <p:ph type="sldNum" sz="quarter" idx="10"/>
          </p:nvPr>
        </p:nvSpPr>
        <p:spPr>
          <a:xfrm>
            <a:off x="4923692" y="6597441"/>
            <a:ext cx="2344616" cy="189123"/>
          </a:xfrm>
          <a:ln/>
        </p:spPr>
        <p:txBody>
          <a:bodyPr/>
          <a:lstStyle>
            <a:lvl1pPr>
              <a:defRPr sz="1400"/>
            </a:lvl1pPr>
          </a:lstStyle>
          <a:p>
            <a:pPr>
              <a:defRPr/>
            </a:pPr>
            <a:endParaRPr lang="de-DE" dirty="0">
              <a:solidFill>
                <a:srgbClr val="000000"/>
              </a:solidFill>
            </a:endParaRPr>
          </a:p>
        </p:txBody>
      </p:sp>
    </p:spTree>
    <p:extLst>
      <p:ext uri="{BB962C8B-B14F-4D97-AF65-F5344CB8AC3E}">
        <p14:creationId xmlns:p14="http://schemas.microsoft.com/office/powerpoint/2010/main" val="2965695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a:off x="1149400" y="5213400"/>
            <a:ext cx="5439200" cy="1088000"/>
          </a:xfrm>
          <a:prstGeom prst="rect">
            <a:avLst/>
          </a:prstGeom>
        </p:spPr>
        <p:txBody>
          <a:bodyPr spcFirstLastPara="1" wrap="square" lIns="91425" tIns="91425" rIns="91425" bIns="91425" anchor="t" anchorCtr="0">
            <a:noAutofit/>
          </a:bodyPr>
          <a:lstStyle>
            <a:lvl1pPr lvl="0">
              <a:spcBef>
                <a:spcPts val="0"/>
              </a:spcBef>
              <a:spcAft>
                <a:spcPts val="0"/>
              </a:spcAft>
              <a:buClr>
                <a:schemeClr val="dk1"/>
              </a:buClr>
              <a:buSzPts val="1400"/>
              <a:buNone/>
              <a:defRPr sz="1867">
                <a:solidFill>
                  <a:schemeClr val="dk1"/>
                </a:solidFill>
              </a:defRPr>
            </a:lvl1pPr>
            <a:lvl2pPr lvl="1">
              <a:spcBef>
                <a:spcPts val="2133"/>
              </a:spcBef>
              <a:spcAft>
                <a:spcPts val="0"/>
              </a:spcAft>
              <a:buClr>
                <a:schemeClr val="dk1"/>
              </a:buClr>
              <a:buSzPts val="1400"/>
              <a:buNone/>
              <a:defRPr>
                <a:solidFill>
                  <a:schemeClr val="dk1"/>
                </a:solidFill>
              </a:defRPr>
            </a:lvl2pPr>
            <a:lvl3pPr lvl="2">
              <a:spcBef>
                <a:spcPts val="2133"/>
              </a:spcBef>
              <a:spcAft>
                <a:spcPts val="0"/>
              </a:spcAft>
              <a:buClr>
                <a:schemeClr val="dk1"/>
              </a:buClr>
              <a:buSzPts val="1400"/>
              <a:buNone/>
              <a:defRPr>
                <a:solidFill>
                  <a:schemeClr val="dk1"/>
                </a:solidFill>
              </a:defRPr>
            </a:lvl3pPr>
            <a:lvl4pPr lvl="3">
              <a:spcBef>
                <a:spcPts val="2133"/>
              </a:spcBef>
              <a:spcAft>
                <a:spcPts val="0"/>
              </a:spcAft>
              <a:buClr>
                <a:schemeClr val="dk1"/>
              </a:buClr>
              <a:buSzPts val="1400"/>
              <a:buNone/>
              <a:defRPr>
                <a:solidFill>
                  <a:schemeClr val="dk1"/>
                </a:solidFill>
              </a:defRPr>
            </a:lvl4pPr>
            <a:lvl5pPr lvl="4">
              <a:spcBef>
                <a:spcPts val="2133"/>
              </a:spcBef>
              <a:spcAft>
                <a:spcPts val="0"/>
              </a:spcAft>
              <a:buClr>
                <a:schemeClr val="dk1"/>
              </a:buClr>
              <a:buSzPts val="1400"/>
              <a:buNone/>
              <a:defRPr>
                <a:solidFill>
                  <a:schemeClr val="dk1"/>
                </a:solidFill>
              </a:defRPr>
            </a:lvl5pPr>
            <a:lvl6pPr lvl="5">
              <a:spcBef>
                <a:spcPts val="2133"/>
              </a:spcBef>
              <a:spcAft>
                <a:spcPts val="0"/>
              </a:spcAft>
              <a:buClr>
                <a:schemeClr val="dk1"/>
              </a:buClr>
              <a:buSzPts val="1400"/>
              <a:buNone/>
              <a:defRPr>
                <a:solidFill>
                  <a:schemeClr val="dk1"/>
                </a:solidFill>
              </a:defRPr>
            </a:lvl6pPr>
            <a:lvl7pPr lvl="6">
              <a:spcBef>
                <a:spcPts val="2133"/>
              </a:spcBef>
              <a:spcAft>
                <a:spcPts val="0"/>
              </a:spcAft>
              <a:buClr>
                <a:schemeClr val="dk1"/>
              </a:buClr>
              <a:buSzPts val="1400"/>
              <a:buNone/>
              <a:defRPr>
                <a:solidFill>
                  <a:schemeClr val="dk1"/>
                </a:solidFill>
              </a:defRPr>
            </a:lvl7pPr>
            <a:lvl8pPr lvl="7">
              <a:spcBef>
                <a:spcPts val="2133"/>
              </a:spcBef>
              <a:spcAft>
                <a:spcPts val="0"/>
              </a:spcAft>
              <a:buClr>
                <a:schemeClr val="dk1"/>
              </a:buClr>
              <a:buSzPts val="1400"/>
              <a:buNone/>
              <a:defRPr>
                <a:solidFill>
                  <a:schemeClr val="dk1"/>
                </a:solidFill>
              </a:defRPr>
            </a:lvl8pPr>
            <a:lvl9pPr lvl="8">
              <a:spcBef>
                <a:spcPts val="2133"/>
              </a:spcBef>
              <a:spcAft>
                <a:spcPts val="2133"/>
              </a:spcAft>
              <a:buClr>
                <a:schemeClr val="dk1"/>
              </a:buClr>
              <a:buSzPts val="1400"/>
              <a:buNone/>
              <a:defRPr>
                <a:solidFill>
                  <a:schemeClr val="dk1"/>
                </a:solidFill>
              </a:defRPr>
            </a:lvl9pPr>
          </a:lstStyle>
          <a:p>
            <a:endParaRPr/>
          </a:p>
        </p:txBody>
      </p:sp>
      <p:sp>
        <p:nvSpPr>
          <p:cNvPr id="10" name="Google Shape;10;p2"/>
          <p:cNvSpPr txBox="1">
            <a:spLocks noGrp="1"/>
          </p:cNvSpPr>
          <p:nvPr>
            <p:ph type="title"/>
          </p:nvPr>
        </p:nvSpPr>
        <p:spPr>
          <a:xfrm>
            <a:off x="1149400" y="1717967"/>
            <a:ext cx="5439200" cy="31672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000"/>
            </a:lvl1pPr>
            <a:lvl2pPr lvl="1">
              <a:spcBef>
                <a:spcPts val="0"/>
              </a:spcBef>
              <a:spcAft>
                <a:spcPts val="0"/>
              </a:spcAft>
              <a:buSzPts val="6000"/>
              <a:buNone/>
              <a:defRPr sz="8000"/>
            </a:lvl2pPr>
            <a:lvl3pPr lvl="2">
              <a:spcBef>
                <a:spcPts val="0"/>
              </a:spcBef>
              <a:spcAft>
                <a:spcPts val="0"/>
              </a:spcAft>
              <a:buSzPts val="6000"/>
              <a:buNone/>
              <a:defRPr sz="8000"/>
            </a:lvl3pPr>
            <a:lvl4pPr lvl="3">
              <a:spcBef>
                <a:spcPts val="0"/>
              </a:spcBef>
              <a:spcAft>
                <a:spcPts val="0"/>
              </a:spcAft>
              <a:buSzPts val="6000"/>
              <a:buNone/>
              <a:defRPr sz="8000"/>
            </a:lvl4pPr>
            <a:lvl5pPr lvl="4">
              <a:spcBef>
                <a:spcPts val="0"/>
              </a:spcBef>
              <a:spcAft>
                <a:spcPts val="0"/>
              </a:spcAft>
              <a:buSzPts val="6000"/>
              <a:buNone/>
              <a:defRPr sz="8000"/>
            </a:lvl5pPr>
            <a:lvl6pPr lvl="5">
              <a:spcBef>
                <a:spcPts val="0"/>
              </a:spcBef>
              <a:spcAft>
                <a:spcPts val="0"/>
              </a:spcAft>
              <a:buSzPts val="6000"/>
              <a:buNone/>
              <a:defRPr sz="8000"/>
            </a:lvl6pPr>
            <a:lvl7pPr lvl="6">
              <a:spcBef>
                <a:spcPts val="0"/>
              </a:spcBef>
              <a:spcAft>
                <a:spcPts val="0"/>
              </a:spcAft>
              <a:buSzPts val="6000"/>
              <a:buNone/>
              <a:defRPr sz="8000"/>
            </a:lvl7pPr>
            <a:lvl8pPr lvl="7">
              <a:spcBef>
                <a:spcPts val="0"/>
              </a:spcBef>
              <a:spcAft>
                <a:spcPts val="0"/>
              </a:spcAft>
              <a:buSzPts val="6000"/>
              <a:buNone/>
              <a:defRPr sz="8000"/>
            </a:lvl8pPr>
            <a:lvl9pPr lvl="8">
              <a:spcBef>
                <a:spcPts val="0"/>
              </a:spcBef>
              <a:spcAft>
                <a:spcPts val="0"/>
              </a:spcAft>
              <a:buSzPts val="6000"/>
              <a:buNone/>
              <a:defRPr sz="8000"/>
            </a:lvl9pPr>
          </a:lstStyle>
          <a:p>
            <a:endParaRPr/>
          </a:p>
        </p:txBody>
      </p:sp>
    </p:spTree>
    <p:extLst>
      <p:ext uri="{BB962C8B-B14F-4D97-AF65-F5344CB8AC3E}">
        <p14:creationId xmlns:p14="http://schemas.microsoft.com/office/powerpoint/2010/main" val="3893653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09"/>
        <p:cNvGrpSpPr/>
        <p:nvPr/>
      </p:nvGrpSpPr>
      <p:grpSpPr>
        <a:xfrm>
          <a:off x="0" y="0"/>
          <a:ext cx="0" cy="0"/>
          <a:chOff x="0" y="0"/>
          <a:chExt cx="0" cy="0"/>
        </a:xfrm>
      </p:grpSpPr>
      <p:sp>
        <p:nvSpPr>
          <p:cNvPr id="110" name="Google Shape;110;p20"/>
          <p:cNvSpPr txBox="1">
            <a:spLocks noGrp="1"/>
          </p:cNvSpPr>
          <p:nvPr>
            <p:ph type="subTitle" idx="1"/>
          </p:nvPr>
        </p:nvSpPr>
        <p:spPr>
          <a:xfrm>
            <a:off x="4673600" y="2702365"/>
            <a:ext cx="2858000" cy="442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Josefin Sans"/>
                <a:ea typeface="Josefin Sans"/>
                <a:cs typeface="Josefin Sans"/>
                <a:sym typeface="Josefin Sans"/>
              </a:defRPr>
            </a:lvl1pPr>
            <a:lvl2pPr lvl="1" algn="ctr" rtl="0">
              <a:spcBef>
                <a:spcPts val="2133"/>
              </a:spcBef>
              <a:spcAft>
                <a:spcPts val="0"/>
              </a:spcAft>
              <a:buNone/>
              <a:defRPr sz="2267" b="1">
                <a:latin typeface="Josefin Sans"/>
                <a:ea typeface="Josefin Sans"/>
                <a:cs typeface="Josefin Sans"/>
                <a:sym typeface="Josefin Sans"/>
              </a:defRPr>
            </a:lvl2pPr>
            <a:lvl3pPr lvl="2" algn="ctr" rtl="0">
              <a:spcBef>
                <a:spcPts val="2133"/>
              </a:spcBef>
              <a:spcAft>
                <a:spcPts val="0"/>
              </a:spcAft>
              <a:buNone/>
              <a:defRPr sz="2267" b="1">
                <a:latin typeface="Josefin Sans"/>
                <a:ea typeface="Josefin Sans"/>
                <a:cs typeface="Josefin Sans"/>
                <a:sym typeface="Josefin Sans"/>
              </a:defRPr>
            </a:lvl3pPr>
            <a:lvl4pPr lvl="3" algn="ctr" rtl="0">
              <a:spcBef>
                <a:spcPts val="2133"/>
              </a:spcBef>
              <a:spcAft>
                <a:spcPts val="0"/>
              </a:spcAft>
              <a:buNone/>
              <a:defRPr sz="2267" b="1">
                <a:latin typeface="Josefin Sans"/>
                <a:ea typeface="Josefin Sans"/>
                <a:cs typeface="Josefin Sans"/>
                <a:sym typeface="Josefin Sans"/>
              </a:defRPr>
            </a:lvl4pPr>
            <a:lvl5pPr lvl="4" algn="ctr" rtl="0">
              <a:spcBef>
                <a:spcPts val="2133"/>
              </a:spcBef>
              <a:spcAft>
                <a:spcPts val="0"/>
              </a:spcAft>
              <a:buNone/>
              <a:defRPr sz="2267" b="1">
                <a:latin typeface="Josefin Sans"/>
                <a:ea typeface="Josefin Sans"/>
                <a:cs typeface="Josefin Sans"/>
                <a:sym typeface="Josefin Sans"/>
              </a:defRPr>
            </a:lvl5pPr>
            <a:lvl6pPr lvl="5" algn="ctr" rtl="0">
              <a:spcBef>
                <a:spcPts val="2133"/>
              </a:spcBef>
              <a:spcAft>
                <a:spcPts val="0"/>
              </a:spcAft>
              <a:buNone/>
              <a:defRPr sz="2267" b="1">
                <a:latin typeface="Josefin Sans"/>
                <a:ea typeface="Josefin Sans"/>
                <a:cs typeface="Josefin Sans"/>
                <a:sym typeface="Josefin Sans"/>
              </a:defRPr>
            </a:lvl6pPr>
            <a:lvl7pPr lvl="6" algn="ctr" rtl="0">
              <a:spcBef>
                <a:spcPts val="2133"/>
              </a:spcBef>
              <a:spcAft>
                <a:spcPts val="0"/>
              </a:spcAft>
              <a:buNone/>
              <a:defRPr sz="2267" b="1">
                <a:latin typeface="Josefin Sans"/>
                <a:ea typeface="Josefin Sans"/>
                <a:cs typeface="Josefin Sans"/>
                <a:sym typeface="Josefin Sans"/>
              </a:defRPr>
            </a:lvl7pPr>
            <a:lvl8pPr lvl="7" algn="ctr" rtl="0">
              <a:spcBef>
                <a:spcPts val="2133"/>
              </a:spcBef>
              <a:spcAft>
                <a:spcPts val="0"/>
              </a:spcAft>
              <a:buNone/>
              <a:defRPr sz="2267" b="1">
                <a:latin typeface="Josefin Sans"/>
                <a:ea typeface="Josefin Sans"/>
                <a:cs typeface="Josefin Sans"/>
                <a:sym typeface="Josefin Sans"/>
              </a:defRPr>
            </a:lvl8pPr>
            <a:lvl9pPr lvl="8" algn="ctr" rtl="0">
              <a:spcBef>
                <a:spcPts val="2133"/>
              </a:spcBef>
              <a:spcAft>
                <a:spcPts val="2133"/>
              </a:spcAft>
              <a:buNone/>
              <a:defRPr sz="2267" b="1">
                <a:latin typeface="Josefin Sans"/>
                <a:ea typeface="Josefin Sans"/>
                <a:cs typeface="Josefin Sans"/>
                <a:sym typeface="Josefin Sans"/>
              </a:defRPr>
            </a:lvl9pPr>
          </a:lstStyle>
          <a:p>
            <a:endParaRPr/>
          </a:p>
        </p:txBody>
      </p:sp>
      <p:sp>
        <p:nvSpPr>
          <p:cNvPr id="111" name="Google Shape;111;p20"/>
          <p:cNvSpPr txBox="1">
            <a:spLocks noGrp="1"/>
          </p:cNvSpPr>
          <p:nvPr>
            <p:ph type="subTitle" idx="2"/>
          </p:nvPr>
        </p:nvSpPr>
        <p:spPr>
          <a:xfrm>
            <a:off x="4673600" y="5039173"/>
            <a:ext cx="2861200" cy="442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Josefin Sans"/>
                <a:ea typeface="Josefin Sans"/>
                <a:cs typeface="Josefin Sans"/>
                <a:sym typeface="Josefin Sans"/>
              </a:defRPr>
            </a:lvl1pPr>
            <a:lvl2pPr lvl="1" algn="ctr" rtl="0">
              <a:spcBef>
                <a:spcPts val="2133"/>
              </a:spcBef>
              <a:spcAft>
                <a:spcPts val="0"/>
              </a:spcAft>
              <a:buNone/>
              <a:defRPr sz="2267" b="1">
                <a:latin typeface="Josefin Sans"/>
                <a:ea typeface="Josefin Sans"/>
                <a:cs typeface="Josefin Sans"/>
                <a:sym typeface="Josefin Sans"/>
              </a:defRPr>
            </a:lvl2pPr>
            <a:lvl3pPr lvl="2" algn="ctr" rtl="0">
              <a:spcBef>
                <a:spcPts val="2133"/>
              </a:spcBef>
              <a:spcAft>
                <a:spcPts val="0"/>
              </a:spcAft>
              <a:buNone/>
              <a:defRPr sz="2267" b="1">
                <a:latin typeface="Josefin Sans"/>
                <a:ea typeface="Josefin Sans"/>
                <a:cs typeface="Josefin Sans"/>
                <a:sym typeface="Josefin Sans"/>
              </a:defRPr>
            </a:lvl3pPr>
            <a:lvl4pPr lvl="3" algn="ctr" rtl="0">
              <a:spcBef>
                <a:spcPts val="2133"/>
              </a:spcBef>
              <a:spcAft>
                <a:spcPts val="0"/>
              </a:spcAft>
              <a:buNone/>
              <a:defRPr sz="2267" b="1">
                <a:latin typeface="Josefin Sans"/>
                <a:ea typeface="Josefin Sans"/>
                <a:cs typeface="Josefin Sans"/>
                <a:sym typeface="Josefin Sans"/>
              </a:defRPr>
            </a:lvl4pPr>
            <a:lvl5pPr lvl="4" algn="ctr" rtl="0">
              <a:spcBef>
                <a:spcPts val="2133"/>
              </a:spcBef>
              <a:spcAft>
                <a:spcPts val="0"/>
              </a:spcAft>
              <a:buNone/>
              <a:defRPr sz="2267" b="1">
                <a:latin typeface="Josefin Sans"/>
                <a:ea typeface="Josefin Sans"/>
                <a:cs typeface="Josefin Sans"/>
                <a:sym typeface="Josefin Sans"/>
              </a:defRPr>
            </a:lvl5pPr>
            <a:lvl6pPr lvl="5" algn="ctr" rtl="0">
              <a:spcBef>
                <a:spcPts val="2133"/>
              </a:spcBef>
              <a:spcAft>
                <a:spcPts val="0"/>
              </a:spcAft>
              <a:buNone/>
              <a:defRPr sz="2267" b="1">
                <a:latin typeface="Josefin Sans"/>
                <a:ea typeface="Josefin Sans"/>
                <a:cs typeface="Josefin Sans"/>
                <a:sym typeface="Josefin Sans"/>
              </a:defRPr>
            </a:lvl6pPr>
            <a:lvl7pPr lvl="6" algn="ctr" rtl="0">
              <a:spcBef>
                <a:spcPts val="2133"/>
              </a:spcBef>
              <a:spcAft>
                <a:spcPts val="0"/>
              </a:spcAft>
              <a:buNone/>
              <a:defRPr sz="2267" b="1">
                <a:latin typeface="Josefin Sans"/>
                <a:ea typeface="Josefin Sans"/>
                <a:cs typeface="Josefin Sans"/>
                <a:sym typeface="Josefin Sans"/>
              </a:defRPr>
            </a:lvl7pPr>
            <a:lvl8pPr lvl="7" algn="ctr" rtl="0">
              <a:spcBef>
                <a:spcPts val="2133"/>
              </a:spcBef>
              <a:spcAft>
                <a:spcPts val="0"/>
              </a:spcAft>
              <a:buNone/>
              <a:defRPr sz="2267" b="1">
                <a:latin typeface="Josefin Sans"/>
                <a:ea typeface="Josefin Sans"/>
                <a:cs typeface="Josefin Sans"/>
                <a:sym typeface="Josefin Sans"/>
              </a:defRPr>
            </a:lvl8pPr>
            <a:lvl9pPr lvl="8" algn="ctr" rtl="0">
              <a:spcBef>
                <a:spcPts val="2133"/>
              </a:spcBef>
              <a:spcAft>
                <a:spcPts val="2133"/>
              </a:spcAft>
              <a:buNone/>
              <a:defRPr sz="2267" b="1">
                <a:latin typeface="Josefin Sans"/>
                <a:ea typeface="Josefin Sans"/>
                <a:cs typeface="Josefin Sans"/>
                <a:sym typeface="Josefin Sans"/>
              </a:defRPr>
            </a:lvl9pPr>
          </a:lstStyle>
          <a:p>
            <a:endParaRPr/>
          </a:p>
        </p:txBody>
      </p:sp>
      <p:sp>
        <p:nvSpPr>
          <p:cNvPr id="112" name="Google Shape;112;p20"/>
          <p:cNvSpPr txBox="1">
            <a:spLocks noGrp="1"/>
          </p:cNvSpPr>
          <p:nvPr>
            <p:ph type="subTitle" idx="3"/>
          </p:nvPr>
        </p:nvSpPr>
        <p:spPr>
          <a:xfrm>
            <a:off x="1392667" y="2702365"/>
            <a:ext cx="2959600" cy="442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Josefin Sans"/>
                <a:ea typeface="Josefin Sans"/>
                <a:cs typeface="Josefin Sans"/>
                <a:sym typeface="Josefin Sans"/>
              </a:defRPr>
            </a:lvl1pPr>
            <a:lvl2pPr lvl="1" algn="ctr" rtl="0">
              <a:spcBef>
                <a:spcPts val="2133"/>
              </a:spcBef>
              <a:spcAft>
                <a:spcPts val="0"/>
              </a:spcAft>
              <a:buNone/>
              <a:defRPr sz="2267" b="1">
                <a:latin typeface="Josefin Sans"/>
                <a:ea typeface="Josefin Sans"/>
                <a:cs typeface="Josefin Sans"/>
                <a:sym typeface="Josefin Sans"/>
              </a:defRPr>
            </a:lvl2pPr>
            <a:lvl3pPr lvl="2" algn="ctr" rtl="0">
              <a:spcBef>
                <a:spcPts val="2133"/>
              </a:spcBef>
              <a:spcAft>
                <a:spcPts val="0"/>
              </a:spcAft>
              <a:buNone/>
              <a:defRPr sz="2267" b="1">
                <a:latin typeface="Josefin Sans"/>
                <a:ea typeface="Josefin Sans"/>
                <a:cs typeface="Josefin Sans"/>
                <a:sym typeface="Josefin Sans"/>
              </a:defRPr>
            </a:lvl3pPr>
            <a:lvl4pPr lvl="3" algn="ctr" rtl="0">
              <a:spcBef>
                <a:spcPts val="2133"/>
              </a:spcBef>
              <a:spcAft>
                <a:spcPts val="0"/>
              </a:spcAft>
              <a:buNone/>
              <a:defRPr sz="2267" b="1">
                <a:latin typeface="Josefin Sans"/>
                <a:ea typeface="Josefin Sans"/>
                <a:cs typeface="Josefin Sans"/>
                <a:sym typeface="Josefin Sans"/>
              </a:defRPr>
            </a:lvl4pPr>
            <a:lvl5pPr lvl="4" algn="ctr" rtl="0">
              <a:spcBef>
                <a:spcPts val="2133"/>
              </a:spcBef>
              <a:spcAft>
                <a:spcPts val="0"/>
              </a:spcAft>
              <a:buNone/>
              <a:defRPr sz="2267" b="1">
                <a:latin typeface="Josefin Sans"/>
                <a:ea typeface="Josefin Sans"/>
                <a:cs typeface="Josefin Sans"/>
                <a:sym typeface="Josefin Sans"/>
              </a:defRPr>
            </a:lvl5pPr>
            <a:lvl6pPr lvl="5" algn="ctr" rtl="0">
              <a:spcBef>
                <a:spcPts val="2133"/>
              </a:spcBef>
              <a:spcAft>
                <a:spcPts val="0"/>
              </a:spcAft>
              <a:buNone/>
              <a:defRPr sz="2267" b="1">
                <a:latin typeface="Josefin Sans"/>
                <a:ea typeface="Josefin Sans"/>
                <a:cs typeface="Josefin Sans"/>
                <a:sym typeface="Josefin Sans"/>
              </a:defRPr>
            </a:lvl6pPr>
            <a:lvl7pPr lvl="6" algn="ctr" rtl="0">
              <a:spcBef>
                <a:spcPts val="2133"/>
              </a:spcBef>
              <a:spcAft>
                <a:spcPts val="0"/>
              </a:spcAft>
              <a:buNone/>
              <a:defRPr sz="2267" b="1">
                <a:latin typeface="Josefin Sans"/>
                <a:ea typeface="Josefin Sans"/>
                <a:cs typeface="Josefin Sans"/>
                <a:sym typeface="Josefin Sans"/>
              </a:defRPr>
            </a:lvl7pPr>
            <a:lvl8pPr lvl="7" algn="ctr" rtl="0">
              <a:spcBef>
                <a:spcPts val="2133"/>
              </a:spcBef>
              <a:spcAft>
                <a:spcPts val="0"/>
              </a:spcAft>
              <a:buNone/>
              <a:defRPr sz="2267" b="1">
                <a:latin typeface="Josefin Sans"/>
                <a:ea typeface="Josefin Sans"/>
                <a:cs typeface="Josefin Sans"/>
                <a:sym typeface="Josefin Sans"/>
              </a:defRPr>
            </a:lvl8pPr>
            <a:lvl9pPr lvl="8" algn="ctr" rtl="0">
              <a:spcBef>
                <a:spcPts val="2133"/>
              </a:spcBef>
              <a:spcAft>
                <a:spcPts val="2133"/>
              </a:spcAft>
              <a:buNone/>
              <a:defRPr sz="2267" b="1">
                <a:latin typeface="Josefin Sans"/>
                <a:ea typeface="Josefin Sans"/>
                <a:cs typeface="Josefin Sans"/>
                <a:sym typeface="Josefin Sans"/>
              </a:defRPr>
            </a:lvl9pPr>
          </a:lstStyle>
          <a:p>
            <a:endParaRPr/>
          </a:p>
        </p:txBody>
      </p:sp>
      <p:sp>
        <p:nvSpPr>
          <p:cNvPr id="113" name="Google Shape;113;p20"/>
          <p:cNvSpPr txBox="1">
            <a:spLocks noGrp="1"/>
          </p:cNvSpPr>
          <p:nvPr>
            <p:ph type="body" idx="4"/>
          </p:nvPr>
        </p:nvSpPr>
        <p:spPr>
          <a:xfrm>
            <a:off x="4800707" y="3219048"/>
            <a:ext cx="2589200" cy="1050800"/>
          </a:xfrm>
          <a:prstGeom prst="rect">
            <a:avLst/>
          </a:prstGeom>
        </p:spPr>
        <p:txBody>
          <a:bodyPr spcFirstLastPara="1" wrap="square" lIns="91425" tIns="91425" rIns="91425" bIns="91425" anchor="t" anchorCtr="0">
            <a:noAutofit/>
          </a:bodyPr>
          <a:lstStyle>
            <a:lvl1pPr marL="609585" lvl="0" indent="-423323" algn="ctr" rtl="0">
              <a:lnSpc>
                <a:spcPct val="90000"/>
              </a:lnSpc>
              <a:spcBef>
                <a:spcPts val="0"/>
              </a:spcBef>
              <a:spcAft>
                <a:spcPts val="0"/>
              </a:spcAft>
              <a:buSzPts val="1400"/>
              <a:buChar char="●"/>
              <a:defRPr sz="1867"/>
            </a:lvl1pPr>
            <a:lvl2pPr marL="1219170" lvl="1" indent="-423323" algn="ctr" rtl="0">
              <a:lnSpc>
                <a:spcPct val="90000"/>
              </a:lnSpc>
              <a:spcBef>
                <a:spcPts val="2133"/>
              </a:spcBef>
              <a:spcAft>
                <a:spcPts val="0"/>
              </a:spcAft>
              <a:buSzPts val="1400"/>
              <a:buChar char="○"/>
              <a:defRPr/>
            </a:lvl2pPr>
            <a:lvl3pPr marL="1828754" lvl="2" indent="-423323" algn="ctr" rtl="0">
              <a:lnSpc>
                <a:spcPct val="90000"/>
              </a:lnSpc>
              <a:spcBef>
                <a:spcPts val="2133"/>
              </a:spcBef>
              <a:spcAft>
                <a:spcPts val="0"/>
              </a:spcAft>
              <a:buSzPts val="1400"/>
              <a:buChar char="■"/>
              <a:defRPr/>
            </a:lvl3pPr>
            <a:lvl4pPr marL="2438339" lvl="3" indent="-423323" algn="ctr" rtl="0">
              <a:lnSpc>
                <a:spcPct val="90000"/>
              </a:lnSpc>
              <a:spcBef>
                <a:spcPts val="2133"/>
              </a:spcBef>
              <a:spcAft>
                <a:spcPts val="0"/>
              </a:spcAft>
              <a:buSzPts val="1400"/>
              <a:buChar char="●"/>
              <a:defRPr/>
            </a:lvl4pPr>
            <a:lvl5pPr marL="3047924" lvl="4" indent="-423323" algn="ctr" rtl="0">
              <a:lnSpc>
                <a:spcPct val="90000"/>
              </a:lnSpc>
              <a:spcBef>
                <a:spcPts val="2133"/>
              </a:spcBef>
              <a:spcAft>
                <a:spcPts val="0"/>
              </a:spcAft>
              <a:buSzPts val="1400"/>
              <a:buChar char="○"/>
              <a:defRPr/>
            </a:lvl5pPr>
            <a:lvl6pPr marL="3657509" lvl="5" indent="-423323" algn="ctr" rtl="0">
              <a:lnSpc>
                <a:spcPct val="90000"/>
              </a:lnSpc>
              <a:spcBef>
                <a:spcPts val="2133"/>
              </a:spcBef>
              <a:spcAft>
                <a:spcPts val="0"/>
              </a:spcAft>
              <a:buSzPts val="1400"/>
              <a:buChar char="■"/>
              <a:defRPr/>
            </a:lvl6pPr>
            <a:lvl7pPr marL="4267093" lvl="6" indent="-423323" algn="ctr" rtl="0">
              <a:lnSpc>
                <a:spcPct val="90000"/>
              </a:lnSpc>
              <a:spcBef>
                <a:spcPts val="2133"/>
              </a:spcBef>
              <a:spcAft>
                <a:spcPts val="0"/>
              </a:spcAft>
              <a:buSzPts val="1400"/>
              <a:buChar char="●"/>
              <a:defRPr/>
            </a:lvl7pPr>
            <a:lvl8pPr marL="4876678" lvl="7" indent="-423323" algn="ctr" rtl="0">
              <a:lnSpc>
                <a:spcPct val="90000"/>
              </a:lnSpc>
              <a:spcBef>
                <a:spcPts val="2133"/>
              </a:spcBef>
              <a:spcAft>
                <a:spcPts val="0"/>
              </a:spcAft>
              <a:buSzPts val="1400"/>
              <a:buChar char="○"/>
              <a:defRPr/>
            </a:lvl8pPr>
            <a:lvl9pPr marL="5486263" lvl="8" indent="-423323" algn="ctr" rtl="0">
              <a:lnSpc>
                <a:spcPct val="90000"/>
              </a:lnSpc>
              <a:spcBef>
                <a:spcPts val="2133"/>
              </a:spcBef>
              <a:spcAft>
                <a:spcPts val="2133"/>
              </a:spcAft>
              <a:buSzPts val="1400"/>
              <a:buChar char="■"/>
              <a:defRPr/>
            </a:lvl9pPr>
          </a:lstStyle>
          <a:p>
            <a:endParaRPr/>
          </a:p>
        </p:txBody>
      </p:sp>
      <p:sp>
        <p:nvSpPr>
          <p:cNvPr id="114" name="Google Shape;114;p20"/>
          <p:cNvSpPr txBox="1">
            <a:spLocks noGrp="1"/>
          </p:cNvSpPr>
          <p:nvPr>
            <p:ph type="subTitle" idx="5"/>
          </p:nvPr>
        </p:nvSpPr>
        <p:spPr>
          <a:xfrm>
            <a:off x="7924865" y="2702365"/>
            <a:ext cx="2844400" cy="442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Josefin Sans"/>
                <a:ea typeface="Josefin Sans"/>
                <a:cs typeface="Josefin Sans"/>
                <a:sym typeface="Josefin Sans"/>
              </a:defRPr>
            </a:lvl1pPr>
            <a:lvl2pPr lvl="1" algn="ctr" rtl="0">
              <a:spcBef>
                <a:spcPts val="2133"/>
              </a:spcBef>
              <a:spcAft>
                <a:spcPts val="0"/>
              </a:spcAft>
              <a:buNone/>
              <a:defRPr sz="2267" b="1">
                <a:latin typeface="Josefin Sans"/>
                <a:ea typeface="Josefin Sans"/>
                <a:cs typeface="Josefin Sans"/>
                <a:sym typeface="Josefin Sans"/>
              </a:defRPr>
            </a:lvl2pPr>
            <a:lvl3pPr lvl="2" algn="ctr" rtl="0">
              <a:spcBef>
                <a:spcPts val="2133"/>
              </a:spcBef>
              <a:spcAft>
                <a:spcPts val="0"/>
              </a:spcAft>
              <a:buNone/>
              <a:defRPr sz="2267" b="1">
                <a:latin typeface="Josefin Sans"/>
                <a:ea typeface="Josefin Sans"/>
                <a:cs typeface="Josefin Sans"/>
                <a:sym typeface="Josefin Sans"/>
              </a:defRPr>
            </a:lvl3pPr>
            <a:lvl4pPr lvl="3" algn="ctr" rtl="0">
              <a:spcBef>
                <a:spcPts val="2133"/>
              </a:spcBef>
              <a:spcAft>
                <a:spcPts val="0"/>
              </a:spcAft>
              <a:buNone/>
              <a:defRPr sz="2267" b="1">
                <a:latin typeface="Josefin Sans"/>
                <a:ea typeface="Josefin Sans"/>
                <a:cs typeface="Josefin Sans"/>
                <a:sym typeface="Josefin Sans"/>
              </a:defRPr>
            </a:lvl4pPr>
            <a:lvl5pPr lvl="4" algn="ctr" rtl="0">
              <a:spcBef>
                <a:spcPts val="2133"/>
              </a:spcBef>
              <a:spcAft>
                <a:spcPts val="0"/>
              </a:spcAft>
              <a:buNone/>
              <a:defRPr sz="2267" b="1">
                <a:latin typeface="Josefin Sans"/>
                <a:ea typeface="Josefin Sans"/>
                <a:cs typeface="Josefin Sans"/>
                <a:sym typeface="Josefin Sans"/>
              </a:defRPr>
            </a:lvl5pPr>
            <a:lvl6pPr lvl="5" algn="ctr" rtl="0">
              <a:spcBef>
                <a:spcPts val="2133"/>
              </a:spcBef>
              <a:spcAft>
                <a:spcPts val="0"/>
              </a:spcAft>
              <a:buNone/>
              <a:defRPr sz="2267" b="1">
                <a:latin typeface="Josefin Sans"/>
                <a:ea typeface="Josefin Sans"/>
                <a:cs typeface="Josefin Sans"/>
                <a:sym typeface="Josefin Sans"/>
              </a:defRPr>
            </a:lvl6pPr>
            <a:lvl7pPr lvl="6" algn="ctr" rtl="0">
              <a:spcBef>
                <a:spcPts val="2133"/>
              </a:spcBef>
              <a:spcAft>
                <a:spcPts val="0"/>
              </a:spcAft>
              <a:buNone/>
              <a:defRPr sz="2267" b="1">
                <a:latin typeface="Josefin Sans"/>
                <a:ea typeface="Josefin Sans"/>
                <a:cs typeface="Josefin Sans"/>
                <a:sym typeface="Josefin Sans"/>
              </a:defRPr>
            </a:lvl7pPr>
            <a:lvl8pPr lvl="7" algn="ctr" rtl="0">
              <a:spcBef>
                <a:spcPts val="2133"/>
              </a:spcBef>
              <a:spcAft>
                <a:spcPts val="0"/>
              </a:spcAft>
              <a:buNone/>
              <a:defRPr sz="2267" b="1">
                <a:latin typeface="Josefin Sans"/>
                <a:ea typeface="Josefin Sans"/>
                <a:cs typeface="Josefin Sans"/>
                <a:sym typeface="Josefin Sans"/>
              </a:defRPr>
            </a:lvl8pPr>
            <a:lvl9pPr lvl="8" algn="ctr" rtl="0">
              <a:spcBef>
                <a:spcPts val="2133"/>
              </a:spcBef>
              <a:spcAft>
                <a:spcPts val="2133"/>
              </a:spcAft>
              <a:buNone/>
              <a:defRPr sz="2267" b="1">
                <a:latin typeface="Josefin Sans"/>
                <a:ea typeface="Josefin Sans"/>
                <a:cs typeface="Josefin Sans"/>
                <a:sym typeface="Josefin Sans"/>
              </a:defRPr>
            </a:lvl9pPr>
          </a:lstStyle>
          <a:p>
            <a:endParaRPr/>
          </a:p>
        </p:txBody>
      </p:sp>
      <p:sp>
        <p:nvSpPr>
          <p:cNvPr id="115" name="Google Shape;115;p20"/>
          <p:cNvSpPr txBox="1">
            <a:spLocks noGrp="1"/>
          </p:cNvSpPr>
          <p:nvPr>
            <p:ph type="body" idx="6"/>
          </p:nvPr>
        </p:nvSpPr>
        <p:spPr>
          <a:xfrm>
            <a:off x="8059865" y="3219048"/>
            <a:ext cx="2574400" cy="1050800"/>
          </a:xfrm>
          <a:prstGeom prst="rect">
            <a:avLst/>
          </a:prstGeom>
        </p:spPr>
        <p:txBody>
          <a:bodyPr spcFirstLastPara="1" wrap="square" lIns="91425" tIns="91425" rIns="91425" bIns="91425" anchor="t" anchorCtr="0">
            <a:noAutofit/>
          </a:bodyPr>
          <a:lstStyle>
            <a:lvl1pPr marL="609585" lvl="0" indent="-423323" algn="ctr" rtl="0">
              <a:lnSpc>
                <a:spcPct val="90000"/>
              </a:lnSpc>
              <a:spcBef>
                <a:spcPts val="0"/>
              </a:spcBef>
              <a:spcAft>
                <a:spcPts val="0"/>
              </a:spcAft>
              <a:buSzPts val="1400"/>
              <a:buChar char="●"/>
              <a:defRPr sz="1867"/>
            </a:lvl1pPr>
            <a:lvl2pPr marL="1219170" lvl="1" indent="-423323" algn="ctr" rtl="0">
              <a:lnSpc>
                <a:spcPct val="90000"/>
              </a:lnSpc>
              <a:spcBef>
                <a:spcPts val="2133"/>
              </a:spcBef>
              <a:spcAft>
                <a:spcPts val="0"/>
              </a:spcAft>
              <a:buSzPts val="1400"/>
              <a:buChar char="○"/>
              <a:defRPr/>
            </a:lvl2pPr>
            <a:lvl3pPr marL="1828754" lvl="2" indent="-423323" algn="ctr" rtl="0">
              <a:lnSpc>
                <a:spcPct val="90000"/>
              </a:lnSpc>
              <a:spcBef>
                <a:spcPts val="2133"/>
              </a:spcBef>
              <a:spcAft>
                <a:spcPts val="0"/>
              </a:spcAft>
              <a:buSzPts val="1400"/>
              <a:buChar char="■"/>
              <a:defRPr/>
            </a:lvl3pPr>
            <a:lvl4pPr marL="2438339" lvl="3" indent="-423323" algn="ctr" rtl="0">
              <a:lnSpc>
                <a:spcPct val="90000"/>
              </a:lnSpc>
              <a:spcBef>
                <a:spcPts val="2133"/>
              </a:spcBef>
              <a:spcAft>
                <a:spcPts val="0"/>
              </a:spcAft>
              <a:buSzPts val="1400"/>
              <a:buChar char="●"/>
              <a:defRPr/>
            </a:lvl4pPr>
            <a:lvl5pPr marL="3047924" lvl="4" indent="-423323" algn="ctr" rtl="0">
              <a:lnSpc>
                <a:spcPct val="90000"/>
              </a:lnSpc>
              <a:spcBef>
                <a:spcPts val="2133"/>
              </a:spcBef>
              <a:spcAft>
                <a:spcPts val="0"/>
              </a:spcAft>
              <a:buSzPts val="1400"/>
              <a:buChar char="○"/>
              <a:defRPr/>
            </a:lvl5pPr>
            <a:lvl6pPr marL="3657509" lvl="5" indent="-423323" algn="ctr" rtl="0">
              <a:lnSpc>
                <a:spcPct val="90000"/>
              </a:lnSpc>
              <a:spcBef>
                <a:spcPts val="2133"/>
              </a:spcBef>
              <a:spcAft>
                <a:spcPts val="0"/>
              </a:spcAft>
              <a:buSzPts val="1400"/>
              <a:buChar char="■"/>
              <a:defRPr/>
            </a:lvl6pPr>
            <a:lvl7pPr marL="4267093" lvl="6" indent="-423323" algn="ctr" rtl="0">
              <a:lnSpc>
                <a:spcPct val="90000"/>
              </a:lnSpc>
              <a:spcBef>
                <a:spcPts val="2133"/>
              </a:spcBef>
              <a:spcAft>
                <a:spcPts val="0"/>
              </a:spcAft>
              <a:buSzPts val="1400"/>
              <a:buChar char="●"/>
              <a:defRPr/>
            </a:lvl7pPr>
            <a:lvl8pPr marL="4876678" lvl="7" indent="-423323" algn="ctr" rtl="0">
              <a:lnSpc>
                <a:spcPct val="90000"/>
              </a:lnSpc>
              <a:spcBef>
                <a:spcPts val="2133"/>
              </a:spcBef>
              <a:spcAft>
                <a:spcPts val="0"/>
              </a:spcAft>
              <a:buSzPts val="1400"/>
              <a:buChar char="○"/>
              <a:defRPr/>
            </a:lvl8pPr>
            <a:lvl9pPr marL="5486263" lvl="8" indent="-423323" algn="ctr" rtl="0">
              <a:lnSpc>
                <a:spcPct val="90000"/>
              </a:lnSpc>
              <a:spcBef>
                <a:spcPts val="2133"/>
              </a:spcBef>
              <a:spcAft>
                <a:spcPts val="2133"/>
              </a:spcAft>
              <a:buSzPts val="1400"/>
              <a:buChar char="■"/>
              <a:defRPr/>
            </a:lvl9pPr>
          </a:lstStyle>
          <a:p>
            <a:endParaRPr/>
          </a:p>
        </p:txBody>
      </p:sp>
      <p:sp>
        <p:nvSpPr>
          <p:cNvPr id="116" name="Google Shape;116;p20"/>
          <p:cNvSpPr txBox="1">
            <a:spLocks noGrp="1"/>
          </p:cNvSpPr>
          <p:nvPr>
            <p:ph type="body" idx="7"/>
          </p:nvPr>
        </p:nvSpPr>
        <p:spPr>
          <a:xfrm>
            <a:off x="1533267" y="3210367"/>
            <a:ext cx="2678400" cy="1050800"/>
          </a:xfrm>
          <a:prstGeom prst="rect">
            <a:avLst/>
          </a:prstGeom>
        </p:spPr>
        <p:txBody>
          <a:bodyPr spcFirstLastPara="1" wrap="square" lIns="91425" tIns="91425" rIns="91425" bIns="91425" anchor="t" anchorCtr="0">
            <a:noAutofit/>
          </a:bodyPr>
          <a:lstStyle>
            <a:lvl1pPr marL="609585" lvl="0" indent="-423323" algn="ctr" rtl="0">
              <a:lnSpc>
                <a:spcPct val="90000"/>
              </a:lnSpc>
              <a:spcBef>
                <a:spcPts val="0"/>
              </a:spcBef>
              <a:spcAft>
                <a:spcPts val="0"/>
              </a:spcAft>
              <a:buSzPts val="1400"/>
              <a:buChar char="●"/>
              <a:defRPr sz="1867"/>
            </a:lvl1pPr>
            <a:lvl2pPr marL="1219170" lvl="1" indent="-423323" algn="ctr" rtl="0">
              <a:lnSpc>
                <a:spcPct val="90000"/>
              </a:lnSpc>
              <a:spcBef>
                <a:spcPts val="2133"/>
              </a:spcBef>
              <a:spcAft>
                <a:spcPts val="0"/>
              </a:spcAft>
              <a:buSzPts val="1400"/>
              <a:buChar char="○"/>
              <a:defRPr/>
            </a:lvl2pPr>
            <a:lvl3pPr marL="1828754" lvl="2" indent="-423323" algn="ctr" rtl="0">
              <a:lnSpc>
                <a:spcPct val="90000"/>
              </a:lnSpc>
              <a:spcBef>
                <a:spcPts val="2133"/>
              </a:spcBef>
              <a:spcAft>
                <a:spcPts val="0"/>
              </a:spcAft>
              <a:buSzPts val="1400"/>
              <a:buChar char="■"/>
              <a:defRPr/>
            </a:lvl3pPr>
            <a:lvl4pPr marL="2438339" lvl="3" indent="-423323" algn="ctr" rtl="0">
              <a:lnSpc>
                <a:spcPct val="90000"/>
              </a:lnSpc>
              <a:spcBef>
                <a:spcPts val="2133"/>
              </a:spcBef>
              <a:spcAft>
                <a:spcPts val="0"/>
              </a:spcAft>
              <a:buSzPts val="1400"/>
              <a:buChar char="●"/>
              <a:defRPr/>
            </a:lvl4pPr>
            <a:lvl5pPr marL="3047924" lvl="4" indent="-423323" algn="ctr" rtl="0">
              <a:lnSpc>
                <a:spcPct val="90000"/>
              </a:lnSpc>
              <a:spcBef>
                <a:spcPts val="2133"/>
              </a:spcBef>
              <a:spcAft>
                <a:spcPts val="0"/>
              </a:spcAft>
              <a:buSzPts val="1400"/>
              <a:buChar char="○"/>
              <a:defRPr/>
            </a:lvl5pPr>
            <a:lvl6pPr marL="3657509" lvl="5" indent="-423323" algn="ctr" rtl="0">
              <a:lnSpc>
                <a:spcPct val="90000"/>
              </a:lnSpc>
              <a:spcBef>
                <a:spcPts val="2133"/>
              </a:spcBef>
              <a:spcAft>
                <a:spcPts val="0"/>
              </a:spcAft>
              <a:buSzPts val="1400"/>
              <a:buChar char="■"/>
              <a:defRPr/>
            </a:lvl6pPr>
            <a:lvl7pPr marL="4267093" lvl="6" indent="-423323" algn="ctr" rtl="0">
              <a:lnSpc>
                <a:spcPct val="90000"/>
              </a:lnSpc>
              <a:spcBef>
                <a:spcPts val="2133"/>
              </a:spcBef>
              <a:spcAft>
                <a:spcPts val="0"/>
              </a:spcAft>
              <a:buSzPts val="1400"/>
              <a:buChar char="●"/>
              <a:defRPr/>
            </a:lvl7pPr>
            <a:lvl8pPr marL="4876678" lvl="7" indent="-423323" algn="ctr" rtl="0">
              <a:lnSpc>
                <a:spcPct val="90000"/>
              </a:lnSpc>
              <a:spcBef>
                <a:spcPts val="2133"/>
              </a:spcBef>
              <a:spcAft>
                <a:spcPts val="0"/>
              </a:spcAft>
              <a:buSzPts val="1400"/>
              <a:buChar char="○"/>
              <a:defRPr/>
            </a:lvl8pPr>
            <a:lvl9pPr marL="5486263" lvl="8" indent="-423323" algn="ctr" rtl="0">
              <a:lnSpc>
                <a:spcPct val="90000"/>
              </a:lnSpc>
              <a:spcBef>
                <a:spcPts val="2133"/>
              </a:spcBef>
              <a:spcAft>
                <a:spcPts val="2133"/>
              </a:spcAft>
              <a:buSzPts val="1400"/>
              <a:buChar char="■"/>
              <a:defRPr/>
            </a:lvl9pPr>
          </a:lstStyle>
          <a:p>
            <a:endParaRPr/>
          </a:p>
        </p:txBody>
      </p:sp>
      <p:sp>
        <p:nvSpPr>
          <p:cNvPr id="117" name="Google Shape;117;p20"/>
          <p:cNvSpPr txBox="1">
            <a:spLocks noGrp="1"/>
          </p:cNvSpPr>
          <p:nvPr>
            <p:ph type="subTitle" idx="8"/>
          </p:nvPr>
        </p:nvSpPr>
        <p:spPr>
          <a:xfrm>
            <a:off x="1392667" y="5060440"/>
            <a:ext cx="2959600" cy="442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Josefin Sans"/>
                <a:ea typeface="Josefin Sans"/>
                <a:cs typeface="Josefin Sans"/>
                <a:sym typeface="Josefin Sans"/>
              </a:defRPr>
            </a:lvl1pPr>
            <a:lvl2pPr lvl="1" algn="ctr" rtl="0">
              <a:spcBef>
                <a:spcPts val="2133"/>
              </a:spcBef>
              <a:spcAft>
                <a:spcPts val="0"/>
              </a:spcAft>
              <a:buNone/>
              <a:defRPr sz="2267" b="1">
                <a:latin typeface="Josefin Sans"/>
                <a:ea typeface="Josefin Sans"/>
                <a:cs typeface="Josefin Sans"/>
                <a:sym typeface="Josefin Sans"/>
              </a:defRPr>
            </a:lvl2pPr>
            <a:lvl3pPr lvl="2" algn="ctr" rtl="0">
              <a:spcBef>
                <a:spcPts val="2133"/>
              </a:spcBef>
              <a:spcAft>
                <a:spcPts val="0"/>
              </a:spcAft>
              <a:buNone/>
              <a:defRPr sz="2267" b="1">
                <a:latin typeface="Josefin Sans"/>
                <a:ea typeface="Josefin Sans"/>
                <a:cs typeface="Josefin Sans"/>
                <a:sym typeface="Josefin Sans"/>
              </a:defRPr>
            </a:lvl3pPr>
            <a:lvl4pPr lvl="3" algn="ctr" rtl="0">
              <a:spcBef>
                <a:spcPts val="2133"/>
              </a:spcBef>
              <a:spcAft>
                <a:spcPts val="0"/>
              </a:spcAft>
              <a:buNone/>
              <a:defRPr sz="2267" b="1">
                <a:latin typeface="Josefin Sans"/>
                <a:ea typeface="Josefin Sans"/>
                <a:cs typeface="Josefin Sans"/>
                <a:sym typeface="Josefin Sans"/>
              </a:defRPr>
            </a:lvl4pPr>
            <a:lvl5pPr lvl="4" algn="ctr" rtl="0">
              <a:spcBef>
                <a:spcPts val="2133"/>
              </a:spcBef>
              <a:spcAft>
                <a:spcPts val="0"/>
              </a:spcAft>
              <a:buNone/>
              <a:defRPr sz="2267" b="1">
                <a:latin typeface="Josefin Sans"/>
                <a:ea typeface="Josefin Sans"/>
                <a:cs typeface="Josefin Sans"/>
                <a:sym typeface="Josefin Sans"/>
              </a:defRPr>
            </a:lvl5pPr>
            <a:lvl6pPr lvl="5" algn="ctr" rtl="0">
              <a:spcBef>
                <a:spcPts val="2133"/>
              </a:spcBef>
              <a:spcAft>
                <a:spcPts val="0"/>
              </a:spcAft>
              <a:buNone/>
              <a:defRPr sz="2267" b="1">
                <a:latin typeface="Josefin Sans"/>
                <a:ea typeface="Josefin Sans"/>
                <a:cs typeface="Josefin Sans"/>
                <a:sym typeface="Josefin Sans"/>
              </a:defRPr>
            </a:lvl6pPr>
            <a:lvl7pPr lvl="6" algn="ctr" rtl="0">
              <a:spcBef>
                <a:spcPts val="2133"/>
              </a:spcBef>
              <a:spcAft>
                <a:spcPts val="0"/>
              </a:spcAft>
              <a:buNone/>
              <a:defRPr sz="2267" b="1">
                <a:latin typeface="Josefin Sans"/>
                <a:ea typeface="Josefin Sans"/>
                <a:cs typeface="Josefin Sans"/>
                <a:sym typeface="Josefin Sans"/>
              </a:defRPr>
            </a:lvl7pPr>
            <a:lvl8pPr lvl="7" algn="ctr" rtl="0">
              <a:spcBef>
                <a:spcPts val="2133"/>
              </a:spcBef>
              <a:spcAft>
                <a:spcPts val="0"/>
              </a:spcAft>
              <a:buNone/>
              <a:defRPr sz="2267" b="1">
                <a:latin typeface="Josefin Sans"/>
                <a:ea typeface="Josefin Sans"/>
                <a:cs typeface="Josefin Sans"/>
                <a:sym typeface="Josefin Sans"/>
              </a:defRPr>
            </a:lvl8pPr>
            <a:lvl9pPr lvl="8" algn="ctr" rtl="0">
              <a:spcBef>
                <a:spcPts val="2133"/>
              </a:spcBef>
              <a:spcAft>
                <a:spcPts val="2133"/>
              </a:spcAft>
              <a:buNone/>
              <a:defRPr sz="2267" b="1">
                <a:latin typeface="Josefin Sans"/>
                <a:ea typeface="Josefin Sans"/>
                <a:cs typeface="Josefin Sans"/>
                <a:sym typeface="Josefin Sans"/>
              </a:defRPr>
            </a:lvl9pPr>
          </a:lstStyle>
          <a:p>
            <a:endParaRPr/>
          </a:p>
        </p:txBody>
      </p:sp>
      <p:sp>
        <p:nvSpPr>
          <p:cNvPr id="118" name="Google Shape;118;p20"/>
          <p:cNvSpPr txBox="1">
            <a:spLocks noGrp="1"/>
          </p:cNvSpPr>
          <p:nvPr>
            <p:ph type="subTitle" idx="9"/>
          </p:nvPr>
        </p:nvSpPr>
        <p:spPr>
          <a:xfrm>
            <a:off x="7936265" y="5060432"/>
            <a:ext cx="2821600" cy="442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Josefin Sans"/>
                <a:ea typeface="Josefin Sans"/>
                <a:cs typeface="Josefin Sans"/>
                <a:sym typeface="Josefin Sans"/>
              </a:defRPr>
            </a:lvl1pPr>
            <a:lvl2pPr lvl="1" algn="ctr" rtl="0">
              <a:spcBef>
                <a:spcPts val="2133"/>
              </a:spcBef>
              <a:spcAft>
                <a:spcPts val="0"/>
              </a:spcAft>
              <a:buNone/>
              <a:defRPr sz="2267" b="1">
                <a:latin typeface="Josefin Sans"/>
                <a:ea typeface="Josefin Sans"/>
                <a:cs typeface="Josefin Sans"/>
                <a:sym typeface="Josefin Sans"/>
              </a:defRPr>
            </a:lvl2pPr>
            <a:lvl3pPr lvl="2" algn="ctr" rtl="0">
              <a:spcBef>
                <a:spcPts val="2133"/>
              </a:spcBef>
              <a:spcAft>
                <a:spcPts val="0"/>
              </a:spcAft>
              <a:buNone/>
              <a:defRPr sz="2267" b="1">
                <a:latin typeface="Josefin Sans"/>
                <a:ea typeface="Josefin Sans"/>
                <a:cs typeface="Josefin Sans"/>
                <a:sym typeface="Josefin Sans"/>
              </a:defRPr>
            </a:lvl3pPr>
            <a:lvl4pPr lvl="3" algn="ctr" rtl="0">
              <a:spcBef>
                <a:spcPts val="2133"/>
              </a:spcBef>
              <a:spcAft>
                <a:spcPts val="0"/>
              </a:spcAft>
              <a:buNone/>
              <a:defRPr sz="2267" b="1">
                <a:latin typeface="Josefin Sans"/>
                <a:ea typeface="Josefin Sans"/>
                <a:cs typeface="Josefin Sans"/>
                <a:sym typeface="Josefin Sans"/>
              </a:defRPr>
            </a:lvl4pPr>
            <a:lvl5pPr lvl="4" algn="ctr" rtl="0">
              <a:spcBef>
                <a:spcPts val="2133"/>
              </a:spcBef>
              <a:spcAft>
                <a:spcPts val="0"/>
              </a:spcAft>
              <a:buNone/>
              <a:defRPr sz="2267" b="1">
                <a:latin typeface="Josefin Sans"/>
                <a:ea typeface="Josefin Sans"/>
                <a:cs typeface="Josefin Sans"/>
                <a:sym typeface="Josefin Sans"/>
              </a:defRPr>
            </a:lvl5pPr>
            <a:lvl6pPr lvl="5" algn="ctr" rtl="0">
              <a:spcBef>
                <a:spcPts val="2133"/>
              </a:spcBef>
              <a:spcAft>
                <a:spcPts val="0"/>
              </a:spcAft>
              <a:buNone/>
              <a:defRPr sz="2267" b="1">
                <a:latin typeface="Josefin Sans"/>
                <a:ea typeface="Josefin Sans"/>
                <a:cs typeface="Josefin Sans"/>
                <a:sym typeface="Josefin Sans"/>
              </a:defRPr>
            </a:lvl6pPr>
            <a:lvl7pPr lvl="6" algn="ctr" rtl="0">
              <a:spcBef>
                <a:spcPts val="2133"/>
              </a:spcBef>
              <a:spcAft>
                <a:spcPts val="0"/>
              </a:spcAft>
              <a:buNone/>
              <a:defRPr sz="2267" b="1">
                <a:latin typeface="Josefin Sans"/>
                <a:ea typeface="Josefin Sans"/>
                <a:cs typeface="Josefin Sans"/>
                <a:sym typeface="Josefin Sans"/>
              </a:defRPr>
            </a:lvl7pPr>
            <a:lvl8pPr lvl="7" algn="ctr" rtl="0">
              <a:spcBef>
                <a:spcPts val="2133"/>
              </a:spcBef>
              <a:spcAft>
                <a:spcPts val="0"/>
              </a:spcAft>
              <a:buNone/>
              <a:defRPr sz="2267" b="1">
                <a:latin typeface="Josefin Sans"/>
                <a:ea typeface="Josefin Sans"/>
                <a:cs typeface="Josefin Sans"/>
                <a:sym typeface="Josefin Sans"/>
              </a:defRPr>
            </a:lvl8pPr>
            <a:lvl9pPr lvl="8" algn="ctr" rtl="0">
              <a:spcBef>
                <a:spcPts val="2133"/>
              </a:spcBef>
              <a:spcAft>
                <a:spcPts val="2133"/>
              </a:spcAft>
              <a:buNone/>
              <a:defRPr sz="2267" b="1">
                <a:latin typeface="Josefin Sans"/>
                <a:ea typeface="Josefin Sans"/>
                <a:cs typeface="Josefin Sans"/>
                <a:sym typeface="Josefin Sans"/>
              </a:defRPr>
            </a:lvl9pPr>
          </a:lstStyle>
          <a:p>
            <a:endParaRPr/>
          </a:p>
        </p:txBody>
      </p:sp>
      <p:sp>
        <p:nvSpPr>
          <p:cNvPr id="119" name="Google Shape;119;p20"/>
          <p:cNvSpPr txBox="1">
            <a:spLocks noGrp="1"/>
          </p:cNvSpPr>
          <p:nvPr>
            <p:ph type="body" idx="13"/>
          </p:nvPr>
        </p:nvSpPr>
        <p:spPr>
          <a:xfrm>
            <a:off x="4802093" y="5585529"/>
            <a:ext cx="2589200" cy="1050800"/>
          </a:xfrm>
          <a:prstGeom prst="rect">
            <a:avLst/>
          </a:prstGeom>
        </p:spPr>
        <p:txBody>
          <a:bodyPr spcFirstLastPara="1" wrap="square" lIns="91425" tIns="91425" rIns="91425" bIns="91425" anchor="t" anchorCtr="0">
            <a:noAutofit/>
          </a:bodyPr>
          <a:lstStyle>
            <a:lvl1pPr marL="609585" lvl="0" indent="-423323" algn="ctr" rtl="0">
              <a:lnSpc>
                <a:spcPct val="90000"/>
              </a:lnSpc>
              <a:spcBef>
                <a:spcPts val="0"/>
              </a:spcBef>
              <a:spcAft>
                <a:spcPts val="0"/>
              </a:spcAft>
              <a:buSzPts val="1400"/>
              <a:buChar char="●"/>
              <a:defRPr sz="1867"/>
            </a:lvl1pPr>
            <a:lvl2pPr marL="1219170" lvl="1" indent="-423323" algn="ctr" rtl="0">
              <a:lnSpc>
                <a:spcPct val="90000"/>
              </a:lnSpc>
              <a:spcBef>
                <a:spcPts val="2133"/>
              </a:spcBef>
              <a:spcAft>
                <a:spcPts val="0"/>
              </a:spcAft>
              <a:buSzPts val="1400"/>
              <a:buChar char="○"/>
              <a:defRPr/>
            </a:lvl2pPr>
            <a:lvl3pPr marL="1828754" lvl="2" indent="-423323" algn="ctr" rtl="0">
              <a:lnSpc>
                <a:spcPct val="90000"/>
              </a:lnSpc>
              <a:spcBef>
                <a:spcPts val="2133"/>
              </a:spcBef>
              <a:spcAft>
                <a:spcPts val="0"/>
              </a:spcAft>
              <a:buSzPts val="1400"/>
              <a:buChar char="■"/>
              <a:defRPr/>
            </a:lvl3pPr>
            <a:lvl4pPr marL="2438339" lvl="3" indent="-423323" algn="ctr" rtl="0">
              <a:lnSpc>
                <a:spcPct val="90000"/>
              </a:lnSpc>
              <a:spcBef>
                <a:spcPts val="2133"/>
              </a:spcBef>
              <a:spcAft>
                <a:spcPts val="0"/>
              </a:spcAft>
              <a:buSzPts val="1400"/>
              <a:buChar char="●"/>
              <a:defRPr/>
            </a:lvl4pPr>
            <a:lvl5pPr marL="3047924" lvl="4" indent="-423323" algn="ctr" rtl="0">
              <a:lnSpc>
                <a:spcPct val="90000"/>
              </a:lnSpc>
              <a:spcBef>
                <a:spcPts val="2133"/>
              </a:spcBef>
              <a:spcAft>
                <a:spcPts val="0"/>
              </a:spcAft>
              <a:buSzPts val="1400"/>
              <a:buChar char="○"/>
              <a:defRPr/>
            </a:lvl5pPr>
            <a:lvl6pPr marL="3657509" lvl="5" indent="-423323" algn="ctr" rtl="0">
              <a:lnSpc>
                <a:spcPct val="90000"/>
              </a:lnSpc>
              <a:spcBef>
                <a:spcPts val="2133"/>
              </a:spcBef>
              <a:spcAft>
                <a:spcPts val="0"/>
              </a:spcAft>
              <a:buSzPts val="1400"/>
              <a:buChar char="■"/>
              <a:defRPr/>
            </a:lvl6pPr>
            <a:lvl7pPr marL="4267093" lvl="6" indent="-423323" algn="ctr" rtl="0">
              <a:lnSpc>
                <a:spcPct val="90000"/>
              </a:lnSpc>
              <a:spcBef>
                <a:spcPts val="2133"/>
              </a:spcBef>
              <a:spcAft>
                <a:spcPts val="0"/>
              </a:spcAft>
              <a:buSzPts val="1400"/>
              <a:buChar char="●"/>
              <a:defRPr/>
            </a:lvl7pPr>
            <a:lvl8pPr marL="4876678" lvl="7" indent="-423323" algn="ctr" rtl="0">
              <a:lnSpc>
                <a:spcPct val="90000"/>
              </a:lnSpc>
              <a:spcBef>
                <a:spcPts val="2133"/>
              </a:spcBef>
              <a:spcAft>
                <a:spcPts val="0"/>
              </a:spcAft>
              <a:buSzPts val="1400"/>
              <a:buChar char="○"/>
              <a:defRPr/>
            </a:lvl8pPr>
            <a:lvl9pPr marL="5486263" lvl="8" indent="-423323" algn="ctr" rtl="0">
              <a:lnSpc>
                <a:spcPct val="90000"/>
              </a:lnSpc>
              <a:spcBef>
                <a:spcPts val="2133"/>
              </a:spcBef>
              <a:spcAft>
                <a:spcPts val="2133"/>
              </a:spcAft>
              <a:buSzPts val="1400"/>
              <a:buChar char="■"/>
              <a:defRPr/>
            </a:lvl9pPr>
          </a:lstStyle>
          <a:p>
            <a:endParaRPr/>
          </a:p>
        </p:txBody>
      </p:sp>
      <p:sp>
        <p:nvSpPr>
          <p:cNvPr id="120" name="Google Shape;120;p20"/>
          <p:cNvSpPr txBox="1">
            <a:spLocks noGrp="1"/>
          </p:cNvSpPr>
          <p:nvPr>
            <p:ph type="body" idx="14"/>
          </p:nvPr>
        </p:nvSpPr>
        <p:spPr>
          <a:xfrm>
            <a:off x="8059865" y="5585529"/>
            <a:ext cx="2574400" cy="1050800"/>
          </a:xfrm>
          <a:prstGeom prst="rect">
            <a:avLst/>
          </a:prstGeom>
        </p:spPr>
        <p:txBody>
          <a:bodyPr spcFirstLastPara="1" wrap="square" lIns="91425" tIns="91425" rIns="91425" bIns="91425" anchor="t" anchorCtr="0">
            <a:noAutofit/>
          </a:bodyPr>
          <a:lstStyle>
            <a:lvl1pPr marL="609585" lvl="0" indent="-423323" algn="ctr" rtl="0">
              <a:lnSpc>
                <a:spcPct val="90000"/>
              </a:lnSpc>
              <a:spcBef>
                <a:spcPts val="0"/>
              </a:spcBef>
              <a:spcAft>
                <a:spcPts val="0"/>
              </a:spcAft>
              <a:buSzPts val="1400"/>
              <a:buChar char="●"/>
              <a:defRPr sz="1867"/>
            </a:lvl1pPr>
            <a:lvl2pPr marL="1219170" lvl="1" indent="-423323" algn="ctr" rtl="0">
              <a:lnSpc>
                <a:spcPct val="90000"/>
              </a:lnSpc>
              <a:spcBef>
                <a:spcPts val="2133"/>
              </a:spcBef>
              <a:spcAft>
                <a:spcPts val="0"/>
              </a:spcAft>
              <a:buSzPts val="1400"/>
              <a:buChar char="○"/>
              <a:defRPr/>
            </a:lvl2pPr>
            <a:lvl3pPr marL="1828754" lvl="2" indent="-423323" algn="ctr" rtl="0">
              <a:lnSpc>
                <a:spcPct val="90000"/>
              </a:lnSpc>
              <a:spcBef>
                <a:spcPts val="2133"/>
              </a:spcBef>
              <a:spcAft>
                <a:spcPts val="0"/>
              </a:spcAft>
              <a:buSzPts val="1400"/>
              <a:buChar char="■"/>
              <a:defRPr/>
            </a:lvl3pPr>
            <a:lvl4pPr marL="2438339" lvl="3" indent="-423323" algn="ctr" rtl="0">
              <a:lnSpc>
                <a:spcPct val="90000"/>
              </a:lnSpc>
              <a:spcBef>
                <a:spcPts val="2133"/>
              </a:spcBef>
              <a:spcAft>
                <a:spcPts val="0"/>
              </a:spcAft>
              <a:buSzPts val="1400"/>
              <a:buChar char="●"/>
              <a:defRPr/>
            </a:lvl4pPr>
            <a:lvl5pPr marL="3047924" lvl="4" indent="-423323" algn="ctr" rtl="0">
              <a:lnSpc>
                <a:spcPct val="90000"/>
              </a:lnSpc>
              <a:spcBef>
                <a:spcPts val="2133"/>
              </a:spcBef>
              <a:spcAft>
                <a:spcPts val="0"/>
              </a:spcAft>
              <a:buSzPts val="1400"/>
              <a:buChar char="○"/>
              <a:defRPr/>
            </a:lvl5pPr>
            <a:lvl6pPr marL="3657509" lvl="5" indent="-423323" algn="ctr" rtl="0">
              <a:lnSpc>
                <a:spcPct val="90000"/>
              </a:lnSpc>
              <a:spcBef>
                <a:spcPts val="2133"/>
              </a:spcBef>
              <a:spcAft>
                <a:spcPts val="0"/>
              </a:spcAft>
              <a:buSzPts val="1400"/>
              <a:buChar char="■"/>
              <a:defRPr/>
            </a:lvl6pPr>
            <a:lvl7pPr marL="4267093" lvl="6" indent="-423323" algn="ctr" rtl="0">
              <a:lnSpc>
                <a:spcPct val="90000"/>
              </a:lnSpc>
              <a:spcBef>
                <a:spcPts val="2133"/>
              </a:spcBef>
              <a:spcAft>
                <a:spcPts val="0"/>
              </a:spcAft>
              <a:buSzPts val="1400"/>
              <a:buChar char="●"/>
              <a:defRPr/>
            </a:lvl7pPr>
            <a:lvl8pPr marL="4876678" lvl="7" indent="-423323" algn="ctr" rtl="0">
              <a:lnSpc>
                <a:spcPct val="90000"/>
              </a:lnSpc>
              <a:spcBef>
                <a:spcPts val="2133"/>
              </a:spcBef>
              <a:spcAft>
                <a:spcPts val="0"/>
              </a:spcAft>
              <a:buSzPts val="1400"/>
              <a:buChar char="○"/>
              <a:defRPr/>
            </a:lvl8pPr>
            <a:lvl9pPr marL="5486263" lvl="8" indent="-423323" algn="ctr" rtl="0">
              <a:lnSpc>
                <a:spcPct val="90000"/>
              </a:lnSpc>
              <a:spcBef>
                <a:spcPts val="2133"/>
              </a:spcBef>
              <a:spcAft>
                <a:spcPts val="2133"/>
              </a:spcAft>
              <a:buSzPts val="1400"/>
              <a:buChar char="■"/>
              <a:defRPr/>
            </a:lvl9pPr>
          </a:lstStyle>
          <a:p>
            <a:endParaRPr/>
          </a:p>
        </p:txBody>
      </p:sp>
      <p:sp>
        <p:nvSpPr>
          <p:cNvPr id="121" name="Google Shape;121;p20"/>
          <p:cNvSpPr txBox="1">
            <a:spLocks noGrp="1"/>
          </p:cNvSpPr>
          <p:nvPr>
            <p:ph type="body" idx="15"/>
          </p:nvPr>
        </p:nvSpPr>
        <p:spPr>
          <a:xfrm>
            <a:off x="1533267" y="5576849"/>
            <a:ext cx="2678400" cy="1050800"/>
          </a:xfrm>
          <a:prstGeom prst="rect">
            <a:avLst/>
          </a:prstGeom>
        </p:spPr>
        <p:txBody>
          <a:bodyPr spcFirstLastPara="1" wrap="square" lIns="91425" tIns="91425" rIns="91425" bIns="91425" anchor="t" anchorCtr="0">
            <a:noAutofit/>
          </a:bodyPr>
          <a:lstStyle>
            <a:lvl1pPr marL="609585" lvl="0" indent="-423323" algn="ctr" rtl="0">
              <a:lnSpc>
                <a:spcPct val="90000"/>
              </a:lnSpc>
              <a:spcBef>
                <a:spcPts val="0"/>
              </a:spcBef>
              <a:spcAft>
                <a:spcPts val="0"/>
              </a:spcAft>
              <a:buSzPts val="1400"/>
              <a:buChar char="●"/>
              <a:defRPr sz="1867"/>
            </a:lvl1pPr>
            <a:lvl2pPr marL="1219170" lvl="1" indent="-423323" algn="ctr" rtl="0">
              <a:lnSpc>
                <a:spcPct val="90000"/>
              </a:lnSpc>
              <a:spcBef>
                <a:spcPts val="2133"/>
              </a:spcBef>
              <a:spcAft>
                <a:spcPts val="0"/>
              </a:spcAft>
              <a:buSzPts val="1400"/>
              <a:buChar char="○"/>
              <a:defRPr/>
            </a:lvl2pPr>
            <a:lvl3pPr marL="1828754" lvl="2" indent="-423323" algn="ctr" rtl="0">
              <a:lnSpc>
                <a:spcPct val="90000"/>
              </a:lnSpc>
              <a:spcBef>
                <a:spcPts val="2133"/>
              </a:spcBef>
              <a:spcAft>
                <a:spcPts val="0"/>
              </a:spcAft>
              <a:buSzPts val="1400"/>
              <a:buChar char="■"/>
              <a:defRPr/>
            </a:lvl3pPr>
            <a:lvl4pPr marL="2438339" lvl="3" indent="-423323" algn="ctr" rtl="0">
              <a:lnSpc>
                <a:spcPct val="90000"/>
              </a:lnSpc>
              <a:spcBef>
                <a:spcPts val="2133"/>
              </a:spcBef>
              <a:spcAft>
                <a:spcPts val="0"/>
              </a:spcAft>
              <a:buSzPts val="1400"/>
              <a:buChar char="●"/>
              <a:defRPr/>
            </a:lvl4pPr>
            <a:lvl5pPr marL="3047924" lvl="4" indent="-423323" algn="ctr" rtl="0">
              <a:lnSpc>
                <a:spcPct val="90000"/>
              </a:lnSpc>
              <a:spcBef>
                <a:spcPts val="2133"/>
              </a:spcBef>
              <a:spcAft>
                <a:spcPts val="0"/>
              </a:spcAft>
              <a:buSzPts val="1400"/>
              <a:buChar char="○"/>
              <a:defRPr/>
            </a:lvl5pPr>
            <a:lvl6pPr marL="3657509" lvl="5" indent="-423323" algn="ctr" rtl="0">
              <a:lnSpc>
                <a:spcPct val="90000"/>
              </a:lnSpc>
              <a:spcBef>
                <a:spcPts val="2133"/>
              </a:spcBef>
              <a:spcAft>
                <a:spcPts val="0"/>
              </a:spcAft>
              <a:buSzPts val="1400"/>
              <a:buChar char="■"/>
              <a:defRPr/>
            </a:lvl6pPr>
            <a:lvl7pPr marL="4267093" lvl="6" indent="-423323" algn="ctr" rtl="0">
              <a:lnSpc>
                <a:spcPct val="90000"/>
              </a:lnSpc>
              <a:spcBef>
                <a:spcPts val="2133"/>
              </a:spcBef>
              <a:spcAft>
                <a:spcPts val="0"/>
              </a:spcAft>
              <a:buSzPts val="1400"/>
              <a:buChar char="●"/>
              <a:defRPr/>
            </a:lvl7pPr>
            <a:lvl8pPr marL="4876678" lvl="7" indent="-423323" algn="ctr" rtl="0">
              <a:lnSpc>
                <a:spcPct val="90000"/>
              </a:lnSpc>
              <a:spcBef>
                <a:spcPts val="2133"/>
              </a:spcBef>
              <a:spcAft>
                <a:spcPts val="0"/>
              </a:spcAft>
              <a:buSzPts val="1400"/>
              <a:buChar char="○"/>
              <a:defRPr/>
            </a:lvl8pPr>
            <a:lvl9pPr marL="5486263" lvl="8" indent="-423323" algn="ctr" rtl="0">
              <a:lnSpc>
                <a:spcPct val="90000"/>
              </a:lnSpc>
              <a:spcBef>
                <a:spcPts val="2133"/>
              </a:spcBef>
              <a:spcAft>
                <a:spcPts val="2133"/>
              </a:spcAft>
              <a:buSzPts val="1400"/>
              <a:buChar char="■"/>
              <a:defRPr/>
            </a:lvl9pPr>
          </a:lstStyle>
          <a:p>
            <a:endParaRPr/>
          </a:p>
        </p:txBody>
      </p:sp>
      <p:sp>
        <p:nvSpPr>
          <p:cNvPr id="122" name="Google Shape;122;p20"/>
          <p:cNvSpPr txBox="1">
            <a:spLocks noGrp="1"/>
          </p:cNvSpPr>
          <p:nvPr>
            <p:ph type="title"/>
          </p:nvPr>
        </p:nvSpPr>
        <p:spPr>
          <a:xfrm>
            <a:off x="855860" y="698900"/>
            <a:ext cx="5158400" cy="12668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2600"/>
              <a:buNone/>
              <a:defRPr sz="3467"/>
            </a:lvl2pPr>
            <a:lvl3pPr lvl="2" rtl="0">
              <a:spcBef>
                <a:spcPts val="0"/>
              </a:spcBef>
              <a:spcAft>
                <a:spcPts val="0"/>
              </a:spcAft>
              <a:buSzPts val="2600"/>
              <a:buNone/>
              <a:defRPr sz="3467"/>
            </a:lvl3pPr>
            <a:lvl4pPr lvl="3" rtl="0">
              <a:spcBef>
                <a:spcPts val="0"/>
              </a:spcBef>
              <a:spcAft>
                <a:spcPts val="0"/>
              </a:spcAft>
              <a:buSzPts val="2600"/>
              <a:buNone/>
              <a:defRPr sz="3467"/>
            </a:lvl4pPr>
            <a:lvl5pPr lvl="4" rtl="0">
              <a:spcBef>
                <a:spcPts val="0"/>
              </a:spcBef>
              <a:spcAft>
                <a:spcPts val="0"/>
              </a:spcAft>
              <a:buSzPts val="2600"/>
              <a:buNone/>
              <a:defRPr sz="3467"/>
            </a:lvl5pPr>
            <a:lvl6pPr lvl="5" rtl="0">
              <a:spcBef>
                <a:spcPts val="0"/>
              </a:spcBef>
              <a:spcAft>
                <a:spcPts val="0"/>
              </a:spcAft>
              <a:buSzPts val="2600"/>
              <a:buNone/>
              <a:defRPr sz="3467"/>
            </a:lvl6pPr>
            <a:lvl7pPr lvl="6" rtl="0">
              <a:spcBef>
                <a:spcPts val="0"/>
              </a:spcBef>
              <a:spcAft>
                <a:spcPts val="0"/>
              </a:spcAft>
              <a:buSzPts val="2600"/>
              <a:buNone/>
              <a:defRPr sz="3467"/>
            </a:lvl7pPr>
            <a:lvl8pPr lvl="7" rtl="0">
              <a:spcBef>
                <a:spcPts val="0"/>
              </a:spcBef>
              <a:spcAft>
                <a:spcPts val="0"/>
              </a:spcAft>
              <a:buSzPts val="2600"/>
              <a:buNone/>
              <a:defRPr sz="3467"/>
            </a:lvl8pPr>
            <a:lvl9pPr lvl="8" rtl="0">
              <a:spcBef>
                <a:spcPts val="0"/>
              </a:spcBef>
              <a:spcAft>
                <a:spcPts val="0"/>
              </a:spcAft>
              <a:buSzPts val="2600"/>
              <a:buNone/>
              <a:defRPr sz="3467"/>
            </a:lvl9pPr>
          </a:lstStyle>
          <a:p>
            <a:endParaRPr/>
          </a:p>
        </p:txBody>
      </p:sp>
      <p:sp>
        <p:nvSpPr>
          <p:cNvPr id="123" name="Google Shape;123;p20"/>
          <p:cNvSpPr/>
          <p:nvPr/>
        </p:nvSpPr>
        <p:spPr>
          <a:xfrm rot="5400000">
            <a:off x="721608" y="1046747"/>
            <a:ext cx="369600" cy="692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094969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3"/>
        <p:cNvGrpSpPr/>
        <p:nvPr/>
      </p:nvGrpSpPr>
      <p:grpSpPr>
        <a:xfrm>
          <a:off x="0" y="0"/>
          <a:ext cx="0" cy="0"/>
          <a:chOff x="0" y="0"/>
          <a:chExt cx="0" cy="0"/>
        </a:xfrm>
      </p:grpSpPr>
      <p:sp>
        <p:nvSpPr>
          <p:cNvPr id="14" name="Google Shape;14;p3"/>
          <p:cNvSpPr/>
          <p:nvPr/>
        </p:nvSpPr>
        <p:spPr>
          <a:xfrm>
            <a:off x="428600" y="374933"/>
            <a:ext cx="11334800" cy="41496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 name="Google Shape;15;p3"/>
          <p:cNvSpPr txBox="1">
            <a:spLocks noGrp="1"/>
          </p:cNvSpPr>
          <p:nvPr>
            <p:ph type="ctrTitle"/>
          </p:nvPr>
        </p:nvSpPr>
        <p:spPr>
          <a:xfrm>
            <a:off x="2402800" y="951133"/>
            <a:ext cx="73864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16" name="Google Shape;16;p3"/>
          <p:cNvSpPr txBox="1">
            <a:spLocks noGrp="1"/>
          </p:cNvSpPr>
          <p:nvPr>
            <p:ph type="subTitle" idx="1"/>
          </p:nvPr>
        </p:nvSpPr>
        <p:spPr>
          <a:xfrm>
            <a:off x="1153000" y="3319400"/>
            <a:ext cx="218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900"/>
              <a:buNone/>
              <a:defRPr sz="120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17" name="Google Shape;17;p3"/>
          <p:cNvSpPr txBox="1">
            <a:spLocks noGrp="1"/>
          </p:cNvSpPr>
          <p:nvPr>
            <p:ph type="title" idx="2" hasCustomPrompt="1"/>
          </p:nvPr>
        </p:nvSpPr>
        <p:spPr>
          <a:xfrm>
            <a:off x="1232600" y="2172233"/>
            <a:ext cx="2028800" cy="90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
        <p:nvSpPr>
          <p:cNvPr id="18" name="Google Shape;18;p3"/>
          <p:cNvSpPr txBox="1">
            <a:spLocks noGrp="1"/>
          </p:cNvSpPr>
          <p:nvPr>
            <p:ph type="ctrTitle" idx="3"/>
          </p:nvPr>
        </p:nvSpPr>
        <p:spPr>
          <a:xfrm>
            <a:off x="964000" y="2877033"/>
            <a:ext cx="2566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400"/>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19" name="Google Shape;19;p3"/>
          <p:cNvSpPr txBox="1">
            <a:spLocks noGrp="1"/>
          </p:cNvSpPr>
          <p:nvPr>
            <p:ph type="subTitle" idx="4"/>
          </p:nvPr>
        </p:nvSpPr>
        <p:spPr>
          <a:xfrm>
            <a:off x="3719000" y="3331117"/>
            <a:ext cx="218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900"/>
              <a:buNone/>
              <a:defRPr sz="120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20" name="Google Shape;20;p3"/>
          <p:cNvSpPr txBox="1">
            <a:spLocks noGrp="1"/>
          </p:cNvSpPr>
          <p:nvPr>
            <p:ph type="title" idx="5" hasCustomPrompt="1"/>
          </p:nvPr>
        </p:nvSpPr>
        <p:spPr>
          <a:xfrm>
            <a:off x="3798600" y="2183951"/>
            <a:ext cx="2028800" cy="90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
        <p:nvSpPr>
          <p:cNvPr id="21" name="Google Shape;21;p3"/>
          <p:cNvSpPr txBox="1">
            <a:spLocks noGrp="1"/>
          </p:cNvSpPr>
          <p:nvPr>
            <p:ph type="ctrTitle" idx="6"/>
          </p:nvPr>
        </p:nvSpPr>
        <p:spPr>
          <a:xfrm>
            <a:off x="3530000" y="2888751"/>
            <a:ext cx="2566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400"/>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22" name="Google Shape;22;p3"/>
          <p:cNvSpPr txBox="1">
            <a:spLocks noGrp="1"/>
          </p:cNvSpPr>
          <p:nvPr>
            <p:ph type="subTitle" idx="7"/>
          </p:nvPr>
        </p:nvSpPr>
        <p:spPr>
          <a:xfrm>
            <a:off x="6285000" y="3354517"/>
            <a:ext cx="218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900"/>
              <a:buNone/>
              <a:defRPr sz="120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23" name="Google Shape;23;p3"/>
          <p:cNvSpPr txBox="1">
            <a:spLocks noGrp="1"/>
          </p:cNvSpPr>
          <p:nvPr>
            <p:ph type="title" idx="8" hasCustomPrompt="1"/>
          </p:nvPr>
        </p:nvSpPr>
        <p:spPr>
          <a:xfrm>
            <a:off x="6364600" y="2207351"/>
            <a:ext cx="2028800" cy="90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
        <p:nvSpPr>
          <p:cNvPr id="24" name="Google Shape;24;p3"/>
          <p:cNvSpPr txBox="1">
            <a:spLocks noGrp="1"/>
          </p:cNvSpPr>
          <p:nvPr>
            <p:ph type="ctrTitle" idx="9"/>
          </p:nvPr>
        </p:nvSpPr>
        <p:spPr>
          <a:xfrm>
            <a:off x="6096000" y="2912151"/>
            <a:ext cx="2566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400"/>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25" name="Google Shape;25;p3"/>
          <p:cNvSpPr txBox="1">
            <a:spLocks noGrp="1"/>
          </p:cNvSpPr>
          <p:nvPr>
            <p:ph type="subTitle" idx="13"/>
          </p:nvPr>
        </p:nvSpPr>
        <p:spPr>
          <a:xfrm>
            <a:off x="8851000" y="3354517"/>
            <a:ext cx="218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900"/>
              <a:buNone/>
              <a:defRPr sz="120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26" name="Google Shape;26;p3"/>
          <p:cNvSpPr txBox="1">
            <a:spLocks noGrp="1"/>
          </p:cNvSpPr>
          <p:nvPr>
            <p:ph type="title" idx="14" hasCustomPrompt="1"/>
          </p:nvPr>
        </p:nvSpPr>
        <p:spPr>
          <a:xfrm>
            <a:off x="8930600" y="2207351"/>
            <a:ext cx="2028800" cy="90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
        <p:nvSpPr>
          <p:cNvPr id="27" name="Google Shape;27;p3"/>
          <p:cNvSpPr txBox="1">
            <a:spLocks noGrp="1"/>
          </p:cNvSpPr>
          <p:nvPr>
            <p:ph type="ctrTitle" idx="15"/>
          </p:nvPr>
        </p:nvSpPr>
        <p:spPr>
          <a:xfrm>
            <a:off x="8662000" y="2912151"/>
            <a:ext cx="2566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400"/>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Tree>
    <p:extLst>
      <p:ext uri="{BB962C8B-B14F-4D97-AF65-F5344CB8AC3E}">
        <p14:creationId xmlns:p14="http://schemas.microsoft.com/office/powerpoint/2010/main" val="3280098443"/>
      </p:ext>
    </p:extLst>
  </p:cSld>
  <p:clrMapOvr>
    <a:masterClrMapping/>
  </p:clrMapOvr>
  <p:extLst>
    <p:ext uri="{DCECCB84-F9BA-43D5-87BE-67443E8EF086}">
      <p15:sldGuideLst xmlns:p15="http://schemas.microsoft.com/office/powerpoint/2012/main">
        <p15:guide id="1" orient="horz" pos="454">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 4 COLUMNS 2">
  <p:cSld name="TITLE + 4 COLUMNS 2">
    <p:spTree>
      <p:nvGrpSpPr>
        <p:cNvPr id="1" name="Shape 77"/>
        <p:cNvGrpSpPr/>
        <p:nvPr/>
      </p:nvGrpSpPr>
      <p:grpSpPr>
        <a:xfrm>
          <a:off x="0" y="0"/>
          <a:ext cx="0" cy="0"/>
          <a:chOff x="0" y="0"/>
          <a:chExt cx="0" cy="0"/>
        </a:xfrm>
      </p:grpSpPr>
      <p:sp>
        <p:nvSpPr>
          <p:cNvPr id="78" name="Google Shape;78;p11"/>
          <p:cNvSpPr/>
          <p:nvPr/>
        </p:nvSpPr>
        <p:spPr>
          <a:xfrm>
            <a:off x="511267" y="414401"/>
            <a:ext cx="7004000" cy="5456783"/>
          </a:xfrm>
          <a:prstGeom prst="rect">
            <a:avLst/>
          </a:prstGeom>
          <a:solidFill>
            <a:schemeClr val="bg1">
              <a:lumMod val="7500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9" name="Google Shape;79;p11"/>
          <p:cNvSpPr txBox="1">
            <a:spLocks noGrp="1"/>
          </p:cNvSpPr>
          <p:nvPr>
            <p:ph type="subTitle" idx="1"/>
          </p:nvPr>
        </p:nvSpPr>
        <p:spPr>
          <a:xfrm>
            <a:off x="1370049" y="5287333"/>
            <a:ext cx="237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lvl1pPr>
            <a:lvl2pPr lvl="1" algn="ctr" rtl="0">
              <a:lnSpc>
                <a:spcPct val="100000"/>
              </a:lnSpc>
              <a:spcBef>
                <a:spcPts val="0"/>
              </a:spcBef>
              <a:spcAft>
                <a:spcPts val="0"/>
              </a:spcAft>
              <a:buSzPts val="1100"/>
              <a:buNone/>
              <a:defRPr sz="1467"/>
            </a:lvl2pPr>
            <a:lvl3pPr lvl="2" algn="ctr" rtl="0">
              <a:lnSpc>
                <a:spcPct val="100000"/>
              </a:lnSpc>
              <a:spcBef>
                <a:spcPts val="0"/>
              </a:spcBef>
              <a:spcAft>
                <a:spcPts val="0"/>
              </a:spcAft>
              <a:buSzPts val="1100"/>
              <a:buNone/>
              <a:defRPr sz="1467"/>
            </a:lvl3pPr>
            <a:lvl4pPr lvl="3" algn="ctr" rtl="0">
              <a:lnSpc>
                <a:spcPct val="100000"/>
              </a:lnSpc>
              <a:spcBef>
                <a:spcPts val="0"/>
              </a:spcBef>
              <a:spcAft>
                <a:spcPts val="0"/>
              </a:spcAft>
              <a:buSzPts val="1100"/>
              <a:buNone/>
              <a:defRPr sz="1467"/>
            </a:lvl4pPr>
            <a:lvl5pPr lvl="4" algn="ctr" rtl="0">
              <a:lnSpc>
                <a:spcPct val="100000"/>
              </a:lnSpc>
              <a:spcBef>
                <a:spcPts val="0"/>
              </a:spcBef>
              <a:spcAft>
                <a:spcPts val="0"/>
              </a:spcAft>
              <a:buSzPts val="1100"/>
              <a:buNone/>
              <a:defRPr sz="1467"/>
            </a:lvl5pPr>
            <a:lvl6pPr lvl="5" algn="ctr" rtl="0">
              <a:lnSpc>
                <a:spcPct val="100000"/>
              </a:lnSpc>
              <a:spcBef>
                <a:spcPts val="0"/>
              </a:spcBef>
              <a:spcAft>
                <a:spcPts val="0"/>
              </a:spcAft>
              <a:buSzPts val="1100"/>
              <a:buNone/>
              <a:defRPr sz="1467"/>
            </a:lvl6pPr>
            <a:lvl7pPr lvl="6" algn="ctr" rtl="0">
              <a:lnSpc>
                <a:spcPct val="100000"/>
              </a:lnSpc>
              <a:spcBef>
                <a:spcPts val="0"/>
              </a:spcBef>
              <a:spcAft>
                <a:spcPts val="0"/>
              </a:spcAft>
              <a:buSzPts val="1100"/>
              <a:buNone/>
              <a:defRPr sz="1467"/>
            </a:lvl7pPr>
            <a:lvl8pPr lvl="7" algn="ctr" rtl="0">
              <a:lnSpc>
                <a:spcPct val="100000"/>
              </a:lnSpc>
              <a:spcBef>
                <a:spcPts val="0"/>
              </a:spcBef>
              <a:spcAft>
                <a:spcPts val="0"/>
              </a:spcAft>
              <a:buSzPts val="1100"/>
              <a:buNone/>
              <a:defRPr sz="1467"/>
            </a:lvl8pPr>
            <a:lvl9pPr lvl="8" algn="ctr" rtl="0">
              <a:lnSpc>
                <a:spcPct val="100000"/>
              </a:lnSpc>
              <a:spcBef>
                <a:spcPts val="0"/>
              </a:spcBef>
              <a:spcAft>
                <a:spcPts val="0"/>
              </a:spcAft>
              <a:buSzPts val="1100"/>
              <a:buNone/>
              <a:defRPr sz="1467"/>
            </a:lvl9pPr>
          </a:lstStyle>
          <a:p>
            <a:endParaRPr/>
          </a:p>
        </p:txBody>
      </p:sp>
      <p:sp>
        <p:nvSpPr>
          <p:cNvPr id="80" name="Google Shape;80;p11"/>
          <p:cNvSpPr txBox="1">
            <a:spLocks noGrp="1"/>
          </p:cNvSpPr>
          <p:nvPr>
            <p:ph type="ctrTitle"/>
          </p:nvPr>
        </p:nvSpPr>
        <p:spPr>
          <a:xfrm>
            <a:off x="1370049" y="4844988"/>
            <a:ext cx="2378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None/>
              <a:defRPr sz="2667"/>
            </a:lvl1pPr>
            <a:lvl2pPr lvl="1" algn="ctr" rtl="0">
              <a:spcBef>
                <a:spcPts val="0"/>
              </a:spcBef>
              <a:spcAft>
                <a:spcPts val="0"/>
              </a:spcAft>
              <a:buSzPts val="2000"/>
              <a:buNone/>
              <a:defRPr sz="2667"/>
            </a:lvl2pPr>
            <a:lvl3pPr lvl="2" algn="ctr" rtl="0">
              <a:spcBef>
                <a:spcPts val="0"/>
              </a:spcBef>
              <a:spcAft>
                <a:spcPts val="0"/>
              </a:spcAft>
              <a:buSzPts val="2000"/>
              <a:buNone/>
              <a:defRPr sz="2667"/>
            </a:lvl3pPr>
            <a:lvl4pPr lvl="3" algn="ctr" rtl="0">
              <a:spcBef>
                <a:spcPts val="0"/>
              </a:spcBef>
              <a:spcAft>
                <a:spcPts val="0"/>
              </a:spcAft>
              <a:buSzPts val="2000"/>
              <a:buNone/>
              <a:defRPr sz="2667"/>
            </a:lvl4pPr>
            <a:lvl5pPr lvl="4" algn="ctr" rtl="0">
              <a:spcBef>
                <a:spcPts val="0"/>
              </a:spcBef>
              <a:spcAft>
                <a:spcPts val="0"/>
              </a:spcAft>
              <a:buSzPts val="2000"/>
              <a:buNone/>
              <a:defRPr sz="2667"/>
            </a:lvl5pPr>
            <a:lvl6pPr lvl="5" algn="ctr" rtl="0">
              <a:spcBef>
                <a:spcPts val="0"/>
              </a:spcBef>
              <a:spcAft>
                <a:spcPts val="0"/>
              </a:spcAft>
              <a:buSzPts val="2000"/>
              <a:buNone/>
              <a:defRPr sz="2667"/>
            </a:lvl6pPr>
            <a:lvl7pPr lvl="6" algn="ctr" rtl="0">
              <a:spcBef>
                <a:spcPts val="0"/>
              </a:spcBef>
              <a:spcAft>
                <a:spcPts val="0"/>
              </a:spcAft>
              <a:buSzPts val="2000"/>
              <a:buNone/>
              <a:defRPr sz="2667"/>
            </a:lvl7pPr>
            <a:lvl8pPr lvl="7" algn="ctr" rtl="0">
              <a:spcBef>
                <a:spcPts val="0"/>
              </a:spcBef>
              <a:spcAft>
                <a:spcPts val="0"/>
              </a:spcAft>
              <a:buSzPts val="2000"/>
              <a:buNone/>
              <a:defRPr sz="2667"/>
            </a:lvl8pPr>
            <a:lvl9pPr lvl="8" algn="ctr" rtl="0">
              <a:spcBef>
                <a:spcPts val="0"/>
              </a:spcBef>
              <a:spcAft>
                <a:spcPts val="0"/>
              </a:spcAft>
              <a:buSzPts val="2000"/>
              <a:buNone/>
              <a:defRPr sz="2667"/>
            </a:lvl9pPr>
          </a:lstStyle>
          <a:p>
            <a:endParaRPr/>
          </a:p>
        </p:txBody>
      </p:sp>
      <p:sp>
        <p:nvSpPr>
          <p:cNvPr id="81" name="Google Shape;81;p11"/>
          <p:cNvSpPr txBox="1">
            <a:spLocks noGrp="1"/>
          </p:cNvSpPr>
          <p:nvPr>
            <p:ph type="subTitle" idx="2"/>
          </p:nvPr>
        </p:nvSpPr>
        <p:spPr>
          <a:xfrm>
            <a:off x="1370053" y="3204533"/>
            <a:ext cx="237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lvl1pPr>
            <a:lvl2pPr lvl="1" algn="ctr" rtl="0">
              <a:lnSpc>
                <a:spcPct val="100000"/>
              </a:lnSpc>
              <a:spcBef>
                <a:spcPts val="0"/>
              </a:spcBef>
              <a:spcAft>
                <a:spcPts val="0"/>
              </a:spcAft>
              <a:buSzPts val="1100"/>
              <a:buNone/>
              <a:defRPr sz="1467"/>
            </a:lvl2pPr>
            <a:lvl3pPr lvl="2" algn="ctr" rtl="0">
              <a:lnSpc>
                <a:spcPct val="100000"/>
              </a:lnSpc>
              <a:spcBef>
                <a:spcPts val="0"/>
              </a:spcBef>
              <a:spcAft>
                <a:spcPts val="0"/>
              </a:spcAft>
              <a:buSzPts val="1100"/>
              <a:buNone/>
              <a:defRPr sz="1467"/>
            </a:lvl3pPr>
            <a:lvl4pPr lvl="3" algn="ctr" rtl="0">
              <a:lnSpc>
                <a:spcPct val="100000"/>
              </a:lnSpc>
              <a:spcBef>
                <a:spcPts val="0"/>
              </a:spcBef>
              <a:spcAft>
                <a:spcPts val="0"/>
              </a:spcAft>
              <a:buSzPts val="1100"/>
              <a:buNone/>
              <a:defRPr sz="1467"/>
            </a:lvl4pPr>
            <a:lvl5pPr lvl="4" algn="ctr" rtl="0">
              <a:lnSpc>
                <a:spcPct val="100000"/>
              </a:lnSpc>
              <a:spcBef>
                <a:spcPts val="0"/>
              </a:spcBef>
              <a:spcAft>
                <a:spcPts val="0"/>
              </a:spcAft>
              <a:buSzPts val="1100"/>
              <a:buNone/>
              <a:defRPr sz="1467"/>
            </a:lvl5pPr>
            <a:lvl6pPr lvl="5" algn="ctr" rtl="0">
              <a:lnSpc>
                <a:spcPct val="100000"/>
              </a:lnSpc>
              <a:spcBef>
                <a:spcPts val="0"/>
              </a:spcBef>
              <a:spcAft>
                <a:spcPts val="0"/>
              </a:spcAft>
              <a:buSzPts val="1100"/>
              <a:buNone/>
              <a:defRPr sz="1467"/>
            </a:lvl6pPr>
            <a:lvl7pPr lvl="6" algn="ctr" rtl="0">
              <a:lnSpc>
                <a:spcPct val="100000"/>
              </a:lnSpc>
              <a:spcBef>
                <a:spcPts val="0"/>
              </a:spcBef>
              <a:spcAft>
                <a:spcPts val="0"/>
              </a:spcAft>
              <a:buSzPts val="1100"/>
              <a:buNone/>
              <a:defRPr sz="1467"/>
            </a:lvl7pPr>
            <a:lvl8pPr lvl="7" algn="ctr" rtl="0">
              <a:lnSpc>
                <a:spcPct val="100000"/>
              </a:lnSpc>
              <a:spcBef>
                <a:spcPts val="0"/>
              </a:spcBef>
              <a:spcAft>
                <a:spcPts val="0"/>
              </a:spcAft>
              <a:buSzPts val="1100"/>
              <a:buNone/>
              <a:defRPr sz="1467"/>
            </a:lvl8pPr>
            <a:lvl9pPr lvl="8" algn="ctr" rtl="0">
              <a:lnSpc>
                <a:spcPct val="100000"/>
              </a:lnSpc>
              <a:spcBef>
                <a:spcPts val="0"/>
              </a:spcBef>
              <a:spcAft>
                <a:spcPts val="0"/>
              </a:spcAft>
              <a:buSzPts val="1100"/>
              <a:buNone/>
              <a:defRPr sz="1467"/>
            </a:lvl9pPr>
          </a:lstStyle>
          <a:p>
            <a:endParaRPr/>
          </a:p>
        </p:txBody>
      </p:sp>
      <p:sp>
        <p:nvSpPr>
          <p:cNvPr id="82" name="Google Shape;82;p11"/>
          <p:cNvSpPr txBox="1">
            <a:spLocks noGrp="1"/>
          </p:cNvSpPr>
          <p:nvPr>
            <p:ph type="ctrTitle" idx="3"/>
          </p:nvPr>
        </p:nvSpPr>
        <p:spPr>
          <a:xfrm>
            <a:off x="1370053" y="2762188"/>
            <a:ext cx="2378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None/>
              <a:defRPr sz="2667"/>
            </a:lvl1pPr>
            <a:lvl2pPr lvl="1" algn="ctr" rtl="0">
              <a:spcBef>
                <a:spcPts val="0"/>
              </a:spcBef>
              <a:spcAft>
                <a:spcPts val="0"/>
              </a:spcAft>
              <a:buSzPts val="2000"/>
              <a:buNone/>
              <a:defRPr sz="2667"/>
            </a:lvl2pPr>
            <a:lvl3pPr lvl="2" algn="ctr" rtl="0">
              <a:spcBef>
                <a:spcPts val="0"/>
              </a:spcBef>
              <a:spcAft>
                <a:spcPts val="0"/>
              </a:spcAft>
              <a:buSzPts val="2000"/>
              <a:buNone/>
              <a:defRPr sz="2667"/>
            </a:lvl3pPr>
            <a:lvl4pPr lvl="3" algn="ctr" rtl="0">
              <a:spcBef>
                <a:spcPts val="0"/>
              </a:spcBef>
              <a:spcAft>
                <a:spcPts val="0"/>
              </a:spcAft>
              <a:buSzPts val="2000"/>
              <a:buNone/>
              <a:defRPr sz="2667"/>
            </a:lvl4pPr>
            <a:lvl5pPr lvl="4" algn="ctr" rtl="0">
              <a:spcBef>
                <a:spcPts val="0"/>
              </a:spcBef>
              <a:spcAft>
                <a:spcPts val="0"/>
              </a:spcAft>
              <a:buSzPts val="2000"/>
              <a:buNone/>
              <a:defRPr sz="2667"/>
            </a:lvl5pPr>
            <a:lvl6pPr lvl="5" algn="ctr" rtl="0">
              <a:spcBef>
                <a:spcPts val="0"/>
              </a:spcBef>
              <a:spcAft>
                <a:spcPts val="0"/>
              </a:spcAft>
              <a:buSzPts val="2000"/>
              <a:buNone/>
              <a:defRPr sz="2667"/>
            </a:lvl6pPr>
            <a:lvl7pPr lvl="6" algn="ctr" rtl="0">
              <a:spcBef>
                <a:spcPts val="0"/>
              </a:spcBef>
              <a:spcAft>
                <a:spcPts val="0"/>
              </a:spcAft>
              <a:buSzPts val="2000"/>
              <a:buNone/>
              <a:defRPr sz="2667"/>
            </a:lvl7pPr>
            <a:lvl8pPr lvl="7" algn="ctr" rtl="0">
              <a:spcBef>
                <a:spcPts val="0"/>
              </a:spcBef>
              <a:spcAft>
                <a:spcPts val="0"/>
              </a:spcAft>
              <a:buSzPts val="2000"/>
              <a:buNone/>
              <a:defRPr sz="2667"/>
            </a:lvl8pPr>
            <a:lvl9pPr lvl="8" algn="ctr" rtl="0">
              <a:spcBef>
                <a:spcPts val="0"/>
              </a:spcBef>
              <a:spcAft>
                <a:spcPts val="0"/>
              </a:spcAft>
              <a:buSzPts val="2000"/>
              <a:buNone/>
              <a:defRPr sz="2667"/>
            </a:lvl9pPr>
          </a:lstStyle>
          <a:p>
            <a:endParaRPr/>
          </a:p>
        </p:txBody>
      </p:sp>
      <p:sp>
        <p:nvSpPr>
          <p:cNvPr id="83" name="Google Shape;83;p11"/>
          <p:cNvSpPr txBox="1">
            <a:spLocks noGrp="1"/>
          </p:cNvSpPr>
          <p:nvPr>
            <p:ph type="ctrTitle" idx="4"/>
          </p:nvPr>
        </p:nvSpPr>
        <p:spPr>
          <a:xfrm>
            <a:off x="1370063" y="960000"/>
            <a:ext cx="52864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84" name="Google Shape;84;p11"/>
          <p:cNvSpPr txBox="1">
            <a:spLocks noGrp="1"/>
          </p:cNvSpPr>
          <p:nvPr>
            <p:ph type="subTitle" idx="5"/>
          </p:nvPr>
        </p:nvSpPr>
        <p:spPr>
          <a:xfrm>
            <a:off x="4278349" y="5287333"/>
            <a:ext cx="237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lvl1pPr>
            <a:lvl2pPr lvl="1" algn="ctr" rtl="0">
              <a:lnSpc>
                <a:spcPct val="100000"/>
              </a:lnSpc>
              <a:spcBef>
                <a:spcPts val="0"/>
              </a:spcBef>
              <a:spcAft>
                <a:spcPts val="0"/>
              </a:spcAft>
              <a:buSzPts val="1100"/>
              <a:buNone/>
              <a:defRPr sz="1467"/>
            </a:lvl2pPr>
            <a:lvl3pPr lvl="2" algn="ctr" rtl="0">
              <a:lnSpc>
                <a:spcPct val="100000"/>
              </a:lnSpc>
              <a:spcBef>
                <a:spcPts val="0"/>
              </a:spcBef>
              <a:spcAft>
                <a:spcPts val="0"/>
              </a:spcAft>
              <a:buSzPts val="1100"/>
              <a:buNone/>
              <a:defRPr sz="1467"/>
            </a:lvl3pPr>
            <a:lvl4pPr lvl="3" algn="ctr" rtl="0">
              <a:lnSpc>
                <a:spcPct val="100000"/>
              </a:lnSpc>
              <a:spcBef>
                <a:spcPts val="0"/>
              </a:spcBef>
              <a:spcAft>
                <a:spcPts val="0"/>
              </a:spcAft>
              <a:buSzPts val="1100"/>
              <a:buNone/>
              <a:defRPr sz="1467"/>
            </a:lvl4pPr>
            <a:lvl5pPr lvl="4" algn="ctr" rtl="0">
              <a:lnSpc>
                <a:spcPct val="100000"/>
              </a:lnSpc>
              <a:spcBef>
                <a:spcPts val="0"/>
              </a:spcBef>
              <a:spcAft>
                <a:spcPts val="0"/>
              </a:spcAft>
              <a:buSzPts val="1100"/>
              <a:buNone/>
              <a:defRPr sz="1467"/>
            </a:lvl5pPr>
            <a:lvl6pPr lvl="5" algn="ctr" rtl="0">
              <a:lnSpc>
                <a:spcPct val="100000"/>
              </a:lnSpc>
              <a:spcBef>
                <a:spcPts val="0"/>
              </a:spcBef>
              <a:spcAft>
                <a:spcPts val="0"/>
              </a:spcAft>
              <a:buSzPts val="1100"/>
              <a:buNone/>
              <a:defRPr sz="1467"/>
            </a:lvl6pPr>
            <a:lvl7pPr lvl="6" algn="ctr" rtl="0">
              <a:lnSpc>
                <a:spcPct val="100000"/>
              </a:lnSpc>
              <a:spcBef>
                <a:spcPts val="0"/>
              </a:spcBef>
              <a:spcAft>
                <a:spcPts val="0"/>
              </a:spcAft>
              <a:buSzPts val="1100"/>
              <a:buNone/>
              <a:defRPr sz="1467"/>
            </a:lvl7pPr>
            <a:lvl8pPr lvl="7" algn="ctr" rtl="0">
              <a:lnSpc>
                <a:spcPct val="100000"/>
              </a:lnSpc>
              <a:spcBef>
                <a:spcPts val="0"/>
              </a:spcBef>
              <a:spcAft>
                <a:spcPts val="0"/>
              </a:spcAft>
              <a:buSzPts val="1100"/>
              <a:buNone/>
              <a:defRPr sz="1467"/>
            </a:lvl8pPr>
            <a:lvl9pPr lvl="8" algn="ctr" rtl="0">
              <a:lnSpc>
                <a:spcPct val="100000"/>
              </a:lnSpc>
              <a:spcBef>
                <a:spcPts val="0"/>
              </a:spcBef>
              <a:spcAft>
                <a:spcPts val="0"/>
              </a:spcAft>
              <a:buSzPts val="1100"/>
              <a:buNone/>
              <a:defRPr sz="1467"/>
            </a:lvl9pPr>
          </a:lstStyle>
          <a:p>
            <a:endParaRPr/>
          </a:p>
        </p:txBody>
      </p:sp>
      <p:sp>
        <p:nvSpPr>
          <p:cNvPr id="85" name="Google Shape;85;p11"/>
          <p:cNvSpPr txBox="1">
            <a:spLocks noGrp="1"/>
          </p:cNvSpPr>
          <p:nvPr>
            <p:ph type="ctrTitle" idx="6"/>
          </p:nvPr>
        </p:nvSpPr>
        <p:spPr>
          <a:xfrm>
            <a:off x="4278349" y="4844988"/>
            <a:ext cx="2378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None/>
              <a:defRPr sz="2667"/>
            </a:lvl1pPr>
            <a:lvl2pPr lvl="1" algn="ctr" rtl="0">
              <a:spcBef>
                <a:spcPts val="0"/>
              </a:spcBef>
              <a:spcAft>
                <a:spcPts val="0"/>
              </a:spcAft>
              <a:buSzPts val="2000"/>
              <a:buNone/>
              <a:defRPr sz="2667"/>
            </a:lvl2pPr>
            <a:lvl3pPr lvl="2" algn="ctr" rtl="0">
              <a:spcBef>
                <a:spcPts val="0"/>
              </a:spcBef>
              <a:spcAft>
                <a:spcPts val="0"/>
              </a:spcAft>
              <a:buSzPts val="2000"/>
              <a:buNone/>
              <a:defRPr sz="2667"/>
            </a:lvl3pPr>
            <a:lvl4pPr lvl="3" algn="ctr" rtl="0">
              <a:spcBef>
                <a:spcPts val="0"/>
              </a:spcBef>
              <a:spcAft>
                <a:spcPts val="0"/>
              </a:spcAft>
              <a:buSzPts val="2000"/>
              <a:buNone/>
              <a:defRPr sz="2667"/>
            </a:lvl4pPr>
            <a:lvl5pPr lvl="4" algn="ctr" rtl="0">
              <a:spcBef>
                <a:spcPts val="0"/>
              </a:spcBef>
              <a:spcAft>
                <a:spcPts val="0"/>
              </a:spcAft>
              <a:buSzPts val="2000"/>
              <a:buNone/>
              <a:defRPr sz="2667"/>
            </a:lvl5pPr>
            <a:lvl6pPr lvl="5" algn="ctr" rtl="0">
              <a:spcBef>
                <a:spcPts val="0"/>
              </a:spcBef>
              <a:spcAft>
                <a:spcPts val="0"/>
              </a:spcAft>
              <a:buSzPts val="2000"/>
              <a:buNone/>
              <a:defRPr sz="2667"/>
            </a:lvl6pPr>
            <a:lvl7pPr lvl="6" algn="ctr" rtl="0">
              <a:spcBef>
                <a:spcPts val="0"/>
              </a:spcBef>
              <a:spcAft>
                <a:spcPts val="0"/>
              </a:spcAft>
              <a:buSzPts val="2000"/>
              <a:buNone/>
              <a:defRPr sz="2667"/>
            </a:lvl7pPr>
            <a:lvl8pPr lvl="7" algn="ctr" rtl="0">
              <a:spcBef>
                <a:spcPts val="0"/>
              </a:spcBef>
              <a:spcAft>
                <a:spcPts val="0"/>
              </a:spcAft>
              <a:buSzPts val="2000"/>
              <a:buNone/>
              <a:defRPr sz="2667"/>
            </a:lvl8pPr>
            <a:lvl9pPr lvl="8" algn="ctr" rtl="0">
              <a:spcBef>
                <a:spcPts val="0"/>
              </a:spcBef>
              <a:spcAft>
                <a:spcPts val="0"/>
              </a:spcAft>
              <a:buSzPts val="2000"/>
              <a:buNone/>
              <a:defRPr sz="2667"/>
            </a:lvl9pPr>
          </a:lstStyle>
          <a:p>
            <a:endParaRPr/>
          </a:p>
        </p:txBody>
      </p:sp>
      <p:sp>
        <p:nvSpPr>
          <p:cNvPr id="86" name="Google Shape;86;p11"/>
          <p:cNvSpPr txBox="1">
            <a:spLocks noGrp="1"/>
          </p:cNvSpPr>
          <p:nvPr>
            <p:ph type="subTitle" idx="7"/>
          </p:nvPr>
        </p:nvSpPr>
        <p:spPr>
          <a:xfrm>
            <a:off x="4278353" y="3204533"/>
            <a:ext cx="237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lvl1pPr>
            <a:lvl2pPr lvl="1" algn="ctr" rtl="0">
              <a:lnSpc>
                <a:spcPct val="100000"/>
              </a:lnSpc>
              <a:spcBef>
                <a:spcPts val="0"/>
              </a:spcBef>
              <a:spcAft>
                <a:spcPts val="0"/>
              </a:spcAft>
              <a:buSzPts val="1100"/>
              <a:buNone/>
              <a:defRPr sz="1467"/>
            </a:lvl2pPr>
            <a:lvl3pPr lvl="2" algn="ctr" rtl="0">
              <a:lnSpc>
                <a:spcPct val="100000"/>
              </a:lnSpc>
              <a:spcBef>
                <a:spcPts val="0"/>
              </a:spcBef>
              <a:spcAft>
                <a:spcPts val="0"/>
              </a:spcAft>
              <a:buSzPts val="1100"/>
              <a:buNone/>
              <a:defRPr sz="1467"/>
            </a:lvl3pPr>
            <a:lvl4pPr lvl="3" algn="ctr" rtl="0">
              <a:lnSpc>
                <a:spcPct val="100000"/>
              </a:lnSpc>
              <a:spcBef>
                <a:spcPts val="0"/>
              </a:spcBef>
              <a:spcAft>
                <a:spcPts val="0"/>
              </a:spcAft>
              <a:buSzPts val="1100"/>
              <a:buNone/>
              <a:defRPr sz="1467"/>
            </a:lvl4pPr>
            <a:lvl5pPr lvl="4" algn="ctr" rtl="0">
              <a:lnSpc>
                <a:spcPct val="100000"/>
              </a:lnSpc>
              <a:spcBef>
                <a:spcPts val="0"/>
              </a:spcBef>
              <a:spcAft>
                <a:spcPts val="0"/>
              </a:spcAft>
              <a:buSzPts val="1100"/>
              <a:buNone/>
              <a:defRPr sz="1467"/>
            </a:lvl5pPr>
            <a:lvl6pPr lvl="5" algn="ctr" rtl="0">
              <a:lnSpc>
                <a:spcPct val="100000"/>
              </a:lnSpc>
              <a:spcBef>
                <a:spcPts val="0"/>
              </a:spcBef>
              <a:spcAft>
                <a:spcPts val="0"/>
              </a:spcAft>
              <a:buSzPts val="1100"/>
              <a:buNone/>
              <a:defRPr sz="1467"/>
            </a:lvl6pPr>
            <a:lvl7pPr lvl="6" algn="ctr" rtl="0">
              <a:lnSpc>
                <a:spcPct val="100000"/>
              </a:lnSpc>
              <a:spcBef>
                <a:spcPts val="0"/>
              </a:spcBef>
              <a:spcAft>
                <a:spcPts val="0"/>
              </a:spcAft>
              <a:buSzPts val="1100"/>
              <a:buNone/>
              <a:defRPr sz="1467"/>
            </a:lvl7pPr>
            <a:lvl8pPr lvl="7" algn="ctr" rtl="0">
              <a:lnSpc>
                <a:spcPct val="100000"/>
              </a:lnSpc>
              <a:spcBef>
                <a:spcPts val="0"/>
              </a:spcBef>
              <a:spcAft>
                <a:spcPts val="0"/>
              </a:spcAft>
              <a:buSzPts val="1100"/>
              <a:buNone/>
              <a:defRPr sz="1467"/>
            </a:lvl8pPr>
            <a:lvl9pPr lvl="8" algn="ctr" rtl="0">
              <a:lnSpc>
                <a:spcPct val="100000"/>
              </a:lnSpc>
              <a:spcBef>
                <a:spcPts val="0"/>
              </a:spcBef>
              <a:spcAft>
                <a:spcPts val="0"/>
              </a:spcAft>
              <a:buSzPts val="1100"/>
              <a:buNone/>
              <a:defRPr sz="1467"/>
            </a:lvl9pPr>
          </a:lstStyle>
          <a:p>
            <a:endParaRPr/>
          </a:p>
        </p:txBody>
      </p:sp>
      <p:sp>
        <p:nvSpPr>
          <p:cNvPr id="87" name="Google Shape;87;p11"/>
          <p:cNvSpPr txBox="1">
            <a:spLocks noGrp="1"/>
          </p:cNvSpPr>
          <p:nvPr>
            <p:ph type="ctrTitle" idx="8"/>
          </p:nvPr>
        </p:nvSpPr>
        <p:spPr>
          <a:xfrm>
            <a:off x="4278353" y="2762188"/>
            <a:ext cx="2378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None/>
              <a:defRPr sz="2667"/>
            </a:lvl1pPr>
            <a:lvl2pPr lvl="1" algn="ctr" rtl="0">
              <a:spcBef>
                <a:spcPts val="0"/>
              </a:spcBef>
              <a:spcAft>
                <a:spcPts val="0"/>
              </a:spcAft>
              <a:buSzPts val="2000"/>
              <a:buNone/>
              <a:defRPr sz="2667"/>
            </a:lvl2pPr>
            <a:lvl3pPr lvl="2" algn="ctr" rtl="0">
              <a:spcBef>
                <a:spcPts val="0"/>
              </a:spcBef>
              <a:spcAft>
                <a:spcPts val="0"/>
              </a:spcAft>
              <a:buSzPts val="2000"/>
              <a:buNone/>
              <a:defRPr sz="2667"/>
            </a:lvl3pPr>
            <a:lvl4pPr lvl="3" algn="ctr" rtl="0">
              <a:spcBef>
                <a:spcPts val="0"/>
              </a:spcBef>
              <a:spcAft>
                <a:spcPts val="0"/>
              </a:spcAft>
              <a:buSzPts val="2000"/>
              <a:buNone/>
              <a:defRPr sz="2667"/>
            </a:lvl4pPr>
            <a:lvl5pPr lvl="4" algn="ctr" rtl="0">
              <a:spcBef>
                <a:spcPts val="0"/>
              </a:spcBef>
              <a:spcAft>
                <a:spcPts val="0"/>
              </a:spcAft>
              <a:buSzPts val="2000"/>
              <a:buNone/>
              <a:defRPr sz="2667"/>
            </a:lvl5pPr>
            <a:lvl6pPr lvl="5" algn="ctr" rtl="0">
              <a:spcBef>
                <a:spcPts val="0"/>
              </a:spcBef>
              <a:spcAft>
                <a:spcPts val="0"/>
              </a:spcAft>
              <a:buSzPts val="2000"/>
              <a:buNone/>
              <a:defRPr sz="2667"/>
            </a:lvl6pPr>
            <a:lvl7pPr lvl="6" algn="ctr" rtl="0">
              <a:spcBef>
                <a:spcPts val="0"/>
              </a:spcBef>
              <a:spcAft>
                <a:spcPts val="0"/>
              </a:spcAft>
              <a:buSzPts val="2000"/>
              <a:buNone/>
              <a:defRPr sz="2667"/>
            </a:lvl7pPr>
            <a:lvl8pPr lvl="7" algn="ctr" rtl="0">
              <a:spcBef>
                <a:spcPts val="0"/>
              </a:spcBef>
              <a:spcAft>
                <a:spcPts val="0"/>
              </a:spcAft>
              <a:buSzPts val="2000"/>
              <a:buNone/>
              <a:defRPr sz="2667"/>
            </a:lvl8pPr>
            <a:lvl9pPr lvl="8" algn="ctr" rtl="0">
              <a:spcBef>
                <a:spcPts val="0"/>
              </a:spcBef>
              <a:spcAft>
                <a:spcPts val="0"/>
              </a:spcAft>
              <a:buSzPts val="2000"/>
              <a:buNone/>
              <a:defRPr sz="2667"/>
            </a:lvl9pPr>
          </a:lstStyle>
          <a:p>
            <a:endParaRPr/>
          </a:p>
        </p:txBody>
      </p:sp>
    </p:spTree>
    <p:extLst>
      <p:ext uri="{BB962C8B-B14F-4D97-AF65-F5344CB8AC3E}">
        <p14:creationId xmlns:p14="http://schemas.microsoft.com/office/powerpoint/2010/main" val="2830172380"/>
      </p:ext>
    </p:extLst>
  </p:cSld>
  <p:clrMapOvr>
    <a:masterClrMapping/>
  </p:clrMapOvr>
  <p:extLst>
    <p:ext uri="{DCECCB84-F9BA-43D5-87BE-67443E8EF086}">
      <p15:sldGuideLst xmlns:p15="http://schemas.microsoft.com/office/powerpoint/2012/main">
        <p15:guide id="1" orient="horz" pos="454">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4 COLUMNS 2" preserve="1">
  <p:cSld name="1_TITLE + 4 COLUMNS 2">
    <p:spTree>
      <p:nvGrpSpPr>
        <p:cNvPr id="1" name="Shape 77"/>
        <p:cNvGrpSpPr/>
        <p:nvPr/>
      </p:nvGrpSpPr>
      <p:grpSpPr>
        <a:xfrm>
          <a:off x="0" y="0"/>
          <a:ext cx="0" cy="0"/>
          <a:chOff x="0" y="0"/>
          <a:chExt cx="0" cy="0"/>
        </a:xfrm>
      </p:grpSpPr>
      <p:sp>
        <p:nvSpPr>
          <p:cNvPr id="78" name="Google Shape;78;p11"/>
          <p:cNvSpPr/>
          <p:nvPr/>
        </p:nvSpPr>
        <p:spPr>
          <a:xfrm>
            <a:off x="511267" y="414401"/>
            <a:ext cx="7004000" cy="5456783"/>
          </a:xfrm>
          <a:prstGeom prst="rect">
            <a:avLst/>
          </a:prstGeom>
          <a:solidFill>
            <a:schemeClr val="bg1">
              <a:lumMod val="9000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9" name="Google Shape;79;p11"/>
          <p:cNvSpPr txBox="1">
            <a:spLocks noGrp="1"/>
          </p:cNvSpPr>
          <p:nvPr>
            <p:ph type="subTitle" idx="1"/>
          </p:nvPr>
        </p:nvSpPr>
        <p:spPr>
          <a:xfrm>
            <a:off x="1370049" y="5287333"/>
            <a:ext cx="237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lvl1pPr>
            <a:lvl2pPr lvl="1" algn="ctr" rtl="0">
              <a:lnSpc>
                <a:spcPct val="100000"/>
              </a:lnSpc>
              <a:spcBef>
                <a:spcPts val="0"/>
              </a:spcBef>
              <a:spcAft>
                <a:spcPts val="0"/>
              </a:spcAft>
              <a:buSzPts val="1100"/>
              <a:buNone/>
              <a:defRPr sz="1467"/>
            </a:lvl2pPr>
            <a:lvl3pPr lvl="2" algn="ctr" rtl="0">
              <a:lnSpc>
                <a:spcPct val="100000"/>
              </a:lnSpc>
              <a:spcBef>
                <a:spcPts val="0"/>
              </a:spcBef>
              <a:spcAft>
                <a:spcPts val="0"/>
              </a:spcAft>
              <a:buSzPts val="1100"/>
              <a:buNone/>
              <a:defRPr sz="1467"/>
            </a:lvl3pPr>
            <a:lvl4pPr lvl="3" algn="ctr" rtl="0">
              <a:lnSpc>
                <a:spcPct val="100000"/>
              </a:lnSpc>
              <a:spcBef>
                <a:spcPts val="0"/>
              </a:spcBef>
              <a:spcAft>
                <a:spcPts val="0"/>
              </a:spcAft>
              <a:buSzPts val="1100"/>
              <a:buNone/>
              <a:defRPr sz="1467"/>
            </a:lvl4pPr>
            <a:lvl5pPr lvl="4" algn="ctr" rtl="0">
              <a:lnSpc>
                <a:spcPct val="100000"/>
              </a:lnSpc>
              <a:spcBef>
                <a:spcPts val="0"/>
              </a:spcBef>
              <a:spcAft>
                <a:spcPts val="0"/>
              </a:spcAft>
              <a:buSzPts val="1100"/>
              <a:buNone/>
              <a:defRPr sz="1467"/>
            </a:lvl5pPr>
            <a:lvl6pPr lvl="5" algn="ctr" rtl="0">
              <a:lnSpc>
                <a:spcPct val="100000"/>
              </a:lnSpc>
              <a:spcBef>
                <a:spcPts val="0"/>
              </a:spcBef>
              <a:spcAft>
                <a:spcPts val="0"/>
              </a:spcAft>
              <a:buSzPts val="1100"/>
              <a:buNone/>
              <a:defRPr sz="1467"/>
            </a:lvl6pPr>
            <a:lvl7pPr lvl="6" algn="ctr" rtl="0">
              <a:lnSpc>
                <a:spcPct val="100000"/>
              </a:lnSpc>
              <a:spcBef>
                <a:spcPts val="0"/>
              </a:spcBef>
              <a:spcAft>
                <a:spcPts val="0"/>
              </a:spcAft>
              <a:buSzPts val="1100"/>
              <a:buNone/>
              <a:defRPr sz="1467"/>
            </a:lvl7pPr>
            <a:lvl8pPr lvl="7" algn="ctr" rtl="0">
              <a:lnSpc>
                <a:spcPct val="100000"/>
              </a:lnSpc>
              <a:spcBef>
                <a:spcPts val="0"/>
              </a:spcBef>
              <a:spcAft>
                <a:spcPts val="0"/>
              </a:spcAft>
              <a:buSzPts val="1100"/>
              <a:buNone/>
              <a:defRPr sz="1467"/>
            </a:lvl8pPr>
            <a:lvl9pPr lvl="8" algn="ctr" rtl="0">
              <a:lnSpc>
                <a:spcPct val="100000"/>
              </a:lnSpc>
              <a:spcBef>
                <a:spcPts val="0"/>
              </a:spcBef>
              <a:spcAft>
                <a:spcPts val="0"/>
              </a:spcAft>
              <a:buSzPts val="1100"/>
              <a:buNone/>
              <a:defRPr sz="1467"/>
            </a:lvl9pPr>
          </a:lstStyle>
          <a:p>
            <a:endParaRPr/>
          </a:p>
        </p:txBody>
      </p:sp>
      <p:sp>
        <p:nvSpPr>
          <p:cNvPr id="80" name="Google Shape;80;p11"/>
          <p:cNvSpPr txBox="1">
            <a:spLocks noGrp="1"/>
          </p:cNvSpPr>
          <p:nvPr>
            <p:ph type="ctrTitle"/>
          </p:nvPr>
        </p:nvSpPr>
        <p:spPr>
          <a:xfrm>
            <a:off x="1370049" y="4844988"/>
            <a:ext cx="2378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None/>
              <a:defRPr sz="2667"/>
            </a:lvl1pPr>
            <a:lvl2pPr lvl="1" algn="ctr" rtl="0">
              <a:spcBef>
                <a:spcPts val="0"/>
              </a:spcBef>
              <a:spcAft>
                <a:spcPts val="0"/>
              </a:spcAft>
              <a:buSzPts val="2000"/>
              <a:buNone/>
              <a:defRPr sz="2667"/>
            </a:lvl2pPr>
            <a:lvl3pPr lvl="2" algn="ctr" rtl="0">
              <a:spcBef>
                <a:spcPts val="0"/>
              </a:spcBef>
              <a:spcAft>
                <a:spcPts val="0"/>
              </a:spcAft>
              <a:buSzPts val="2000"/>
              <a:buNone/>
              <a:defRPr sz="2667"/>
            </a:lvl3pPr>
            <a:lvl4pPr lvl="3" algn="ctr" rtl="0">
              <a:spcBef>
                <a:spcPts val="0"/>
              </a:spcBef>
              <a:spcAft>
                <a:spcPts val="0"/>
              </a:spcAft>
              <a:buSzPts val="2000"/>
              <a:buNone/>
              <a:defRPr sz="2667"/>
            </a:lvl4pPr>
            <a:lvl5pPr lvl="4" algn="ctr" rtl="0">
              <a:spcBef>
                <a:spcPts val="0"/>
              </a:spcBef>
              <a:spcAft>
                <a:spcPts val="0"/>
              </a:spcAft>
              <a:buSzPts val="2000"/>
              <a:buNone/>
              <a:defRPr sz="2667"/>
            </a:lvl5pPr>
            <a:lvl6pPr lvl="5" algn="ctr" rtl="0">
              <a:spcBef>
                <a:spcPts val="0"/>
              </a:spcBef>
              <a:spcAft>
                <a:spcPts val="0"/>
              </a:spcAft>
              <a:buSzPts val="2000"/>
              <a:buNone/>
              <a:defRPr sz="2667"/>
            </a:lvl6pPr>
            <a:lvl7pPr lvl="6" algn="ctr" rtl="0">
              <a:spcBef>
                <a:spcPts val="0"/>
              </a:spcBef>
              <a:spcAft>
                <a:spcPts val="0"/>
              </a:spcAft>
              <a:buSzPts val="2000"/>
              <a:buNone/>
              <a:defRPr sz="2667"/>
            </a:lvl7pPr>
            <a:lvl8pPr lvl="7" algn="ctr" rtl="0">
              <a:spcBef>
                <a:spcPts val="0"/>
              </a:spcBef>
              <a:spcAft>
                <a:spcPts val="0"/>
              </a:spcAft>
              <a:buSzPts val="2000"/>
              <a:buNone/>
              <a:defRPr sz="2667"/>
            </a:lvl8pPr>
            <a:lvl9pPr lvl="8" algn="ctr" rtl="0">
              <a:spcBef>
                <a:spcPts val="0"/>
              </a:spcBef>
              <a:spcAft>
                <a:spcPts val="0"/>
              </a:spcAft>
              <a:buSzPts val="2000"/>
              <a:buNone/>
              <a:defRPr sz="2667"/>
            </a:lvl9pPr>
          </a:lstStyle>
          <a:p>
            <a:endParaRPr/>
          </a:p>
        </p:txBody>
      </p:sp>
      <p:sp>
        <p:nvSpPr>
          <p:cNvPr id="81" name="Google Shape;81;p11"/>
          <p:cNvSpPr txBox="1">
            <a:spLocks noGrp="1"/>
          </p:cNvSpPr>
          <p:nvPr>
            <p:ph type="subTitle" idx="2"/>
          </p:nvPr>
        </p:nvSpPr>
        <p:spPr>
          <a:xfrm>
            <a:off x="1370053" y="3204533"/>
            <a:ext cx="237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lvl1pPr>
            <a:lvl2pPr lvl="1" algn="ctr" rtl="0">
              <a:lnSpc>
                <a:spcPct val="100000"/>
              </a:lnSpc>
              <a:spcBef>
                <a:spcPts val="0"/>
              </a:spcBef>
              <a:spcAft>
                <a:spcPts val="0"/>
              </a:spcAft>
              <a:buSzPts val="1100"/>
              <a:buNone/>
              <a:defRPr sz="1467"/>
            </a:lvl2pPr>
            <a:lvl3pPr lvl="2" algn="ctr" rtl="0">
              <a:lnSpc>
                <a:spcPct val="100000"/>
              </a:lnSpc>
              <a:spcBef>
                <a:spcPts val="0"/>
              </a:spcBef>
              <a:spcAft>
                <a:spcPts val="0"/>
              </a:spcAft>
              <a:buSzPts val="1100"/>
              <a:buNone/>
              <a:defRPr sz="1467"/>
            </a:lvl3pPr>
            <a:lvl4pPr lvl="3" algn="ctr" rtl="0">
              <a:lnSpc>
                <a:spcPct val="100000"/>
              </a:lnSpc>
              <a:spcBef>
                <a:spcPts val="0"/>
              </a:spcBef>
              <a:spcAft>
                <a:spcPts val="0"/>
              </a:spcAft>
              <a:buSzPts val="1100"/>
              <a:buNone/>
              <a:defRPr sz="1467"/>
            </a:lvl4pPr>
            <a:lvl5pPr lvl="4" algn="ctr" rtl="0">
              <a:lnSpc>
                <a:spcPct val="100000"/>
              </a:lnSpc>
              <a:spcBef>
                <a:spcPts val="0"/>
              </a:spcBef>
              <a:spcAft>
                <a:spcPts val="0"/>
              </a:spcAft>
              <a:buSzPts val="1100"/>
              <a:buNone/>
              <a:defRPr sz="1467"/>
            </a:lvl5pPr>
            <a:lvl6pPr lvl="5" algn="ctr" rtl="0">
              <a:lnSpc>
                <a:spcPct val="100000"/>
              </a:lnSpc>
              <a:spcBef>
                <a:spcPts val="0"/>
              </a:spcBef>
              <a:spcAft>
                <a:spcPts val="0"/>
              </a:spcAft>
              <a:buSzPts val="1100"/>
              <a:buNone/>
              <a:defRPr sz="1467"/>
            </a:lvl6pPr>
            <a:lvl7pPr lvl="6" algn="ctr" rtl="0">
              <a:lnSpc>
                <a:spcPct val="100000"/>
              </a:lnSpc>
              <a:spcBef>
                <a:spcPts val="0"/>
              </a:spcBef>
              <a:spcAft>
                <a:spcPts val="0"/>
              </a:spcAft>
              <a:buSzPts val="1100"/>
              <a:buNone/>
              <a:defRPr sz="1467"/>
            </a:lvl7pPr>
            <a:lvl8pPr lvl="7" algn="ctr" rtl="0">
              <a:lnSpc>
                <a:spcPct val="100000"/>
              </a:lnSpc>
              <a:spcBef>
                <a:spcPts val="0"/>
              </a:spcBef>
              <a:spcAft>
                <a:spcPts val="0"/>
              </a:spcAft>
              <a:buSzPts val="1100"/>
              <a:buNone/>
              <a:defRPr sz="1467"/>
            </a:lvl8pPr>
            <a:lvl9pPr lvl="8" algn="ctr" rtl="0">
              <a:lnSpc>
                <a:spcPct val="100000"/>
              </a:lnSpc>
              <a:spcBef>
                <a:spcPts val="0"/>
              </a:spcBef>
              <a:spcAft>
                <a:spcPts val="0"/>
              </a:spcAft>
              <a:buSzPts val="1100"/>
              <a:buNone/>
              <a:defRPr sz="1467"/>
            </a:lvl9pPr>
          </a:lstStyle>
          <a:p>
            <a:endParaRPr/>
          </a:p>
        </p:txBody>
      </p:sp>
      <p:sp>
        <p:nvSpPr>
          <p:cNvPr id="82" name="Google Shape;82;p11"/>
          <p:cNvSpPr txBox="1">
            <a:spLocks noGrp="1"/>
          </p:cNvSpPr>
          <p:nvPr>
            <p:ph type="ctrTitle" idx="3"/>
          </p:nvPr>
        </p:nvSpPr>
        <p:spPr>
          <a:xfrm>
            <a:off x="1370053" y="2762188"/>
            <a:ext cx="2378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None/>
              <a:defRPr sz="2667"/>
            </a:lvl1pPr>
            <a:lvl2pPr lvl="1" algn="ctr" rtl="0">
              <a:spcBef>
                <a:spcPts val="0"/>
              </a:spcBef>
              <a:spcAft>
                <a:spcPts val="0"/>
              </a:spcAft>
              <a:buSzPts val="2000"/>
              <a:buNone/>
              <a:defRPr sz="2667"/>
            </a:lvl2pPr>
            <a:lvl3pPr lvl="2" algn="ctr" rtl="0">
              <a:spcBef>
                <a:spcPts val="0"/>
              </a:spcBef>
              <a:spcAft>
                <a:spcPts val="0"/>
              </a:spcAft>
              <a:buSzPts val="2000"/>
              <a:buNone/>
              <a:defRPr sz="2667"/>
            </a:lvl3pPr>
            <a:lvl4pPr lvl="3" algn="ctr" rtl="0">
              <a:spcBef>
                <a:spcPts val="0"/>
              </a:spcBef>
              <a:spcAft>
                <a:spcPts val="0"/>
              </a:spcAft>
              <a:buSzPts val="2000"/>
              <a:buNone/>
              <a:defRPr sz="2667"/>
            </a:lvl4pPr>
            <a:lvl5pPr lvl="4" algn="ctr" rtl="0">
              <a:spcBef>
                <a:spcPts val="0"/>
              </a:spcBef>
              <a:spcAft>
                <a:spcPts val="0"/>
              </a:spcAft>
              <a:buSzPts val="2000"/>
              <a:buNone/>
              <a:defRPr sz="2667"/>
            </a:lvl5pPr>
            <a:lvl6pPr lvl="5" algn="ctr" rtl="0">
              <a:spcBef>
                <a:spcPts val="0"/>
              </a:spcBef>
              <a:spcAft>
                <a:spcPts val="0"/>
              </a:spcAft>
              <a:buSzPts val="2000"/>
              <a:buNone/>
              <a:defRPr sz="2667"/>
            </a:lvl6pPr>
            <a:lvl7pPr lvl="6" algn="ctr" rtl="0">
              <a:spcBef>
                <a:spcPts val="0"/>
              </a:spcBef>
              <a:spcAft>
                <a:spcPts val="0"/>
              </a:spcAft>
              <a:buSzPts val="2000"/>
              <a:buNone/>
              <a:defRPr sz="2667"/>
            </a:lvl7pPr>
            <a:lvl8pPr lvl="7" algn="ctr" rtl="0">
              <a:spcBef>
                <a:spcPts val="0"/>
              </a:spcBef>
              <a:spcAft>
                <a:spcPts val="0"/>
              </a:spcAft>
              <a:buSzPts val="2000"/>
              <a:buNone/>
              <a:defRPr sz="2667"/>
            </a:lvl8pPr>
            <a:lvl9pPr lvl="8" algn="ctr" rtl="0">
              <a:spcBef>
                <a:spcPts val="0"/>
              </a:spcBef>
              <a:spcAft>
                <a:spcPts val="0"/>
              </a:spcAft>
              <a:buSzPts val="2000"/>
              <a:buNone/>
              <a:defRPr sz="2667"/>
            </a:lvl9pPr>
          </a:lstStyle>
          <a:p>
            <a:endParaRPr/>
          </a:p>
        </p:txBody>
      </p:sp>
      <p:sp>
        <p:nvSpPr>
          <p:cNvPr id="83" name="Google Shape;83;p11"/>
          <p:cNvSpPr txBox="1">
            <a:spLocks noGrp="1"/>
          </p:cNvSpPr>
          <p:nvPr>
            <p:ph type="ctrTitle" idx="4"/>
          </p:nvPr>
        </p:nvSpPr>
        <p:spPr>
          <a:xfrm>
            <a:off x="1370063" y="960000"/>
            <a:ext cx="52864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84" name="Google Shape;84;p11"/>
          <p:cNvSpPr txBox="1">
            <a:spLocks noGrp="1"/>
          </p:cNvSpPr>
          <p:nvPr>
            <p:ph type="subTitle" idx="5"/>
          </p:nvPr>
        </p:nvSpPr>
        <p:spPr>
          <a:xfrm>
            <a:off x="4278349" y="5287333"/>
            <a:ext cx="237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lvl1pPr>
            <a:lvl2pPr lvl="1" algn="ctr" rtl="0">
              <a:lnSpc>
                <a:spcPct val="100000"/>
              </a:lnSpc>
              <a:spcBef>
                <a:spcPts val="0"/>
              </a:spcBef>
              <a:spcAft>
                <a:spcPts val="0"/>
              </a:spcAft>
              <a:buSzPts val="1100"/>
              <a:buNone/>
              <a:defRPr sz="1467"/>
            </a:lvl2pPr>
            <a:lvl3pPr lvl="2" algn="ctr" rtl="0">
              <a:lnSpc>
                <a:spcPct val="100000"/>
              </a:lnSpc>
              <a:spcBef>
                <a:spcPts val="0"/>
              </a:spcBef>
              <a:spcAft>
                <a:spcPts val="0"/>
              </a:spcAft>
              <a:buSzPts val="1100"/>
              <a:buNone/>
              <a:defRPr sz="1467"/>
            </a:lvl3pPr>
            <a:lvl4pPr lvl="3" algn="ctr" rtl="0">
              <a:lnSpc>
                <a:spcPct val="100000"/>
              </a:lnSpc>
              <a:spcBef>
                <a:spcPts val="0"/>
              </a:spcBef>
              <a:spcAft>
                <a:spcPts val="0"/>
              </a:spcAft>
              <a:buSzPts val="1100"/>
              <a:buNone/>
              <a:defRPr sz="1467"/>
            </a:lvl4pPr>
            <a:lvl5pPr lvl="4" algn="ctr" rtl="0">
              <a:lnSpc>
                <a:spcPct val="100000"/>
              </a:lnSpc>
              <a:spcBef>
                <a:spcPts val="0"/>
              </a:spcBef>
              <a:spcAft>
                <a:spcPts val="0"/>
              </a:spcAft>
              <a:buSzPts val="1100"/>
              <a:buNone/>
              <a:defRPr sz="1467"/>
            </a:lvl5pPr>
            <a:lvl6pPr lvl="5" algn="ctr" rtl="0">
              <a:lnSpc>
                <a:spcPct val="100000"/>
              </a:lnSpc>
              <a:spcBef>
                <a:spcPts val="0"/>
              </a:spcBef>
              <a:spcAft>
                <a:spcPts val="0"/>
              </a:spcAft>
              <a:buSzPts val="1100"/>
              <a:buNone/>
              <a:defRPr sz="1467"/>
            </a:lvl6pPr>
            <a:lvl7pPr lvl="6" algn="ctr" rtl="0">
              <a:lnSpc>
                <a:spcPct val="100000"/>
              </a:lnSpc>
              <a:spcBef>
                <a:spcPts val="0"/>
              </a:spcBef>
              <a:spcAft>
                <a:spcPts val="0"/>
              </a:spcAft>
              <a:buSzPts val="1100"/>
              <a:buNone/>
              <a:defRPr sz="1467"/>
            </a:lvl7pPr>
            <a:lvl8pPr lvl="7" algn="ctr" rtl="0">
              <a:lnSpc>
                <a:spcPct val="100000"/>
              </a:lnSpc>
              <a:spcBef>
                <a:spcPts val="0"/>
              </a:spcBef>
              <a:spcAft>
                <a:spcPts val="0"/>
              </a:spcAft>
              <a:buSzPts val="1100"/>
              <a:buNone/>
              <a:defRPr sz="1467"/>
            </a:lvl8pPr>
            <a:lvl9pPr lvl="8" algn="ctr" rtl="0">
              <a:lnSpc>
                <a:spcPct val="100000"/>
              </a:lnSpc>
              <a:spcBef>
                <a:spcPts val="0"/>
              </a:spcBef>
              <a:spcAft>
                <a:spcPts val="0"/>
              </a:spcAft>
              <a:buSzPts val="1100"/>
              <a:buNone/>
              <a:defRPr sz="1467"/>
            </a:lvl9pPr>
          </a:lstStyle>
          <a:p>
            <a:endParaRPr/>
          </a:p>
        </p:txBody>
      </p:sp>
      <p:sp>
        <p:nvSpPr>
          <p:cNvPr id="85" name="Google Shape;85;p11"/>
          <p:cNvSpPr txBox="1">
            <a:spLocks noGrp="1"/>
          </p:cNvSpPr>
          <p:nvPr>
            <p:ph type="ctrTitle" idx="6"/>
          </p:nvPr>
        </p:nvSpPr>
        <p:spPr>
          <a:xfrm>
            <a:off x="4278349" y="4844988"/>
            <a:ext cx="2378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None/>
              <a:defRPr sz="2667"/>
            </a:lvl1pPr>
            <a:lvl2pPr lvl="1" algn="ctr" rtl="0">
              <a:spcBef>
                <a:spcPts val="0"/>
              </a:spcBef>
              <a:spcAft>
                <a:spcPts val="0"/>
              </a:spcAft>
              <a:buSzPts val="2000"/>
              <a:buNone/>
              <a:defRPr sz="2667"/>
            </a:lvl2pPr>
            <a:lvl3pPr lvl="2" algn="ctr" rtl="0">
              <a:spcBef>
                <a:spcPts val="0"/>
              </a:spcBef>
              <a:spcAft>
                <a:spcPts val="0"/>
              </a:spcAft>
              <a:buSzPts val="2000"/>
              <a:buNone/>
              <a:defRPr sz="2667"/>
            </a:lvl3pPr>
            <a:lvl4pPr lvl="3" algn="ctr" rtl="0">
              <a:spcBef>
                <a:spcPts val="0"/>
              </a:spcBef>
              <a:spcAft>
                <a:spcPts val="0"/>
              </a:spcAft>
              <a:buSzPts val="2000"/>
              <a:buNone/>
              <a:defRPr sz="2667"/>
            </a:lvl4pPr>
            <a:lvl5pPr lvl="4" algn="ctr" rtl="0">
              <a:spcBef>
                <a:spcPts val="0"/>
              </a:spcBef>
              <a:spcAft>
                <a:spcPts val="0"/>
              </a:spcAft>
              <a:buSzPts val="2000"/>
              <a:buNone/>
              <a:defRPr sz="2667"/>
            </a:lvl5pPr>
            <a:lvl6pPr lvl="5" algn="ctr" rtl="0">
              <a:spcBef>
                <a:spcPts val="0"/>
              </a:spcBef>
              <a:spcAft>
                <a:spcPts val="0"/>
              </a:spcAft>
              <a:buSzPts val="2000"/>
              <a:buNone/>
              <a:defRPr sz="2667"/>
            </a:lvl6pPr>
            <a:lvl7pPr lvl="6" algn="ctr" rtl="0">
              <a:spcBef>
                <a:spcPts val="0"/>
              </a:spcBef>
              <a:spcAft>
                <a:spcPts val="0"/>
              </a:spcAft>
              <a:buSzPts val="2000"/>
              <a:buNone/>
              <a:defRPr sz="2667"/>
            </a:lvl7pPr>
            <a:lvl8pPr lvl="7" algn="ctr" rtl="0">
              <a:spcBef>
                <a:spcPts val="0"/>
              </a:spcBef>
              <a:spcAft>
                <a:spcPts val="0"/>
              </a:spcAft>
              <a:buSzPts val="2000"/>
              <a:buNone/>
              <a:defRPr sz="2667"/>
            </a:lvl8pPr>
            <a:lvl9pPr lvl="8" algn="ctr" rtl="0">
              <a:spcBef>
                <a:spcPts val="0"/>
              </a:spcBef>
              <a:spcAft>
                <a:spcPts val="0"/>
              </a:spcAft>
              <a:buSzPts val="2000"/>
              <a:buNone/>
              <a:defRPr sz="2667"/>
            </a:lvl9pPr>
          </a:lstStyle>
          <a:p>
            <a:endParaRPr/>
          </a:p>
        </p:txBody>
      </p:sp>
      <p:sp>
        <p:nvSpPr>
          <p:cNvPr id="86" name="Google Shape;86;p11"/>
          <p:cNvSpPr txBox="1">
            <a:spLocks noGrp="1"/>
          </p:cNvSpPr>
          <p:nvPr>
            <p:ph type="subTitle" idx="7"/>
          </p:nvPr>
        </p:nvSpPr>
        <p:spPr>
          <a:xfrm>
            <a:off x="4278353" y="3204533"/>
            <a:ext cx="23780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7"/>
            </a:lvl1pPr>
            <a:lvl2pPr lvl="1" algn="ctr" rtl="0">
              <a:lnSpc>
                <a:spcPct val="100000"/>
              </a:lnSpc>
              <a:spcBef>
                <a:spcPts val="0"/>
              </a:spcBef>
              <a:spcAft>
                <a:spcPts val="0"/>
              </a:spcAft>
              <a:buSzPts val="1100"/>
              <a:buNone/>
              <a:defRPr sz="1467"/>
            </a:lvl2pPr>
            <a:lvl3pPr lvl="2" algn="ctr" rtl="0">
              <a:lnSpc>
                <a:spcPct val="100000"/>
              </a:lnSpc>
              <a:spcBef>
                <a:spcPts val="0"/>
              </a:spcBef>
              <a:spcAft>
                <a:spcPts val="0"/>
              </a:spcAft>
              <a:buSzPts val="1100"/>
              <a:buNone/>
              <a:defRPr sz="1467"/>
            </a:lvl3pPr>
            <a:lvl4pPr lvl="3" algn="ctr" rtl="0">
              <a:lnSpc>
                <a:spcPct val="100000"/>
              </a:lnSpc>
              <a:spcBef>
                <a:spcPts val="0"/>
              </a:spcBef>
              <a:spcAft>
                <a:spcPts val="0"/>
              </a:spcAft>
              <a:buSzPts val="1100"/>
              <a:buNone/>
              <a:defRPr sz="1467"/>
            </a:lvl4pPr>
            <a:lvl5pPr lvl="4" algn="ctr" rtl="0">
              <a:lnSpc>
                <a:spcPct val="100000"/>
              </a:lnSpc>
              <a:spcBef>
                <a:spcPts val="0"/>
              </a:spcBef>
              <a:spcAft>
                <a:spcPts val="0"/>
              </a:spcAft>
              <a:buSzPts val="1100"/>
              <a:buNone/>
              <a:defRPr sz="1467"/>
            </a:lvl5pPr>
            <a:lvl6pPr lvl="5" algn="ctr" rtl="0">
              <a:lnSpc>
                <a:spcPct val="100000"/>
              </a:lnSpc>
              <a:spcBef>
                <a:spcPts val="0"/>
              </a:spcBef>
              <a:spcAft>
                <a:spcPts val="0"/>
              </a:spcAft>
              <a:buSzPts val="1100"/>
              <a:buNone/>
              <a:defRPr sz="1467"/>
            </a:lvl6pPr>
            <a:lvl7pPr lvl="6" algn="ctr" rtl="0">
              <a:lnSpc>
                <a:spcPct val="100000"/>
              </a:lnSpc>
              <a:spcBef>
                <a:spcPts val="0"/>
              </a:spcBef>
              <a:spcAft>
                <a:spcPts val="0"/>
              </a:spcAft>
              <a:buSzPts val="1100"/>
              <a:buNone/>
              <a:defRPr sz="1467"/>
            </a:lvl7pPr>
            <a:lvl8pPr lvl="7" algn="ctr" rtl="0">
              <a:lnSpc>
                <a:spcPct val="100000"/>
              </a:lnSpc>
              <a:spcBef>
                <a:spcPts val="0"/>
              </a:spcBef>
              <a:spcAft>
                <a:spcPts val="0"/>
              </a:spcAft>
              <a:buSzPts val="1100"/>
              <a:buNone/>
              <a:defRPr sz="1467"/>
            </a:lvl8pPr>
            <a:lvl9pPr lvl="8" algn="ctr" rtl="0">
              <a:lnSpc>
                <a:spcPct val="100000"/>
              </a:lnSpc>
              <a:spcBef>
                <a:spcPts val="0"/>
              </a:spcBef>
              <a:spcAft>
                <a:spcPts val="0"/>
              </a:spcAft>
              <a:buSzPts val="1100"/>
              <a:buNone/>
              <a:defRPr sz="1467"/>
            </a:lvl9pPr>
          </a:lstStyle>
          <a:p>
            <a:endParaRPr/>
          </a:p>
        </p:txBody>
      </p:sp>
      <p:sp>
        <p:nvSpPr>
          <p:cNvPr id="87" name="Google Shape;87;p11"/>
          <p:cNvSpPr txBox="1">
            <a:spLocks noGrp="1"/>
          </p:cNvSpPr>
          <p:nvPr>
            <p:ph type="ctrTitle" idx="8"/>
          </p:nvPr>
        </p:nvSpPr>
        <p:spPr>
          <a:xfrm>
            <a:off x="4278353" y="2762188"/>
            <a:ext cx="2378000" cy="84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000"/>
              <a:buNone/>
              <a:defRPr sz="2667"/>
            </a:lvl1pPr>
            <a:lvl2pPr lvl="1" algn="ctr" rtl="0">
              <a:spcBef>
                <a:spcPts val="0"/>
              </a:spcBef>
              <a:spcAft>
                <a:spcPts val="0"/>
              </a:spcAft>
              <a:buSzPts val="2000"/>
              <a:buNone/>
              <a:defRPr sz="2667"/>
            </a:lvl2pPr>
            <a:lvl3pPr lvl="2" algn="ctr" rtl="0">
              <a:spcBef>
                <a:spcPts val="0"/>
              </a:spcBef>
              <a:spcAft>
                <a:spcPts val="0"/>
              </a:spcAft>
              <a:buSzPts val="2000"/>
              <a:buNone/>
              <a:defRPr sz="2667"/>
            </a:lvl3pPr>
            <a:lvl4pPr lvl="3" algn="ctr" rtl="0">
              <a:spcBef>
                <a:spcPts val="0"/>
              </a:spcBef>
              <a:spcAft>
                <a:spcPts val="0"/>
              </a:spcAft>
              <a:buSzPts val="2000"/>
              <a:buNone/>
              <a:defRPr sz="2667"/>
            </a:lvl4pPr>
            <a:lvl5pPr lvl="4" algn="ctr" rtl="0">
              <a:spcBef>
                <a:spcPts val="0"/>
              </a:spcBef>
              <a:spcAft>
                <a:spcPts val="0"/>
              </a:spcAft>
              <a:buSzPts val="2000"/>
              <a:buNone/>
              <a:defRPr sz="2667"/>
            </a:lvl5pPr>
            <a:lvl6pPr lvl="5" algn="ctr" rtl="0">
              <a:spcBef>
                <a:spcPts val="0"/>
              </a:spcBef>
              <a:spcAft>
                <a:spcPts val="0"/>
              </a:spcAft>
              <a:buSzPts val="2000"/>
              <a:buNone/>
              <a:defRPr sz="2667"/>
            </a:lvl6pPr>
            <a:lvl7pPr lvl="6" algn="ctr" rtl="0">
              <a:spcBef>
                <a:spcPts val="0"/>
              </a:spcBef>
              <a:spcAft>
                <a:spcPts val="0"/>
              </a:spcAft>
              <a:buSzPts val="2000"/>
              <a:buNone/>
              <a:defRPr sz="2667"/>
            </a:lvl7pPr>
            <a:lvl8pPr lvl="7" algn="ctr" rtl="0">
              <a:spcBef>
                <a:spcPts val="0"/>
              </a:spcBef>
              <a:spcAft>
                <a:spcPts val="0"/>
              </a:spcAft>
              <a:buSzPts val="2000"/>
              <a:buNone/>
              <a:defRPr sz="2667"/>
            </a:lvl8pPr>
            <a:lvl9pPr lvl="8" algn="ctr" rtl="0">
              <a:spcBef>
                <a:spcPts val="0"/>
              </a:spcBef>
              <a:spcAft>
                <a:spcPts val="0"/>
              </a:spcAft>
              <a:buSzPts val="2000"/>
              <a:buNone/>
              <a:defRPr sz="2667"/>
            </a:lvl9pPr>
          </a:lstStyle>
          <a:p>
            <a:endParaRPr/>
          </a:p>
        </p:txBody>
      </p:sp>
    </p:spTree>
    <p:extLst>
      <p:ext uri="{BB962C8B-B14F-4D97-AF65-F5344CB8AC3E}">
        <p14:creationId xmlns:p14="http://schemas.microsoft.com/office/powerpoint/2010/main" val="4263074439"/>
      </p:ext>
    </p:extLst>
  </p:cSld>
  <p:clrMapOvr>
    <a:masterClrMapping/>
  </p:clrMapOvr>
  <p:extLst>
    <p:ext uri="{DCECCB84-F9BA-43D5-87BE-67443E8EF086}">
      <p15:sldGuideLst xmlns:p15="http://schemas.microsoft.com/office/powerpoint/2012/main">
        <p15:guide id="1" orient="horz" pos="454">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GB"/>
          </a:p>
        </p:txBody>
      </p:sp>
      <p:pic>
        <p:nvPicPr>
          <p:cNvPr id="3" name="Grafik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755576" y="4521105"/>
            <a:ext cx="2810907" cy="2395964"/>
          </a:xfrm>
          <a:prstGeom prst="rect">
            <a:avLst/>
          </a:prstGeom>
        </p:spPr>
      </p:pic>
      <p:pic>
        <p:nvPicPr>
          <p:cNvPr id="6" name="Grafik 5"/>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3467228" y="4486569"/>
            <a:ext cx="2943179" cy="2372487"/>
          </a:xfrm>
          <a:prstGeom prst="rect">
            <a:avLst/>
          </a:prstGeom>
        </p:spPr>
      </p:pic>
      <p:pic>
        <p:nvPicPr>
          <p:cNvPr id="7" name="Grafik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56321" y="4486569"/>
            <a:ext cx="2810907" cy="2395964"/>
          </a:xfrm>
          <a:prstGeom prst="rect">
            <a:avLst/>
          </a:prstGeom>
        </p:spPr>
      </p:pic>
      <p:pic>
        <p:nvPicPr>
          <p:cNvPr id="8" name="Grafik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9566483" y="4485514"/>
            <a:ext cx="2943179" cy="2372487"/>
          </a:xfrm>
          <a:prstGeom prst="rect">
            <a:avLst/>
          </a:prstGeom>
        </p:spPr>
      </p:pic>
    </p:spTree>
    <p:extLst>
      <p:ext uri="{BB962C8B-B14F-4D97-AF65-F5344CB8AC3E}">
        <p14:creationId xmlns:p14="http://schemas.microsoft.com/office/powerpoint/2010/main" val="437625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
  <p:cSld name="Quote ">
    <p:bg>
      <p:bgPr>
        <a:solidFill>
          <a:schemeClr val="lt1"/>
        </a:solidFill>
        <a:effectLst/>
      </p:bgPr>
    </p:bg>
    <p:spTree>
      <p:nvGrpSpPr>
        <p:cNvPr id="1" name="Shape 57"/>
        <p:cNvGrpSpPr/>
        <p:nvPr/>
      </p:nvGrpSpPr>
      <p:grpSpPr>
        <a:xfrm>
          <a:off x="0" y="0"/>
          <a:ext cx="0" cy="0"/>
          <a:chOff x="0" y="0"/>
          <a:chExt cx="0" cy="0"/>
        </a:xfrm>
      </p:grpSpPr>
      <p:sp>
        <p:nvSpPr>
          <p:cNvPr id="58" name="Google Shape;58;p8"/>
          <p:cNvSpPr/>
          <p:nvPr/>
        </p:nvSpPr>
        <p:spPr>
          <a:xfrm flipH="1">
            <a:off x="-16" y="3873333"/>
            <a:ext cx="4130400" cy="316400"/>
          </a:xfrm>
          <a:prstGeom prst="rect">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3"/>
              </a:solidFill>
            </a:endParaRPr>
          </a:p>
        </p:txBody>
      </p:sp>
      <p:sp>
        <p:nvSpPr>
          <p:cNvPr id="59" name="Google Shape;59;p8"/>
          <p:cNvSpPr txBox="1">
            <a:spLocks noGrp="1"/>
          </p:cNvSpPr>
          <p:nvPr>
            <p:ph type="subTitle" idx="1"/>
          </p:nvPr>
        </p:nvSpPr>
        <p:spPr>
          <a:xfrm flipH="1">
            <a:off x="2014856" y="3875244"/>
            <a:ext cx="4068000" cy="720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a:solidFill>
                  <a:srgbClr val="FFFFFF"/>
                </a:solidFill>
                <a:latin typeface="Staatliches"/>
                <a:ea typeface="Staatliches"/>
                <a:cs typeface="Staatliches"/>
                <a:sym typeface="Staatliches"/>
              </a:defRPr>
            </a:lvl1pPr>
            <a:lvl2pPr lvl="1" rtl="0">
              <a:spcBef>
                <a:spcPts val="2133"/>
              </a:spcBef>
              <a:spcAft>
                <a:spcPts val="0"/>
              </a:spcAft>
              <a:buNone/>
              <a:defRPr sz="1600">
                <a:solidFill>
                  <a:schemeClr val="accent3"/>
                </a:solidFill>
                <a:latin typeface="Staatliches"/>
                <a:ea typeface="Staatliches"/>
                <a:cs typeface="Staatliches"/>
                <a:sym typeface="Staatliches"/>
              </a:defRPr>
            </a:lvl2pPr>
            <a:lvl3pPr lvl="2" rtl="0">
              <a:spcBef>
                <a:spcPts val="2133"/>
              </a:spcBef>
              <a:spcAft>
                <a:spcPts val="0"/>
              </a:spcAft>
              <a:buNone/>
              <a:defRPr sz="1600">
                <a:solidFill>
                  <a:schemeClr val="accent3"/>
                </a:solidFill>
                <a:latin typeface="Staatliches"/>
                <a:ea typeface="Staatliches"/>
                <a:cs typeface="Staatliches"/>
                <a:sym typeface="Staatliches"/>
              </a:defRPr>
            </a:lvl3pPr>
            <a:lvl4pPr lvl="3" rtl="0">
              <a:spcBef>
                <a:spcPts val="2133"/>
              </a:spcBef>
              <a:spcAft>
                <a:spcPts val="0"/>
              </a:spcAft>
              <a:buNone/>
              <a:defRPr sz="1600">
                <a:solidFill>
                  <a:schemeClr val="accent3"/>
                </a:solidFill>
                <a:latin typeface="Staatliches"/>
                <a:ea typeface="Staatliches"/>
                <a:cs typeface="Staatliches"/>
                <a:sym typeface="Staatliches"/>
              </a:defRPr>
            </a:lvl4pPr>
            <a:lvl5pPr lvl="4" rtl="0">
              <a:spcBef>
                <a:spcPts val="2133"/>
              </a:spcBef>
              <a:spcAft>
                <a:spcPts val="0"/>
              </a:spcAft>
              <a:buNone/>
              <a:defRPr sz="1600">
                <a:solidFill>
                  <a:schemeClr val="accent3"/>
                </a:solidFill>
                <a:latin typeface="Staatliches"/>
                <a:ea typeface="Staatliches"/>
                <a:cs typeface="Staatliches"/>
                <a:sym typeface="Staatliches"/>
              </a:defRPr>
            </a:lvl5pPr>
            <a:lvl6pPr lvl="5" rtl="0">
              <a:spcBef>
                <a:spcPts val="2133"/>
              </a:spcBef>
              <a:spcAft>
                <a:spcPts val="0"/>
              </a:spcAft>
              <a:buNone/>
              <a:defRPr sz="1600">
                <a:solidFill>
                  <a:schemeClr val="accent3"/>
                </a:solidFill>
                <a:latin typeface="Staatliches"/>
                <a:ea typeface="Staatliches"/>
                <a:cs typeface="Staatliches"/>
                <a:sym typeface="Staatliches"/>
              </a:defRPr>
            </a:lvl6pPr>
            <a:lvl7pPr lvl="6" rtl="0">
              <a:spcBef>
                <a:spcPts val="2133"/>
              </a:spcBef>
              <a:spcAft>
                <a:spcPts val="0"/>
              </a:spcAft>
              <a:buNone/>
              <a:defRPr sz="1600">
                <a:solidFill>
                  <a:schemeClr val="accent3"/>
                </a:solidFill>
                <a:latin typeface="Staatliches"/>
                <a:ea typeface="Staatliches"/>
                <a:cs typeface="Staatliches"/>
                <a:sym typeface="Staatliches"/>
              </a:defRPr>
            </a:lvl7pPr>
            <a:lvl8pPr lvl="7" rtl="0">
              <a:spcBef>
                <a:spcPts val="2133"/>
              </a:spcBef>
              <a:spcAft>
                <a:spcPts val="0"/>
              </a:spcAft>
              <a:buNone/>
              <a:defRPr sz="1600">
                <a:solidFill>
                  <a:schemeClr val="accent3"/>
                </a:solidFill>
                <a:latin typeface="Staatliches"/>
                <a:ea typeface="Staatliches"/>
                <a:cs typeface="Staatliches"/>
                <a:sym typeface="Staatliches"/>
              </a:defRPr>
            </a:lvl8pPr>
            <a:lvl9pPr lvl="8" rtl="0">
              <a:spcBef>
                <a:spcPts val="2133"/>
              </a:spcBef>
              <a:spcAft>
                <a:spcPts val="2133"/>
              </a:spcAft>
              <a:buNone/>
              <a:defRPr sz="1600">
                <a:solidFill>
                  <a:schemeClr val="accent3"/>
                </a:solidFill>
                <a:latin typeface="Staatliches"/>
                <a:ea typeface="Staatliches"/>
                <a:cs typeface="Staatliches"/>
                <a:sym typeface="Staatliches"/>
              </a:defRPr>
            </a:lvl9pPr>
          </a:lstStyle>
          <a:p>
            <a:endParaRPr/>
          </a:p>
        </p:txBody>
      </p:sp>
      <p:sp>
        <p:nvSpPr>
          <p:cNvPr id="60" name="Google Shape;60;p8"/>
          <p:cNvSpPr txBox="1">
            <a:spLocks noGrp="1"/>
          </p:cNvSpPr>
          <p:nvPr>
            <p:ph type="subTitle" idx="2"/>
          </p:nvPr>
        </p:nvSpPr>
        <p:spPr>
          <a:xfrm flipH="1">
            <a:off x="2014951" y="2779667"/>
            <a:ext cx="4119200" cy="77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867">
                <a:solidFill>
                  <a:srgbClr val="FFFFFF"/>
                </a:solidFill>
              </a:defRPr>
            </a:lvl1pPr>
            <a:lvl2pPr lvl="1" rtl="0">
              <a:lnSpc>
                <a:spcPct val="100000"/>
              </a:lnSpc>
              <a:spcBef>
                <a:spcPts val="0"/>
              </a:spcBef>
              <a:spcAft>
                <a:spcPts val="0"/>
              </a:spcAft>
              <a:buClr>
                <a:srgbClr val="5B3C43"/>
              </a:buClr>
              <a:buSzPts val="1400"/>
              <a:buNone/>
              <a:defRPr sz="1867">
                <a:solidFill>
                  <a:srgbClr val="5B3C43"/>
                </a:solidFill>
              </a:defRPr>
            </a:lvl2pPr>
            <a:lvl3pPr lvl="2" rtl="0">
              <a:lnSpc>
                <a:spcPct val="100000"/>
              </a:lnSpc>
              <a:spcBef>
                <a:spcPts val="0"/>
              </a:spcBef>
              <a:spcAft>
                <a:spcPts val="0"/>
              </a:spcAft>
              <a:buClr>
                <a:srgbClr val="5B3C43"/>
              </a:buClr>
              <a:buSzPts val="1400"/>
              <a:buNone/>
              <a:defRPr sz="1867">
                <a:solidFill>
                  <a:srgbClr val="5B3C43"/>
                </a:solidFill>
              </a:defRPr>
            </a:lvl3pPr>
            <a:lvl4pPr lvl="3" rtl="0">
              <a:lnSpc>
                <a:spcPct val="100000"/>
              </a:lnSpc>
              <a:spcBef>
                <a:spcPts val="0"/>
              </a:spcBef>
              <a:spcAft>
                <a:spcPts val="0"/>
              </a:spcAft>
              <a:buClr>
                <a:srgbClr val="5B3C43"/>
              </a:buClr>
              <a:buSzPts val="1400"/>
              <a:buNone/>
              <a:defRPr sz="1867">
                <a:solidFill>
                  <a:srgbClr val="5B3C43"/>
                </a:solidFill>
              </a:defRPr>
            </a:lvl4pPr>
            <a:lvl5pPr lvl="4" rtl="0">
              <a:lnSpc>
                <a:spcPct val="100000"/>
              </a:lnSpc>
              <a:spcBef>
                <a:spcPts val="0"/>
              </a:spcBef>
              <a:spcAft>
                <a:spcPts val="0"/>
              </a:spcAft>
              <a:buClr>
                <a:srgbClr val="5B3C43"/>
              </a:buClr>
              <a:buSzPts val="1400"/>
              <a:buNone/>
              <a:defRPr sz="1867">
                <a:solidFill>
                  <a:srgbClr val="5B3C43"/>
                </a:solidFill>
              </a:defRPr>
            </a:lvl5pPr>
            <a:lvl6pPr lvl="5" rtl="0">
              <a:lnSpc>
                <a:spcPct val="100000"/>
              </a:lnSpc>
              <a:spcBef>
                <a:spcPts val="0"/>
              </a:spcBef>
              <a:spcAft>
                <a:spcPts val="0"/>
              </a:spcAft>
              <a:buClr>
                <a:srgbClr val="5B3C43"/>
              </a:buClr>
              <a:buSzPts val="1400"/>
              <a:buNone/>
              <a:defRPr sz="1867">
                <a:solidFill>
                  <a:srgbClr val="5B3C43"/>
                </a:solidFill>
              </a:defRPr>
            </a:lvl6pPr>
            <a:lvl7pPr lvl="6" rtl="0">
              <a:lnSpc>
                <a:spcPct val="100000"/>
              </a:lnSpc>
              <a:spcBef>
                <a:spcPts val="0"/>
              </a:spcBef>
              <a:spcAft>
                <a:spcPts val="0"/>
              </a:spcAft>
              <a:buClr>
                <a:srgbClr val="5B3C43"/>
              </a:buClr>
              <a:buSzPts val="1400"/>
              <a:buNone/>
              <a:defRPr sz="1867">
                <a:solidFill>
                  <a:srgbClr val="5B3C43"/>
                </a:solidFill>
              </a:defRPr>
            </a:lvl7pPr>
            <a:lvl8pPr lvl="7" rtl="0">
              <a:lnSpc>
                <a:spcPct val="100000"/>
              </a:lnSpc>
              <a:spcBef>
                <a:spcPts val="0"/>
              </a:spcBef>
              <a:spcAft>
                <a:spcPts val="0"/>
              </a:spcAft>
              <a:buClr>
                <a:srgbClr val="5B3C43"/>
              </a:buClr>
              <a:buSzPts val="1400"/>
              <a:buNone/>
              <a:defRPr sz="1867">
                <a:solidFill>
                  <a:srgbClr val="5B3C43"/>
                </a:solidFill>
              </a:defRPr>
            </a:lvl8pPr>
            <a:lvl9pPr lvl="8" rtl="0">
              <a:lnSpc>
                <a:spcPct val="100000"/>
              </a:lnSpc>
              <a:spcBef>
                <a:spcPts val="0"/>
              </a:spcBef>
              <a:spcAft>
                <a:spcPts val="0"/>
              </a:spcAft>
              <a:buClr>
                <a:srgbClr val="5B3C43"/>
              </a:buClr>
              <a:buSzPts val="1400"/>
              <a:buNone/>
              <a:defRPr sz="1867">
                <a:solidFill>
                  <a:srgbClr val="5B3C43"/>
                </a:solidFill>
              </a:defRPr>
            </a:lvl9pPr>
          </a:lstStyle>
          <a:p>
            <a:endParaRPr/>
          </a:p>
        </p:txBody>
      </p:sp>
    </p:spTree>
    <p:extLst>
      <p:ext uri="{BB962C8B-B14F-4D97-AF65-F5344CB8AC3E}">
        <p14:creationId xmlns:p14="http://schemas.microsoft.com/office/powerpoint/2010/main" val="31864049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columns 2">
  <p:cSld name="Four columns 2">
    <p:spTree>
      <p:nvGrpSpPr>
        <p:cNvPr id="1" name="Shape 683"/>
        <p:cNvGrpSpPr/>
        <p:nvPr/>
      </p:nvGrpSpPr>
      <p:grpSpPr>
        <a:xfrm>
          <a:off x="0" y="0"/>
          <a:ext cx="0" cy="0"/>
          <a:chOff x="0" y="0"/>
          <a:chExt cx="0" cy="0"/>
        </a:xfrm>
      </p:grpSpPr>
      <p:grpSp>
        <p:nvGrpSpPr>
          <p:cNvPr id="685" name="Google Shape;685;p25"/>
          <p:cNvGrpSpPr/>
          <p:nvPr/>
        </p:nvGrpSpPr>
        <p:grpSpPr>
          <a:xfrm>
            <a:off x="8680199" y="2621218"/>
            <a:ext cx="2896807" cy="3613017"/>
            <a:chOff x="6510149" y="1949738"/>
            <a:chExt cx="2172605" cy="2709763"/>
          </a:xfrm>
        </p:grpSpPr>
        <p:sp>
          <p:nvSpPr>
            <p:cNvPr id="686" name="Google Shape;686;p25"/>
            <p:cNvSpPr/>
            <p:nvPr/>
          </p:nvSpPr>
          <p:spPr>
            <a:xfrm>
              <a:off x="6510149" y="4267946"/>
              <a:ext cx="120540" cy="388831"/>
            </a:xfrm>
            <a:custGeom>
              <a:avLst/>
              <a:gdLst/>
              <a:ahLst/>
              <a:cxnLst/>
              <a:rect l="l" t="t" r="r" b="b"/>
              <a:pathLst>
                <a:path w="3761" h="12132" extrusionOk="0">
                  <a:moveTo>
                    <a:pt x="3760" y="1"/>
                  </a:moveTo>
                  <a:lnTo>
                    <a:pt x="1" y="135"/>
                  </a:lnTo>
                  <a:lnTo>
                    <a:pt x="1" y="12131"/>
                  </a:lnTo>
                  <a:lnTo>
                    <a:pt x="1605" y="12131"/>
                  </a:lnTo>
                  <a:lnTo>
                    <a:pt x="376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7" name="Google Shape;687;p25"/>
            <p:cNvSpPr/>
            <p:nvPr/>
          </p:nvSpPr>
          <p:spPr>
            <a:xfrm>
              <a:off x="7592958" y="2586860"/>
              <a:ext cx="93201" cy="30960"/>
            </a:xfrm>
            <a:custGeom>
              <a:avLst/>
              <a:gdLst/>
              <a:ahLst/>
              <a:cxnLst/>
              <a:rect l="l" t="t" r="r" b="b"/>
              <a:pathLst>
                <a:path w="2908" h="966" extrusionOk="0">
                  <a:moveTo>
                    <a:pt x="2875" y="1"/>
                  </a:moveTo>
                  <a:cubicBezTo>
                    <a:pt x="2771" y="1"/>
                    <a:pt x="2159" y="176"/>
                    <a:pt x="1421" y="423"/>
                  </a:cubicBezTo>
                  <a:cubicBezTo>
                    <a:pt x="635" y="690"/>
                    <a:pt x="0" y="924"/>
                    <a:pt x="0" y="957"/>
                  </a:cubicBezTo>
                  <a:cubicBezTo>
                    <a:pt x="2" y="963"/>
                    <a:pt x="12" y="966"/>
                    <a:pt x="29" y="966"/>
                  </a:cubicBezTo>
                  <a:cubicBezTo>
                    <a:pt x="164" y="966"/>
                    <a:pt x="758" y="794"/>
                    <a:pt x="1471" y="556"/>
                  </a:cubicBezTo>
                  <a:cubicBezTo>
                    <a:pt x="2273" y="289"/>
                    <a:pt x="2908" y="38"/>
                    <a:pt x="2891" y="5"/>
                  </a:cubicBezTo>
                  <a:cubicBezTo>
                    <a:pt x="2890" y="2"/>
                    <a:pt x="2884" y="1"/>
                    <a:pt x="2875"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8" name="Google Shape;688;p25"/>
            <p:cNvSpPr/>
            <p:nvPr/>
          </p:nvSpPr>
          <p:spPr>
            <a:xfrm>
              <a:off x="6977662" y="4267946"/>
              <a:ext cx="119963" cy="388831"/>
            </a:xfrm>
            <a:custGeom>
              <a:avLst/>
              <a:gdLst/>
              <a:ahLst/>
              <a:cxnLst/>
              <a:rect l="l" t="t" r="r" b="b"/>
              <a:pathLst>
                <a:path w="3743" h="12132" extrusionOk="0">
                  <a:moveTo>
                    <a:pt x="3743" y="1"/>
                  </a:moveTo>
                  <a:lnTo>
                    <a:pt x="0" y="135"/>
                  </a:lnTo>
                  <a:lnTo>
                    <a:pt x="0" y="12131"/>
                  </a:lnTo>
                  <a:lnTo>
                    <a:pt x="1604" y="12131"/>
                  </a:lnTo>
                  <a:lnTo>
                    <a:pt x="3743"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9" name="Google Shape;689;p25"/>
            <p:cNvSpPr/>
            <p:nvPr/>
          </p:nvSpPr>
          <p:spPr>
            <a:xfrm>
              <a:off x="7441394" y="4267946"/>
              <a:ext cx="120540" cy="388831"/>
            </a:xfrm>
            <a:custGeom>
              <a:avLst/>
              <a:gdLst/>
              <a:ahLst/>
              <a:cxnLst/>
              <a:rect l="l" t="t" r="r" b="b"/>
              <a:pathLst>
                <a:path w="3761" h="12132" extrusionOk="0">
                  <a:moveTo>
                    <a:pt x="1" y="1"/>
                  </a:moveTo>
                  <a:lnTo>
                    <a:pt x="2156" y="12131"/>
                  </a:lnTo>
                  <a:lnTo>
                    <a:pt x="3760" y="12131"/>
                  </a:lnTo>
                  <a:lnTo>
                    <a:pt x="3760" y="135"/>
                  </a:lnTo>
                  <a:lnTo>
                    <a:pt x="1"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0" name="Google Shape;690;p25"/>
            <p:cNvSpPr/>
            <p:nvPr/>
          </p:nvSpPr>
          <p:spPr>
            <a:xfrm>
              <a:off x="7769682" y="4267946"/>
              <a:ext cx="120508" cy="388831"/>
            </a:xfrm>
            <a:custGeom>
              <a:avLst/>
              <a:gdLst/>
              <a:ahLst/>
              <a:cxnLst/>
              <a:rect l="l" t="t" r="r" b="b"/>
              <a:pathLst>
                <a:path w="3760" h="12132" extrusionOk="0">
                  <a:moveTo>
                    <a:pt x="0" y="1"/>
                  </a:moveTo>
                  <a:lnTo>
                    <a:pt x="2156" y="12131"/>
                  </a:lnTo>
                  <a:lnTo>
                    <a:pt x="3760" y="12131"/>
                  </a:lnTo>
                  <a:lnTo>
                    <a:pt x="3760" y="135"/>
                  </a:lnTo>
                  <a:lnTo>
                    <a:pt x="0"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1" name="Google Shape;691;p25"/>
            <p:cNvSpPr/>
            <p:nvPr/>
          </p:nvSpPr>
          <p:spPr>
            <a:xfrm>
              <a:off x="6510149" y="3406827"/>
              <a:ext cx="375979" cy="873907"/>
            </a:xfrm>
            <a:custGeom>
              <a:avLst/>
              <a:gdLst/>
              <a:ahLst/>
              <a:cxnLst/>
              <a:rect l="l" t="t" r="r" b="b"/>
              <a:pathLst>
                <a:path w="11731" h="27267" extrusionOk="0">
                  <a:moveTo>
                    <a:pt x="5548" y="0"/>
                  </a:moveTo>
                  <a:cubicBezTo>
                    <a:pt x="4075" y="0"/>
                    <a:pt x="2636" y="293"/>
                    <a:pt x="1939" y="1271"/>
                  </a:cubicBezTo>
                  <a:cubicBezTo>
                    <a:pt x="184" y="3711"/>
                    <a:pt x="1" y="27170"/>
                    <a:pt x="1" y="27170"/>
                  </a:cubicBezTo>
                  <a:cubicBezTo>
                    <a:pt x="1" y="27170"/>
                    <a:pt x="5028" y="27266"/>
                    <a:pt x="8439" y="27266"/>
                  </a:cubicBezTo>
                  <a:cubicBezTo>
                    <a:pt x="10145" y="27266"/>
                    <a:pt x="11446" y="27242"/>
                    <a:pt x="11513" y="27170"/>
                  </a:cubicBezTo>
                  <a:cubicBezTo>
                    <a:pt x="11730" y="26969"/>
                    <a:pt x="10026" y="653"/>
                    <a:pt x="10026" y="653"/>
                  </a:cubicBezTo>
                  <a:cubicBezTo>
                    <a:pt x="10026" y="653"/>
                    <a:pt x="7748" y="0"/>
                    <a:pt x="5548"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2" name="Google Shape;692;p25"/>
            <p:cNvSpPr/>
            <p:nvPr/>
          </p:nvSpPr>
          <p:spPr>
            <a:xfrm>
              <a:off x="6804144" y="2531830"/>
              <a:ext cx="1086046" cy="1608718"/>
            </a:xfrm>
            <a:custGeom>
              <a:avLst/>
              <a:gdLst/>
              <a:ahLst/>
              <a:cxnLst/>
              <a:rect l="l" t="t" r="r" b="b"/>
              <a:pathLst>
                <a:path w="33886" h="50194" extrusionOk="0">
                  <a:moveTo>
                    <a:pt x="24423" y="1"/>
                  </a:moveTo>
                  <a:cubicBezTo>
                    <a:pt x="24403" y="1"/>
                    <a:pt x="24382" y="1"/>
                    <a:pt x="24362" y="1"/>
                  </a:cubicBezTo>
                  <a:lnTo>
                    <a:pt x="9424" y="1"/>
                  </a:lnTo>
                  <a:cubicBezTo>
                    <a:pt x="4195" y="1"/>
                    <a:pt x="1" y="4295"/>
                    <a:pt x="118" y="9525"/>
                  </a:cubicBezTo>
                  <a:lnTo>
                    <a:pt x="1070" y="50193"/>
                  </a:lnTo>
                  <a:lnTo>
                    <a:pt x="33568" y="50193"/>
                  </a:lnTo>
                  <a:lnTo>
                    <a:pt x="33836" y="9491"/>
                  </a:lnTo>
                  <a:cubicBezTo>
                    <a:pt x="33885" y="4265"/>
                    <a:pt x="29658" y="1"/>
                    <a:pt x="24423"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3" name="Google Shape;693;p25"/>
            <p:cNvSpPr/>
            <p:nvPr/>
          </p:nvSpPr>
          <p:spPr>
            <a:xfrm>
              <a:off x="6572262" y="3855335"/>
              <a:ext cx="1307768" cy="420143"/>
            </a:xfrm>
            <a:custGeom>
              <a:avLst/>
              <a:gdLst/>
              <a:ahLst/>
              <a:cxnLst/>
              <a:rect l="l" t="t" r="r" b="b"/>
              <a:pathLst>
                <a:path w="40804" h="13109" extrusionOk="0">
                  <a:moveTo>
                    <a:pt x="19728" y="0"/>
                  </a:moveTo>
                  <a:cubicBezTo>
                    <a:pt x="13401" y="0"/>
                    <a:pt x="6918" y="126"/>
                    <a:pt x="6918" y="126"/>
                  </a:cubicBezTo>
                  <a:cubicBezTo>
                    <a:pt x="6918" y="126"/>
                    <a:pt x="452" y="377"/>
                    <a:pt x="1" y="8380"/>
                  </a:cubicBezTo>
                  <a:lnTo>
                    <a:pt x="1" y="13109"/>
                  </a:lnTo>
                  <a:lnTo>
                    <a:pt x="40803" y="13109"/>
                  </a:lnTo>
                  <a:lnTo>
                    <a:pt x="40803" y="8898"/>
                  </a:lnTo>
                  <a:cubicBezTo>
                    <a:pt x="40803" y="8898"/>
                    <a:pt x="35039" y="410"/>
                    <a:pt x="28272" y="126"/>
                  </a:cubicBezTo>
                  <a:cubicBezTo>
                    <a:pt x="26016" y="32"/>
                    <a:pt x="22892" y="0"/>
                    <a:pt x="19728"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4" name="Google Shape;694;p25"/>
            <p:cNvSpPr/>
            <p:nvPr/>
          </p:nvSpPr>
          <p:spPr>
            <a:xfrm>
              <a:off x="6554057" y="3855014"/>
              <a:ext cx="907207" cy="413125"/>
            </a:xfrm>
            <a:custGeom>
              <a:avLst/>
              <a:gdLst/>
              <a:ahLst/>
              <a:cxnLst/>
              <a:rect l="l" t="t" r="r" b="b"/>
              <a:pathLst>
                <a:path w="28306" h="12890" extrusionOk="0">
                  <a:moveTo>
                    <a:pt x="9133" y="0"/>
                  </a:moveTo>
                  <a:cubicBezTo>
                    <a:pt x="7145" y="0"/>
                    <a:pt x="5217" y="133"/>
                    <a:pt x="3543" y="1423"/>
                  </a:cubicBezTo>
                  <a:cubicBezTo>
                    <a:pt x="385" y="3896"/>
                    <a:pt x="1" y="9059"/>
                    <a:pt x="335" y="12751"/>
                  </a:cubicBezTo>
                  <a:cubicBezTo>
                    <a:pt x="343" y="12843"/>
                    <a:pt x="414" y="12889"/>
                    <a:pt x="483" y="12889"/>
                  </a:cubicBezTo>
                  <a:cubicBezTo>
                    <a:pt x="552" y="12889"/>
                    <a:pt x="619" y="12843"/>
                    <a:pt x="619" y="12751"/>
                  </a:cubicBezTo>
                  <a:cubicBezTo>
                    <a:pt x="218" y="8357"/>
                    <a:pt x="953" y="1958"/>
                    <a:pt x="5932" y="554"/>
                  </a:cubicBezTo>
                  <a:cubicBezTo>
                    <a:pt x="6831" y="299"/>
                    <a:pt x="7809" y="238"/>
                    <a:pt x="8789" y="238"/>
                  </a:cubicBezTo>
                  <a:cubicBezTo>
                    <a:pt x="9668" y="238"/>
                    <a:pt x="10550" y="287"/>
                    <a:pt x="11379" y="287"/>
                  </a:cubicBezTo>
                  <a:lnTo>
                    <a:pt x="28121" y="387"/>
                  </a:lnTo>
                  <a:cubicBezTo>
                    <a:pt x="28305" y="370"/>
                    <a:pt x="28305" y="103"/>
                    <a:pt x="28121" y="103"/>
                  </a:cubicBezTo>
                  <a:cubicBezTo>
                    <a:pt x="21973" y="70"/>
                    <a:pt x="15807" y="36"/>
                    <a:pt x="9658" y="3"/>
                  </a:cubicBezTo>
                  <a:cubicBezTo>
                    <a:pt x="9483" y="1"/>
                    <a:pt x="9308" y="0"/>
                    <a:pt x="913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5" name="Google Shape;695;p25"/>
            <p:cNvSpPr/>
            <p:nvPr/>
          </p:nvSpPr>
          <p:spPr>
            <a:xfrm>
              <a:off x="6955708" y="2557534"/>
              <a:ext cx="706895" cy="844005"/>
            </a:xfrm>
            <a:custGeom>
              <a:avLst/>
              <a:gdLst/>
              <a:ahLst/>
              <a:cxnLst/>
              <a:rect l="l" t="t" r="r" b="b"/>
              <a:pathLst>
                <a:path w="22056" h="26334" extrusionOk="0">
                  <a:moveTo>
                    <a:pt x="6416" y="1"/>
                  </a:moveTo>
                  <a:cubicBezTo>
                    <a:pt x="4428" y="18"/>
                    <a:pt x="2807" y="68"/>
                    <a:pt x="1705" y="168"/>
                  </a:cubicBezTo>
                  <a:cubicBezTo>
                    <a:pt x="1420" y="201"/>
                    <a:pt x="1187" y="235"/>
                    <a:pt x="969" y="252"/>
                  </a:cubicBezTo>
                  <a:cubicBezTo>
                    <a:pt x="752" y="285"/>
                    <a:pt x="568" y="318"/>
                    <a:pt x="435" y="335"/>
                  </a:cubicBezTo>
                  <a:cubicBezTo>
                    <a:pt x="284" y="369"/>
                    <a:pt x="134" y="419"/>
                    <a:pt x="0" y="469"/>
                  </a:cubicBezTo>
                  <a:cubicBezTo>
                    <a:pt x="34" y="469"/>
                    <a:pt x="67" y="452"/>
                    <a:pt x="117" y="452"/>
                  </a:cubicBezTo>
                  <a:cubicBezTo>
                    <a:pt x="184" y="435"/>
                    <a:pt x="284" y="402"/>
                    <a:pt x="435" y="369"/>
                  </a:cubicBezTo>
                  <a:lnTo>
                    <a:pt x="969" y="302"/>
                  </a:lnTo>
                  <a:cubicBezTo>
                    <a:pt x="1187" y="285"/>
                    <a:pt x="1420" y="252"/>
                    <a:pt x="1705" y="235"/>
                  </a:cubicBezTo>
                  <a:cubicBezTo>
                    <a:pt x="2679" y="162"/>
                    <a:pt x="4022" y="115"/>
                    <a:pt x="5665" y="115"/>
                  </a:cubicBezTo>
                  <a:cubicBezTo>
                    <a:pt x="5909" y="115"/>
                    <a:pt x="6159" y="116"/>
                    <a:pt x="6416" y="118"/>
                  </a:cubicBezTo>
                  <a:cubicBezTo>
                    <a:pt x="7419" y="118"/>
                    <a:pt x="8505" y="118"/>
                    <a:pt x="9674" y="151"/>
                  </a:cubicBezTo>
                  <a:cubicBezTo>
                    <a:pt x="10844" y="185"/>
                    <a:pt x="12097" y="151"/>
                    <a:pt x="13401" y="335"/>
                  </a:cubicBezTo>
                  <a:cubicBezTo>
                    <a:pt x="14069" y="402"/>
                    <a:pt x="14737" y="536"/>
                    <a:pt x="15389" y="686"/>
                  </a:cubicBezTo>
                  <a:cubicBezTo>
                    <a:pt x="16074" y="853"/>
                    <a:pt x="16726" y="1087"/>
                    <a:pt x="17360" y="1388"/>
                  </a:cubicBezTo>
                  <a:cubicBezTo>
                    <a:pt x="17995" y="1739"/>
                    <a:pt x="18563" y="2173"/>
                    <a:pt x="19081" y="2691"/>
                  </a:cubicBezTo>
                  <a:cubicBezTo>
                    <a:pt x="19616" y="3209"/>
                    <a:pt x="20067" y="3810"/>
                    <a:pt x="20418" y="4462"/>
                  </a:cubicBezTo>
                  <a:cubicBezTo>
                    <a:pt x="20585" y="4796"/>
                    <a:pt x="20719" y="5147"/>
                    <a:pt x="20819" y="5498"/>
                  </a:cubicBezTo>
                  <a:cubicBezTo>
                    <a:pt x="20903" y="5866"/>
                    <a:pt x="20953" y="6233"/>
                    <a:pt x="20986" y="6601"/>
                  </a:cubicBezTo>
                  <a:cubicBezTo>
                    <a:pt x="21070" y="7336"/>
                    <a:pt x="21153" y="8054"/>
                    <a:pt x="21220" y="8773"/>
                  </a:cubicBezTo>
                  <a:cubicBezTo>
                    <a:pt x="21354" y="10193"/>
                    <a:pt x="21454" y="11580"/>
                    <a:pt x="21554" y="12883"/>
                  </a:cubicBezTo>
                  <a:cubicBezTo>
                    <a:pt x="21721" y="15523"/>
                    <a:pt x="21805" y="17896"/>
                    <a:pt x="21872" y="19884"/>
                  </a:cubicBezTo>
                  <a:cubicBezTo>
                    <a:pt x="21922" y="21872"/>
                    <a:pt x="21955" y="23476"/>
                    <a:pt x="21989" y="24596"/>
                  </a:cubicBezTo>
                  <a:cubicBezTo>
                    <a:pt x="22005" y="25147"/>
                    <a:pt x="22022" y="25582"/>
                    <a:pt x="22022" y="25882"/>
                  </a:cubicBezTo>
                  <a:cubicBezTo>
                    <a:pt x="22039" y="26016"/>
                    <a:pt x="22039" y="26133"/>
                    <a:pt x="22039" y="26217"/>
                  </a:cubicBezTo>
                  <a:cubicBezTo>
                    <a:pt x="22039" y="26250"/>
                    <a:pt x="22039" y="26283"/>
                    <a:pt x="22056" y="26334"/>
                  </a:cubicBezTo>
                  <a:cubicBezTo>
                    <a:pt x="22056" y="26283"/>
                    <a:pt x="22056" y="26250"/>
                    <a:pt x="22056" y="26217"/>
                  </a:cubicBezTo>
                  <a:cubicBezTo>
                    <a:pt x="22056" y="26133"/>
                    <a:pt x="22056" y="26016"/>
                    <a:pt x="22056" y="25882"/>
                  </a:cubicBezTo>
                  <a:cubicBezTo>
                    <a:pt x="22056" y="25582"/>
                    <a:pt x="22056" y="25147"/>
                    <a:pt x="22039" y="24596"/>
                  </a:cubicBezTo>
                  <a:cubicBezTo>
                    <a:pt x="22039" y="23476"/>
                    <a:pt x="22022" y="21872"/>
                    <a:pt x="21972" y="19867"/>
                  </a:cubicBezTo>
                  <a:cubicBezTo>
                    <a:pt x="21922" y="17879"/>
                    <a:pt x="21838" y="15506"/>
                    <a:pt x="21688" y="12883"/>
                  </a:cubicBezTo>
                  <a:cubicBezTo>
                    <a:pt x="21604" y="11563"/>
                    <a:pt x="21487" y="10176"/>
                    <a:pt x="21354" y="8756"/>
                  </a:cubicBezTo>
                  <a:cubicBezTo>
                    <a:pt x="21287" y="8038"/>
                    <a:pt x="21220" y="7319"/>
                    <a:pt x="21120" y="6584"/>
                  </a:cubicBezTo>
                  <a:cubicBezTo>
                    <a:pt x="21103" y="6200"/>
                    <a:pt x="21036" y="5832"/>
                    <a:pt x="20953" y="5465"/>
                  </a:cubicBezTo>
                  <a:cubicBezTo>
                    <a:pt x="20853" y="5097"/>
                    <a:pt x="20719" y="4729"/>
                    <a:pt x="20535" y="4395"/>
                  </a:cubicBezTo>
                  <a:cubicBezTo>
                    <a:pt x="20184" y="3727"/>
                    <a:pt x="19716" y="3109"/>
                    <a:pt x="19182" y="2591"/>
                  </a:cubicBezTo>
                  <a:cubicBezTo>
                    <a:pt x="18664" y="2056"/>
                    <a:pt x="18062" y="1622"/>
                    <a:pt x="17427" y="1271"/>
                  </a:cubicBezTo>
                  <a:cubicBezTo>
                    <a:pt x="16776" y="953"/>
                    <a:pt x="16107" y="719"/>
                    <a:pt x="15422" y="552"/>
                  </a:cubicBezTo>
                  <a:cubicBezTo>
                    <a:pt x="14771" y="402"/>
                    <a:pt x="14102" y="268"/>
                    <a:pt x="13417" y="201"/>
                  </a:cubicBezTo>
                  <a:cubicBezTo>
                    <a:pt x="12114" y="18"/>
                    <a:pt x="10844" y="51"/>
                    <a:pt x="9674" y="18"/>
                  </a:cubicBezTo>
                  <a:cubicBezTo>
                    <a:pt x="8505" y="1"/>
                    <a:pt x="7419" y="1"/>
                    <a:pt x="6416"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6" name="Google Shape;696;p25"/>
            <p:cNvSpPr/>
            <p:nvPr/>
          </p:nvSpPr>
          <p:spPr>
            <a:xfrm>
              <a:off x="7646514" y="2915500"/>
              <a:ext cx="74997" cy="26313"/>
            </a:xfrm>
            <a:custGeom>
              <a:avLst/>
              <a:gdLst/>
              <a:ahLst/>
              <a:cxnLst/>
              <a:rect l="l" t="t" r="r" b="b"/>
              <a:pathLst>
                <a:path w="2340" h="821" extrusionOk="0">
                  <a:moveTo>
                    <a:pt x="2311" y="1"/>
                  </a:moveTo>
                  <a:cubicBezTo>
                    <a:pt x="2192" y="1"/>
                    <a:pt x="1711" y="153"/>
                    <a:pt x="1153" y="344"/>
                  </a:cubicBezTo>
                  <a:cubicBezTo>
                    <a:pt x="502" y="561"/>
                    <a:pt x="0" y="779"/>
                    <a:pt x="17" y="812"/>
                  </a:cubicBezTo>
                  <a:cubicBezTo>
                    <a:pt x="19" y="818"/>
                    <a:pt x="28" y="821"/>
                    <a:pt x="44" y="821"/>
                  </a:cubicBezTo>
                  <a:cubicBezTo>
                    <a:pt x="161" y="821"/>
                    <a:pt x="631" y="669"/>
                    <a:pt x="1203" y="478"/>
                  </a:cubicBezTo>
                  <a:cubicBezTo>
                    <a:pt x="1838" y="261"/>
                    <a:pt x="2339" y="43"/>
                    <a:pt x="2339" y="10"/>
                  </a:cubicBezTo>
                  <a:cubicBezTo>
                    <a:pt x="2337" y="4"/>
                    <a:pt x="2328" y="1"/>
                    <a:pt x="2311"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25"/>
            <p:cNvSpPr/>
            <p:nvPr/>
          </p:nvSpPr>
          <p:spPr>
            <a:xfrm>
              <a:off x="7647059" y="2987356"/>
              <a:ext cx="33749" cy="4743"/>
            </a:xfrm>
            <a:custGeom>
              <a:avLst/>
              <a:gdLst/>
              <a:ahLst/>
              <a:cxnLst/>
              <a:rect l="l" t="t" r="r" b="b"/>
              <a:pathLst>
                <a:path w="1053" h="148" extrusionOk="0">
                  <a:moveTo>
                    <a:pt x="324" y="1"/>
                  </a:moveTo>
                  <a:cubicBezTo>
                    <a:pt x="132" y="1"/>
                    <a:pt x="0" y="19"/>
                    <a:pt x="0" y="57"/>
                  </a:cubicBezTo>
                  <a:cubicBezTo>
                    <a:pt x="0" y="90"/>
                    <a:pt x="234" y="141"/>
                    <a:pt x="518" y="141"/>
                  </a:cubicBezTo>
                  <a:cubicBezTo>
                    <a:pt x="599" y="145"/>
                    <a:pt x="674" y="147"/>
                    <a:pt x="742" y="147"/>
                  </a:cubicBezTo>
                  <a:cubicBezTo>
                    <a:pt x="927" y="147"/>
                    <a:pt x="1053" y="132"/>
                    <a:pt x="1053" y="107"/>
                  </a:cubicBezTo>
                  <a:cubicBezTo>
                    <a:pt x="1053" y="57"/>
                    <a:pt x="819" y="24"/>
                    <a:pt x="535" y="7"/>
                  </a:cubicBezTo>
                  <a:cubicBezTo>
                    <a:pt x="459" y="3"/>
                    <a:pt x="388" y="1"/>
                    <a:pt x="324"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25"/>
            <p:cNvSpPr/>
            <p:nvPr/>
          </p:nvSpPr>
          <p:spPr>
            <a:xfrm>
              <a:off x="7353577" y="2960787"/>
              <a:ext cx="47690" cy="45575"/>
            </a:xfrm>
            <a:custGeom>
              <a:avLst/>
              <a:gdLst/>
              <a:ahLst/>
              <a:cxnLst/>
              <a:rect l="l" t="t" r="r" b="b"/>
              <a:pathLst>
                <a:path w="1488" h="1422" extrusionOk="0">
                  <a:moveTo>
                    <a:pt x="652" y="0"/>
                  </a:moveTo>
                  <a:lnTo>
                    <a:pt x="652" y="0"/>
                  </a:lnTo>
                  <a:cubicBezTo>
                    <a:pt x="652" y="0"/>
                    <a:pt x="585" y="0"/>
                    <a:pt x="485" y="34"/>
                  </a:cubicBezTo>
                  <a:cubicBezTo>
                    <a:pt x="352" y="84"/>
                    <a:pt x="218" y="201"/>
                    <a:pt x="151" y="318"/>
                  </a:cubicBezTo>
                  <a:cubicBezTo>
                    <a:pt x="17" y="518"/>
                    <a:pt x="1" y="769"/>
                    <a:pt x="101" y="986"/>
                  </a:cubicBezTo>
                  <a:cubicBezTo>
                    <a:pt x="213" y="1257"/>
                    <a:pt x="476" y="1422"/>
                    <a:pt x="747" y="1422"/>
                  </a:cubicBezTo>
                  <a:cubicBezTo>
                    <a:pt x="760" y="1422"/>
                    <a:pt x="773" y="1421"/>
                    <a:pt x="786" y="1421"/>
                  </a:cubicBezTo>
                  <a:cubicBezTo>
                    <a:pt x="1087" y="1387"/>
                    <a:pt x="1337" y="1187"/>
                    <a:pt x="1421" y="903"/>
                  </a:cubicBezTo>
                  <a:cubicBezTo>
                    <a:pt x="1488" y="669"/>
                    <a:pt x="1404" y="418"/>
                    <a:pt x="1204" y="251"/>
                  </a:cubicBezTo>
                  <a:cubicBezTo>
                    <a:pt x="1087" y="151"/>
                    <a:pt x="936" y="101"/>
                    <a:pt x="786" y="101"/>
                  </a:cubicBezTo>
                  <a:cubicBezTo>
                    <a:pt x="686" y="117"/>
                    <a:pt x="619" y="151"/>
                    <a:pt x="636" y="151"/>
                  </a:cubicBezTo>
                  <a:cubicBezTo>
                    <a:pt x="636" y="159"/>
                    <a:pt x="648" y="159"/>
                    <a:pt x="673" y="159"/>
                  </a:cubicBezTo>
                  <a:cubicBezTo>
                    <a:pt x="698" y="159"/>
                    <a:pt x="736" y="159"/>
                    <a:pt x="786" y="168"/>
                  </a:cubicBezTo>
                  <a:cubicBezTo>
                    <a:pt x="920" y="184"/>
                    <a:pt x="1053" y="234"/>
                    <a:pt x="1137" y="335"/>
                  </a:cubicBezTo>
                  <a:cubicBezTo>
                    <a:pt x="1287" y="468"/>
                    <a:pt x="1354" y="669"/>
                    <a:pt x="1287" y="853"/>
                  </a:cubicBezTo>
                  <a:cubicBezTo>
                    <a:pt x="1220" y="1087"/>
                    <a:pt x="1020" y="1254"/>
                    <a:pt x="786" y="1287"/>
                  </a:cubicBezTo>
                  <a:cubicBezTo>
                    <a:pt x="535" y="1287"/>
                    <a:pt x="318" y="1153"/>
                    <a:pt x="218" y="936"/>
                  </a:cubicBezTo>
                  <a:cubicBezTo>
                    <a:pt x="134" y="752"/>
                    <a:pt x="134" y="552"/>
                    <a:pt x="235" y="368"/>
                  </a:cubicBezTo>
                  <a:cubicBezTo>
                    <a:pt x="335" y="218"/>
                    <a:pt x="469" y="84"/>
                    <a:pt x="652"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9" name="Google Shape;699;p25"/>
            <p:cNvSpPr/>
            <p:nvPr/>
          </p:nvSpPr>
          <p:spPr>
            <a:xfrm>
              <a:off x="7345564" y="2844574"/>
              <a:ext cx="46056" cy="123745"/>
            </a:xfrm>
            <a:custGeom>
              <a:avLst/>
              <a:gdLst/>
              <a:ahLst/>
              <a:cxnLst/>
              <a:rect l="l" t="t" r="r" b="b"/>
              <a:pathLst>
                <a:path w="1437" h="3861" extrusionOk="0">
                  <a:moveTo>
                    <a:pt x="1420" y="1"/>
                  </a:moveTo>
                  <a:cubicBezTo>
                    <a:pt x="1421" y="3"/>
                    <a:pt x="1422" y="6"/>
                    <a:pt x="1421" y="9"/>
                  </a:cubicBezTo>
                  <a:lnTo>
                    <a:pt x="1421" y="9"/>
                  </a:lnTo>
                  <a:cubicBezTo>
                    <a:pt x="1426" y="6"/>
                    <a:pt x="1432" y="3"/>
                    <a:pt x="1437" y="1"/>
                  </a:cubicBezTo>
                  <a:close/>
                  <a:moveTo>
                    <a:pt x="1421" y="9"/>
                  </a:moveTo>
                  <a:cubicBezTo>
                    <a:pt x="1228" y="108"/>
                    <a:pt x="1066" y="239"/>
                    <a:pt x="936" y="402"/>
                  </a:cubicBezTo>
                  <a:cubicBezTo>
                    <a:pt x="201" y="1187"/>
                    <a:pt x="0" y="2323"/>
                    <a:pt x="401" y="3309"/>
                  </a:cubicBezTo>
                  <a:cubicBezTo>
                    <a:pt x="468" y="3509"/>
                    <a:pt x="568" y="3710"/>
                    <a:pt x="719" y="3860"/>
                  </a:cubicBezTo>
                  <a:cubicBezTo>
                    <a:pt x="752" y="3844"/>
                    <a:pt x="618" y="3643"/>
                    <a:pt x="485" y="3276"/>
                  </a:cubicBezTo>
                  <a:cubicBezTo>
                    <a:pt x="167" y="2323"/>
                    <a:pt x="351" y="1254"/>
                    <a:pt x="1003" y="469"/>
                  </a:cubicBezTo>
                  <a:cubicBezTo>
                    <a:pt x="1236" y="188"/>
                    <a:pt x="1412" y="53"/>
                    <a:pt x="1421" y="9"/>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0" name="Google Shape;700;p25"/>
            <p:cNvSpPr/>
            <p:nvPr/>
          </p:nvSpPr>
          <p:spPr>
            <a:xfrm>
              <a:off x="7348769" y="3002420"/>
              <a:ext cx="31633" cy="132431"/>
            </a:xfrm>
            <a:custGeom>
              <a:avLst/>
              <a:gdLst/>
              <a:ahLst/>
              <a:cxnLst/>
              <a:rect l="l" t="t" r="r" b="b"/>
              <a:pathLst>
                <a:path w="987" h="4132" extrusionOk="0">
                  <a:moveTo>
                    <a:pt x="919" y="1"/>
                  </a:moveTo>
                  <a:cubicBezTo>
                    <a:pt x="886" y="1"/>
                    <a:pt x="836" y="5"/>
                    <a:pt x="769" y="21"/>
                  </a:cubicBezTo>
                  <a:cubicBezTo>
                    <a:pt x="602" y="72"/>
                    <a:pt x="451" y="172"/>
                    <a:pt x="334" y="305"/>
                  </a:cubicBezTo>
                  <a:cubicBezTo>
                    <a:pt x="184" y="523"/>
                    <a:pt x="84" y="757"/>
                    <a:pt x="50" y="1024"/>
                  </a:cubicBezTo>
                  <a:cubicBezTo>
                    <a:pt x="17" y="1341"/>
                    <a:pt x="0" y="1642"/>
                    <a:pt x="34" y="1960"/>
                  </a:cubicBezTo>
                  <a:cubicBezTo>
                    <a:pt x="84" y="2528"/>
                    <a:pt x="268" y="3079"/>
                    <a:pt x="535" y="3564"/>
                  </a:cubicBezTo>
                  <a:cubicBezTo>
                    <a:pt x="652" y="3781"/>
                    <a:pt x="786" y="3965"/>
                    <a:pt x="953" y="4132"/>
                  </a:cubicBezTo>
                  <a:cubicBezTo>
                    <a:pt x="986" y="4115"/>
                    <a:pt x="819" y="3898"/>
                    <a:pt x="635" y="3530"/>
                  </a:cubicBezTo>
                  <a:cubicBezTo>
                    <a:pt x="385" y="3029"/>
                    <a:pt x="234" y="2494"/>
                    <a:pt x="184" y="1943"/>
                  </a:cubicBezTo>
                  <a:cubicBezTo>
                    <a:pt x="117" y="1308"/>
                    <a:pt x="167" y="706"/>
                    <a:pt x="418" y="372"/>
                  </a:cubicBezTo>
                  <a:cubicBezTo>
                    <a:pt x="552" y="189"/>
                    <a:pt x="752" y="55"/>
                    <a:pt x="969" y="5"/>
                  </a:cubicBezTo>
                  <a:cubicBezTo>
                    <a:pt x="969" y="5"/>
                    <a:pt x="953" y="1"/>
                    <a:pt x="919"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1" name="Google Shape;701;p25"/>
            <p:cNvSpPr/>
            <p:nvPr/>
          </p:nvSpPr>
          <p:spPr>
            <a:xfrm>
              <a:off x="7304316" y="2972581"/>
              <a:ext cx="47146" cy="9262"/>
            </a:xfrm>
            <a:custGeom>
              <a:avLst/>
              <a:gdLst/>
              <a:ahLst/>
              <a:cxnLst/>
              <a:rect l="l" t="t" r="r" b="b"/>
              <a:pathLst>
                <a:path w="1471" h="289" extrusionOk="0">
                  <a:moveTo>
                    <a:pt x="736" y="0"/>
                  </a:moveTo>
                  <a:cubicBezTo>
                    <a:pt x="285" y="0"/>
                    <a:pt x="1" y="251"/>
                    <a:pt x="34" y="284"/>
                  </a:cubicBezTo>
                  <a:cubicBezTo>
                    <a:pt x="35" y="287"/>
                    <a:pt x="39" y="288"/>
                    <a:pt x="44" y="288"/>
                  </a:cubicBezTo>
                  <a:cubicBezTo>
                    <a:pt x="99" y="288"/>
                    <a:pt x="368" y="134"/>
                    <a:pt x="736" y="134"/>
                  </a:cubicBezTo>
                  <a:cubicBezTo>
                    <a:pt x="1100" y="134"/>
                    <a:pt x="1368" y="272"/>
                    <a:pt x="1426" y="272"/>
                  </a:cubicBezTo>
                  <a:cubicBezTo>
                    <a:pt x="1432" y="272"/>
                    <a:pt x="1436" y="270"/>
                    <a:pt x="1437" y="267"/>
                  </a:cubicBezTo>
                  <a:cubicBezTo>
                    <a:pt x="1471" y="251"/>
                    <a:pt x="1187" y="0"/>
                    <a:pt x="736"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2" name="Google Shape;702;p25"/>
            <p:cNvSpPr/>
            <p:nvPr/>
          </p:nvSpPr>
          <p:spPr>
            <a:xfrm>
              <a:off x="7048877" y="2960787"/>
              <a:ext cx="47690" cy="45575"/>
            </a:xfrm>
            <a:custGeom>
              <a:avLst/>
              <a:gdLst/>
              <a:ahLst/>
              <a:cxnLst/>
              <a:rect l="l" t="t" r="r" b="b"/>
              <a:pathLst>
                <a:path w="1488" h="1422" extrusionOk="0">
                  <a:moveTo>
                    <a:pt x="652" y="0"/>
                  </a:moveTo>
                  <a:cubicBezTo>
                    <a:pt x="652" y="0"/>
                    <a:pt x="585" y="0"/>
                    <a:pt x="485" y="34"/>
                  </a:cubicBezTo>
                  <a:cubicBezTo>
                    <a:pt x="351" y="84"/>
                    <a:pt x="234" y="201"/>
                    <a:pt x="151" y="318"/>
                  </a:cubicBezTo>
                  <a:cubicBezTo>
                    <a:pt x="17" y="518"/>
                    <a:pt x="1" y="769"/>
                    <a:pt x="101" y="986"/>
                  </a:cubicBezTo>
                  <a:cubicBezTo>
                    <a:pt x="212" y="1257"/>
                    <a:pt x="476" y="1422"/>
                    <a:pt x="761" y="1422"/>
                  </a:cubicBezTo>
                  <a:cubicBezTo>
                    <a:pt x="775" y="1422"/>
                    <a:pt x="789" y="1421"/>
                    <a:pt x="803" y="1421"/>
                  </a:cubicBezTo>
                  <a:cubicBezTo>
                    <a:pt x="1087" y="1387"/>
                    <a:pt x="1337" y="1187"/>
                    <a:pt x="1421" y="903"/>
                  </a:cubicBezTo>
                  <a:cubicBezTo>
                    <a:pt x="1488" y="652"/>
                    <a:pt x="1404" y="418"/>
                    <a:pt x="1220" y="251"/>
                  </a:cubicBezTo>
                  <a:cubicBezTo>
                    <a:pt x="1103" y="151"/>
                    <a:pt x="936" y="101"/>
                    <a:pt x="786" y="101"/>
                  </a:cubicBezTo>
                  <a:cubicBezTo>
                    <a:pt x="686" y="117"/>
                    <a:pt x="635" y="151"/>
                    <a:pt x="635" y="151"/>
                  </a:cubicBezTo>
                  <a:cubicBezTo>
                    <a:pt x="635" y="159"/>
                    <a:pt x="648" y="159"/>
                    <a:pt x="673" y="159"/>
                  </a:cubicBezTo>
                  <a:cubicBezTo>
                    <a:pt x="698" y="159"/>
                    <a:pt x="736" y="159"/>
                    <a:pt x="786" y="168"/>
                  </a:cubicBezTo>
                  <a:cubicBezTo>
                    <a:pt x="919" y="184"/>
                    <a:pt x="1053" y="234"/>
                    <a:pt x="1153" y="335"/>
                  </a:cubicBezTo>
                  <a:cubicBezTo>
                    <a:pt x="1287" y="468"/>
                    <a:pt x="1354" y="669"/>
                    <a:pt x="1287" y="853"/>
                  </a:cubicBezTo>
                  <a:cubicBezTo>
                    <a:pt x="1220" y="1087"/>
                    <a:pt x="1020" y="1254"/>
                    <a:pt x="786" y="1287"/>
                  </a:cubicBezTo>
                  <a:cubicBezTo>
                    <a:pt x="552" y="1287"/>
                    <a:pt x="318" y="1153"/>
                    <a:pt x="218" y="936"/>
                  </a:cubicBezTo>
                  <a:cubicBezTo>
                    <a:pt x="134" y="752"/>
                    <a:pt x="134" y="552"/>
                    <a:pt x="234" y="368"/>
                  </a:cubicBezTo>
                  <a:cubicBezTo>
                    <a:pt x="335" y="218"/>
                    <a:pt x="468" y="84"/>
                    <a:pt x="652"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3" name="Google Shape;703;p25"/>
            <p:cNvSpPr/>
            <p:nvPr/>
          </p:nvSpPr>
          <p:spPr>
            <a:xfrm>
              <a:off x="7040833" y="2844574"/>
              <a:ext cx="46088" cy="123745"/>
            </a:xfrm>
            <a:custGeom>
              <a:avLst/>
              <a:gdLst/>
              <a:ahLst/>
              <a:cxnLst/>
              <a:rect l="l" t="t" r="r" b="b"/>
              <a:pathLst>
                <a:path w="1438" h="3861" extrusionOk="0">
                  <a:moveTo>
                    <a:pt x="1438" y="1"/>
                  </a:moveTo>
                  <a:lnTo>
                    <a:pt x="1438" y="1"/>
                  </a:lnTo>
                  <a:cubicBezTo>
                    <a:pt x="1237" y="101"/>
                    <a:pt x="1070" y="235"/>
                    <a:pt x="937" y="402"/>
                  </a:cubicBezTo>
                  <a:cubicBezTo>
                    <a:pt x="201" y="1187"/>
                    <a:pt x="1" y="2323"/>
                    <a:pt x="402" y="3309"/>
                  </a:cubicBezTo>
                  <a:cubicBezTo>
                    <a:pt x="469" y="3509"/>
                    <a:pt x="569" y="3710"/>
                    <a:pt x="719" y="3860"/>
                  </a:cubicBezTo>
                  <a:cubicBezTo>
                    <a:pt x="753" y="3844"/>
                    <a:pt x="619" y="3643"/>
                    <a:pt x="485" y="3276"/>
                  </a:cubicBezTo>
                  <a:cubicBezTo>
                    <a:pt x="168" y="2323"/>
                    <a:pt x="352" y="1254"/>
                    <a:pt x="1003" y="469"/>
                  </a:cubicBezTo>
                  <a:cubicBezTo>
                    <a:pt x="1254" y="168"/>
                    <a:pt x="1438" y="34"/>
                    <a:pt x="1438"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4" name="Google Shape;704;p25"/>
            <p:cNvSpPr/>
            <p:nvPr/>
          </p:nvSpPr>
          <p:spPr>
            <a:xfrm>
              <a:off x="7044070" y="3002420"/>
              <a:ext cx="31601" cy="132431"/>
            </a:xfrm>
            <a:custGeom>
              <a:avLst/>
              <a:gdLst/>
              <a:ahLst/>
              <a:cxnLst/>
              <a:rect l="l" t="t" r="r" b="b"/>
              <a:pathLst>
                <a:path w="986" h="4132" extrusionOk="0">
                  <a:moveTo>
                    <a:pt x="919" y="1"/>
                  </a:moveTo>
                  <a:cubicBezTo>
                    <a:pt x="886" y="1"/>
                    <a:pt x="836" y="5"/>
                    <a:pt x="769" y="21"/>
                  </a:cubicBezTo>
                  <a:cubicBezTo>
                    <a:pt x="602" y="72"/>
                    <a:pt x="451" y="172"/>
                    <a:pt x="351" y="305"/>
                  </a:cubicBezTo>
                  <a:cubicBezTo>
                    <a:pt x="184" y="523"/>
                    <a:pt x="84" y="757"/>
                    <a:pt x="50" y="1024"/>
                  </a:cubicBezTo>
                  <a:cubicBezTo>
                    <a:pt x="17" y="1341"/>
                    <a:pt x="0" y="1642"/>
                    <a:pt x="34" y="1960"/>
                  </a:cubicBezTo>
                  <a:cubicBezTo>
                    <a:pt x="84" y="2528"/>
                    <a:pt x="267" y="3079"/>
                    <a:pt x="552" y="3564"/>
                  </a:cubicBezTo>
                  <a:cubicBezTo>
                    <a:pt x="652" y="3781"/>
                    <a:pt x="785" y="3965"/>
                    <a:pt x="969" y="4132"/>
                  </a:cubicBezTo>
                  <a:cubicBezTo>
                    <a:pt x="986" y="4115"/>
                    <a:pt x="819" y="3898"/>
                    <a:pt x="635" y="3530"/>
                  </a:cubicBezTo>
                  <a:cubicBezTo>
                    <a:pt x="384" y="3029"/>
                    <a:pt x="234" y="2494"/>
                    <a:pt x="184" y="1943"/>
                  </a:cubicBezTo>
                  <a:cubicBezTo>
                    <a:pt x="117" y="1308"/>
                    <a:pt x="167" y="706"/>
                    <a:pt x="418" y="372"/>
                  </a:cubicBezTo>
                  <a:cubicBezTo>
                    <a:pt x="552" y="189"/>
                    <a:pt x="752" y="55"/>
                    <a:pt x="969" y="5"/>
                  </a:cubicBezTo>
                  <a:cubicBezTo>
                    <a:pt x="969" y="5"/>
                    <a:pt x="953" y="1"/>
                    <a:pt x="919"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5" name="Google Shape;705;p25"/>
            <p:cNvSpPr/>
            <p:nvPr/>
          </p:nvSpPr>
          <p:spPr>
            <a:xfrm>
              <a:off x="6999616" y="2972581"/>
              <a:ext cx="47146" cy="9262"/>
            </a:xfrm>
            <a:custGeom>
              <a:avLst/>
              <a:gdLst/>
              <a:ahLst/>
              <a:cxnLst/>
              <a:rect l="l" t="t" r="r" b="b"/>
              <a:pathLst>
                <a:path w="1471" h="289" extrusionOk="0">
                  <a:moveTo>
                    <a:pt x="736" y="0"/>
                  </a:moveTo>
                  <a:cubicBezTo>
                    <a:pt x="284" y="0"/>
                    <a:pt x="0" y="251"/>
                    <a:pt x="34" y="284"/>
                  </a:cubicBezTo>
                  <a:cubicBezTo>
                    <a:pt x="35" y="287"/>
                    <a:pt x="39" y="288"/>
                    <a:pt x="44" y="288"/>
                  </a:cubicBezTo>
                  <a:cubicBezTo>
                    <a:pt x="101" y="288"/>
                    <a:pt x="383" y="134"/>
                    <a:pt x="736" y="134"/>
                  </a:cubicBezTo>
                  <a:cubicBezTo>
                    <a:pt x="1100" y="134"/>
                    <a:pt x="1368" y="272"/>
                    <a:pt x="1426" y="272"/>
                  </a:cubicBezTo>
                  <a:cubicBezTo>
                    <a:pt x="1432" y="272"/>
                    <a:pt x="1436" y="270"/>
                    <a:pt x="1437" y="267"/>
                  </a:cubicBezTo>
                  <a:cubicBezTo>
                    <a:pt x="1471" y="251"/>
                    <a:pt x="1187" y="0"/>
                    <a:pt x="736"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25"/>
            <p:cNvSpPr/>
            <p:nvPr/>
          </p:nvSpPr>
          <p:spPr>
            <a:xfrm>
              <a:off x="7441394" y="3389904"/>
              <a:ext cx="450943" cy="895573"/>
            </a:xfrm>
            <a:custGeom>
              <a:avLst/>
              <a:gdLst/>
              <a:ahLst/>
              <a:cxnLst/>
              <a:rect l="l" t="t" r="r" b="b"/>
              <a:pathLst>
                <a:path w="14070" h="27943" extrusionOk="0">
                  <a:moveTo>
                    <a:pt x="6802" y="1"/>
                  </a:moveTo>
                  <a:cubicBezTo>
                    <a:pt x="4711" y="1"/>
                    <a:pt x="2768" y="395"/>
                    <a:pt x="2073" y="1699"/>
                  </a:cubicBezTo>
                  <a:cubicBezTo>
                    <a:pt x="318" y="5008"/>
                    <a:pt x="1" y="27731"/>
                    <a:pt x="1" y="27731"/>
                  </a:cubicBezTo>
                  <a:cubicBezTo>
                    <a:pt x="1" y="27731"/>
                    <a:pt x="5721" y="27943"/>
                    <a:pt x="9858" y="27943"/>
                  </a:cubicBezTo>
                  <a:cubicBezTo>
                    <a:pt x="12193" y="27943"/>
                    <a:pt x="14024" y="27875"/>
                    <a:pt x="14036" y="27664"/>
                  </a:cubicBezTo>
                  <a:cubicBezTo>
                    <a:pt x="14070" y="27063"/>
                    <a:pt x="13501" y="914"/>
                    <a:pt x="13501" y="914"/>
                  </a:cubicBezTo>
                  <a:lnTo>
                    <a:pt x="13518" y="914"/>
                  </a:lnTo>
                  <a:cubicBezTo>
                    <a:pt x="13518" y="914"/>
                    <a:pt x="9987" y="1"/>
                    <a:pt x="6802"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7" name="Google Shape;707;p25"/>
            <p:cNvSpPr/>
            <p:nvPr/>
          </p:nvSpPr>
          <p:spPr>
            <a:xfrm>
              <a:off x="7559209" y="3398398"/>
              <a:ext cx="340627" cy="889259"/>
            </a:xfrm>
            <a:custGeom>
              <a:avLst/>
              <a:gdLst/>
              <a:ahLst/>
              <a:cxnLst/>
              <a:rect l="l" t="t" r="r" b="b"/>
              <a:pathLst>
                <a:path w="10628" h="27746" extrusionOk="0">
                  <a:moveTo>
                    <a:pt x="6106" y="1"/>
                  </a:moveTo>
                  <a:cubicBezTo>
                    <a:pt x="4532" y="1"/>
                    <a:pt x="2951" y="299"/>
                    <a:pt x="2206" y="1334"/>
                  </a:cubicBezTo>
                  <a:cubicBezTo>
                    <a:pt x="452" y="3773"/>
                    <a:pt x="1" y="27583"/>
                    <a:pt x="1" y="27583"/>
                  </a:cubicBezTo>
                  <a:cubicBezTo>
                    <a:pt x="1" y="27583"/>
                    <a:pt x="5511" y="27745"/>
                    <a:pt x="8521" y="27745"/>
                  </a:cubicBezTo>
                  <a:cubicBezTo>
                    <a:pt x="9608" y="27745"/>
                    <a:pt x="10369" y="27724"/>
                    <a:pt x="10427" y="27667"/>
                  </a:cubicBezTo>
                  <a:cubicBezTo>
                    <a:pt x="10627" y="27466"/>
                    <a:pt x="10360" y="549"/>
                    <a:pt x="10360" y="549"/>
                  </a:cubicBezTo>
                  <a:cubicBezTo>
                    <a:pt x="10360" y="549"/>
                    <a:pt x="8240" y="1"/>
                    <a:pt x="6106"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8" name="Google Shape;708;p25"/>
            <p:cNvSpPr/>
            <p:nvPr/>
          </p:nvSpPr>
          <p:spPr>
            <a:xfrm>
              <a:off x="7756285" y="3790818"/>
              <a:ext cx="31088" cy="40319"/>
            </a:xfrm>
            <a:custGeom>
              <a:avLst/>
              <a:gdLst/>
              <a:ahLst/>
              <a:cxnLst/>
              <a:rect l="l" t="t" r="r" b="b"/>
              <a:pathLst>
                <a:path w="970" h="1258" extrusionOk="0">
                  <a:moveTo>
                    <a:pt x="318" y="1"/>
                  </a:moveTo>
                  <a:cubicBezTo>
                    <a:pt x="304" y="14"/>
                    <a:pt x="346" y="39"/>
                    <a:pt x="415" y="65"/>
                  </a:cubicBezTo>
                  <a:lnTo>
                    <a:pt x="415" y="65"/>
                  </a:lnTo>
                  <a:cubicBezTo>
                    <a:pt x="256" y="164"/>
                    <a:pt x="126" y="304"/>
                    <a:pt x="51" y="485"/>
                  </a:cubicBezTo>
                  <a:cubicBezTo>
                    <a:pt x="1" y="619"/>
                    <a:pt x="1" y="769"/>
                    <a:pt x="51" y="920"/>
                  </a:cubicBezTo>
                  <a:cubicBezTo>
                    <a:pt x="101" y="1087"/>
                    <a:pt x="251" y="1220"/>
                    <a:pt x="435" y="1254"/>
                  </a:cubicBezTo>
                  <a:cubicBezTo>
                    <a:pt x="457" y="1257"/>
                    <a:pt x="480" y="1258"/>
                    <a:pt x="502" y="1258"/>
                  </a:cubicBezTo>
                  <a:cubicBezTo>
                    <a:pt x="612" y="1258"/>
                    <a:pt x="716" y="1223"/>
                    <a:pt x="786" y="1154"/>
                  </a:cubicBezTo>
                  <a:cubicBezTo>
                    <a:pt x="886" y="1070"/>
                    <a:pt x="936" y="953"/>
                    <a:pt x="953" y="836"/>
                  </a:cubicBezTo>
                  <a:cubicBezTo>
                    <a:pt x="970" y="652"/>
                    <a:pt x="953" y="468"/>
                    <a:pt x="886" y="301"/>
                  </a:cubicBezTo>
                  <a:cubicBezTo>
                    <a:pt x="836" y="168"/>
                    <a:pt x="719" y="101"/>
                    <a:pt x="585" y="101"/>
                  </a:cubicBezTo>
                  <a:cubicBezTo>
                    <a:pt x="485" y="101"/>
                    <a:pt x="452" y="151"/>
                    <a:pt x="452" y="168"/>
                  </a:cubicBezTo>
                  <a:lnTo>
                    <a:pt x="468" y="168"/>
                  </a:lnTo>
                  <a:cubicBezTo>
                    <a:pt x="468" y="168"/>
                    <a:pt x="502" y="151"/>
                    <a:pt x="585" y="151"/>
                  </a:cubicBezTo>
                  <a:cubicBezTo>
                    <a:pt x="686" y="168"/>
                    <a:pt x="769" y="235"/>
                    <a:pt x="803" y="335"/>
                  </a:cubicBezTo>
                  <a:cubicBezTo>
                    <a:pt x="836" y="502"/>
                    <a:pt x="853" y="652"/>
                    <a:pt x="819" y="819"/>
                  </a:cubicBezTo>
                  <a:cubicBezTo>
                    <a:pt x="804" y="984"/>
                    <a:pt x="669" y="1109"/>
                    <a:pt x="508" y="1109"/>
                  </a:cubicBezTo>
                  <a:cubicBezTo>
                    <a:pt x="490" y="1109"/>
                    <a:pt x="471" y="1107"/>
                    <a:pt x="452" y="1103"/>
                  </a:cubicBezTo>
                  <a:cubicBezTo>
                    <a:pt x="335" y="1087"/>
                    <a:pt x="218" y="986"/>
                    <a:pt x="184" y="869"/>
                  </a:cubicBezTo>
                  <a:cubicBezTo>
                    <a:pt x="134" y="753"/>
                    <a:pt x="134" y="636"/>
                    <a:pt x="168" y="519"/>
                  </a:cubicBezTo>
                  <a:cubicBezTo>
                    <a:pt x="234" y="352"/>
                    <a:pt x="351" y="201"/>
                    <a:pt x="502" y="84"/>
                  </a:cubicBezTo>
                  <a:lnTo>
                    <a:pt x="552" y="51"/>
                  </a:lnTo>
                  <a:lnTo>
                    <a:pt x="485" y="34"/>
                  </a:lnTo>
                  <a:cubicBezTo>
                    <a:pt x="385" y="1"/>
                    <a:pt x="318" y="1"/>
                    <a:pt x="318"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25"/>
            <p:cNvSpPr/>
            <p:nvPr/>
          </p:nvSpPr>
          <p:spPr>
            <a:xfrm>
              <a:off x="7712376" y="3657490"/>
              <a:ext cx="61087" cy="140315"/>
            </a:xfrm>
            <a:custGeom>
              <a:avLst/>
              <a:gdLst/>
              <a:ahLst/>
              <a:cxnLst/>
              <a:rect l="l" t="t" r="r" b="b"/>
              <a:pathLst>
                <a:path w="1906" h="4378" extrusionOk="0">
                  <a:moveTo>
                    <a:pt x="0" y="0"/>
                  </a:moveTo>
                  <a:lnTo>
                    <a:pt x="0" y="0"/>
                  </a:lnTo>
                  <a:cubicBezTo>
                    <a:pt x="101" y="217"/>
                    <a:pt x="201" y="435"/>
                    <a:pt x="318" y="635"/>
                  </a:cubicBezTo>
                  <a:cubicBezTo>
                    <a:pt x="518" y="1019"/>
                    <a:pt x="786" y="1554"/>
                    <a:pt x="1053" y="2156"/>
                  </a:cubicBezTo>
                  <a:cubicBezTo>
                    <a:pt x="1304" y="2757"/>
                    <a:pt x="1521" y="3325"/>
                    <a:pt x="1655" y="3726"/>
                  </a:cubicBezTo>
                  <a:cubicBezTo>
                    <a:pt x="1721" y="3960"/>
                    <a:pt x="1805" y="4177"/>
                    <a:pt x="1905" y="4378"/>
                  </a:cubicBezTo>
                  <a:cubicBezTo>
                    <a:pt x="1889" y="4144"/>
                    <a:pt x="1838" y="3910"/>
                    <a:pt x="1755" y="3693"/>
                  </a:cubicBezTo>
                  <a:cubicBezTo>
                    <a:pt x="1437" y="2607"/>
                    <a:pt x="986" y="1554"/>
                    <a:pt x="401" y="585"/>
                  </a:cubicBezTo>
                  <a:cubicBezTo>
                    <a:pt x="301" y="368"/>
                    <a:pt x="168" y="184"/>
                    <a:pt x="0"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25"/>
            <p:cNvSpPr/>
            <p:nvPr/>
          </p:nvSpPr>
          <p:spPr>
            <a:xfrm>
              <a:off x="7779329" y="3670342"/>
              <a:ext cx="55703" cy="129610"/>
            </a:xfrm>
            <a:custGeom>
              <a:avLst/>
              <a:gdLst/>
              <a:ahLst/>
              <a:cxnLst/>
              <a:rect l="l" t="t" r="r" b="b"/>
              <a:pathLst>
                <a:path w="1738" h="4044" extrusionOk="0">
                  <a:moveTo>
                    <a:pt x="1738" y="0"/>
                  </a:moveTo>
                  <a:cubicBezTo>
                    <a:pt x="1604" y="167"/>
                    <a:pt x="1487" y="351"/>
                    <a:pt x="1404" y="552"/>
                  </a:cubicBezTo>
                  <a:cubicBezTo>
                    <a:pt x="1220" y="902"/>
                    <a:pt x="969" y="1404"/>
                    <a:pt x="718" y="1955"/>
                  </a:cubicBezTo>
                  <a:cubicBezTo>
                    <a:pt x="485" y="2523"/>
                    <a:pt x="284" y="3041"/>
                    <a:pt x="167" y="3425"/>
                  </a:cubicBezTo>
                  <a:cubicBezTo>
                    <a:pt x="84" y="3626"/>
                    <a:pt x="17" y="3826"/>
                    <a:pt x="0" y="4044"/>
                  </a:cubicBezTo>
                  <a:cubicBezTo>
                    <a:pt x="100" y="3860"/>
                    <a:pt x="184" y="3659"/>
                    <a:pt x="251" y="3459"/>
                  </a:cubicBezTo>
                  <a:cubicBezTo>
                    <a:pt x="401" y="3091"/>
                    <a:pt x="618" y="2573"/>
                    <a:pt x="852" y="2022"/>
                  </a:cubicBezTo>
                  <a:cubicBezTo>
                    <a:pt x="1103" y="1471"/>
                    <a:pt x="1320" y="969"/>
                    <a:pt x="1487" y="602"/>
                  </a:cubicBezTo>
                  <a:cubicBezTo>
                    <a:pt x="1587" y="418"/>
                    <a:pt x="1671" y="217"/>
                    <a:pt x="1738"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1" name="Google Shape;711;p25"/>
            <p:cNvSpPr/>
            <p:nvPr/>
          </p:nvSpPr>
          <p:spPr>
            <a:xfrm>
              <a:off x="7713979" y="3826169"/>
              <a:ext cx="49293" cy="217972"/>
            </a:xfrm>
            <a:custGeom>
              <a:avLst/>
              <a:gdLst/>
              <a:ahLst/>
              <a:cxnLst/>
              <a:rect l="l" t="t" r="r" b="b"/>
              <a:pathLst>
                <a:path w="1538" h="6801" extrusionOk="0">
                  <a:moveTo>
                    <a:pt x="1538" y="0"/>
                  </a:moveTo>
                  <a:lnTo>
                    <a:pt x="1538" y="0"/>
                  </a:lnTo>
                  <a:cubicBezTo>
                    <a:pt x="1488" y="84"/>
                    <a:pt x="1454" y="168"/>
                    <a:pt x="1438" y="268"/>
                  </a:cubicBezTo>
                  <a:cubicBezTo>
                    <a:pt x="1371" y="435"/>
                    <a:pt x="1304" y="669"/>
                    <a:pt x="1204" y="970"/>
                  </a:cubicBezTo>
                  <a:cubicBezTo>
                    <a:pt x="1037" y="1588"/>
                    <a:pt x="803" y="2423"/>
                    <a:pt x="585" y="3376"/>
                  </a:cubicBezTo>
                  <a:cubicBezTo>
                    <a:pt x="385" y="4311"/>
                    <a:pt x="218" y="5163"/>
                    <a:pt x="118" y="5798"/>
                  </a:cubicBezTo>
                  <a:cubicBezTo>
                    <a:pt x="67" y="6099"/>
                    <a:pt x="34" y="6350"/>
                    <a:pt x="17" y="6533"/>
                  </a:cubicBezTo>
                  <a:cubicBezTo>
                    <a:pt x="1" y="6617"/>
                    <a:pt x="1" y="6717"/>
                    <a:pt x="1" y="6801"/>
                  </a:cubicBezTo>
                  <a:cubicBezTo>
                    <a:pt x="101" y="6483"/>
                    <a:pt x="168" y="6149"/>
                    <a:pt x="218" y="5815"/>
                  </a:cubicBezTo>
                  <a:cubicBezTo>
                    <a:pt x="351" y="5197"/>
                    <a:pt x="519" y="4345"/>
                    <a:pt x="736" y="3392"/>
                  </a:cubicBezTo>
                  <a:cubicBezTo>
                    <a:pt x="936" y="2457"/>
                    <a:pt x="1153" y="1621"/>
                    <a:pt x="1304" y="1003"/>
                  </a:cubicBezTo>
                  <a:cubicBezTo>
                    <a:pt x="1404" y="669"/>
                    <a:pt x="1488" y="351"/>
                    <a:pt x="1538"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2" name="Google Shape;712;p25"/>
            <p:cNvSpPr/>
            <p:nvPr/>
          </p:nvSpPr>
          <p:spPr>
            <a:xfrm>
              <a:off x="7780387" y="3827227"/>
              <a:ext cx="54645" cy="133392"/>
            </a:xfrm>
            <a:custGeom>
              <a:avLst/>
              <a:gdLst/>
              <a:ahLst/>
              <a:cxnLst/>
              <a:rect l="l" t="t" r="r" b="b"/>
              <a:pathLst>
                <a:path w="1705" h="4162" extrusionOk="0">
                  <a:moveTo>
                    <a:pt x="0" y="1"/>
                  </a:moveTo>
                  <a:lnTo>
                    <a:pt x="0" y="1"/>
                  </a:lnTo>
                  <a:cubicBezTo>
                    <a:pt x="67" y="201"/>
                    <a:pt x="168" y="402"/>
                    <a:pt x="268" y="602"/>
                  </a:cubicBezTo>
                  <a:cubicBezTo>
                    <a:pt x="452" y="970"/>
                    <a:pt x="685" y="1471"/>
                    <a:pt x="919" y="2056"/>
                  </a:cubicBezTo>
                  <a:cubicBezTo>
                    <a:pt x="1153" y="2624"/>
                    <a:pt x="1337" y="3159"/>
                    <a:pt x="1471" y="3543"/>
                  </a:cubicBezTo>
                  <a:cubicBezTo>
                    <a:pt x="1521" y="3760"/>
                    <a:pt x="1604" y="3961"/>
                    <a:pt x="1705" y="4161"/>
                  </a:cubicBezTo>
                  <a:cubicBezTo>
                    <a:pt x="1688" y="3944"/>
                    <a:pt x="1638" y="3727"/>
                    <a:pt x="1571" y="3510"/>
                  </a:cubicBezTo>
                  <a:cubicBezTo>
                    <a:pt x="1287" y="2490"/>
                    <a:pt x="869" y="1488"/>
                    <a:pt x="351" y="552"/>
                  </a:cubicBezTo>
                  <a:cubicBezTo>
                    <a:pt x="268" y="352"/>
                    <a:pt x="134" y="168"/>
                    <a:pt x="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3" name="Google Shape;713;p25"/>
            <p:cNvSpPr/>
            <p:nvPr/>
          </p:nvSpPr>
          <p:spPr>
            <a:xfrm>
              <a:off x="7800193" y="2062201"/>
              <a:ext cx="842402" cy="398446"/>
            </a:xfrm>
            <a:custGeom>
              <a:avLst/>
              <a:gdLst/>
              <a:ahLst/>
              <a:cxnLst/>
              <a:rect l="l" t="t" r="r" b="b"/>
              <a:pathLst>
                <a:path w="26284" h="12432" extrusionOk="0">
                  <a:moveTo>
                    <a:pt x="235" y="1"/>
                  </a:moveTo>
                  <a:lnTo>
                    <a:pt x="1" y="502"/>
                  </a:lnTo>
                  <a:lnTo>
                    <a:pt x="26049" y="12432"/>
                  </a:lnTo>
                  <a:lnTo>
                    <a:pt x="26283" y="11947"/>
                  </a:lnTo>
                  <a:lnTo>
                    <a:pt x="23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4" name="Google Shape;714;p25"/>
            <p:cNvSpPr/>
            <p:nvPr/>
          </p:nvSpPr>
          <p:spPr>
            <a:xfrm>
              <a:off x="8429431" y="2361003"/>
              <a:ext cx="17692" cy="2295774"/>
            </a:xfrm>
            <a:custGeom>
              <a:avLst/>
              <a:gdLst/>
              <a:ahLst/>
              <a:cxnLst/>
              <a:rect l="l" t="t" r="r" b="b"/>
              <a:pathLst>
                <a:path w="552" h="71631" extrusionOk="0">
                  <a:moveTo>
                    <a:pt x="0" y="1"/>
                  </a:moveTo>
                  <a:lnTo>
                    <a:pt x="0" y="71630"/>
                  </a:lnTo>
                  <a:lnTo>
                    <a:pt x="552" y="71630"/>
                  </a:lnTo>
                  <a:lnTo>
                    <a:pt x="552"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5" name="Google Shape;715;p25"/>
            <p:cNvSpPr/>
            <p:nvPr/>
          </p:nvSpPr>
          <p:spPr>
            <a:xfrm>
              <a:off x="8417092" y="2967742"/>
              <a:ext cx="45575" cy="308481"/>
            </a:xfrm>
            <a:custGeom>
              <a:avLst/>
              <a:gdLst/>
              <a:ahLst/>
              <a:cxnLst/>
              <a:rect l="l" t="t" r="r" b="b"/>
              <a:pathLst>
                <a:path w="1422" h="9625" extrusionOk="0">
                  <a:moveTo>
                    <a:pt x="636" y="1"/>
                  </a:moveTo>
                  <a:cubicBezTo>
                    <a:pt x="285" y="1"/>
                    <a:pt x="1" y="285"/>
                    <a:pt x="1" y="636"/>
                  </a:cubicBezTo>
                  <a:lnTo>
                    <a:pt x="1" y="8990"/>
                  </a:lnTo>
                  <a:cubicBezTo>
                    <a:pt x="1" y="9341"/>
                    <a:pt x="285" y="9625"/>
                    <a:pt x="636" y="9625"/>
                  </a:cubicBezTo>
                  <a:lnTo>
                    <a:pt x="786" y="9625"/>
                  </a:lnTo>
                  <a:cubicBezTo>
                    <a:pt x="1137" y="9625"/>
                    <a:pt x="1421" y="9341"/>
                    <a:pt x="1421" y="8990"/>
                  </a:cubicBezTo>
                  <a:lnTo>
                    <a:pt x="1421" y="636"/>
                  </a:lnTo>
                  <a:cubicBezTo>
                    <a:pt x="1421" y="285"/>
                    <a:pt x="1137" y="1"/>
                    <a:pt x="786"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6" name="Google Shape;716;p25"/>
            <p:cNvSpPr/>
            <p:nvPr/>
          </p:nvSpPr>
          <p:spPr>
            <a:xfrm>
              <a:off x="7696832" y="1980730"/>
              <a:ext cx="143039" cy="128617"/>
            </a:xfrm>
            <a:custGeom>
              <a:avLst/>
              <a:gdLst/>
              <a:ahLst/>
              <a:cxnLst/>
              <a:rect l="l" t="t" r="r" b="b"/>
              <a:pathLst>
                <a:path w="4463" h="4013" extrusionOk="0">
                  <a:moveTo>
                    <a:pt x="2365" y="1"/>
                  </a:moveTo>
                  <a:cubicBezTo>
                    <a:pt x="1759" y="1"/>
                    <a:pt x="1166" y="297"/>
                    <a:pt x="820" y="838"/>
                  </a:cubicBezTo>
                  <a:lnTo>
                    <a:pt x="1" y="2125"/>
                  </a:lnTo>
                  <a:lnTo>
                    <a:pt x="3242" y="4013"/>
                  </a:lnTo>
                  <a:lnTo>
                    <a:pt x="3961" y="2760"/>
                  </a:lnTo>
                  <a:cubicBezTo>
                    <a:pt x="4462" y="1891"/>
                    <a:pt x="4178" y="788"/>
                    <a:pt x="3326" y="270"/>
                  </a:cubicBezTo>
                  <a:cubicBezTo>
                    <a:pt x="3026" y="88"/>
                    <a:pt x="2693" y="1"/>
                    <a:pt x="2365"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7" name="Google Shape;717;p25"/>
            <p:cNvSpPr/>
            <p:nvPr/>
          </p:nvSpPr>
          <p:spPr>
            <a:xfrm>
              <a:off x="7433894" y="2048804"/>
              <a:ext cx="428989" cy="324570"/>
            </a:xfrm>
            <a:custGeom>
              <a:avLst/>
              <a:gdLst/>
              <a:ahLst/>
              <a:cxnLst/>
              <a:rect l="l" t="t" r="r" b="b"/>
              <a:pathLst>
                <a:path w="13385" h="10127" extrusionOk="0">
                  <a:moveTo>
                    <a:pt x="8205" y="1"/>
                  </a:moveTo>
                  <a:lnTo>
                    <a:pt x="1" y="2541"/>
                  </a:lnTo>
                  <a:lnTo>
                    <a:pt x="13385" y="10126"/>
                  </a:lnTo>
                  <a:lnTo>
                    <a:pt x="11547" y="1388"/>
                  </a:lnTo>
                  <a:lnTo>
                    <a:pt x="8205"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8" name="Google Shape;718;p25"/>
            <p:cNvSpPr/>
            <p:nvPr/>
          </p:nvSpPr>
          <p:spPr>
            <a:xfrm>
              <a:off x="7392133" y="2122423"/>
              <a:ext cx="494307" cy="283354"/>
            </a:xfrm>
            <a:custGeom>
              <a:avLst/>
              <a:gdLst/>
              <a:ahLst/>
              <a:cxnLst/>
              <a:rect l="l" t="t" r="r" b="b"/>
              <a:pathLst>
                <a:path w="15423" h="8841" extrusionOk="0">
                  <a:moveTo>
                    <a:pt x="2252" y="1"/>
                  </a:moveTo>
                  <a:cubicBezTo>
                    <a:pt x="1456" y="1"/>
                    <a:pt x="893" y="198"/>
                    <a:pt x="669" y="611"/>
                  </a:cubicBezTo>
                  <a:cubicBezTo>
                    <a:pt x="1" y="1848"/>
                    <a:pt x="2607" y="4554"/>
                    <a:pt x="6500" y="6660"/>
                  </a:cubicBezTo>
                  <a:cubicBezTo>
                    <a:pt x="9092" y="8061"/>
                    <a:pt x="11594" y="8840"/>
                    <a:pt x="13175" y="8840"/>
                  </a:cubicBezTo>
                  <a:cubicBezTo>
                    <a:pt x="13969" y="8840"/>
                    <a:pt x="14531" y="8644"/>
                    <a:pt x="14754" y="8230"/>
                  </a:cubicBezTo>
                  <a:cubicBezTo>
                    <a:pt x="15423" y="6994"/>
                    <a:pt x="12816" y="4287"/>
                    <a:pt x="8923" y="2182"/>
                  </a:cubicBezTo>
                  <a:cubicBezTo>
                    <a:pt x="6343" y="780"/>
                    <a:pt x="3837" y="1"/>
                    <a:pt x="2252"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9" name="Google Shape;719;p25"/>
            <p:cNvSpPr/>
            <p:nvPr/>
          </p:nvSpPr>
          <p:spPr>
            <a:xfrm>
              <a:off x="8186845" y="4588222"/>
              <a:ext cx="495910" cy="68555"/>
            </a:xfrm>
            <a:custGeom>
              <a:avLst/>
              <a:gdLst/>
              <a:ahLst/>
              <a:cxnLst/>
              <a:rect l="l" t="t" r="r" b="b"/>
              <a:pathLst>
                <a:path w="15473" h="2139" extrusionOk="0">
                  <a:moveTo>
                    <a:pt x="7073" y="0"/>
                  </a:moveTo>
                  <a:cubicBezTo>
                    <a:pt x="2093" y="0"/>
                    <a:pt x="0" y="2138"/>
                    <a:pt x="0" y="2138"/>
                  </a:cubicBezTo>
                  <a:lnTo>
                    <a:pt x="15472" y="2138"/>
                  </a:lnTo>
                  <a:cubicBezTo>
                    <a:pt x="15472" y="2138"/>
                    <a:pt x="13384" y="234"/>
                    <a:pt x="7837" y="16"/>
                  </a:cubicBezTo>
                  <a:cubicBezTo>
                    <a:pt x="7575" y="5"/>
                    <a:pt x="7321" y="0"/>
                    <a:pt x="707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0" name="Google Shape;720;p25"/>
            <p:cNvSpPr/>
            <p:nvPr/>
          </p:nvSpPr>
          <p:spPr>
            <a:xfrm>
              <a:off x="8404240" y="2327799"/>
              <a:ext cx="78779" cy="67049"/>
            </a:xfrm>
            <a:custGeom>
              <a:avLst/>
              <a:gdLst/>
              <a:ahLst/>
              <a:cxnLst/>
              <a:rect l="l" t="t" r="r" b="b"/>
              <a:pathLst>
                <a:path w="2458" h="2092" extrusionOk="0">
                  <a:moveTo>
                    <a:pt x="1054" y="1"/>
                  </a:moveTo>
                  <a:cubicBezTo>
                    <a:pt x="469" y="1"/>
                    <a:pt x="1" y="469"/>
                    <a:pt x="1" y="1037"/>
                  </a:cubicBezTo>
                  <a:cubicBezTo>
                    <a:pt x="1" y="1672"/>
                    <a:pt x="525" y="2092"/>
                    <a:pt x="1070" y="2092"/>
                  </a:cubicBezTo>
                  <a:cubicBezTo>
                    <a:pt x="1328" y="2092"/>
                    <a:pt x="1591" y="1998"/>
                    <a:pt x="1805" y="1789"/>
                  </a:cubicBezTo>
                  <a:cubicBezTo>
                    <a:pt x="2457" y="1120"/>
                    <a:pt x="1989" y="1"/>
                    <a:pt x="1054"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1" name="Google Shape;721;p25"/>
            <p:cNvSpPr/>
            <p:nvPr/>
          </p:nvSpPr>
          <p:spPr>
            <a:xfrm>
              <a:off x="7788944" y="1949738"/>
              <a:ext cx="39133" cy="47178"/>
            </a:xfrm>
            <a:custGeom>
              <a:avLst/>
              <a:gdLst/>
              <a:ahLst/>
              <a:cxnLst/>
              <a:rect l="l" t="t" r="r" b="b"/>
              <a:pathLst>
                <a:path w="1221" h="1472" extrusionOk="0">
                  <a:moveTo>
                    <a:pt x="586" y="1"/>
                  </a:moveTo>
                  <a:lnTo>
                    <a:pt x="1" y="1304"/>
                  </a:lnTo>
                  <a:lnTo>
                    <a:pt x="485" y="1471"/>
                  </a:lnTo>
                  <a:lnTo>
                    <a:pt x="1220" y="235"/>
                  </a:lnTo>
                  <a:lnTo>
                    <a:pt x="586"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2" name="Google Shape;722;p25"/>
            <p:cNvSpPr/>
            <p:nvPr/>
          </p:nvSpPr>
          <p:spPr>
            <a:xfrm>
              <a:off x="7696319" y="2045054"/>
              <a:ext cx="113008" cy="53620"/>
            </a:xfrm>
            <a:custGeom>
              <a:avLst/>
              <a:gdLst/>
              <a:ahLst/>
              <a:cxnLst/>
              <a:rect l="l" t="t" r="r" b="b"/>
              <a:pathLst>
                <a:path w="3526" h="1673" extrusionOk="0">
                  <a:moveTo>
                    <a:pt x="389" y="0"/>
                  </a:moveTo>
                  <a:cubicBezTo>
                    <a:pt x="261" y="0"/>
                    <a:pt x="136" y="19"/>
                    <a:pt x="17" y="51"/>
                  </a:cubicBezTo>
                  <a:cubicBezTo>
                    <a:pt x="0" y="101"/>
                    <a:pt x="936" y="34"/>
                    <a:pt x="1938" y="502"/>
                  </a:cubicBezTo>
                  <a:cubicBezTo>
                    <a:pt x="2919" y="960"/>
                    <a:pt x="3468" y="1673"/>
                    <a:pt x="3523" y="1673"/>
                  </a:cubicBezTo>
                  <a:cubicBezTo>
                    <a:pt x="3524" y="1673"/>
                    <a:pt x="3525" y="1672"/>
                    <a:pt x="3526" y="1672"/>
                  </a:cubicBezTo>
                  <a:cubicBezTo>
                    <a:pt x="3442" y="1488"/>
                    <a:pt x="3308" y="1338"/>
                    <a:pt x="3158" y="1204"/>
                  </a:cubicBezTo>
                  <a:cubicBezTo>
                    <a:pt x="2473" y="519"/>
                    <a:pt x="1571" y="84"/>
                    <a:pt x="602" y="18"/>
                  </a:cubicBezTo>
                  <a:cubicBezTo>
                    <a:pt x="531" y="6"/>
                    <a:pt x="460" y="0"/>
                    <a:pt x="389"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3" name="Google Shape;723;p25"/>
            <p:cNvSpPr/>
            <p:nvPr/>
          </p:nvSpPr>
          <p:spPr>
            <a:xfrm>
              <a:off x="7569401" y="2185914"/>
              <a:ext cx="140315" cy="146757"/>
            </a:xfrm>
            <a:custGeom>
              <a:avLst/>
              <a:gdLst/>
              <a:ahLst/>
              <a:cxnLst/>
              <a:rect l="l" t="t" r="r" b="b"/>
              <a:pathLst>
                <a:path w="4378" h="4579" extrusionOk="0">
                  <a:moveTo>
                    <a:pt x="3025" y="0"/>
                  </a:moveTo>
                  <a:lnTo>
                    <a:pt x="936" y="1220"/>
                  </a:lnTo>
                  <a:cubicBezTo>
                    <a:pt x="719" y="1354"/>
                    <a:pt x="552" y="1537"/>
                    <a:pt x="435" y="1755"/>
                  </a:cubicBezTo>
                  <a:cubicBezTo>
                    <a:pt x="167" y="2289"/>
                    <a:pt x="0" y="3258"/>
                    <a:pt x="1654" y="4127"/>
                  </a:cubicBezTo>
                  <a:cubicBezTo>
                    <a:pt x="2285" y="4457"/>
                    <a:pt x="2770" y="4579"/>
                    <a:pt x="3144" y="4579"/>
                  </a:cubicBezTo>
                  <a:cubicBezTo>
                    <a:pt x="3603" y="4579"/>
                    <a:pt x="3893" y="4397"/>
                    <a:pt x="4077" y="4194"/>
                  </a:cubicBezTo>
                  <a:cubicBezTo>
                    <a:pt x="4278" y="3960"/>
                    <a:pt x="4378" y="3659"/>
                    <a:pt x="4361" y="3359"/>
                  </a:cubicBezTo>
                  <a:lnTo>
                    <a:pt x="4361" y="752"/>
                  </a:lnTo>
                  <a:lnTo>
                    <a:pt x="3025"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4" name="Google Shape;724;p25"/>
            <p:cNvSpPr/>
            <p:nvPr/>
          </p:nvSpPr>
          <p:spPr>
            <a:xfrm>
              <a:off x="7624015" y="2195016"/>
              <a:ext cx="73939" cy="89996"/>
            </a:xfrm>
            <a:custGeom>
              <a:avLst/>
              <a:gdLst/>
              <a:ahLst/>
              <a:cxnLst/>
              <a:rect l="l" t="t" r="r" b="b"/>
              <a:pathLst>
                <a:path w="2307" h="2808" extrusionOk="0">
                  <a:moveTo>
                    <a:pt x="351" y="1471"/>
                  </a:moveTo>
                  <a:cubicBezTo>
                    <a:pt x="485" y="1471"/>
                    <a:pt x="602" y="1504"/>
                    <a:pt x="719" y="1554"/>
                  </a:cubicBezTo>
                  <a:cubicBezTo>
                    <a:pt x="758" y="1574"/>
                    <a:pt x="797" y="1593"/>
                    <a:pt x="836" y="1613"/>
                  </a:cubicBezTo>
                  <a:lnTo>
                    <a:pt x="836" y="1613"/>
                  </a:lnTo>
                  <a:cubicBezTo>
                    <a:pt x="830" y="1621"/>
                    <a:pt x="825" y="1629"/>
                    <a:pt x="819" y="1638"/>
                  </a:cubicBezTo>
                  <a:cubicBezTo>
                    <a:pt x="752" y="1721"/>
                    <a:pt x="686" y="1805"/>
                    <a:pt x="585" y="1872"/>
                  </a:cubicBezTo>
                  <a:cubicBezTo>
                    <a:pt x="540" y="1929"/>
                    <a:pt x="471" y="1955"/>
                    <a:pt x="399" y="1955"/>
                  </a:cubicBezTo>
                  <a:cubicBezTo>
                    <a:pt x="366" y="1955"/>
                    <a:pt x="333" y="1949"/>
                    <a:pt x="301" y="1938"/>
                  </a:cubicBezTo>
                  <a:cubicBezTo>
                    <a:pt x="67" y="1855"/>
                    <a:pt x="101" y="1504"/>
                    <a:pt x="351" y="1471"/>
                  </a:cubicBezTo>
                  <a:close/>
                  <a:moveTo>
                    <a:pt x="1410" y="1962"/>
                  </a:moveTo>
                  <a:cubicBezTo>
                    <a:pt x="1430" y="1976"/>
                    <a:pt x="1451" y="1991"/>
                    <a:pt x="1471" y="2005"/>
                  </a:cubicBezTo>
                  <a:cubicBezTo>
                    <a:pt x="1588" y="2089"/>
                    <a:pt x="1688" y="2172"/>
                    <a:pt x="1671" y="2289"/>
                  </a:cubicBezTo>
                  <a:cubicBezTo>
                    <a:pt x="1655" y="2406"/>
                    <a:pt x="1605" y="2523"/>
                    <a:pt x="1521" y="2624"/>
                  </a:cubicBezTo>
                  <a:cubicBezTo>
                    <a:pt x="1494" y="2657"/>
                    <a:pt x="1462" y="2672"/>
                    <a:pt x="1428" y="2672"/>
                  </a:cubicBezTo>
                  <a:cubicBezTo>
                    <a:pt x="1379" y="2672"/>
                    <a:pt x="1327" y="2640"/>
                    <a:pt x="1287" y="2590"/>
                  </a:cubicBezTo>
                  <a:cubicBezTo>
                    <a:pt x="1220" y="2507"/>
                    <a:pt x="1204" y="2390"/>
                    <a:pt x="1254" y="2289"/>
                  </a:cubicBezTo>
                  <a:cubicBezTo>
                    <a:pt x="1287" y="2172"/>
                    <a:pt x="1354" y="2072"/>
                    <a:pt x="1404" y="1972"/>
                  </a:cubicBezTo>
                  <a:cubicBezTo>
                    <a:pt x="1406" y="1969"/>
                    <a:pt x="1408" y="1965"/>
                    <a:pt x="1410" y="1962"/>
                  </a:cubicBezTo>
                  <a:close/>
                  <a:moveTo>
                    <a:pt x="1788" y="0"/>
                  </a:moveTo>
                  <a:cubicBezTo>
                    <a:pt x="1722" y="84"/>
                    <a:pt x="1671" y="184"/>
                    <a:pt x="1638" y="301"/>
                  </a:cubicBezTo>
                  <a:cubicBezTo>
                    <a:pt x="1504" y="568"/>
                    <a:pt x="1337" y="836"/>
                    <a:pt x="1187" y="1103"/>
                  </a:cubicBezTo>
                  <a:cubicBezTo>
                    <a:pt x="1099" y="1229"/>
                    <a:pt x="1011" y="1355"/>
                    <a:pt x="916" y="1495"/>
                  </a:cubicBezTo>
                  <a:lnTo>
                    <a:pt x="916" y="1495"/>
                  </a:lnTo>
                  <a:cubicBezTo>
                    <a:pt x="872" y="1473"/>
                    <a:pt x="829" y="1453"/>
                    <a:pt x="786" y="1437"/>
                  </a:cubicBezTo>
                  <a:cubicBezTo>
                    <a:pt x="661" y="1368"/>
                    <a:pt x="535" y="1333"/>
                    <a:pt x="400" y="1333"/>
                  </a:cubicBezTo>
                  <a:cubicBezTo>
                    <a:pt x="373" y="1333"/>
                    <a:pt x="346" y="1334"/>
                    <a:pt x="318" y="1337"/>
                  </a:cubicBezTo>
                  <a:cubicBezTo>
                    <a:pt x="151" y="1370"/>
                    <a:pt x="17" y="1504"/>
                    <a:pt x="1" y="1688"/>
                  </a:cubicBezTo>
                  <a:cubicBezTo>
                    <a:pt x="1" y="1855"/>
                    <a:pt x="101" y="2005"/>
                    <a:pt x="251" y="2072"/>
                  </a:cubicBezTo>
                  <a:cubicBezTo>
                    <a:pt x="290" y="2081"/>
                    <a:pt x="329" y="2085"/>
                    <a:pt x="367" y="2085"/>
                  </a:cubicBezTo>
                  <a:cubicBezTo>
                    <a:pt x="477" y="2085"/>
                    <a:pt x="582" y="2051"/>
                    <a:pt x="669" y="1989"/>
                  </a:cubicBezTo>
                  <a:cubicBezTo>
                    <a:pt x="769" y="1905"/>
                    <a:pt x="853" y="1805"/>
                    <a:pt x="920" y="1705"/>
                  </a:cubicBezTo>
                  <a:cubicBezTo>
                    <a:pt x="927" y="1693"/>
                    <a:pt x="935" y="1682"/>
                    <a:pt x="942" y="1670"/>
                  </a:cubicBezTo>
                  <a:lnTo>
                    <a:pt x="942" y="1670"/>
                  </a:lnTo>
                  <a:cubicBezTo>
                    <a:pt x="998" y="1702"/>
                    <a:pt x="1052" y="1735"/>
                    <a:pt x="1103" y="1771"/>
                  </a:cubicBezTo>
                  <a:cubicBezTo>
                    <a:pt x="1179" y="1809"/>
                    <a:pt x="1249" y="1852"/>
                    <a:pt x="1317" y="1898"/>
                  </a:cubicBezTo>
                  <a:lnTo>
                    <a:pt x="1317" y="1898"/>
                  </a:lnTo>
                  <a:lnTo>
                    <a:pt x="1304" y="1922"/>
                  </a:lnTo>
                  <a:cubicBezTo>
                    <a:pt x="1237" y="2022"/>
                    <a:pt x="1187" y="2139"/>
                    <a:pt x="1137" y="2239"/>
                  </a:cubicBezTo>
                  <a:cubicBezTo>
                    <a:pt x="1103" y="2306"/>
                    <a:pt x="1103" y="2390"/>
                    <a:pt x="1103" y="2456"/>
                  </a:cubicBezTo>
                  <a:cubicBezTo>
                    <a:pt x="1103" y="2540"/>
                    <a:pt x="1137" y="2607"/>
                    <a:pt x="1170" y="2674"/>
                  </a:cubicBezTo>
                  <a:cubicBezTo>
                    <a:pt x="1220" y="2740"/>
                    <a:pt x="1304" y="2791"/>
                    <a:pt x="1387" y="2807"/>
                  </a:cubicBezTo>
                  <a:cubicBezTo>
                    <a:pt x="1471" y="2807"/>
                    <a:pt x="1554" y="2774"/>
                    <a:pt x="1621" y="2707"/>
                  </a:cubicBezTo>
                  <a:cubicBezTo>
                    <a:pt x="1671" y="2657"/>
                    <a:pt x="1722" y="2590"/>
                    <a:pt x="1738" y="2523"/>
                  </a:cubicBezTo>
                  <a:cubicBezTo>
                    <a:pt x="1772" y="2456"/>
                    <a:pt x="1805" y="2373"/>
                    <a:pt x="1805" y="2289"/>
                  </a:cubicBezTo>
                  <a:cubicBezTo>
                    <a:pt x="1822" y="2206"/>
                    <a:pt x="1788" y="2122"/>
                    <a:pt x="1738" y="2055"/>
                  </a:cubicBezTo>
                  <a:cubicBezTo>
                    <a:pt x="1671" y="1989"/>
                    <a:pt x="1621" y="1938"/>
                    <a:pt x="1554" y="1888"/>
                  </a:cubicBezTo>
                  <a:cubicBezTo>
                    <a:pt x="1531" y="1871"/>
                    <a:pt x="1506" y="1854"/>
                    <a:pt x="1482" y="1838"/>
                  </a:cubicBezTo>
                  <a:lnTo>
                    <a:pt x="1482" y="1838"/>
                  </a:lnTo>
                  <a:cubicBezTo>
                    <a:pt x="1567" y="1689"/>
                    <a:pt x="1644" y="1550"/>
                    <a:pt x="1722" y="1420"/>
                  </a:cubicBezTo>
                  <a:lnTo>
                    <a:pt x="2156" y="602"/>
                  </a:lnTo>
                  <a:cubicBezTo>
                    <a:pt x="2223" y="502"/>
                    <a:pt x="2273" y="401"/>
                    <a:pt x="2306" y="284"/>
                  </a:cubicBezTo>
                  <a:lnTo>
                    <a:pt x="2306" y="284"/>
                  </a:lnTo>
                  <a:cubicBezTo>
                    <a:pt x="2223" y="368"/>
                    <a:pt x="2156" y="468"/>
                    <a:pt x="2106" y="568"/>
                  </a:cubicBezTo>
                  <a:cubicBezTo>
                    <a:pt x="1972" y="786"/>
                    <a:pt x="1822" y="1053"/>
                    <a:pt x="1621" y="1370"/>
                  </a:cubicBezTo>
                  <a:lnTo>
                    <a:pt x="1388" y="1775"/>
                  </a:lnTo>
                  <a:lnTo>
                    <a:pt x="1388" y="1775"/>
                  </a:lnTo>
                  <a:cubicBezTo>
                    <a:pt x="1320" y="1729"/>
                    <a:pt x="1251" y="1683"/>
                    <a:pt x="1187" y="1638"/>
                  </a:cubicBezTo>
                  <a:cubicBezTo>
                    <a:pt x="1132" y="1610"/>
                    <a:pt x="1077" y="1580"/>
                    <a:pt x="1021" y="1550"/>
                  </a:cubicBezTo>
                  <a:lnTo>
                    <a:pt x="1021" y="1550"/>
                  </a:lnTo>
                  <a:cubicBezTo>
                    <a:pt x="1113" y="1409"/>
                    <a:pt x="1196" y="1276"/>
                    <a:pt x="1270" y="1153"/>
                  </a:cubicBezTo>
                  <a:cubicBezTo>
                    <a:pt x="1421" y="886"/>
                    <a:pt x="1571" y="602"/>
                    <a:pt x="1688" y="318"/>
                  </a:cubicBezTo>
                  <a:cubicBezTo>
                    <a:pt x="1738" y="217"/>
                    <a:pt x="1772" y="101"/>
                    <a:pt x="1788"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25"/>
            <p:cNvSpPr/>
            <p:nvPr/>
          </p:nvSpPr>
          <p:spPr>
            <a:xfrm>
              <a:off x="6516591" y="4613894"/>
              <a:ext cx="63747" cy="45607"/>
            </a:xfrm>
            <a:custGeom>
              <a:avLst/>
              <a:gdLst/>
              <a:ahLst/>
              <a:cxnLst/>
              <a:rect l="l" t="t" r="r" b="b"/>
              <a:pathLst>
                <a:path w="1989" h="1423" extrusionOk="0">
                  <a:moveTo>
                    <a:pt x="418" y="1"/>
                  </a:moveTo>
                  <a:cubicBezTo>
                    <a:pt x="318" y="1"/>
                    <a:pt x="217" y="1"/>
                    <a:pt x="117" y="17"/>
                  </a:cubicBezTo>
                  <a:cubicBezTo>
                    <a:pt x="84" y="17"/>
                    <a:pt x="34" y="34"/>
                    <a:pt x="0" y="51"/>
                  </a:cubicBezTo>
                  <a:cubicBezTo>
                    <a:pt x="11" y="51"/>
                    <a:pt x="82" y="43"/>
                    <a:pt x="202" y="43"/>
                  </a:cubicBezTo>
                  <a:cubicBezTo>
                    <a:pt x="262" y="43"/>
                    <a:pt x="334" y="45"/>
                    <a:pt x="418" y="51"/>
                  </a:cubicBezTo>
                  <a:cubicBezTo>
                    <a:pt x="735" y="67"/>
                    <a:pt x="1036" y="184"/>
                    <a:pt x="1303" y="368"/>
                  </a:cubicBezTo>
                  <a:cubicBezTo>
                    <a:pt x="1554" y="535"/>
                    <a:pt x="1755" y="786"/>
                    <a:pt x="1872" y="1070"/>
                  </a:cubicBezTo>
                  <a:cubicBezTo>
                    <a:pt x="1951" y="1276"/>
                    <a:pt x="1970" y="1422"/>
                    <a:pt x="1986" y="1422"/>
                  </a:cubicBezTo>
                  <a:cubicBezTo>
                    <a:pt x="1987" y="1422"/>
                    <a:pt x="1988" y="1422"/>
                    <a:pt x="1989" y="1421"/>
                  </a:cubicBezTo>
                  <a:cubicBezTo>
                    <a:pt x="1989" y="1387"/>
                    <a:pt x="1989" y="1354"/>
                    <a:pt x="1989" y="1321"/>
                  </a:cubicBezTo>
                  <a:cubicBezTo>
                    <a:pt x="1972" y="1237"/>
                    <a:pt x="1938" y="1137"/>
                    <a:pt x="1922" y="1053"/>
                  </a:cubicBezTo>
                  <a:cubicBezTo>
                    <a:pt x="1805" y="753"/>
                    <a:pt x="1604" y="502"/>
                    <a:pt x="1337" y="318"/>
                  </a:cubicBezTo>
                  <a:cubicBezTo>
                    <a:pt x="1070" y="134"/>
                    <a:pt x="752" y="17"/>
                    <a:pt x="41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26" name="Google Shape;726;p25"/>
          <p:cNvSpPr txBox="1">
            <a:spLocks noGrp="1"/>
          </p:cNvSpPr>
          <p:nvPr>
            <p:ph type="title"/>
          </p:nvPr>
        </p:nvSpPr>
        <p:spPr>
          <a:xfrm>
            <a:off x="960000" y="720000"/>
            <a:ext cx="10272000" cy="42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36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727" name="Google Shape;727;p25"/>
          <p:cNvSpPr txBox="1">
            <a:spLocks noGrp="1"/>
          </p:cNvSpPr>
          <p:nvPr>
            <p:ph type="subTitle" idx="1"/>
          </p:nvPr>
        </p:nvSpPr>
        <p:spPr>
          <a:xfrm>
            <a:off x="1543567" y="3188368"/>
            <a:ext cx="2449200" cy="3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2133">
                <a:solidFill>
                  <a:schemeClr val="dk1"/>
                </a:solidFill>
                <a:latin typeface="Lilita One"/>
                <a:ea typeface="Lilita One"/>
                <a:cs typeface="Lilita One"/>
                <a:sym typeface="Lilit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728" name="Google Shape;728;p25"/>
          <p:cNvSpPr txBox="1">
            <a:spLocks noGrp="1"/>
          </p:cNvSpPr>
          <p:nvPr>
            <p:ph type="subTitle" idx="2"/>
          </p:nvPr>
        </p:nvSpPr>
        <p:spPr>
          <a:xfrm>
            <a:off x="1543567" y="3557169"/>
            <a:ext cx="2449200" cy="60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729" name="Google Shape;729;p25"/>
          <p:cNvSpPr txBox="1">
            <a:spLocks noGrp="1"/>
          </p:cNvSpPr>
          <p:nvPr>
            <p:ph type="subTitle" idx="3"/>
          </p:nvPr>
        </p:nvSpPr>
        <p:spPr>
          <a:xfrm>
            <a:off x="4461967" y="3188368"/>
            <a:ext cx="2449200" cy="3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2133">
                <a:solidFill>
                  <a:schemeClr val="dk1"/>
                </a:solidFill>
                <a:latin typeface="Lilita One"/>
                <a:ea typeface="Lilita One"/>
                <a:cs typeface="Lilita One"/>
                <a:sym typeface="Lilit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730" name="Google Shape;730;p25"/>
          <p:cNvSpPr txBox="1">
            <a:spLocks noGrp="1"/>
          </p:cNvSpPr>
          <p:nvPr>
            <p:ph type="subTitle" idx="4"/>
          </p:nvPr>
        </p:nvSpPr>
        <p:spPr>
          <a:xfrm>
            <a:off x="4461967" y="3557169"/>
            <a:ext cx="2449200" cy="60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731" name="Google Shape;731;p25"/>
          <p:cNvSpPr txBox="1">
            <a:spLocks noGrp="1"/>
          </p:cNvSpPr>
          <p:nvPr>
            <p:ph type="subTitle" idx="5"/>
          </p:nvPr>
        </p:nvSpPr>
        <p:spPr>
          <a:xfrm>
            <a:off x="1543567" y="4480800"/>
            <a:ext cx="2449200" cy="3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2133">
                <a:solidFill>
                  <a:schemeClr val="dk1"/>
                </a:solidFill>
                <a:latin typeface="Lilita One"/>
                <a:ea typeface="Lilita One"/>
                <a:cs typeface="Lilita One"/>
                <a:sym typeface="Lilit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732" name="Google Shape;732;p25"/>
          <p:cNvSpPr txBox="1">
            <a:spLocks noGrp="1"/>
          </p:cNvSpPr>
          <p:nvPr>
            <p:ph type="subTitle" idx="6"/>
          </p:nvPr>
        </p:nvSpPr>
        <p:spPr>
          <a:xfrm>
            <a:off x="1543567" y="4849601"/>
            <a:ext cx="2449200" cy="60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
        <p:nvSpPr>
          <p:cNvPr id="733" name="Google Shape;733;p25"/>
          <p:cNvSpPr txBox="1">
            <a:spLocks noGrp="1"/>
          </p:cNvSpPr>
          <p:nvPr>
            <p:ph type="subTitle" idx="7"/>
          </p:nvPr>
        </p:nvSpPr>
        <p:spPr>
          <a:xfrm>
            <a:off x="4461967" y="4480800"/>
            <a:ext cx="2449200" cy="36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2133">
                <a:solidFill>
                  <a:schemeClr val="dk1"/>
                </a:solidFill>
                <a:latin typeface="Lilita One"/>
                <a:ea typeface="Lilita One"/>
                <a:cs typeface="Lilita One"/>
                <a:sym typeface="Lilita 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734" name="Google Shape;734;p25"/>
          <p:cNvSpPr txBox="1">
            <a:spLocks noGrp="1"/>
          </p:cNvSpPr>
          <p:nvPr>
            <p:ph type="subTitle" idx="8"/>
          </p:nvPr>
        </p:nvSpPr>
        <p:spPr>
          <a:xfrm>
            <a:off x="4461967" y="4849601"/>
            <a:ext cx="2449200" cy="60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100"/>
              <a:buNone/>
              <a:defRPr/>
            </a:lvl1pPr>
            <a:lvl2pPr lvl="1" algn="ctr" rtl="0">
              <a:lnSpc>
                <a:spcPct val="100000"/>
              </a:lnSpc>
              <a:spcBef>
                <a:spcPts val="0"/>
              </a:spcBef>
              <a:spcAft>
                <a:spcPts val="0"/>
              </a:spcAft>
              <a:buSzPts val="1100"/>
              <a:buNone/>
              <a:defRPr/>
            </a:lvl2pPr>
            <a:lvl3pPr lvl="2" algn="ctr" rtl="0">
              <a:lnSpc>
                <a:spcPct val="100000"/>
              </a:lnSpc>
              <a:spcBef>
                <a:spcPts val="0"/>
              </a:spcBef>
              <a:spcAft>
                <a:spcPts val="0"/>
              </a:spcAft>
              <a:buSzPts val="1100"/>
              <a:buNone/>
              <a:defRPr/>
            </a:lvl3pPr>
            <a:lvl4pPr lvl="3" algn="ctr" rtl="0">
              <a:lnSpc>
                <a:spcPct val="100000"/>
              </a:lnSpc>
              <a:spcBef>
                <a:spcPts val="0"/>
              </a:spcBef>
              <a:spcAft>
                <a:spcPts val="0"/>
              </a:spcAft>
              <a:buSzPts val="1100"/>
              <a:buNone/>
              <a:defRPr/>
            </a:lvl4pPr>
            <a:lvl5pPr lvl="4" algn="ctr" rtl="0">
              <a:lnSpc>
                <a:spcPct val="100000"/>
              </a:lnSpc>
              <a:spcBef>
                <a:spcPts val="0"/>
              </a:spcBef>
              <a:spcAft>
                <a:spcPts val="0"/>
              </a:spcAft>
              <a:buSzPts val="1100"/>
              <a:buNone/>
              <a:defRPr/>
            </a:lvl5pPr>
            <a:lvl6pPr lvl="5" algn="ctr" rtl="0">
              <a:lnSpc>
                <a:spcPct val="100000"/>
              </a:lnSpc>
              <a:spcBef>
                <a:spcPts val="0"/>
              </a:spcBef>
              <a:spcAft>
                <a:spcPts val="0"/>
              </a:spcAft>
              <a:buSzPts val="1100"/>
              <a:buNone/>
              <a:defRPr/>
            </a:lvl6pPr>
            <a:lvl7pPr lvl="6" algn="ctr" rtl="0">
              <a:lnSpc>
                <a:spcPct val="100000"/>
              </a:lnSpc>
              <a:spcBef>
                <a:spcPts val="0"/>
              </a:spcBef>
              <a:spcAft>
                <a:spcPts val="0"/>
              </a:spcAft>
              <a:buSzPts val="1100"/>
              <a:buNone/>
              <a:defRPr/>
            </a:lvl7pPr>
            <a:lvl8pPr lvl="7" algn="ctr" rtl="0">
              <a:lnSpc>
                <a:spcPct val="100000"/>
              </a:lnSpc>
              <a:spcBef>
                <a:spcPts val="0"/>
              </a:spcBef>
              <a:spcAft>
                <a:spcPts val="0"/>
              </a:spcAft>
              <a:buSzPts val="1100"/>
              <a:buNone/>
              <a:defRPr/>
            </a:lvl8pPr>
            <a:lvl9pPr lvl="8" algn="ctr" rtl="0">
              <a:lnSpc>
                <a:spcPct val="100000"/>
              </a:lnSpc>
              <a:spcBef>
                <a:spcPts val="0"/>
              </a:spcBef>
              <a:spcAft>
                <a:spcPts val="0"/>
              </a:spcAft>
              <a:buSzPts val="1100"/>
              <a:buNone/>
              <a:defRPr/>
            </a:lvl9pPr>
          </a:lstStyle>
          <a:p>
            <a:endParaRPr/>
          </a:p>
        </p:txBody>
      </p:sp>
    </p:spTree>
    <p:extLst>
      <p:ext uri="{BB962C8B-B14F-4D97-AF65-F5344CB8AC3E}">
        <p14:creationId xmlns:p14="http://schemas.microsoft.com/office/powerpoint/2010/main" val="25772841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0"/>
        <p:cNvGrpSpPr/>
        <p:nvPr/>
      </p:nvGrpSpPr>
      <p:grpSpPr>
        <a:xfrm>
          <a:off x="0" y="0"/>
          <a:ext cx="0" cy="0"/>
          <a:chOff x="0" y="0"/>
          <a:chExt cx="0" cy="0"/>
        </a:xfrm>
      </p:grpSpPr>
      <p:sp>
        <p:nvSpPr>
          <p:cNvPr id="31" name="Google Shape;31;p7"/>
          <p:cNvSpPr txBox="1">
            <a:spLocks noGrp="1"/>
          </p:cNvSpPr>
          <p:nvPr>
            <p:ph type="body" idx="1"/>
          </p:nvPr>
        </p:nvSpPr>
        <p:spPr>
          <a:xfrm>
            <a:off x="942000" y="3790267"/>
            <a:ext cx="3706000" cy="28100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dk1"/>
              </a:buClr>
              <a:buSzPts val="1400"/>
              <a:buFont typeface="Poppins"/>
              <a:buChar char="●"/>
              <a:defRPr sz="1867">
                <a:solidFill>
                  <a:schemeClr val="dk1"/>
                </a:solidFill>
                <a:latin typeface="Poppins"/>
                <a:ea typeface="Poppins"/>
                <a:cs typeface="Poppins"/>
                <a:sym typeface="Poppins"/>
              </a:defRPr>
            </a:lvl1pPr>
            <a:lvl2pPr marL="1219170" lvl="1" indent="-423323">
              <a:spcBef>
                <a:spcPts val="2133"/>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828754" lvl="2" indent="-423323">
              <a:spcBef>
                <a:spcPts val="2133"/>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2438339" lvl="3" indent="-423323">
              <a:spcBef>
                <a:spcPts val="2133"/>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3047924" lvl="4" indent="-423323">
              <a:spcBef>
                <a:spcPts val="2133"/>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3657509" lvl="5" indent="-423323">
              <a:spcBef>
                <a:spcPts val="2133"/>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4267093" lvl="6" indent="-423323">
              <a:spcBef>
                <a:spcPts val="2133"/>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4876678" lvl="7" indent="-423323">
              <a:spcBef>
                <a:spcPts val="2133"/>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5486263" lvl="8" indent="-423323">
              <a:spcBef>
                <a:spcPts val="2133"/>
              </a:spcBef>
              <a:spcAft>
                <a:spcPts val="2133"/>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
        <p:nvSpPr>
          <p:cNvPr id="32" name="Google Shape;32;p7"/>
          <p:cNvSpPr txBox="1">
            <a:spLocks noGrp="1"/>
          </p:cNvSpPr>
          <p:nvPr>
            <p:ph type="title"/>
          </p:nvPr>
        </p:nvSpPr>
        <p:spPr>
          <a:xfrm>
            <a:off x="855865" y="1206900"/>
            <a:ext cx="3792000" cy="12668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2600"/>
              <a:buNone/>
              <a:defRPr sz="3467"/>
            </a:lvl2pPr>
            <a:lvl3pPr lvl="2" rtl="0">
              <a:spcBef>
                <a:spcPts val="0"/>
              </a:spcBef>
              <a:spcAft>
                <a:spcPts val="0"/>
              </a:spcAft>
              <a:buSzPts val="2600"/>
              <a:buNone/>
              <a:defRPr sz="3467"/>
            </a:lvl3pPr>
            <a:lvl4pPr lvl="3" rtl="0">
              <a:spcBef>
                <a:spcPts val="0"/>
              </a:spcBef>
              <a:spcAft>
                <a:spcPts val="0"/>
              </a:spcAft>
              <a:buSzPts val="2600"/>
              <a:buNone/>
              <a:defRPr sz="3467"/>
            </a:lvl4pPr>
            <a:lvl5pPr lvl="4" rtl="0">
              <a:spcBef>
                <a:spcPts val="0"/>
              </a:spcBef>
              <a:spcAft>
                <a:spcPts val="0"/>
              </a:spcAft>
              <a:buSzPts val="2600"/>
              <a:buNone/>
              <a:defRPr sz="3467"/>
            </a:lvl5pPr>
            <a:lvl6pPr lvl="5" rtl="0">
              <a:spcBef>
                <a:spcPts val="0"/>
              </a:spcBef>
              <a:spcAft>
                <a:spcPts val="0"/>
              </a:spcAft>
              <a:buSzPts val="2600"/>
              <a:buNone/>
              <a:defRPr sz="3467"/>
            </a:lvl6pPr>
            <a:lvl7pPr lvl="6" rtl="0">
              <a:spcBef>
                <a:spcPts val="0"/>
              </a:spcBef>
              <a:spcAft>
                <a:spcPts val="0"/>
              </a:spcAft>
              <a:buSzPts val="2600"/>
              <a:buNone/>
              <a:defRPr sz="3467"/>
            </a:lvl7pPr>
            <a:lvl8pPr lvl="7" rtl="0">
              <a:spcBef>
                <a:spcPts val="0"/>
              </a:spcBef>
              <a:spcAft>
                <a:spcPts val="0"/>
              </a:spcAft>
              <a:buSzPts val="2600"/>
              <a:buNone/>
              <a:defRPr sz="3467"/>
            </a:lvl8pPr>
            <a:lvl9pPr lvl="8" rtl="0">
              <a:spcBef>
                <a:spcPts val="0"/>
              </a:spcBef>
              <a:spcAft>
                <a:spcPts val="0"/>
              </a:spcAft>
              <a:buSzPts val="2600"/>
              <a:buNone/>
              <a:defRPr sz="3467"/>
            </a:lvl9pPr>
          </a:lstStyle>
          <a:p>
            <a:endParaRPr/>
          </a:p>
        </p:txBody>
      </p:sp>
      <p:sp>
        <p:nvSpPr>
          <p:cNvPr id="33" name="Google Shape;33;p7"/>
          <p:cNvSpPr/>
          <p:nvPr/>
        </p:nvSpPr>
        <p:spPr>
          <a:xfrm rot="5400000">
            <a:off x="721608" y="1554747"/>
            <a:ext cx="369600" cy="69200"/>
          </a:xfrm>
          <a:prstGeom prst="rect">
            <a:avLst/>
          </a:prstGeom>
          <a:solidFill>
            <a:schemeClr val="accent6">
              <a:lumMod val="75000"/>
            </a:scheme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025606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966600" y="2831467"/>
            <a:ext cx="2669200" cy="1292400"/>
          </a:xfrm>
          <a:prstGeom prst="rect">
            <a:avLst/>
          </a:prstGeom>
        </p:spPr>
        <p:txBody>
          <a:bodyPr spcFirstLastPara="1" wrap="square" lIns="91425" tIns="91425" rIns="91425" bIns="91425" anchor="ctr" anchorCtr="0">
            <a:noAutofit/>
          </a:bodyPr>
          <a:lstStyle>
            <a:lvl1pPr lvl="0" algn="r">
              <a:spcBef>
                <a:spcPts val="0"/>
              </a:spcBef>
              <a:spcAft>
                <a:spcPts val="0"/>
              </a:spcAft>
              <a:buSzPts val="2600"/>
              <a:buNone/>
              <a:defRPr/>
            </a:lvl1pPr>
            <a:lvl2pPr lvl="1" algn="r">
              <a:spcBef>
                <a:spcPts val="0"/>
              </a:spcBef>
              <a:spcAft>
                <a:spcPts val="0"/>
              </a:spcAft>
              <a:buSzPts val="2600"/>
              <a:buNone/>
              <a:defRPr/>
            </a:lvl2pPr>
            <a:lvl3pPr lvl="2" algn="r">
              <a:spcBef>
                <a:spcPts val="0"/>
              </a:spcBef>
              <a:spcAft>
                <a:spcPts val="0"/>
              </a:spcAft>
              <a:buSzPts val="2600"/>
              <a:buNone/>
              <a:defRPr/>
            </a:lvl3pPr>
            <a:lvl4pPr lvl="3" algn="r">
              <a:spcBef>
                <a:spcPts val="0"/>
              </a:spcBef>
              <a:spcAft>
                <a:spcPts val="0"/>
              </a:spcAft>
              <a:buSzPts val="2600"/>
              <a:buNone/>
              <a:defRPr/>
            </a:lvl4pPr>
            <a:lvl5pPr lvl="4" algn="r">
              <a:spcBef>
                <a:spcPts val="0"/>
              </a:spcBef>
              <a:spcAft>
                <a:spcPts val="0"/>
              </a:spcAft>
              <a:buSzPts val="2600"/>
              <a:buNone/>
              <a:defRPr/>
            </a:lvl5pPr>
            <a:lvl6pPr lvl="5" algn="r">
              <a:spcBef>
                <a:spcPts val="0"/>
              </a:spcBef>
              <a:spcAft>
                <a:spcPts val="0"/>
              </a:spcAft>
              <a:buSzPts val="2600"/>
              <a:buNone/>
              <a:defRPr/>
            </a:lvl6pPr>
            <a:lvl7pPr lvl="6" algn="r">
              <a:spcBef>
                <a:spcPts val="0"/>
              </a:spcBef>
              <a:spcAft>
                <a:spcPts val="0"/>
              </a:spcAft>
              <a:buSzPts val="2600"/>
              <a:buNone/>
              <a:defRPr/>
            </a:lvl7pPr>
            <a:lvl8pPr lvl="7" algn="r">
              <a:spcBef>
                <a:spcPts val="0"/>
              </a:spcBef>
              <a:spcAft>
                <a:spcPts val="0"/>
              </a:spcAft>
              <a:buSzPts val="2600"/>
              <a:buNone/>
              <a:defRPr/>
            </a:lvl8pPr>
            <a:lvl9pPr lvl="8" algn="r">
              <a:spcBef>
                <a:spcPts val="0"/>
              </a:spcBef>
              <a:spcAft>
                <a:spcPts val="0"/>
              </a:spcAft>
              <a:buSzPts val="2600"/>
              <a:buNone/>
              <a:defRPr/>
            </a:lvl9pPr>
          </a:lstStyle>
          <a:p>
            <a:endParaRPr/>
          </a:p>
        </p:txBody>
      </p:sp>
      <p:sp>
        <p:nvSpPr>
          <p:cNvPr id="38" name="Google Shape;38;p9"/>
          <p:cNvSpPr txBox="1"/>
          <p:nvPr/>
        </p:nvSpPr>
        <p:spPr>
          <a:xfrm>
            <a:off x="960000" y="2841740"/>
            <a:ext cx="2671600" cy="1261600"/>
          </a:xfrm>
          <a:prstGeom prst="rect">
            <a:avLst/>
          </a:prstGeom>
          <a:noFill/>
          <a:ln>
            <a:noFill/>
          </a:ln>
        </p:spPr>
        <p:txBody>
          <a:bodyPr spcFirstLastPara="1" wrap="square" lIns="121900" tIns="121900" rIns="121900" bIns="121900" anchor="ctr"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 typeface="Arial"/>
              <a:buNone/>
              <a:tabLst/>
              <a:defRPr/>
            </a:pPr>
            <a:endParaRPr kumimoji="0" sz="3200" b="1" i="0" u="none" strike="noStrike" kern="0" cap="none" spc="0" normalizeH="0" baseline="0" noProof="0">
              <a:ln>
                <a:noFill/>
              </a:ln>
              <a:solidFill>
                <a:srgbClr val="000000"/>
              </a:solidFill>
              <a:effectLst/>
              <a:uLnTx/>
              <a:uFillTx/>
              <a:latin typeface="Josefin Sans"/>
              <a:ea typeface="Josefin Sans"/>
              <a:cs typeface="Josefin Sans"/>
              <a:sym typeface="Josefin Sans"/>
            </a:endParaRPr>
          </a:p>
        </p:txBody>
      </p:sp>
      <p:sp>
        <p:nvSpPr>
          <p:cNvPr id="39" name="Google Shape;39;p9"/>
          <p:cNvSpPr txBox="1"/>
          <p:nvPr/>
        </p:nvSpPr>
        <p:spPr>
          <a:xfrm>
            <a:off x="4119933" y="1024800"/>
            <a:ext cx="7112000" cy="5418000"/>
          </a:xfrm>
          <a:prstGeom prst="rect">
            <a:avLst/>
          </a:prstGeom>
          <a:no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467" b="0" i="0" u="none" strike="noStrike" kern="0" cap="none" spc="0" normalizeH="0" baseline="0" noProof="0">
              <a:ln>
                <a:noFill/>
              </a:ln>
              <a:solidFill>
                <a:srgbClr val="2F2F2F"/>
              </a:solidFill>
              <a:effectLst/>
              <a:uLnTx/>
              <a:uFillTx/>
              <a:latin typeface="Rokkitt Regular"/>
              <a:ea typeface="Rokkitt Regular"/>
              <a:cs typeface="Rokkitt Regular"/>
              <a:sym typeface="Rokkitt Regular"/>
            </a:endParaRPr>
          </a:p>
        </p:txBody>
      </p:sp>
      <p:sp>
        <p:nvSpPr>
          <p:cNvPr id="40" name="Google Shape;40;p9"/>
          <p:cNvSpPr txBox="1">
            <a:spLocks noGrp="1"/>
          </p:cNvSpPr>
          <p:nvPr>
            <p:ph type="body" idx="1"/>
          </p:nvPr>
        </p:nvSpPr>
        <p:spPr>
          <a:xfrm>
            <a:off x="4138267" y="821000"/>
            <a:ext cx="7085200" cy="5433600"/>
          </a:xfrm>
          <a:prstGeom prst="rect">
            <a:avLst/>
          </a:prstGeom>
        </p:spPr>
        <p:txBody>
          <a:bodyPr spcFirstLastPara="1" wrap="square" lIns="91425" tIns="91425" rIns="91425" bIns="91425" anchor="ctr" anchorCtr="0">
            <a:noAutofit/>
          </a:bodyPr>
          <a:lstStyle>
            <a:lvl1pPr marL="609585" lvl="0" indent="-423323">
              <a:spcBef>
                <a:spcPts val="0"/>
              </a:spcBef>
              <a:spcAft>
                <a:spcPts val="0"/>
              </a:spcAft>
              <a:buClr>
                <a:srgbClr val="000000"/>
              </a:buClr>
              <a:buSzPts val="1400"/>
              <a:buChar char="●"/>
              <a:defRPr sz="1333">
                <a:solidFill>
                  <a:srgbClr val="000000"/>
                </a:solidFill>
              </a:defRPr>
            </a:lvl1pPr>
            <a:lvl2pPr marL="1219170" lvl="1" indent="-423323">
              <a:spcBef>
                <a:spcPts val="2133"/>
              </a:spcBef>
              <a:spcAft>
                <a:spcPts val="0"/>
              </a:spcAft>
              <a:buClr>
                <a:srgbClr val="000000"/>
              </a:buClr>
              <a:buSzPts val="1400"/>
              <a:buChar char="○"/>
              <a:defRPr>
                <a:solidFill>
                  <a:srgbClr val="000000"/>
                </a:solidFill>
              </a:defRPr>
            </a:lvl2pPr>
            <a:lvl3pPr marL="1828754" lvl="2" indent="-423323">
              <a:spcBef>
                <a:spcPts val="2133"/>
              </a:spcBef>
              <a:spcAft>
                <a:spcPts val="0"/>
              </a:spcAft>
              <a:buClr>
                <a:srgbClr val="000000"/>
              </a:buClr>
              <a:buSzPts val="1400"/>
              <a:buChar char="■"/>
              <a:defRPr>
                <a:solidFill>
                  <a:srgbClr val="000000"/>
                </a:solidFill>
              </a:defRPr>
            </a:lvl3pPr>
            <a:lvl4pPr marL="2438339" lvl="3" indent="-423323">
              <a:spcBef>
                <a:spcPts val="2133"/>
              </a:spcBef>
              <a:spcAft>
                <a:spcPts val="0"/>
              </a:spcAft>
              <a:buClr>
                <a:srgbClr val="000000"/>
              </a:buClr>
              <a:buSzPts val="1400"/>
              <a:buChar char="●"/>
              <a:defRPr>
                <a:solidFill>
                  <a:srgbClr val="000000"/>
                </a:solidFill>
              </a:defRPr>
            </a:lvl4pPr>
            <a:lvl5pPr marL="3047924" lvl="4" indent="-423323">
              <a:spcBef>
                <a:spcPts val="2133"/>
              </a:spcBef>
              <a:spcAft>
                <a:spcPts val="0"/>
              </a:spcAft>
              <a:buClr>
                <a:srgbClr val="000000"/>
              </a:buClr>
              <a:buSzPts val="1400"/>
              <a:buChar char="○"/>
              <a:defRPr>
                <a:solidFill>
                  <a:srgbClr val="000000"/>
                </a:solidFill>
              </a:defRPr>
            </a:lvl5pPr>
            <a:lvl6pPr marL="3657509" lvl="5" indent="-423323">
              <a:spcBef>
                <a:spcPts val="2133"/>
              </a:spcBef>
              <a:spcAft>
                <a:spcPts val="0"/>
              </a:spcAft>
              <a:buClr>
                <a:srgbClr val="000000"/>
              </a:buClr>
              <a:buSzPts val="1400"/>
              <a:buChar char="■"/>
              <a:defRPr>
                <a:solidFill>
                  <a:srgbClr val="000000"/>
                </a:solidFill>
              </a:defRPr>
            </a:lvl6pPr>
            <a:lvl7pPr marL="4267093" lvl="6" indent="-423323">
              <a:spcBef>
                <a:spcPts val="2133"/>
              </a:spcBef>
              <a:spcAft>
                <a:spcPts val="0"/>
              </a:spcAft>
              <a:buClr>
                <a:srgbClr val="000000"/>
              </a:buClr>
              <a:buSzPts val="1400"/>
              <a:buChar char="●"/>
              <a:defRPr>
                <a:solidFill>
                  <a:srgbClr val="000000"/>
                </a:solidFill>
              </a:defRPr>
            </a:lvl7pPr>
            <a:lvl8pPr marL="4876678" lvl="7" indent="-423323">
              <a:spcBef>
                <a:spcPts val="2133"/>
              </a:spcBef>
              <a:spcAft>
                <a:spcPts val="0"/>
              </a:spcAft>
              <a:buClr>
                <a:srgbClr val="000000"/>
              </a:buClr>
              <a:buSzPts val="1400"/>
              <a:buChar char="○"/>
              <a:defRPr>
                <a:solidFill>
                  <a:srgbClr val="000000"/>
                </a:solidFill>
              </a:defRPr>
            </a:lvl8pPr>
            <a:lvl9pPr marL="5486263" lvl="8" indent="-423323">
              <a:spcBef>
                <a:spcPts val="2133"/>
              </a:spcBef>
              <a:spcAft>
                <a:spcPts val="2133"/>
              </a:spcAft>
              <a:buClr>
                <a:srgbClr val="000000"/>
              </a:buClr>
              <a:buSzPts val="1400"/>
              <a:buChar char="■"/>
              <a:defRPr>
                <a:solidFill>
                  <a:srgbClr val="000000"/>
                </a:solidFill>
              </a:defRPr>
            </a:lvl9pPr>
          </a:lstStyle>
          <a:p>
            <a:endParaRPr/>
          </a:p>
        </p:txBody>
      </p:sp>
      <p:sp>
        <p:nvSpPr>
          <p:cNvPr id="41" name="Google Shape;41;p9"/>
          <p:cNvSpPr/>
          <p:nvPr/>
        </p:nvSpPr>
        <p:spPr>
          <a:xfrm rot="10800000">
            <a:off x="1498948" y="4201467"/>
            <a:ext cx="2013600" cy="69200"/>
          </a:xfrm>
          <a:prstGeom prst="rect">
            <a:avLst/>
          </a:prstGeom>
          <a:solidFill>
            <a:schemeClr val="accent6">
              <a:lumMod val="75000"/>
            </a:scheme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2307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600"/>
              <a:buFont typeface="Josefin Sans"/>
              <a:buNone/>
              <a:defRPr sz="2600" b="1">
                <a:solidFill>
                  <a:schemeClr val="dk1"/>
                </a:solidFill>
                <a:latin typeface="Josefin Sans"/>
                <a:ea typeface="Josefin Sans"/>
                <a:cs typeface="Josefin Sans"/>
                <a:sym typeface="Josefin Sans"/>
              </a:defRPr>
            </a:lvl1pPr>
            <a:lvl2pPr lvl="1">
              <a:spcBef>
                <a:spcPts val="0"/>
              </a:spcBef>
              <a:spcAft>
                <a:spcPts val="0"/>
              </a:spcAft>
              <a:buClr>
                <a:schemeClr val="dk1"/>
              </a:buClr>
              <a:buSzPts val="2600"/>
              <a:buFont typeface="Josefin Sans"/>
              <a:buNone/>
              <a:defRPr sz="2600" b="1">
                <a:solidFill>
                  <a:schemeClr val="dk1"/>
                </a:solidFill>
                <a:latin typeface="Josefin Sans"/>
                <a:ea typeface="Josefin Sans"/>
                <a:cs typeface="Josefin Sans"/>
                <a:sym typeface="Josefin Sans"/>
              </a:defRPr>
            </a:lvl2pPr>
            <a:lvl3pPr lvl="2">
              <a:spcBef>
                <a:spcPts val="0"/>
              </a:spcBef>
              <a:spcAft>
                <a:spcPts val="0"/>
              </a:spcAft>
              <a:buClr>
                <a:schemeClr val="dk1"/>
              </a:buClr>
              <a:buSzPts val="2600"/>
              <a:buFont typeface="Josefin Sans"/>
              <a:buNone/>
              <a:defRPr sz="2600" b="1">
                <a:solidFill>
                  <a:schemeClr val="dk1"/>
                </a:solidFill>
                <a:latin typeface="Josefin Sans"/>
                <a:ea typeface="Josefin Sans"/>
                <a:cs typeface="Josefin Sans"/>
                <a:sym typeface="Josefin Sans"/>
              </a:defRPr>
            </a:lvl3pPr>
            <a:lvl4pPr lvl="3">
              <a:spcBef>
                <a:spcPts val="0"/>
              </a:spcBef>
              <a:spcAft>
                <a:spcPts val="0"/>
              </a:spcAft>
              <a:buClr>
                <a:schemeClr val="dk1"/>
              </a:buClr>
              <a:buSzPts val="2600"/>
              <a:buFont typeface="Josefin Sans"/>
              <a:buNone/>
              <a:defRPr sz="2600" b="1">
                <a:solidFill>
                  <a:schemeClr val="dk1"/>
                </a:solidFill>
                <a:latin typeface="Josefin Sans"/>
                <a:ea typeface="Josefin Sans"/>
                <a:cs typeface="Josefin Sans"/>
                <a:sym typeface="Josefin Sans"/>
              </a:defRPr>
            </a:lvl4pPr>
            <a:lvl5pPr lvl="4">
              <a:spcBef>
                <a:spcPts val="0"/>
              </a:spcBef>
              <a:spcAft>
                <a:spcPts val="0"/>
              </a:spcAft>
              <a:buClr>
                <a:schemeClr val="dk1"/>
              </a:buClr>
              <a:buSzPts val="2600"/>
              <a:buFont typeface="Josefin Sans"/>
              <a:buNone/>
              <a:defRPr sz="2600" b="1">
                <a:solidFill>
                  <a:schemeClr val="dk1"/>
                </a:solidFill>
                <a:latin typeface="Josefin Sans"/>
                <a:ea typeface="Josefin Sans"/>
                <a:cs typeface="Josefin Sans"/>
                <a:sym typeface="Josefin Sans"/>
              </a:defRPr>
            </a:lvl5pPr>
            <a:lvl6pPr lvl="5">
              <a:spcBef>
                <a:spcPts val="0"/>
              </a:spcBef>
              <a:spcAft>
                <a:spcPts val="0"/>
              </a:spcAft>
              <a:buClr>
                <a:schemeClr val="dk1"/>
              </a:buClr>
              <a:buSzPts val="2600"/>
              <a:buFont typeface="Josefin Sans"/>
              <a:buNone/>
              <a:defRPr sz="2600" b="1">
                <a:solidFill>
                  <a:schemeClr val="dk1"/>
                </a:solidFill>
                <a:latin typeface="Josefin Sans"/>
                <a:ea typeface="Josefin Sans"/>
                <a:cs typeface="Josefin Sans"/>
                <a:sym typeface="Josefin Sans"/>
              </a:defRPr>
            </a:lvl6pPr>
            <a:lvl7pPr lvl="6">
              <a:spcBef>
                <a:spcPts val="0"/>
              </a:spcBef>
              <a:spcAft>
                <a:spcPts val="0"/>
              </a:spcAft>
              <a:buClr>
                <a:schemeClr val="dk1"/>
              </a:buClr>
              <a:buSzPts val="2600"/>
              <a:buFont typeface="Josefin Sans"/>
              <a:buNone/>
              <a:defRPr sz="2600" b="1">
                <a:solidFill>
                  <a:schemeClr val="dk1"/>
                </a:solidFill>
                <a:latin typeface="Josefin Sans"/>
                <a:ea typeface="Josefin Sans"/>
                <a:cs typeface="Josefin Sans"/>
                <a:sym typeface="Josefin Sans"/>
              </a:defRPr>
            </a:lvl7pPr>
            <a:lvl8pPr lvl="7">
              <a:spcBef>
                <a:spcPts val="0"/>
              </a:spcBef>
              <a:spcAft>
                <a:spcPts val="0"/>
              </a:spcAft>
              <a:buClr>
                <a:schemeClr val="dk1"/>
              </a:buClr>
              <a:buSzPts val="2600"/>
              <a:buFont typeface="Josefin Sans"/>
              <a:buNone/>
              <a:defRPr sz="2600" b="1">
                <a:solidFill>
                  <a:schemeClr val="dk1"/>
                </a:solidFill>
                <a:latin typeface="Josefin Sans"/>
                <a:ea typeface="Josefin Sans"/>
                <a:cs typeface="Josefin Sans"/>
                <a:sym typeface="Josefin Sans"/>
              </a:defRPr>
            </a:lvl8pPr>
            <a:lvl9pPr lvl="8">
              <a:spcBef>
                <a:spcPts val="0"/>
              </a:spcBef>
              <a:spcAft>
                <a:spcPts val="0"/>
              </a:spcAft>
              <a:buClr>
                <a:schemeClr val="dk1"/>
              </a:buClr>
              <a:buSzPts val="2600"/>
              <a:buFont typeface="Josefin Sans"/>
              <a:buNone/>
              <a:defRPr sz="2600" b="1">
                <a:solidFill>
                  <a:schemeClr val="dk1"/>
                </a:solidFill>
                <a:latin typeface="Josefin Sans"/>
                <a:ea typeface="Josefin Sans"/>
                <a:cs typeface="Josefin Sans"/>
                <a:sym typeface="Josefin Sans"/>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Poppins"/>
              <a:buChar char="●"/>
              <a:defRPr sz="1800">
                <a:solidFill>
                  <a:schemeClr val="dk1"/>
                </a:solidFill>
                <a:latin typeface="Poppins"/>
                <a:ea typeface="Poppins"/>
                <a:cs typeface="Poppins"/>
                <a:sym typeface="Poppins"/>
              </a:defRPr>
            </a:lvl1pPr>
            <a:lvl2pPr marL="914400" lvl="1" indent="-3175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1600"/>
              </a:spcBef>
              <a:spcAft>
                <a:spcPts val="1600"/>
              </a:spcAft>
              <a:buClr>
                <a:schemeClr val="dk1"/>
              </a:buClr>
              <a:buSzPts val="1400"/>
              <a:buFont typeface="Poppins"/>
              <a:buChar char="■"/>
              <a:defRPr>
                <a:solidFill>
                  <a:schemeClr val="dk1"/>
                </a:solidFill>
                <a:latin typeface="Poppins"/>
                <a:ea typeface="Poppins"/>
                <a:cs typeface="Poppins"/>
                <a:sym typeface="Poppins"/>
              </a:defRPr>
            </a:lvl9pPr>
          </a:lstStyle>
          <a:p>
            <a:endParaRPr dirty="0"/>
          </a:p>
        </p:txBody>
      </p:sp>
      <p:grpSp>
        <p:nvGrpSpPr>
          <p:cNvPr id="11" name="Gruppieren 10"/>
          <p:cNvGrpSpPr>
            <a:grpSpLocks noChangeAspect="1"/>
          </p:cNvGrpSpPr>
          <p:nvPr userDrawn="1"/>
        </p:nvGrpSpPr>
        <p:grpSpPr>
          <a:xfrm>
            <a:off x="0" y="6091834"/>
            <a:ext cx="686597" cy="735324"/>
            <a:chOff x="0" y="0"/>
            <a:chExt cx="2649220" cy="2837920"/>
          </a:xfrm>
        </p:grpSpPr>
        <p:pic>
          <p:nvPicPr>
            <p:cNvPr id="12" name="Inhaltsplatzhalter 3"/>
            <p:cNvPicPr>
              <a:picLocks noChangeAspect="1"/>
            </p:cNvPicPr>
            <p:nvPr userDrawn="1"/>
          </p:nvPicPr>
          <p:blipFill rotWithShape="1">
            <a:blip r:embed="rId19" cstate="email">
              <a:extLst>
                <a:ext uri="{BEBA8EAE-BF5A-486C-A8C5-ECC9F3942E4B}">
                  <a14:imgProps xmlns:a14="http://schemas.microsoft.com/office/drawing/2010/main">
                    <a14:imgLayer r:embed="rId20">
                      <a14:imgEffect>
                        <a14:backgroundRemoval t="10030" b="100000" l="0" r="96423"/>
                      </a14:imgEffect>
                    </a14:imgLayer>
                  </a14:imgProps>
                </a:ext>
                <a:ext uri="{28A0092B-C50C-407E-A947-70E740481C1C}">
                  <a14:useLocalDpi xmlns:a14="http://schemas.microsoft.com/office/drawing/2010/main"/>
                </a:ext>
              </a:extLst>
            </a:blip>
            <a:srcRect/>
            <a:stretch/>
          </p:blipFill>
          <p:spPr>
            <a:xfrm>
              <a:off x="1143000" y="0"/>
              <a:ext cx="1506220" cy="2169795"/>
            </a:xfrm>
            <a:prstGeom prst="rect">
              <a:avLst/>
            </a:prstGeom>
            <a:noFill/>
            <a:ln>
              <a:noFill/>
            </a:ln>
          </p:spPr>
        </p:pic>
        <p:pic>
          <p:nvPicPr>
            <p:cNvPr id="13" name="Inhaltsplatzhalter 3"/>
            <p:cNvPicPr>
              <a:picLocks noChangeAspect="1"/>
            </p:cNvPicPr>
            <p:nvPr userDrawn="1"/>
          </p:nvPicPr>
          <p:blipFill rotWithShape="1">
            <a:blip r:embed="rId21" cstate="email">
              <a:extLst>
                <a:ext uri="{BEBA8EAE-BF5A-486C-A8C5-ECC9F3942E4B}">
                  <a14:imgProps xmlns:a14="http://schemas.microsoft.com/office/drawing/2010/main">
                    <a14:imgLayer r:embed="rId22">
                      <a14:imgEffect>
                        <a14:backgroundRemoval t="10430" b="100000" l="23026" r="100000"/>
                      </a14:imgEffect>
                    </a14:imgLayer>
                  </a14:imgProps>
                </a:ext>
                <a:ext uri="{28A0092B-C50C-407E-A947-70E740481C1C}">
                  <a14:useLocalDpi xmlns:a14="http://schemas.microsoft.com/office/drawing/2010/main"/>
                </a:ext>
              </a:extLst>
            </a:blip>
            <a:srcRect/>
            <a:stretch/>
          </p:blipFill>
          <p:spPr>
            <a:xfrm>
              <a:off x="0" y="165100"/>
              <a:ext cx="2292350" cy="2002790"/>
            </a:xfrm>
            <a:prstGeom prst="rect">
              <a:avLst/>
            </a:prstGeom>
            <a:noFill/>
            <a:ln>
              <a:noFill/>
            </a:ln>
          </p:spPr>
        </p:pic>
        <p:sp>
          <p:nvSpPr>
            <p:cNvPr id="14" name="Textfeld 7"/>
            <p:cNvSpPr txBox="1"/>
            <p:nvPr userDrawn="1"/>
          </p:nvSpPr>
          <p:spPr>
            <a:xfrm>
              <a:off x="101077" y="1927492"/>
              <a:ext cx="2382523" cy="910428"/>
            </a:xfrm>
            <a:prstGeom prst="rect">
              <a:avLst/>
            </a:prstGeom>
            <a:noFill/>
          </p:spPr>
          <p:txBody>
            <a:bodyPr wrap="none" rtlCol="0">
              <a:spAutoFit/>
            </a:bodyPr>
            <a:lstStyle/>
            <a:p>
              <a:pPr>
                <a:spcAft>
                  <a:spcPts val="0"/>
                </a:spcAft>
              </a:pPr>
              <a:r>
                <a:rPr lang="de-DE" sz="933" b="1" spc="0" dirty="0">
                  <a:solidFill>
                    <a:srgbClr val="000000"/>
                  </a:solidFill>
                  <a:effectLst/>
                  <a:latin typeface="Bahnschrift Light" panose="020B0502040204020203" pitchFamily="34" charset="0"/>
                  <a:ea typeface="Arial" panose="020B0604020202020204" pitchFamily="34" charset="0"/>
                </a:rPr>
                <a:t>Training</a:t>
              </a:r>
              <a:endParaRPr lang="en-GB" sz="933" b="1" spc="0" dirty="0">
                <a:effectLst/>
                <a:latin typeface="Bahnschrift Light" panose="020B0502040204020203" pitchFamily="34" charset="0"/>
                <a:ea typeface="Times New Roman" panose="02020603050405020304" pitchFamily="18" charset="0"/>
              </a:endParaRPr>
            </a:p>
          </p:txBody>
        </p:sp>
      </p:grpSp>
      <p:sp>
        <p:nvSpPr>
          <p:cNvPr id="2" name="Rechteck 1"/>
          <p:cNvSpPr/>
          <p:nvPr userDrawn="1"/>
        </p:nvSpPr>
        <p:spPr>
          <a:xfrm>
            <a:off x="11776400" y="6519446"/>
            <a:ext cx="425116" cy="297454"/>
          </a:xfrm>
          <a:prstGeom prst="rect">
            <a:avLst/>
          </a:prstGeom>
        </p:spPr>
        <p:txBody>
          <a:bodyPr wrap="none">
            <a:spAutoFit/>
          </a:bodyPr>
          <a:lstStyle/>
          <a:p>
            <a:fld id="{B8B8376E-7F0E-4E8B-89BF-38FA73E7CC53}" type="slidenum">
              <a:rPr lang="de-DE" sz="1333" smtClean="0">
                <a:solidFill>
                  <a:srgbClr val="000000"/>
                </a:solidFill>
                <a:latin typeface="Poppins" panose="020B0604020202020204" charset="0"/>
                <a:cs typeface="Poppins" panose="020B0604020202020204" charset="0"/>
              </a:rPr>
              <a:t>‹#›</a:t>
            </a:fld>
            <a:endParaRPr lang="en-GB" sz="1333" dirty="0">
              <a:latin typeface="Poppins" panose="020B0604020202020204" charset="0"/>
              <a:cs typeface="Poppins" panose="020B0604020202020204" charset="0"/>
            </a:endParaRPr>
          </a:p>
        </p:txBody>
      </p:sp>
    </p:spTree>
    <p:extLst>
      <p:ext uri="{BB962C8B-B14F-4D97-AF65-F5344CB8AC3E}">
        <p14:creationId xmlns:p14="http://schemas.microsoft.com/office/powerpoint/2010/main" val="193225490"/>
      </p:ext>
    </p:extLst>
  </p:cSld>
  <p:clrMap bg1="lt1" tx1="dk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3.sv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111515" y="317501"/>
            <a:ext cx="11080485" cy="700617"/>
          </a:xfrm>
        </p:spPr>
        <p:txBody>
          <a:bodyPr/>
          <a:lstStyle/>
          <a:p>
            <a:r>
              <a:rPr lang="fr-FR" b="0" dirty="0">
                <a:solidFill>
                  <a:schemeClr val="accent3"/>
                </a:solidFill>
              </a:rPr>
              <a:t>WHAT YOU NEED TO DO</a:t>
            </a:r>
            <a:br>
              <a:rPr lang="fr-FR" b="0" dirty="0">
                <a:solidFill>
                  <a:schemeClr val="accent3"/>
                </a:solidFill>
              </a:rPr>
            </a:br>
            <a:r>
              <a:rPr lang="fr-FR" b="0" dirty="0" err="1"/>
              <a:t>Being</a:t>
            </a:r>
            <a:r>
              <a:rPr lang="fr-FR" b="0" dirty="0"/>
              <a:t> Future-</a:t>
            </a:r>
            <a:r>
              <a:rPr lang="fr-FR" b="0" dirty="0" err="1"/>
              <a:t>Oriented</a:t>
            </a:r>
            <a:endParaRPr lang="fr-FR" b="0" dirty="0"/>
          </a:p>
        </p:txBody>
      </p:sp>
      <p:sp>
        <p:nvSpPr>
          <p:cNvPr id="7" name="Rechteck 6"/>
          <p:cNvSpPr/>
          <p:nvPr/>
        </p:nvSpPr>
        <p:spPr>
          <a:xfrm>
            <a:off x="1111515" y="1802040"/>
            <a:ext cx="9991056" cy="3294285"/>
          </a:xfrm>
          <a:custGeom>
            <a:avLst/>
            <a:gdLst>
              <a:gd name="connsiteX0" fmla="*/ 0 w 7478424"/>
              <a:gd name="connsiteY0" fmla="*/ 0 h 2455846"/>
              <a:gd name="connsiteX1" fmla="*/ 7478424 w 7478424"/>
              <a:gd name="connsiteY1" fmla="*/ 0 h 2455846"/>
              <a:gd name="connsiteX2" fmla="*/ 7478424 w 7478424"/>
              <a:gd name="connsiteY2" fmla="*/ 2455846 h 2455846"/>
              <a:gd name="connsiteX3" fmla="*/ 0 w 7478424"/>
              <a:gd name="connsiteY3" fmla="*/ 2455846 h 2455846"/>
              <a:gd name="connsiteX4" fmla="*/ 0 w 7478424"/>
              <a:gd name="connsiteY4" fmla="*/ 0 h 2455846"/>
              <a:gd name="connsiteX0" fmla="*/ 0 w 7493292"/>
              <a:gd name="connsiteY0" fmla="*/ 0 h 2470714"/>
              <a:gd name="connsiteX1" fmla="*/ 7478424 w 7493292"/>
              <a:gd name="connsiteY1" fmla="*/ 0 h 2470714"/>
              <a:gd name="connsiteX2" fmla="*/ 7493292 w 7493292"/>
              <a:gd name="connsiteY2" fmla="*/ 2470714 h 2470714"/>
              <a:gd name="connsiteX3" fmla="*/ 0 w 7493292"/>
              <a:gd name="connsiteY3" fmla="*/ 2455846 h 2470714"/>
              <a:gd name="connsiteX4" fmla="*/ 0 w 7493292"/>
              <a:gd name="connsiteY4" fmla="*/ 0 h 2470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93292" h="2470714">
                <a:moveTo>
                  <a:pt x="0" y="0"/>
                </a:moveTo>
                <a:lnTo>
                  <a:pt x="7478424" y="0"/>
                </a:lnTo>
                <a:lnTo>
                  <a:pt x="7493292" y="2470714"/>
                </a:lnTo>
                <a:lnTo>
                  <a:pt x="0" y="2455846"/>
                </a:lnTo>
                <a:lnTo>
                  <a:pt x="0" y="0"/>
                </a:lnTo>
                <a:close/>
              </a:path>
            </a:pathLst>
          </a:custGeom>
          <a:ln w="38100"/>
        </p:spPr>
        <p:style>
          <a:lnRef idx="2">
            <a:schemeClr val="accent1"/>
          </a:lnRef>
          <a:fillRef idx="1">
            <a:schemeClr val="lt1"/>
          </a:fillRef>
          <a:effectRef idx="0">
            <a:schemeClr val="accent1"/>
          </a:effectRef>
          <a:fontRef idx="minor">
            <a:schemeClr val="dk1"/>
          </a:fontRef>
        </p:style>
        <p:txBody>
          <a:bodyPr rtlCol="0" anchor="ctr"/>
          <a:lstStyle/>
          <a:p>
            <a:pPr algn="ctr" defTabSz="1219170">
              <a:buClr>
                <a:srgbClr val="000000"/>
              </a:buClr>
            </a:pPr>
            <a:endParaRPr lang="de-DE" sz="1867" kern="0">
              <a:solidFill>
                <a:srgbClr val="434343"/>
              </a:solidFill>
              <a:latin typeface="Arial"/>
              <a:sym typeface="Arial"/>
            </a:endParaRPr>
          </a:p>
        </p:txBody>
      </p:sp>
      <p:sp>
        <p:nvSpPr>
          <p:cNvPr id="14" name="Google Shape;480;p42"/>
          <p:cNvSpPr/>
          <p:nvPr/>
        </p:nvSpPr>
        <p:spPr>
          <a:xfrm>
            <a:off x="2718822" y="2206611"/>
            <a:ext cx="221695" cy="184045"/>
          </a:xfrm>
          <a:prstGeom prst="ellipse">
            <a:avLst/>
          </a:prstGeom>
          <a:solidFill>
            <a:schemeClr val="l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 name="Google Shape;496;p42"/>
          <p:cNvSpPr txBox="1">
            <a:spLocks/>
          </p:cNvSpPr>
          <p:nvPr/>
        </p:nvSpPr>
        <p:spPr>
          <a:xfrm>
            <a:off x="1869919" y="2397694"/>
            <a:ext cx="8941455" cy="531305"/>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defTabSz="1219170">
              <a:spcAft>
                <a:spcPts val="2000"/>
              </a:spcAft>
              <a:buClr>
                <a:srgbClr val="769452"/>
              </a:buClr>
            </a:pPr>
            <a:r>
              <a:rPr lang="fr-FR" sz="1867" b="0" kern="0" dirty="0">
                <a:solidFill>
                  <a:srgbClr val="434343"/>
                </a:solidFill>
              </a:rPr>
              <a:t>Think about future opportunities in the market and make notes on how you can use them for your business.</a:t>
            </a:r>
          </a:p>
        </p:txBody>
      </p:sp>
      <p:sp>
        <p:nvSpPr>
          <p:cNvPr id="16" name="Google Shape;497;p42"/>
          <p:cNvSpPr txBox="1">
            <a:spLocks/>
          </p:cNvSpPr>
          <p:nvPr/>
        </p:nvSpPr>
        <p:spPr>
          <a:xfrm>
            <a:off x="1935121" y="3534734"/>
            <a:ext cx="8909368" cy="470101"/>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defTabSz="1219170">
              <a:spcAft>
                <a:spcPts val="2000"/>
              </a:spcAft>
              <a:buClr>
                <a:srgbClr val="769452"/>
              </a:buClr>
            </a:pPr>
            <a:r>
              <a:rPr lang="fr-FR" sz="1867" b="0" kern="0" dirty="0">
                <a:solidFill>
                  <a:srgbClr val="434343"/>
                </a:solidFill>
              </a:rPr>
              <a:t>Think about the barriers that might arise in the future and prepare for them now.</a:t>
            </a:r>
          </a:p>
        </p:txBody>
      </p:sp>
      <p:sp>
        <p:nvSpPr>
          <p:cNvPr id="17" name="Google Shape;498;p42"/>
          <p:cNvSpPr txBox="1">
            <a:spLocks/>
          </p:cNvSpPr>
          <p:nvPr/>
        </p:nvSpPr>
        <p:spPr>
          <a:xfrm>
            <a:off x="1920800" y="4350367"/>
            <a:ext cx="8908472" cy="618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defTabSz="1219170">
              <a:spcAft>
                <a:spcPts val="2000"/>
              </a:spcAft>
              <a:buClr>
                <a:srgbClr val="769452"/>
              </a:buClr>
            </a:pPr>
            <a:r>
              <a:rPr lang="fr-FR" sz="1867" b="0" kern="0" dirty="0">
                <a:solidFill>
                  <a:srgbClr val="434343"/>
                </a:solidFill>
              </a:rPr>
              <a:t>Always anticipate long-term consequences before acting on future opportunities and barriers.</a:t>
            </a:r>
          </a:p>
        </p:txBody>
      </p:sp>
      <p:cxnSp>
        <p:nvCxnSpPr>
          <p:cNvPr id="116" name="Google Shape;472;p42"/>
          <p:cNvCxnSpPr/>
          <p:nvPr/>
        </p:nvCxnSpPr>
        <p:spPr>
          <a:xfrm>
            <a:off x="1275005" y="2978269"/>
            <a:ext cx="9523663" cy="42076"/>
          </a:xfrm>
          <a:prstGeom prst="straightConnector1">
            <a:avLst/>
          </a:prstGeom>
          <a:noFill/>
          <a:ln w="19050" cap="flat" cmpd="sng">
            <a:solidFill>
              <a:srgbClr val="666666"/>
            </a:solidFill>
            <a:prstDash val="solid"/>
            <a:round/>
            <a:headEnd type="none" w="med" len="med"/>
            <a:tailEnd type="none" w="med" len="med"/>
          </a:ln>
        </p:spPr>
      </p:cxnSp>
      <p:pic>
        <p:nvPicPr>
          <p:cNvPr id="135" name="Grafik 13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385924" y="2234817"/>
            <a:ext cx="577645" cy="538307"/>
          </a:xfrm>
          <a:prstGeom prst="rect">
            <a:avLst/>
          </a:prstGeom>
        </p:spPr>
      </p:pic>
      <p:pic>
        <p:nvPicPr>
          <p:cNvPr id="136" name="Grafik 135"/>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336568" y="3286463"/>
            <a:ext cx="577645" cy="538307"/>
          </a:xfrm>
          <a:prstGeom prst="rect">
            <a:avLst/>
          </a:prstGeom>
        </p:spPr>
      </p:pic>
      <p:pic>
        <p:nvPicPr>
          <p:cNvPr id="137" name="Grafik 13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335044" y="4244920"/>
            <a:ext cx="577645" cy="538307"/>
          </a:xfrm>
          <a:prstGeom prst="rect">
            <a:avLst/>
          </a:prstGeom>
        </p:spPr>
      </p:pic>
      <p:cxnSp>
        <p:nvCxnSpPr>
          <p:cNvPr id="143" name="Google Shape;472;p42"/>
          <p:cNvCxnSpPr/>
          <p:nvPr/>
        </p:nvCxnSpPr>
        <p:spPr>
          <a:xfrm>
            <a:off x="1275005" y="4040403"/>
            <a:ext cx="9523663" cy="42076"/>
          </a:xfrm>
          <a:prstGeom prst="straightConnector1">
            <a:avLst/>
          </a:prstGeom>
          <a:noFill/>
          <a:ln w="19050" cap="flat" cmpd="sng">
            <a:solidFill>
              <a:srgbClr val="666666"/>
            </a:solidFill>
            <a:prstDash val="solid"/>
            <a:round/>
            <a:headEnd type="none" w="med" len="med"/>
            <a:tailEnd type="none" w="med" len="med"/>
          </a:ln>
        </p:spPr>
      </p:cxnSp>
      <p:pic>
        <p:nvPicPr>
          <p:cNvPr id="31" name="Grafik 30"/>
          <p:cNvPicPr>
            <a:picLocks noChangeAspect="1"/>
          </p:cNvPicPr>
          <p:nvPr/>
        </p:nvPicPr>
        <p:blipFill rotWithShape="1">
          <a:blip r:embed="rId4" cstate="email">
            <a:extLst>
              <a:ext uri="{28A0092B-C50C-407E-A947-70E740481C1C}">
                <a14:useLocalDpi xmlns:a14="http://schemas.microsoft.com/office/drawing/2010/main"/>
              </a:ext>
            </a:extLst>
          </a:blip>
          <a:srcRect b="19551"/>
          <a:stretch/>
        </p:blipFill>
        <p:spPr>
          <a:xfrm flipH="1">
            <a:off x="7409329" y="-190865"/>
            <a:ext cx="2497743" cy="2009421"/>
          </a:xfrm>
          <a:prstGeom prst="rect">
            <a:avLst/>
          </a:prstGeom>
        </p:spPr>
      </p:pic>
    </p:spTree>
    <p:extLst>
      <p:ext uri="{BB962C8B-B14F-4D97-AF65-F5344CB8AC3E}">
        <p14:creationId xmlns:p14="http://schemas.microsoft.com/office/powerpoint/2010/main" val="2022109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2AC50D7-7E0C-1B76-40AF-C8A3E83A32C0}"/>
              </a:ext>
            </a:extLst>
          </p:cNvPr>
          <p:cNvSpPr>
            <a:spLocks noGrp="1"/>
          </p:cNvSpPr>
          <p:nvPr>
            <p:ph type="body" idx="1"/>
          </p:nvPr>
        </p:nvSpPr>
        <p:spPr>
          <a:xfrm>
            <a:off x="855865" y="3091767"/>
            <a:ext cx="3906635" cy="2810000"/>
          </a:xfrm>
        </p:spPr>
        <p:txBody>
          <a:bodyPr/>
          <a:lstStyle/>
          <a:p>
            <a:r>
              <a:rPr lang="en-GB" dirty="0"/>
              <a:t>The Lost Son did not look into the future when he took his inheritance and spent every last penny</a:t>
            </a:r>
          </a:p>
          <a:p>
            <a:r>
              <a:rPr lang="en-GB" dirty="0"/>
              <a:t>The result? He was left starving among pigs who were better fed than he…</a:t>
            </a:r>
          </a:p>
          <a:p>
            <a:pPr marL="186262" indent="0">
              <a:buNone/>
            </a:pPr>
            <a:endParaRPr lang="en-GB" dirty="0"/>
          </a:p>
          <a:p>
            <a:pPr marL="186262" indent="0">
              <a:buNone/>
            </a:pPr>
            <a:r>
              <a:rPr lang="en-GB" dirty="0"/>
              <a:t>       Luke 15: 11-32</a:t>
            </a:r>
          </a:p>
        </p:txBody>
      </p:sp>
      <p:sp>
        <p:nvSpPr>
          <p:cNvPr id="3" name="Title 2">
            <a:extLst>
              <a:ext uri="{FF2B5EF4-FFF2-40B4-BE49-F238E27FC236}">
                <a16:creationId xmlns:a16="http://schemas.microsoft.com/office/drawing/2014/main" id="{35F8FA7A-288F-BB21-C58B-F7B953189483}"/>
              </a:ext>
            </a:extLst>
          </p:cNvPr>
          <p:cNvSpPr>
            <a:spLocks noGrp="1"/>
          </p:cNvSpPr>
          <p:nvPr>
            <p:ph type="title"/>
          </p:nvPr>
        </p:nvSpPr>
        <p:spPr/>
        <p:txBody>
          <a:bodyPr/>
          <a:lstStyle/>
          <a:p>
            <a:r>
              <a:rPr lang="en-GB" dirty="0">
                <a:solidFill>
                  <a:schemeClr val="bg1">
                    <a:lumMod val="25000"/>
                  </a:schemeClr>
                </a:solidFill>
              </a:rPr>
              <a:t>NOT </a:t>
            </a:r>
            <a:r>
              <a:rPr lang="en-GB" dirty="0"/>
              <a:t>Looking into the Future</a:t>
            </a:r>
          </a:p>
        </p:txBody>
      </p:sp>
    </p:spTree>
    <p:extLst>
      <p:ext uri="{BB962C8B-B14F-4D97-AF65-F5344CB8AC3E}">
        <p14:creationId xmlns:p14="http://schemas.microsoft.com/office/powerpoint/2010/main" val="3696623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0E2DE209-9FC3-5FCC-4FD8-5DEEA5F2C75B}"/>
              </a:ext>
            </a:extLst>
          </p:cNvPr>
          <p:cNvSpPr>
            <a:spLocks noGrp="1"/>
          </p:cNvSpPr>
          <p:nvPr>
            <p:ph type="title"/>
          </p:nvPr>
        </p:nvSpPr>
        <p:spPr>
          <a:xfrm>
            <a:off x="855133" y="698501"/>
            <a:ext cx="7806267" cy="1267884"/>
          </a:xfrm>
        </p:spPr>
        <p:txBody>
          <a:bodyPr/>
          <a:lstStyle/>
          <a:p>
            <a:r>
              <a:rPr lang="fr-FR" b="0" dirty="0">
                <a:solidFill>
                  <a:schemeClr val="accent3"/>
                </a:solidFill>
              </a:rPr>
              <a:t>WHAT YOU NEED TO DO</a:t>
            </a:r>
            <a:br>
              <a:rPr lang="fr-FR" b="0" dirty="0">
                <a:solidFill>
                  <a:schemeClr val="accent3"/>
                </a:solidFill>
              </a:rPr>
            </a:br>
            <a:r>
              <a:rPr lang="fr-FR" b="0" dirty="0"/>
              <a:t>If ‘A’ </a:t>
            </a:r>
            <a:r>
              <a:rPr lang="fr-FR" b="0" dirty="0" err="1"/>
              <a:t>then</a:t>
            </a:r>
            <a:r>
              <a:rPr lang="fr-FR" b="0" dirty="0"/>
              <a:t> ‘B’ </a:t>
            </a:r>
            <a:r>
              <a:rPr lang="fr-FR" b="0" dirty="0" err="1"/>
              <a:t>Reasoning</a:t>
            </a:r>
            <a:r>
              <a:rPr lang="fr-FR" b="0" dirty="0"/>
              <a:t> Technique</a:t>
            </a:r>
          </a:p>
        </p:txBody>
      </p:sp>
      <p:grpSp>
        <p:nvGrpSpPr>
          <p:cNvPr id="11" name="Group 10">
            <a:extLst>
              <a:ext uri="{FF2B5EF4-FFF2-40B4-BE49-F238E27FC236}">
                <a16:creationId xmlns:a16="http://schemas.microsoft.com/office/drawing/2014/main" id="{39463910-732C-7DCB-715B-E3C037E898EB}"/>
              </a:ext>
            </a:extLst>
          </p:cNvPr>
          <p:cNvGrpSpPr/>
          <p:nvPr/>
        </p:nvGrpSpPr>
        <p:grpSpPr>
          <a:xfrm>
            <a:off x="855133" y="2197100"/>
            <a:ext cx="8191499" cy="2108200"/>
            <a:chOff x="552451" y="1800225"/>
            <a:chExt cx="6143624" cy="1581150"/>
          </a:xfrm>
        </p:grpSpPr>
        <p:sp>
          <p:nvSpPr>
            <p:cNvPr id="4" name="Rectangle 3">
              <a:extLst>
                <a:ext uri="{FF2B5EF4-FFF2-40B4-BE49-F238E27FC236}">
                  <a16:creationId xmlns:a16="http://schemas.microsoft.com/office/drawing/2014/main" id="{DF3C30BE-6EAA-5C86-69CF-ACCD0A5ECEBF}"/>
                </a:ext>
              </a:extLst>
            </p:cNvPr>
            <p:cNvSpPr/>
            <p:nvPr/>
          </p:nvSpPr>
          <p:spPr>
            <a:xfrm>
              <a:off x="552451" y="1800225"/>
              <a:ext cx="2533650" cy="149542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r>
                <a:rPr lang="en-GB" sz="4267" b="1" kern="0" dirty="0">
                  <a:solidFill>
                    <a:srgbClr val="434343">
                      <a:lumMod val="75000"/>
                    </a:srgbClr>
                  </a:solidFill>
                  <a:latin typeface="Franklin Gothic Book" panose="020B0503020102020204" pitchFamily="34" charset="0"/>
                  <a:sym typeface="Arial"/>
                </a:rPr>
                <a:t>IF ‘A’ </a:t>
              </a:r>
            </a:p>
            <a:p>
              <a:pPr algn="ctr" defTabSz="1219170">
                <a:buClr>
                  <a:srgbClr val="000000"/>
                </a:buClr>
              </a:pPr>
              <a:r>
                <a:rPr lang="en-GB" sz="4267" b="1" kern="0" dirty="0">
                  <a:solidFill>
                    <a:srgbClr val="434343">
                      <a:lumMod val="75000"/>
                    </a:srgbClr>
                  </a:solidFill>
                  <a:latin typeface="Franklin Gothic Book" panose="020B0503020102020204" pitchFamily="34" charset="0"/>
                  <a:sym typeface="Arial"/>
                </a:rPr>
                <a:t>HAPPENS</a:t>
              </a:r>
            </a:p>
          </p:txBody>
        </p:sp>
        <p:sp>
          <p:nvSpPr>
            <p:cNvPr id="5" name="Arrow: Right 4">
              <a:extLst>
                <a:ext uri="{FF2B5EF4-FFF2-40B4-BE49-F238E27FC236}">
                  <a16:creationId xmlns:a16="http://schemas.microsoft.com/office/drawing/2014/main" id="{EB6F7C18-AE52-8353-4CFD-7D754C208D50}"/>
                </a:ext>
              </a:extLst>
            </p:cNvPr>
            <p:cNvSpPr/>
            <p:nvPr/>
          </p:nvSpPr>
          <p:spPr>
            <a:xfrm>
              <a:off x="3186112" y="2157412"/>
              <a:ext cx="1285875" cy="828675"/>
            </a:xfrm>
            <a:prstGeom prst="rightArrow">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r>
                <a:rPr lang="en-GB" sz="3733" b="1" kern="0" dirty="0">
                  <a:solidFill>
                    <a:srgbClr val="EDEDED"/>
                  </a:solidFill>
                  <a:latin typeface="Franklin Gothic Book" panose="020B0503020102020204" pitchFamily="34" charset="0"/>
                  <a:sym typeface="Arial"/>
                </a:rPr>
                <a:t>THEN</a:t>
              </a:r>
            </a:p>
          </p:txBody>
        </p:sp>
        <p:sp>
          <p:nvSpPr>
            <p:cNvPr id="6" name="Rectangle 5">
              <a:extLst>
                <a:ext uri="{FF2B5EF4-FFF2-40B4-BE49-F238E27FC236}">
                  <a16:creationId xmlns:a16="http://schemas.microsoft.com/office/drawing/2014/main" id="{E7502CEE-588F-E962-5F8B-A024CCAA87B7}"/>
                </a:ext>
              </a:extLst>
            </p:cNvPr>
            <p:cNvSpPr/>
            <p:nvPr/>
          </p:nvSpPr>
          <p:spPr>
            <a:xfrm>
              <a:off x="4572000" y="1952625"/>
              <a:ext cx="2124075" cy="142875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r>
                <a:rPr lang="en-GB" sz="4267" b="1" kern="0" dirty="0">
                  <a:solidFill>
                    <a:srgbClr val="434343">
                      <a:lumMod val="75000"/>
                    </a:srgbClr>
                  </a:solidFill>
                  <a:latin typeface="Franklin Gothic Book" panose="020B0503020102020204" pitchFamily="34" charset="0"/>
                  <a:sym typeface="Arial"/>
                </a:rPr>
                <a:t>I WILL DO ‘B’ </a:t>
              </a:r>
            </a:p>
          </p:txBody>
        </p:sp>
      </p:grpSp>
      <p:grpSp>
        <p:nvGrpSpPr>
          <p:cNvPr id="10" name="Group 9">
            <a:extLst>
              <a:ext uri="{FF2B5EF4-FFF2-40B4-BE49-F238E27FC236}">
                <a16:creationId xmlns:a16="http://schemas.microsoft.com/office/drawing/2014/main" id="{9A8C7283-4550-C355-B4E8-36D31B58DB42}"/>
              </a:ext>
            </a:extLst>
          </p:cNvPr>
          <p:cNvGrpSpPr/>
          <p:nvPr/>
        </p:nvGrpSpPr>
        <p:grpSpPr>
          <a:xfrm>
            <a:off x="2480735" y="4550831"/>
            <a:ext cx="8191499" cy="2108200"/>
            <a:chOff x="704851" y="1952625"/>
            <a:chExt cx="6143624" cy="1581150"/>
          </a:xfrm>
        </p:grpSpPr>
        <p:sp>
          <p:nvSpPr>
            <p:cNvPr id="7" name="Rectangle 6">
              <a:extLst>
                <a:ext uri="{FF2B5EF4-FFF2-40B4-BE49-F238E27FC236}">
                  <a16:creationId xmlns:a16="http://schemas.microsoft.com/office/drawing/2014/main" id="{EEFBCE19-3E3A-9B4D-11B3-0CF896CF9CD6}"/>
                </a:ext>
              </a:extLst>
            </p:cNvPr>
            <p:cNvSpPr/>
            <p:nvPr/>
          </p:nvSpPr>
          <p:spPr>
            <a:xfrm>
              <a:off x="704851" y="1952625"/>
              <a:ext cx="2533650" cy="149542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r>
                <a:rPr lang="en-GB" sz="2400" b="1" kern="0" dirty="0">
                  <a:solidFill>
                    <a:srgbClr val="434343">
                      <a:lumMod val="75000"/>
                    </a:srgbClr>
                  </a:solidFill>
                  <a:latin typeface="Franklin Gothic Book" panose="020B0503020102020204" pitchFamily="34" charset="0"/>
                  <a:sym typeface="Arial"/>
                </a:rPr>
                <a:t>If I don’t sell all my tomatoes at the local market this week…</a:t>
              </a:r>
            </a:p>
          </p:txBody>
        </p:sp>
        <p:sp>
          <p:nvSpPr>
            <p:cNvPr id="8" name="Arrow: Right 7">
              <a:extLst>
                <a:ext uri="{FF2B5EF4-FFF2-40B4-BE49-F238E27FC236}">
                  <a16:creationId xmlns:a16="http://schemas.microsoft.com/office/drawing/2014/main" id="{71FCEF80-CAD0-E7B1-247D-E8893600B0BE}"/>
                </a:ext>
              </a:extLst>
            </p:cNvPr>
            <p:cNvSpPr/>
            <p:nvPr/>
          </p:nvSpPr>
          <p:spPr>
            <a:xfrm>
              <a:off x="3338512" y="2309812"/>
              <a:ext cx="1285875" cy="828675"/>
            </a:xfrm>
            <a:prstGeom prst="rightArrow">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r>
                <a:rPr lang="en-GB" sz="3733" b="1" kern="0" dirty="0">
                  <a:solidFill>
                    <a:srgbClr val="EDEDED"/>
                  </a:solidFill>
                  <a:latin typeface="Franklin Gothic Book" panose="020B0503020102020204" pitchFamily="34" charset="0"/>
                  <a:sym typeface="Arial"/>
                </a:rPr>
                <a:t>THEN</a:t>
              </a:r>
            </a:p>
          </p:txBody>
        </p:sp>
        <p:sp>
          <p:nvSpPr>
            <p:cNvPr id="9" name="Rectangle 8">
              <a:extLst>
                <a:ext uri="{FF2B5EF4-FFF2-40B4-BE49-F238E27FC236}">
                  <a16:creationId xmlns:a16="http://schemas.microsoft.com/office/drawing/2014/main" id="{274C6487-56FA-89A1-C93F-AF57FCEFBC00}"/>
                </a:ext>
              </a:extLst>
            </p:cNvPr>
            <p:cNvSpPr/>
            <p:nvPr/>
          </p:nvSpPr>
          <p:spPr>
            <a:xfrm>
              <a:off x="4724400" y="2105025"/>
              <a:ext cx="2124075" cy="142875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r>
                <a:rPr lang="en-GB" sz="2400" b="1" kern="0" dirty="0">
                  <a:solidFill>
                    <a:srgbClr val="434343">
                      <a:lumMod val="75000"/>
                    </a:srgbClr>
                  </a:solidFill>
                  <a:latin typeface="Franklin Gothic Book" panose="020B0503020102020204" pitchFamily="34" charset="0"/>
                  <a:sym typeface="Arial"/>
                </a:rPr>
                <a:t>I’ll make tomato sauce and sell it in jars at the next market </a:t>
              </a:r>
            </a:p>
          </p:txBody>
        </p:sp>
      </p:grpSp>
      <p:sp>
        <p:nvSpPr>
          <p:cNvPr id="12" name="TextBox 11">
            <a:extLst>
              <a:ext uri="{FF2B5EF4-FFF2-40B4-BE49-F238E27FC236}">
                <a16:creationId xmlns:a16="http://schemas.microsoft.com/office/drawing/2014/main" id="{A4ABAA25-F713-4892-94A3-5C7CD6310607}"/>
              </a:ext>
            </a:extLst>
          </p:cNvPr>
          <p:cNvSpPr txBox="1"/>
          <p:nvPr/>
        </p:nvSpPr>
        <p:spPr>
          <a:xfrm>
            <a:off x="651935" y="5289470"/>
            <a:ext cx="1828800" cy="502766"/>
          </a:xfrm>
          <a:prstGeom prst="rect">
            <a:avLst/>
          </a:prstGeom>
          <a:noFill/>
        </p:spPr>
        <p:txBody>
          <a:bodyPr wrap="square" rtlCol="0">
            <a:spAutoFit/>
          </a:bodyPr>
          <a:lstStyle/>
          <a:p>
            <a:pPr defTabSz="1219170">
              <a:buClr>
                <a:srgbClr val="000000"/>
              </a:buClr>
            </a:pPr>
            <a:r>
              <a:rPr lang="en-GB" sz="2667" b="1" kern="0" dirty="0">
                <a:solidFill>
                  <a:srgbClr val="434343">
                    <a:lumMod val="75000"/>
                  </a:srgbClr>
                </a:solidFill>
                <a:latin typeface="Franklin Gothic Book" panose="020B0503020102020204" pitchFamily="34" charset="0"/>
                <a:cs typeface="Arial"/>
                <a:sym typeface="Arial"/>
              </a:rPr>
              <a:t>Example:</a:t>
            </a:r>
          </a:p>
        </p:txBody>
      </p:sp>
    </p:spTree>
    <p:extLst>
      <p:ext uri="{BB962C8B-B14F-4D97-AF65-F5344CB8AC3E}">
        <p14:creationId xmlns:p14="http://schemas.microsoft.com/office/powerpoint/2010/main" val="68933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DCC64A-C154-6374-627A-49CAE17FCACE}"/>
              </a:ext>
            </a:extLst>
          </p:cNvPr>
          <p:cNvSpPr>
            <a:spLocks noGrp="1"/>
          </p:cNvSpPr>
          <p:nvPr>
            <p:ph type="body" idx="1"/>
          </p:nvPr>
        </p:nvSpPr>
        <p:spPr>
          <a:xfrm>
            <a:off x="942000" y="2804160"/>
            <a:ext cx="3948347" cy="3796107"/>
          </a:xfrm>
        </p:spPr>
        <p:txBody>
          <a:bodyPr/>
          <a:lstStyle/>
          <a:p>
            <a:r>
              <a:rPr lang="en-GB" dirty="0"/>
              <a:t>Joab was fighting the Arameans with his brother Abishai and their army of hired Ammonites</a:t>
            </a:r>
          </a:p>
          <a:p>
            <a:endParaRPr lang="en-GB" dirty="0"/>
          </a:p>
          <a:p>
            <a:r>
              <a:rPr lang="en-GB" dirty="0"/>
              <a:t>Joab reasoned and said to Abishai ‘if ‘A’ happens - one of the foes is too strong - then ‘B’ - the other one comes to their rescue</a:t>
            </a:r>
          </a:p>
          <a:p>
            <a:endParaRPr lang="en-GB" dirty="0"/>
          </a:p>
          <a:p>
            <a:pPr marL="186262" indent="0">
              <a:buNone/>
            </a:pPr>
            <a:r>
              <a:rPr lang="en-GB" sz="1400" dirty="0"/>
              <a:t>          2 Samuel 10:11</a:t>
            </a:r>
          </a:p>
        </p:txBody>
      </p:sp>
      <p:sp>
        <p:nvSpPr>
          <p:cNvPr id="3" name="Title 2">
            <a:extLst>
              <a:ext uri="{FF2B5EF4-FFF2-40B4-BE49-F238E27FC236}">
                <a16:creationId xmlns:a16="http://schemas.microsoft.com/office/drawing/2014/main" id="{A31E756C-B04B-4820-196D-39D1813DD7CB}"/>
              </a:ext>
            </a:extLst>
          </p:cNvPr>
          <p:cNvSpPr>
            <a:spLocks noGrp="1"/>
          </p:cNvSpPr>
          <p:nvPr>
            <p:ph type="title"/>
          </p:nvPr>
        </p:nvSpPr>
        <p:spPr/>
        <p:txBody>
          <a:bodyPr/>
          <a:lstStyle/>
          <a:p>
            <a:r>
              <a:rPr lang="en-GB" dirty="0"/>
              <a:t>If ‘A’ happens then I’ll do ‘B’</a:t>
            </a:r>
          </a:p>
        </p:txBody>
      </p:sp>
    </p:spTree>
    <p:extLst>
      <p:ext uri="{BB962C8B-B14F-4D97-AF65-F5344CB8AC3E}">
        <p14:creationId xmlns:p14="http://schemas.microsoft.com/office/powerpoint/2010/main" val="1241793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219635" y="317501"/>
            <a:ext cx="10972365" cy="700617"/>
          </a:xfrm>
        </p:spPr>
        <p:txBody>
          <a:bodyPr/>
          <a:lstStyle/>
          <a:p>
            <a:r>
              <a:rPr lang="fr-FR" b="0" dirty="0">
                <a:solidFill>
                  <a:schemeClr val="accent3"/>
                </a:solidFill>
              </a:rPr>
              <a:t>WHAT YOU NEED TO DO</a:t>
            </a:r>
            <a:br>
              <a:rPr lang="fr-FR" dirty="0">
                <a:solidFill>
                  <a:schemeClr val="accent3"/>
                </a:solidFill>
              </a:rPr>
            </a:br>
            <a:r>
              <a:rPr lang="fr-FR" b="0" dirty="0" err="1"/>
              <a:t>Being</a:t>
            </a:r>
            <a:r>
              <a:rPr lang="fr-FR" b="0" dirty="0"/>
              <a:t> Future-</a:t>
            </a:r>
            <a:r>
              <a:rPr lang="fr-FR" b="0" dirty="0" err="1"/>
              <a:t>Oriented</a:t>
            </a:r>
            <a:endParaRPr lang="fr-FR" b="0" dirty="0"/>
          </a:p>
        </p:txBody>
      </p:sp>
      <p:pic>
        <p:nvPicPr>
          <p:cNvPr id="8" name="Grafik 7"/>
          <p:cNvPicPr>
            <a:picLocks noChangeAspect="1"/>
          </p:cNvPicPr>
          <p:nvPr/>
        </p:nvPicPr>
        <p:blipFill rotWithShape="1">
          <a:blip r:embed="rId3" cstate="email">
            <a:extLst>
              <a:ext uri="{28A0092B-C50C-407E-A947-70E740481C1C}">
                <a14:useLocalDpi xmlns:a14="http://schemas.microsoft.com/office/drawing/2010/main"/>
              </a:ext>
            </a:extLst>
          </a:blip>
          <a:srcRect b="19551"/>
          <a:stretch/>
        </p:blipFill>
        <p:spPr>
          <a:xfrm flipH="1">
            <a:off x="10173536" y="1"/>
            <a:ext cx="1083451" cy="871631"/>
          </a:xfrm>
          <a:prstGeom prst="rect">
            <a:avLst/>
          </a:prstGeom>
        </p:spPr>
      </p:pic>
      <p:sp>
        <p:nvSpPr>
          <p:cNvPr id="9" name="Rechteck 8"/>
          <p:cNvSpPr/>
          <p:nvPr/>
        </p:nvSpPr>
        <p:spPr>
          <a:xfrm>
            <a:off x="1219635" y="1877632"/>
            <a:ext cx="9971232" cy="1949416"/>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defTabSz="1219170">
              <a:spcAft>
                <a:spcPts val="600"/>
              </a:spcAft>
              <a:buClr>
                <a:srgbClr val="769452"/>
              </a:buClr>
            </a:pPr>
            <a:r>
              <a:rPr lang="fr-FR" sz="1467" b="1" kern="0" dirty="0">
                <a:solidFill>
                  <a:srgbClr val="769452"/>
                </a:solidFill>
                <a:latin typeface="Poppins" panose="020B0604020202020204" charset="0"/>
                <a:cs typeface="Poppins" panose="020B0604020202020204" charset="0"/>
                <a:sym typeface="Arial"/>
              </a:rPr>
              <a:t>Example to anticipate OPPORTUNITIES </a:t>
            </a:r>
            <a:r>
              <a:rPr lang="fr-FR" sz="1467" kern="0" dirty="0">
                <a:solidFill>
                  <a:srgbClr val="434343"/>
                </a:solidFill>
                <a:latin typeface="Poppins" panose="020B0604020202020204" charset="0"/>
                <a:cs typeface="Poppins" panose="020B0604020202020204" charset="0"/>
                <a:sym typeface="Arial"/>
              </a:rPr>
              <a:t>using the "if A, then B" technique: </a:t>
            </a:r>
          </a:p>
          <a:p>
            <a:pPr marL="380990" indent="-380990" defTabSz="1219170">
              <a:spcAft>
                <a:spcPts val="600"/>
              </a:spcAft>
              <a:buClr>
                <a:srgbClr val="769452"/>
              </a:buClr>
              <a:buFont typeface="Symbol" panose="05050102010706020507" pitchFamily="18" charset="2"/>
              <a:buChar char="-"/>
            </a:pPr>
            <a:r>
              <a:rPr lang="fr-FR" sz="1467" kern="0" dirty="0">
                <a:solidFill>
                  <a:srgbClr val="434343"/>
                </a:solidFill>
                <a:latin typeface="Poppins" panose="020B0604020202020204" charset="0"/>
                <a:cs typeface="Poppins" panose="020B0604020202020204" charset="0"/>
                <a:sym typeface="Arial"/>
              </a:rPr>
              <a:t>If the </a:t>
            </a:r>
            <a:r>
              <a:rPr lang="fr-FR" sz="1467" kern="0" dirty="0">
                <a:solidFill>
                  <a:srgbClr val="47362D"/>
                </a:solidFill>
                <a:latin typeface="Poppins" panose="020B0604020202020204" charset="0"/>
                <a:cs typeface="Poppins" panose="020B0604020202020204" charset="0"/>
                <a:sym typeface="Arial"/>
              </a:rPr>
              <a:t>road to Nairobi </a:t>
            </a:r>
            <a:r>
              <a:rPr lang="fr-FR" sz="1467" kern="0" dirty="0" err="1">
                <a:solidFill>
                  <a:srgbClr val="47362D"/>
                </a:solidFill>
                <a:latin typeface="Poppins" panose="020B0604020202020204" charset="0"/>
                <a:cs typeface="Poppins" panose="020B0604020202020204" charset="0"/>
                <a:sym typeface="Arial"/>
              </a:rPr>
              <a:t>is</a:t>
            </a:r>
            <a:r>
              <a:rPr lang="fr-FR" sz="1467" kern="0" dirty="0">
                <a:solidFill>
                  <a:srgbClr val="47362D"/>
                </a:solidFill>
                <a:latin typeface="Poppins" panose="020B0604020202020204" charset="0"/>
                <a:cs typeface="Poppins" panose="020B0604020202020204" charset="0"/>
                <a:sym typeface="Arial"/>
              </a:rPr>
              <a:t> upgraded at the end of the year...</a:t>
            </a:r>
          </a:p>
          <a:p>
            <a:pPr marL="761981" lvl="1" defTabSz="1219170">
              <a:spcAft>
                <a:spcPts val="600"/>
              </a:spcAft>
              <a:buClr>
                <a:srgbClr val="769452"/>
              </a:buClr>
            </a:pPr>
            <a:r>
              <a:rPr lang="fr-FR" sz="1467" kern="0" dirty="0">
                <a:solidFill>
                  <a:srgbClr val="47362D"/>
                </a:solidFill>
                <a:latin typeface="Poppins" panose="020B0604020202020204" charset="0"/>
                <a:cs typeface="Poppins" panose="020B0604020202020204" charset="0"/>
                <a:sym typeface="Arial"/>
              </a:rPr>
              <a:t>...I will look for suppliers in the city who offer a lower price or higher quality.</a:t>
            </a:r>
          </a:p>
          <a:p>
            <a:pPr marL="761981" lvl="1" defTabSz="1219170">
              <a:spcAft>
                <a:spcPts val="600"/>
              </a:spcAft>
              <a:buClr>
                <a:srgbClr val="769452"/>
              </a:buClr>
            </a:pPr>
            <a:r>
              <a:rPr lang="fr-FR" sz="1467" kern="0" dirty="0">
                <a:solidFill>
                  <a:srgbClr val="47362D"/>
                </a:solidFill>
                <a:latin typeface="Poppins" panose="020B0604020202020204" charset="0"/>
                <a:cs typeface="Poppins" panose="020B0604020202020204" charset="0"/>
                <a:sym typeface="Arial"/>
              </a:rPr>
              <a:t>...I will join an association of entrepreneurs </a:t>
            </a:r>
          </a:p>
          <a:p>
            <a:pPr marL="761981" lvl="1" defTabSz="1219170">
              <a:spcAft>
                <a:spcPts val="600"/>
              </a:spcAft>
              <a:buClr>
                <a:srgbClr val="769452"/>
              </a:buClr>
            </a:pPr>
            <a:r>
              <a:rPr lang="fr-FR" sz="1467" kern="0" dirty="0">
                <a:solidFill>
                  <a:srgbClr val="47362D"/>
                </a:solidFill>
                <a:latin typeface="Poppins" panose="020B0604020202020204" charset="0"/>
                <a:cs typeface="Poppins" panose="020B0604020202020204" charset="0"/>
                <a:sym typeface="Arial"/>
              </a:rPr>
              <a:t>...I will plan to offer my products in Nairobi as the transport </a:t>
            </a:r>
            <a:r>
              <a:rPr lang="fr-FR" sz="1467" kern="0" dirty="0">
                <a:solidFill>
                  <a:srgbClr val="434343"/>
                </a:solidFill>
                <a:latin typeface="Poppins" panose="020B0604020202020204" charset="0"/>
                <a:cs typeface="Poppins" panose="020B0604020202020204" charset="0"/>
                <a:sym typeface="Arial"/>
              </a:rPr>
              <a:t>is faster and cheaper</a:t>
            </a:r>
          </a:p>
        </p:txBody>
      </p:sp>
      <p:sp>
        <p:nvSpPr>
          <p:cNvPr id="10" name="Rechteck 9"/>
          <p:cNvSpPr/>
          <p:nvPr/>
        </p:nvSpPr>
        <p:spPr>
          <a:xfrm>
            <a:off x="1219635" y="4081907"/>
            <a:ext cx="9971232" cy="1861693"/>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defTabSz="1219170">
              <a:spcAft>
                <a:spcPts val="600"/>
              </a:spcAft>
              <a:buClr>
                <a:srgbClr val="FF0000"/>
              </a:buClr>
            </a:pPr>
            <a:r>
              <a:rPr lang="fr-FR" sz="1467" b="1" kern="0" dirty="0">
                <a:solidFill>
                  <a:srgbClr val="769452"/>
                </a:solidFill>
                <a:latin typeface="Poppins" panose="020B0604020202020204" charset="0"/>
                <a:cs typeface="Poppins" panose="020B0604020202020204" charset="0"/>
                <a:sym typeface="Arial"/>
              </a:rPr>
              <a:t>Example to </a:t>
            </a:r>
            <a:r>
              <a:rPr lang="fr-FR" sz="1467" b="1" kern="0" dirty="0" err="1">
                <a:solidFill>
                  <a:srgbClr val="769452"/>
                </a:solidFill>
                <a:latin typeface="Poppins" panose="020B0604020202020204" charset="0"/>
                <a:cs typeface="Poppins" panose="020B0604020202020204" charset="0"/>
                <a:sym typeface="Arial"/>
              </a:rPr>
              <a:t>anticipate</a:t>
            </a:r>
            <a:r>
              <a:rPr lang="fr-FR" sz="1467" b="1" kern="0" dirty="0">
                <a:solidFill>
                  <a:srgbClr val="769452"/>
                </a:solidFill>
                <a:latin typeface="Poppins" panose="020B0604020202020204" charset="0"/>
                <a:cs typeface="Poppins" panose="020B0604020202020204" charset="0"/>
                <a:sym typeface="Arial"/>
              </a:rPr>
              <a:t> BARRIERS </a:t>
            </a:r>
            <a:r>
              <a:rPr lang="fr-FR" sz="1467" kern="0" dirty="0">
                <a:solidFill>
                  <a:srgbClr val="434343"/>
                </a:solidFill>
                <a:latin typeface="Poppins" panose="020B0604020202020204" charset="0"/>
                <a:cs typeface="Poppins" panose="020B0604020202020204" charset="0"/>
                <a:sym typeface="Arial"/>
              </a:rPr>
              <a:t>using the "if A, then B" technique: </a:t>
            </a:r>
          </a:p>
          <a:p>
            <a:pPr defTabSz="1219170">
              <a:spcAft>
                <a:spcPts val="600"/>
              </a:spcAft>
              <a:buClr>
                <a:srgbClr val="FF0000"/>
              </a:buClr>
            </a:pPr>
            <a:r>
              <a:rPr lang="fr-FR" sz="1467" kern="0" dirty="0">
                <a:solidFill>
                  <a:srgbClr val="434343"/>
                </a:solidFill>
                <a:latin typeface="Poppins" panose="020B0604020202020204" charset="0"/>
                <a:cs typeface="Poppins" panose="020B0604020202020204" charset="0"/>
                <a:sym typeface="Arial"/>
              </a:rPr>
              <a:t>If the electricity company cuts the power again next week...</a:t>
            </a:r>
          </a:p>
          <a:p>
            <a:pPr defTabSz="1219170">
              <a:spcAft>
                <a:spcPts val="600"/>
              </a:spcAft>
              <a:buClr>
                <a:srgbClr val="FF0000"/>
              </a:buClr>
            </a:pPr>
            <a:r>
              <a:rPr lang="fr-FR" sz="1467" kern="0" dirty="0">
                <a:solidFill>
                  <a:srgbClr val="434343"/>
                </a:solidFill>
                <a:latin typeface="Poppins" panose="020B0604020202020204" charset="0"/>
                <a:cs typeface="Poppins" panose="020B0604020202020204" charset="0"/>
                <a:sym typeface="Arial"/>
              </a:rPr>
              <a:t>	...I will use my own generator or share one with others.</a:t>
            </a:r>
          </a:p>
          <a:p>
            <a:pPr defTabSz="1219170">
              <a:spcAft>
                <a:spcPts val="600"/>
              </a:spcAft>
              <a:buClr>
                <a:srgbClr val="FF0000"/>
              </a:buClr>
            </a:pPr>
            <a:r>
              <a:rPr lang="fr-FR" sz="1467" kern="0" dirty="0">
                <a:solidFill>
                  <a:srgbClr val="434343"/>
                </a:solidFill>
                <a:latin typeface="Poppins" panose="020B0604020202020204" charset="0"/>
                <a:cs typeface="Poppins" panose="020B0604020202020204" charset="0"/>
                <a:sym typeface="Arial"/>
              </a:rPr>
              <a:t>	...I'll have a machine at hand that doesn't need electricity for this.</a:t>
            </a:r>
          </a:p>
          <a:p>
            <a:pPr defTabSz="1219170">
              <a:spcAft>
                <a:spcPts val="600"/>
              </a:spcAft>
              <a:buClr>
                <a:srgbClr val="FF0000"/>
              </a:buClr>
            </a:pPr>
            <a:r>
              <a:rPr lang="fr-FR" sz="1467" kern="0" dirty="0">
                <a:solidFill>
                  <a:srgbClr val="434343"/>
                </a:solidFill>
                <a:latin typeface="Poppins" panose="020B0604020202020204" charset="0"/>
                <a:cs typeface="Poppins" panose="020B0604020202020204" charset="0"/>
                <a:sym typeface="Arial"/>
              </a:rPr>
              <a:t>	...I will have as many spare parts in stock as I need to produce until the power comes back on.</a:t>
            </a:r>
          </a:p>
        </p:txBody>
      </p:sp>
      <p:pic>
        <p:nvPicPr>
          <p:cNvPr id="11" name="Grafik 10"/>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1190867" y="183379"/>
            <a:ext cx="894391" cy="775624"/>
          </a:xfrm>
          <a:prstGeom prst="rect">
            <a:avLst/>
          </a:prstGeom>
        </p:spPr>
      </p:pic>
    </p:spTree>
    <p:extLst>
      <p:ext uri="{BB962C8B-B14F-4D97-AF65-F5344CB8AC3E}">
        <p14:creationId xmlns:p14="http://schemas.microsoft.com/office/powerpoint/2010/main" val="3059357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258849" y="150285"/>
            <a:ext cx="10933152" cy="1265767"/>
          </a:xfrm>
        </p:spPr>
        <p:txBody>
          <a:bodyPr/>
          <a:lstStyle/>
          <a:p>
            <a:r>
              <a:rPr lang="fr-FR" b="0" dirty="0">
                <a:solidFill>
                  <a:schemeClr val="tx1"/>
                </a:solidFill>
              </a:rPr>
              <a:t>EXAMPLE</a:t>
            </a:r>
            <a:br>
              <a:rPr lang="fr-FR" dirty="0">
                <a:solidFill>
                  <a:srgbClr val="FF0000"/>
                </a:solidFill>
              </a:rPr>
            </a:br>
            <a:r>
              <a:rPr lang="fr-FR" b="0" dirty="0" err="1"/>
              <a:t>Being</a:t>
            </a:r>
            <a:r>
              <a:rPr lang="fr-FR" b="0" dirty="0"/>
              <a:t> Future-</a:t>
            </a:r>
            <a:r>
              <a:rPr lang="fr-FR" b="0" dirty="0" err="1"/>
              <a:t>Oriented</a:t>
            </a:r>
            <a:endParaRPr lang="fr-FR" b="0" dirty="0"/>
          </a:p>
        </p:txBody>
      </p:sp>
      <p:sp>
        <p:nvSpPr>
          <p:cNvPr id="9" name="Inhaltsplatzhalter 2">
            <a:extLst>
              <a:ext uri="{FF2B5EF4-FFF2-40B4-BE49-F238E27FC236}">
                <a16:creationId xmlns:a16="http://schemas.microsoft.com/office/drawing/2014/main" id="{4E5AA1AE-F727-4795-A136-5BC1DF12B589}"/>
              </a:ext>
            </a:extLst>
          </p:cNvPr>
          <p:cNvSpPr txBox="1">
            <a:spLocks/>
          </p:cNvSpPr>
          <p:nvPr/>
        </p:nvSpPr>
        <p:spPr bwMode="auto">
          <a:xfrm>
            <a:off x="5373571" y="1840230"/>
            <a:ext cx="6454091" cy="4770724"/>
          </a:xfrm>
          <a:prstGeom prst="rect">
            <a:avLst/>
          </a:prstGeom>
          <a:noFill/>
          <a:ln>
            <a:noFill/>
          </a:ln>
          <a:effectLst/>
          <a:extLst>
            <a:ext uri="{909E8E84-426E-40dd-AFC4-6F175D3DCCD1}">
              <a14:hiddenFill xmlns="" xmlns:a16="http://schemas.microsoft.com/office/drawing/2014/main" xmlns:p14="http://schemas.microsoft.com/office/powerpoint/2010/main" xmlns:a14="http://schemas.microsoft.com/office/drawing/2010/main">
                <a:solidFill>
                  <a:schemeClr val="accent1"/>
                </a:solidFill>
              </a14:hiddenFill>
            </a:ext>
            <a:ext uri="{91240B29-F687-4f45-9708-019B960494DF}">
              <a14:hiddenLine xmlns="" xmlns:a16="http://schemas.microsoft.com/office/drawing/2014/main" xmlns:p14="http://schemas.microsoft.com/office/powerpoint/2010/main" xmlns:a14="http://schemas.microsoft.com/office/drawing/2010/main" w="9525">
                <a:solidFill>
                  <a:schemeClr val="tx1"/>
                </a:solidFill>
                <a:miter lim="800000"/>
                <a:headEnd/>
                <a:tailEnd/>
              </a14:hiddenLine>
            </a:ext>
            <a:ext uri="{AF507438-7753-43e0-B8FC-AC1667EBCBE1}">
              <a14:hiddenEffects xmlns="" xmlns:a16="http://schemas.microsoft.com/office/drawing/2014/main" xmlns:p14="http://schemas.microsoft.com/office/powerpoint/2010/main"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0"/>
              </a:spcBef>
              <a:spcAft>
                <a:spcPct val="0"/>
              </a:spcAft>
              <a:defRPr b="1">
                <a:solidFill>
                  <a:schemeClr val="tx1"/>
                </a:solidFill>
                <a:latin typeface="+mn-lt"/>
                <a:ea typeface="+mn-ea"/>
                <a:cs typeface="+mn-cs"/>
              </a:defRPr>
            </a:lvl1pPr>
            <a:lvl2pPr marL="374650"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752475" indent="-187325" algn="l" rtl="0" eaLnBrk="0" fontAlgn="base" hangingPunct="0">
              <a:spcBef>
                <a:spcPct val="0"/>
              </a:spcBef>
              <a:spcAft>
                <a:spcPct val="0"/>
              </a:spcAft>
              <a:buClr>
                <a:srgbClr val="FF0000"/>
              </a:buClr>
              <a:buChar char="–"/>
              <a:defRPr sz="1600">
                <a:solidFill>
                  <a:schemeClr val="tx1"/>
                </a:solidFill>
                <a:latin typeface="+mn-lt"/>
              </a:defRPr>
            </a:lvl3pPr>
            <a:lvl4pPr marL="1130300" indent="-187325" algn="l" rtl="0" eaLnBrk="0" fontAlgn="base" hangingPunct="0">
              <a:spcBef>
                <a:spcPct val="0"/>
              </a:spcBef>
              <a:spcAft>
                <a:spcPct val="0"/>
              </a:spcAft>
              <a:buClr>
                <a:srgbClr val="FF0000"/>
              </a:buClr>
              <a:buChar char="–"/>
              <a:defRPr sz="1600">
                <a:solidFill>
                  <a:schemeClr val="tx1"/>
                </a:solidFill>
                <a:latin typeface="+mn-lt"/>
              </a:defRPr>
            </a:lvl4pPr>
            <a:lvl5pPr marL="1549400" indent="-228600" algn="l" rtl="0" eaLnBrk="0" fontAlgn="base" hangingPunct="0">
              <a:spcBef>
                <a:spcPct val="0"/>
              </a:spcBef>
              <a:spcAft>
                <a:spcPct val="0"/>
              </a:spcAft>
              <a:buClr>
                <a:srgbClr val="FF0000"/>
              </a:buClr>
              <a:buChar char="–"/>
              <a:defRPr sz="1600">
                <a:solidFill>
                  <a:schemeClr val="tx1"/>
                </a:solidFill>
                <a:latin typeface="+mn-lt"/>
              </a:defRPr>
            </a:lvl5pPr>
            <a:lvl6pPr marL="2006600" indent="-228600" algn="l" rtl="0" eaLnBrk="0" fontAlgn="base" hangingPunct="0">
              <a:spcBef>
                <a:spcPct val="0"/>
              </a:spcBef>
              <a:spcAft>
                <a:spcPct val="0"/>
              </a:spcAft>
              <a:buClr>
                <a:srgbClr val="FF0000"/>
              </a:buClr>
              <a:buChar char="–"/>
              <a:defRPr sz="1600">
                <a:solidFill>
                  <a:schemeClr val="tx1"/>
                </a:solidFill>
                <a:latin typeface="+mn-lt"/>
              </a:defRPr>
            </a:lvl6pPr>
            <a:lvl7pPr marL="2463800" indent="-228600" algn="l" rtl="0" eaLnBrk="0" fontAlgn="base" hangingPunct="0">
              <a:spcBef>
                <a:spcPct val="0"/>
              </a:spcBef>
              <a:spcAft>
                <a:spcPct val="0"/>
              </a:spcAft>
              <a:buClr>
                <a:srgbClr val="FF0000"/>
              </a:buClr>
              <a:buChar char="–"/>
              <a:defRPr sz="1600">
                <a:solidFill>
                  <a:schemeClr val="tx1"/>
                </a:solidFill>
                <a:latin typeface="+mn-lt"/>
              </a:defRPr>
            </a:lvl7pPr>
            <a:lvl8pPr marL="2921000" indent="-228600" algn="l" rtl="0" eaLnBrk="0" fontAlgn="base" hangingPunct="0">
              <a:spcBef>
                <a:spcPct val="0"/>
              </a:spcBef>
              <a:spcAft>
                <a:spcPct val="0"/>
              </a:spcAft>
              <a:buClr>
                <a:srgbClr val="FF0000"/>
              </a:buClr>
              <a:buChar char="–"/>
              <a:defRPr sz="1600">
                <a:solidFill>
                  <a:schemeClr val="tx1"/>
                </a:solidFill>
                <a:latin typeface="+mn-lt"/>
              </a:defRPr>
            </a:lvl8pPr>
            <a:lvl9pPr marL="3378200" indent="-228600" algn="l" rtl="0" eaLnBrk="0" fontAlgn="base" hangingPunct="0">
              <a:spcBef>
                <a:spcPct val="0"/>
              </a:spcBef>
              <a:spcAft>
                <a:spcPct val="0"/>
              </a:spcAft>
              <a:buClr>
                <a:srgbClr val="FF0000"/>
              </a:buClr>
              <a:buChar char="–"/>
              <a:defRPr sz="1600">
                <a:solidFill>
                  <a:schemeClr val="tx1"/>
                </a:solidFill>
                <a:latin typeface="+mn-lt"/>
              </a:defRPr>
            </a:lvl9pPr>
          </a:lstStyle>
          <a:p>
            <a:pPr marL="285744" indent="-285744" defTabSz="787380">
              <a:spcBef>
                <a:spcPts val="0"/>
              </a:spcBef>
              <a:spcAft>
                <a:spcPts val="1800"/>
              </a:spcAft>
              <a:buClr>
                <a:srgbClr val="FF3300"/>
              </a:buClr>
              <a:buFont typeface="Wingdings" panose="05000000000000000000" pitchFamily="2" charset="2"/>
              <a:buChar char="§"/>
              <a:tabLst>
                <a:tab pos="3149521" algn="l"/>
                <a:tab pos="3619410" algn="l"/>
              </a:tabLst>
            </a:pPr>
            <a:endParaRPr lang="fr-FR" sz="1867" b="0" kern="0" dirty="0">
              <a:solidFill>
                <a:srgbClr val="000000"/>
              </a:solidFill>
              <a:latin typeface="Arial"/>
              <a:sym typeface="Arial"/>
            </a:endParaRPr>
          </a:p>
        </p:txBody>
      </p:sp>
      <p:pic>
        <p:nvPicPr>
          <p:cNvPr id="8" name="Grafik 7"/>
          <p:cNvPicPr>
            <a:picLocks noChangeAspect="1"/>
          </p:cNvPicPr>
          <p:nvPr/>
        </p:nvPicPr>
        <p:blipFill rotWithShape="1">
          <a:blip r:embed="rId3" cstate="email">
            <a:extLst>
              <a:ext uri="{28A0092B-C50C-407E-A947-70E740481C1C}">
                <a14:useLocalDpi xmlns:a14="http://schemas.microsoft.com/office/drawing/2010/main"/>
              </a:ext>
            </a:extLst>
          </a:blip>
          <a:srcRect b="19551"/>
          <a:stretch/>
        </p:blipFill>
        <p:spPr>
          <a:xfrm flipH="1">
            <a:off x="10173536" y="1"/>
            <a:ext cx="1083451" cy="871631"/>
          </a:xfrm>
          <a:prstGeom prst="rect">
            <a:avLst/>
          </a:prstGeom>
        </p:spPr>
      </p:pic>
      <p:sp>
        <p:nvSpPr>
          <p:cNvPr id="10" name="Rechteck 9"/>
          <p:cNvSpPr/>
          <p:nvPr/>
        </p:nvSpPr>
        <p:spPr>
          <a:xfrm>
            <a:off x="5373571" y="1466407"/>
            <a:ext cx="6454091" cy="4943220"/>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defTabSz="787380">
              <a:spcAft>
                <a:spcPts val="1800"/>
              </a:spcAft>
              <a:buClr>
                <a:srgbClr val="FF3300"/>
              </a:buClr>
              <a:tabLst>
                <a:tab pos="3149521" algn="l"/>
                <a:tab pos="3619410" algn="l"/>
              </a:tabLst>
            </a:pPr>
            <a:r>
              <a:rPr lang="fr-FR" sz="1733" b="1" kern="0" dirty="0">
                <a:solidFill>
                  <a:srgbClr val="769452"/>
                </a:solidFill>
                <a:latin typeface="Poppins" panose="020B0604020202020204" charset="0"/>
                <a:cs typeface="Poppins" panose="020B0604020202020204" charset="0"/>
                <a:sym typeface="Arial"/>
              </a:rPr>
              <a:t>Example to anticipate long-term CONSEQUENCES</a:t>
            </a:r>
            <a:endParaRPr lang="fr-FR" sz="1733" b="1" i="1" kern="0" dirty="0">
              <a:solidFill>
                <a:srgbClr val="769452"/>
              </a:solidFill>
              <a:latin typeface="Poppins" panose="020B0604020202020204" charset="0"/>
              <a:cs typeface="Poppins" panose="020B0604020202020204" charset="0"/>
              <a:sym typeface="Arial"/>
            </a:endParaRPr>
          </a:p>
          <a:p>
            <a:pPr defTabSz="787380">
              <a:spcAft>
                <a:spcPts val="1800"/>
              </a:spcAft>
              <a:buClr>
                <a:srgbClr val="FF3300"/>
              </a:buClr>
              <a:tabLst>
                <a:tab pos="3149521" algn="l"/>
                <a:tab pos="3619410" algn="l"/>
              </a:tabLst>
            </a:pPr>
            <a:r>
              <a:rPr lang="fr-FR" sz="1733" kern="0" dirty="0">
                <a:solidFill>
                  <a:srgbClr val="000000"/>
                </a:solidFill>
                <a:latin typeface="Poppins" panose="020B0604020202020204" charset="0"/>
                <a:cs typeface="Poppins" panose="020B0604020202020204" charset="0"/>
                <a:sym typeface="Arial"/>
              </a:rPr>
              <a:t>Karobia  runs a kiosk near a school.  His customers are mainly students and teachers.  He’s been successfully running his business for a few years.  A few weeks before the start of the school year, Karobia learns about a new restaurant opening right next to his kiosk.  He’s afraid students and teachers will buy from the new competitor, so he decides to reduce the prices of almost all his items. </a:t>
            </a:r>
          </a:p>
          <a:p>
            <a:pPr defTabSz="787380">
              <a:spcAft>
                <a:spcPts val="1800"/>
              </a:spcAft>
              <a:buClr>
                <a:srgbClr val="FF3300"/>
              </a:buClr>
              <a:tabLst>
                <a:tab pos="3149521" algn="l"/>
                <a:tab pos="3619410" algn="l"/>
              </a:tabLst>
            </a:pPr>
            <a:r>
              <a:rPr lang="fr-FR" sz="1733" kern="0" dirty="0">
                <a:solidFill>
                  <a:srgbClr val="EDEDED">
                    <a:lumMod val="10000"/>
                  </a:srgbClr>
                </a:solidFill>
                <a:latin typeface="Poppins" panose="020B0604020202020204" charset="0"/>
                <a:cs typeface="Poppins" panose="020B0604020202020204" charset="0"/>
                <a:sym typeface="Arial"/>
              </a:rPr>
              <a:t>In fact, Karobia gains some customers.  But at the end of the school year, he finds he’s made a huge loss.  </a:t>
            </a:r>
          </a:p>
          <a:p>
            <a:pPr defTabSz="787380">
              <a:spcAft>
                <a:spcPts val="1800"/>
              </a:spcAft>
              <a:buClr>
                <a:srgbClr val="FF3300"/>
              </a:buClr>
              <a:tabLst>
                <a:tab pos="3149521" algn="l"/>
                <a:tab pos="3619410" algn="l"/>
              </a:tabLst>
            </a:pPr>
            <a:r>
              <a:rPr lang="fr-FR" sz="1733" b="1" kern="0" dirty="0">
                <a:solidFill>
                  <a:srgbClr val="000000"/>
                </a:solidFill>
                <a:latin typeface="Poppins" panose="020B0604020202020204" charset="0"/>
                <a:cs typeface="Poppins" panose="020B0604020202020204" charset="0"/>
                <a:sym typeface="Arial"/>
              </a:rPr>
              <a:t>What did Karobia do wrong?</a:t>
            </a:r>
          </a:p>
        </p:txBody>
      </p:sp>
      <p:pic>
        <p:nvPicPr>
          <p:cNvPr id="11" name="Grafik 10"/>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992389" y="85656"/>
            <a:ext cx="1052563" cy="824555"/>
          </a:xfrm>
          <a:prstGeom prst="rect">
            <a:avLst/>
          </a:prstGeom>
        </p:spPr>
      </p:pic>
      <p:pic>
        <p:nvPicPr>
          <p:cNvPr id="6" name="Grafik 5"/>
          <p:cNvPicPr>
            <a:picLocks noChangeAspect="1"/>
          </p:cNvPicPr>
          <p:nvPr/>
        </p:nvPicPr>
        <p:blipFill rotWithShape="1">
          <a:blip r:embed="rId5" cstate="email">
            <a:duotone>
              <a:schemeClr val="accent5">
                <a:shade val="45000"/>
                <a:satMod val="135000"/>
              </a:schemeClr>
              <a:prstClr val="white"/>
            </a:duotone>
            <a:extLst>
              <a:ext uri="{28A0092B-C50C-407E-A947-70E740481C1C}">
                <a14:useLocalDpi xmlns:a14="http://schemas.microsoft.com/office/drawing/2010/main"/>
              </a:ext>
            </a:extLst>
          </a:blip>
          <a:srcRect/>
          <a:stretch/>
        </p:blipFill>
        <p:spPr>
          <a:xfrm>
            <a:off x="1" y="2072622"/>
            <a:ext cx="2718937" cy="2057780"/>
          </a:xfrm>
          <a:prstGeom prst="rect">
            <a:avLst/>
          </a:prstGeom>
        </p:spPr>
      </p:pic>
      <p:pic>
        <p:nvPicPr>
          <p:cNvPr id="159" name="Grafik 158"/>
          <p:cNvPicPr>
            <a:picLocks noChangeAspect="1"/>
          </p:cNvPicPr>
          <p:nvPr/>
        </p:nvPicPr>
        <p:blipFill rotWithShape="1">
          <a:blip r:embed="rId6" cstate="email">
            <a:duotone>
              <a:prstClr val="black"/>
              <a:schemeClr val="tx2">
                <a:tint val="45000"/>
                <a:satMod val="400000"/>
              </a:schemeClr>
            </a:duotone>
            <a:extLst>
              <a:ext uri="{28A0092B-C50C-407E-A947-70E740481C1C}">
                <a14:useLocalDpi xmlns:a14="http://schemas.microsoft.com/office/drawing/2010/main"/>
              </a:ext>
            </a:extLst>
          </a:blip>
          <a:srcRect/>
          <a:stretch/>
        </p:blipFill>
        <p:spPr>
          <a:xfrm>
            <a:off x="2765592" y="2560217"/>
            <a:ext cx="2638669" cy="1997031"/>
          </a:xfrm>
          <a:prstGeom prst="rect">
            <a:avLst/>
          </a:prstGeom>
        </p:spPr>
      </p:pic>
      <p:sp>
        <p:nvSpPr>
          <p:cNvPr id="184" name="Google Shape;2542;p49"/>
          <p:cNvSpPr/>
          <p:nvPr/>
        </p:nvSpPr>
        <p:spPr>
          <a:xfrm flipH="1">
            <a:off x="305108" y="5124437"/>
            <a:ext cx="291661" cy="54576"/>
          </a:xfrm>
          <a:custGeom>
            <a:avLst/>
            <a:gdLst/>
            <a:ahLst/>
            <a:cxnLst/>
            <a:rect l="l" t="t" r="r" b="b"/>
            <a:pathLst>
              <a:path w="8572" h="1666" extrusionOk="0">
                <a:moveTo>
                  <a:pt x="4629" y="1"/>
                </a:moveTo>
                <a:lnTo>
                  <a:pt x="0" y="134"/>
                </a:lnTo>
                <a:lnTo>
                  <a:pt x="51" y="1638"/>
                </a:lnTo>
                <a:lnTo>
                  <a:pt x="335" y="1638"/>
                </a:lnTo>
                <a:cubicBezTo>
                  <a:pt x="805" y="1651"/>
                  <a:pt x="1813" y="1665"/>
                  <a:pt x="2938" y="1665"/>
                </a:cubicBezTo>
                <a:cubicBezTo>
                  <a:pt x="4854" y="1665"/>
                  <a:pt x="7110" y="1623"/>
                  <a:pt x="7636" y="1454"/>
                </a:cubicBezTo>
                <a:cubicBezTo>
                  <a:pt x="8572" y="1170"/>
                  <a:pt x="4645" y="452"/>
                  <a:pt x="4645" y="452"/>
                </a:cubicBezTo>
                <a:lnTo>
                  <a:pt x="4629"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6" name="Google Shape;2551;p49"/>
          <p:cNvSpPr/>
          <p:nvPr/>
        </p:nvSpPr>
        <p:spPr>
          <a:xfrm>
            <a:off x="423396" y="5128042"/>
            <a:ext cx="29568" cy="15593"/>
          </a:xfrm>
          <a:custGeom>
            <a:avLst/>
            <a:gdLst/>
            <a:ahLst/>
            <a:cxnLst/>
            <a:rect l="l" t="t" r="r" b="b"/>
            <a:pathLst>
              <a:path w="869" h="476" extrusionOk="0">
                <a:moveTo>
                  <a:pt x="581" y="51"/>
                </a:moveTo>
                <a:cubicBezTo>
                  <a:pt x="648" y="51"/>
                  <a:pt x="714" y="64"/>
                  <a:pt x="769" y="91"/>
                </a:cubicBezTo>
                <a:cubicBezTo>
                  <a:pt x="819" y="125"/>
                  <a:pt x="802" y="175"/>
                  <a:pt x="752" y="208"/>
                </a:cubicBezTo>
                <a:cubicBezTo>
                  <a:pt x="702" y="225"/>
                  <a:pt x="652" y="258"/>
                  <a:pt x="585" y="275"/>
                </a:cubicBezTo>
                <a:cubicBezTo>
                  <a:pt x="501" y="309"/>
                  <a:pt x="384" y="342"/>
                  <a:pt x="284" y="359"/>
                </a:cubicBezTo>
                <a:cubicBezTo>
                  <a:pt x="204" y="375"/>
                  <a:pt x="136" y="383"/>
                  <a:pt x="87" y="389"/>
                </a:cubicBezTo>
                <a:lnTo>
                  <a:pt x="87" y="389"/>
                </a:lnTo>
                <a:cubicBezTo>
                  <a:pt x="111" y="336"/>
                  <a:pt x="140" y="285"/>
                  <a:pt x="184" y="242"/>
                </a:cubicBezTo>
                <a:cubicBezTo>
                  <a:pt x="234" y="158"/>
                  <a:pt x="334" y="108"/>
                  <a:pt x="418" y="75"/>
                </a:cubicBezTo>
                <a:cubicBezTo>
                  <a:pt x="470" y="60"/>
                  <a:pt x="526" y="51"/>
                  <a:pt x="581" y="51"/>
                </a:cubicBezTo>
                <a:close/>
                <a:moveTo>
                  <a:pt x="575" y="0"/>
                </a:moveTo>
                <a:cubicBezTo>
                  <a:pt x="410" y="0"/>
                  <a:pt x="251" y="75"/>
                  <a:pt x="150" y="208"/>
                </a:cubicBezTo>
                <a:cubicBezTo>
                  <a:pt x="104" y="271"/>
                  <a:pt x="71" y="319"/>
                  <a:pt x="54" y="393"/>
                </a:cubicBezTo>
                <a:lnTo>
                  <a:pt x="54" y="393"/>
                </a:lnTo>
                <a:cubicBezTo>
                  <a:pt x="19" y="398"/>
                  <a:pt x="0" y="402"/>
                  <a:pt x="0" y="409"/>
                </a:cubicBezTo>
                <a:cubicBezTo>
                  <a:pt x="17" y="409"/>
                  <a:pt x="34" y="409"/>
                  <a:pt x="50" y="409"/>
                </a:cubicBezTo>
                <a:lnTo>
                  <a:pt x="50" y="409"/>
                </a:lnTo>
                <a:cubicBezTo>
                  <a:pt x="50" y="409"/>
                  <a:pt x="50" y="409"/>
                  <a:pt x="50" y="409"/>
                </a:cubicBezTo>
                <a:cubicBezTo>
                  <a:pt x="50" y="442"/>
                  <a:pt x="50" y="476"/>
                  <a:pt x="50" y="476"/>
                </a:cubicBezTo>
                <a:cubicBezTo>
                  <a:pt x="59" y="453"/>
                  <a:pt x="68" y="431"/>
                  <a:pt x="78" y="408"/>
                </a:cubicBezTo>
                <a:lnTo>
                  <a:pt x="78" y="408"/>
                </a:lnTo>
                <a:cubicBezTo>
                  <a:pt x="152" y="408"/>
                  <a:pt x="227" y="404"/>
                  <a:pt x="301" y="392"/>
                </a:cubicBezTo>
                <a:cubicBezTo>
                  <a:pt x="401" y="375"/>
                  <a:pt x="501" y="359"/>
                  <a:pt x="602" y="325"/>
                </a:cubicBezTo>
                <a:cubicBezTo>
                  <a:pt x="668" y="309"/>
                  <a:pt x="735" y="275"/>
                  <a:pt x="785" y="242"/>
                </a:cubicBezTo>
                <a:cubicBezTo>
                  <a:pt x="819" y="225"/>
                  <a:pt x="852" y="192"/>
                  <a:pt x="852" y="158"/>
                </a:cubicBezTo>
                <a:cubicBezTo>
                  <a:pt x="869" y="108"/>
                  <a:pt x="852" y="75"/>
                  <a:pt x="819" y="58"/>
                </a:cubicBezTo>
                <a:cubicBezTo>
                  <a:pt x="741" y="19"/>
                  <a:pt x="657" y="0"/>
                  <a:pt x="575" y="0"/>
                </a:cubicBezTo>
                <a:close/>
              </a:path>
            </a:pathLst>
          </a:custGeom>
          <a:solidFill>
            <a:srgbClr val="263238"/>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9" name="Google Shape;2551;p49"/>
          <p:cNvSpPr/>
          <p:nvPr/>
        </p:nvSpPr>
        <p:spPr>
          <a:xfrm>
            <a:off x="417748" y="5129764"/>
            <a:ext cx="29568" cy="15593"/>
          </a:xfrm>
          <a:custGeom>
            <a:avLst/>
            <a:gdLst/>
            <a:ahLst/>
            <a:cxnLst/>
            <a:rect l="l" t="t" r="r" b="b"/>
            <a:pathLst>
              <a:path w="869" h="476" extrusionOk="0">
                <a:moveTo>
                  <a:pt x="581" y="51"/>
                </a:moveTo>
                <a:cubicBezTo>
                  <a:pt x="648" y="51"/>
                  <a:pt x="714" y="64"/>
                  <a:pt x="769" y="91"/>
                </a:cubicBezTo>
                <a:cubicBezTo>
                  <a:pt x="819" y="125"/>
                  <a:pt x="802" y="175"/>
                  <a:pt x="752" y="208"/>
                </a:cubicBezTo>
                <a:cubicBezTo>
                  <a:pt x="702" y="225"/>
                  <a:pt x="652" y="258"/>
                  <a:pt x="585" y="275"/>
                </a:cubicBezTo>
                <a:cubicBezTo>
                  <a:pt x="501" y="309"/>
                  <a:pt x="384" y="342"/>
                  <a:pt x="284" y="359"/>
                </a:cubicBezTo>
                <a:cubicBezTo>
                  <a:pt x="204" y="375"/>
                  <a:pt x="136" y="383"/>
                  <a:pt x="87" y="389"/>
                </a:cubicBezTo>
                <a:lnTo>
                  <a:pt x="87" y="389"/>
                </a:lnTo>
                <a:cubicBezTo>
                  <a:pt x="111" y="336"/>
                  <a:pt x="140" y="285"/>
                  <a:pt x="184" y="242"/>
                </a:cubicBezTo>
                <a:cubicBezTo>
                  <a:pt x="234" y="158"/>
                  <a:pt x="334" y="108"/>
                  <a:pt x="418" y="75"/>
                </a:cubicBezTo>
                <a:cubicBezTo>
                  <a:pt x="470" y="60"/>
                  <a:pt x="526" y="51"/>
                  <a:pt x="581" y="51"/>
                </a:cubicBezTo>
                <a:close/>
                <a:moveTo>
                  <a:pt x="575" y="0"/>
                </a:moveTo>
                <a:cubicBezTo>
                  <a:pt x="410" y="0"/>
                  <a:pt x="251" y="75"/>
                  <a:pt x="150" y="208"/>
                </a:cubicBezTo>
                <a:cubicBezTo>
                  <a:pt x="104" y="271"/>
                  <a:pt x="71" y="319"/>
                  <a:pt x="54" y="393"/>
                </a:cubicBezTo>
                <a:lnTo>
                  <a:pt x="54" y="393"/>
                </a:lnTo>
                <a:cubicBezTo>
                  <a:pt x="19" y="398"/>
                  <a:pt x="0" y="402"/>
                  <a:pt x="0" y="409"/>
                </a:cubicBezTo>
                <a:cubicBezTo>
                  <a:pt x="17" y="409"/>
                  <a:pt x="34" y="409"/>
                  <a:pt x="50" y="409"/>
                </a:cubicBezTo>
                <a:lnTo>
                  <a:pt x="50" y="409"/>
                </a:lnTo>
                <a:cubicBezTo>
                  <a:pt x="50" y="409"/>
                  <a:pt x="50" y="409"/>
                  <a:pt x="50" y="409"/>
                </a:cubicBezTo>
                <a:cubicBezTo>
                  <a:pt x="50" y="442"/>
                  <a:pt x="50" y="476"/>
                  <a:pt x="50" y="476"/>
                </a:cubicBezTo>
                <a:cubicBezTo>
                  <a:pt x="59" y="453"/>
                  <a:pt x="68" y="431"/>
                  <a:pt x="78" y="408"/>
                </a:cubicBezTo>
                <a:lnTo>
                  <a:pt x="78" y="408"/>
                </a:lnTo>
                <a:cubicBezTo>
                  <a:pt x="152" y="408"/>
                  <a:pt x="227" y="404"/>
                  <a:pt x="301" y="392"/>
                </a:cubicBezTo>
                <a:cubicBezTo>
                  <a:pt x="401" y="375"/>
                  <a:pt x="501" y="359"/>
                  <a:pt x="602" y="325"/>
                </a:cubicBezTo>
                <a:cubicBezTo>
                  <a:pt x="668" y="309"/>
                  <a:pt x="735" y="275"/>
                  <a:pt x="785" y="242"/>
                </a:cubicBezTo>
                <a:cubicBezTo>
                  <a:pt x="819" y="225"/>
                  <a:pt x="852" y="192"/>
                  <a:pt x="852" y="158"/>
                </a:cubicBezTo>
                <a:cubicBezTo>
                  <a:pt x="869" y="108"/>
                  <a:pt x="852" y="75"/>
                  <a:pt x="819" y="58"/>
                </a:cubicBezTo>
                <a:cubicBezTo>
                  <a:pt x="741" y="19"/>
                  <a:pt x="657" y="0"/>
                  <a:pt x="575" y="0"/>
                </a:cubicBezTo>
                <a:close/>
              </a:path>
            </a:pathLst>
          </a:custGeom>
          <a:solidFill>
            <a:srgbClr val="263238"/>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1" name="Google Shape;2543;p49"/>
          <p:cNvSpPr/>
          <p:nvPr/>
        </p:nvSpPr>
        <p:spPr>
          <a:xfrm flipH="1">
            <a:off x="543045" y="5141131"/>
            <a:ext cx="58012" cy="39311"/>
          </a:xfrm>
          <a:custGeom>
            <a:avLst/>
            <a:gdLst/>
            <a:ahLst/>
            <a:cxnLst/>
            <a:rect l="l" t="t" r="r" b="b"/>
            <a:pathLst>
              <a:path w="1705" h="1200" extrusionOk="0">
                <a:moveTo>
                  <a:pt x="194" y="0"/>
                </a:moveTo>
                <a:cubicBezTo>
                  <a:pt x="129" y="0"/>
                  <a:pt x="65" y="5"/>
                  <a:pt x="0" y="13"/>
                </a:cubicBezTo>
                <a:lnTo>
                  <a:pt x="34" y="1199"/>
                </a:lnTo>
                <a:lnTo>
                  <a:pt x="1704" y="1183"/>
                </a:lnTo>
                <a:cubicBezTo>
                  <a:pt x="1621" y="815"/>
                  <a:pt x="1387" y="498"/>
                  <a:pt x="1086" y="297"/>
                </a:cubicBezTo>
                <a:cubicBezTo>
                  <a:pt x="822" y="103"/>
                  <a:pt x="512" y="0"/>
                  <a:pt x="194" y="0"/>
                </a:cubicBezTo>
                <a:close/>
              </a:path>
            </a:pathLst>
          </a:custGeom>
          <a:solidFill>
            <a:srgbClr val="FFFFFF">
              <a:alpha val="2723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2" name="Google Shape;2544;p49"/>
          <p:cNvSpPr/>
          <p:nvPr/>
        </p:nvSpPr>
        <p:spPr>
          <a:xfrm flipH="1">
            <a:off x="335731" y="5155626"/>
            <a:ext cx="268932" cy="26633"/>
          </a:xfrm>
          <a:custGeom>
            <a:avLst/>
            <a:gdLst/>
            <a:ahLst/>
            <a:cxnLst/>
            <a:rect l="l" t="t" r="r" b="b"/>
            <a:pathLst>
              <a:path w="7904" h="813" extrusionOk="0">
                <a:moveTo>
                  <a:pt x="6517" y="1"/>
                </a:moveTo>
                <a:cubicBezTo>
                  <a:pt x="6250" y="17"/>
                  <a:pt x="6133" y="552"/>
                  <a:pt x="6133" y="552"/>
                </a:cubicBezTo>
                <a:lnTo>
                  <a:pt x="1" y="669"/>
                </a:lnTo>
                <a:lnTo>
                  <a:pt x="1" y="769"/>
                </a:lnTo>
                <a:cubicBezTo>
                  <a:pt x="593" y="799"/>
                  <a:pt x="1375" y="813"/>
                  <a:pt x="2215" y="813"/>
                </a:cubicBezTo>
                <a:cubicBezTo>
                  <a:pt x="4668" y="813"/>
                  <a:pt x="7612" y="697"/>
                  <a:pt x="7737" y="535"/>
                </a:cubicBezTo>
                <a:cubicBezTo>
                  <a:pt x="7904" y="335"/>
                  <a:pt x="6517" y="1"/>
                  <a:pt x="6517" y="1"/>
                </a:cubicBezTo>
                <a:close/>
              </a:path>
            </a:pathLst>
          </a:custGeom>
          <a:solidFill>
            <a:srgbClr val="FFFFFF">
              <a:alpha val="2723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 name="Explosion 1 2"/>
          <p:cNvSpPr/>
          <p:nvPr/>
        </p:nvSpPr>
        <p:spPr>
          <a:xfrm>
            <a:off x="1866818" y="2291559"/>
            <a:ext cx="809469" cy="926020"/>
          </a:xfrm>
          <a:prstGeom prst="irregularSeal1">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r>
              <a:rPr lang="de-DE" sz="2400" kern="0" dirty="0">
                <a:solidFill>
                  <a:srgbClr val="434343"/>
                </a:solidFill>
                <a:latin typeface="Josefin Sans" panose="020B0604020202020204" charset="0"/>
                <a:sym typeface="Arial"/>
              </a:rPr>
              <a:t>%</a:t>
            </a:r>
            <a:endParaRPr lang="en-GB" sz="2400" kern="0" dirty="0">
              <a:solidFill>
                <a:srgbClr val="434343"/>
              </a:solidFill>
              <a:latin typeface="Josefin Sans" panose="020B0604020202020204" charset="0"/>
              <a:sym typeface="Arial"/>
            </a:endParaRPr>
          </a:p>
        </p:txBody>
      </p:sp>
    </p:spTree>
    <p:extLst>
      <p:ext uri="{BB962C8B-B14F-4D97-AF65-F5344CB8AC3E}">
        <p14:creationId xmlns:p14="http://schemas.microsoft.com/office/powerpoint/2010/main" val="2024288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34" name="Textfeld 2"/>
          <p:cNvSpPr txBox="1">
            <a:spLocks noChangeArrowheads="1"/>
          </p:cNvSpPr>
          <p:nvPr/>
        </p:nvSpPr>
        <p:spPr bwMode="auto">
          <a:xfrm>
            <a:off x="1279850" y="1612765"/>
            <a:ext cx="9460381" cy="1323439"/>
          </a:xfrm>
          <a:prstGeom prst="rect">
            <a:avLst/>
          </a:prstGeom>
          <a:noFill/>
          <a:ln>
            <a:noFill/>
          </a:ln>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defTabSz="1219170">
              <a:buClr>
                <a:srgbClr val="000000"/>
              </a:buClr>
            </a:pPr>
            <a:r>
              <a:rPr lang="en-US" altLang="de-DE" sz="2000" b="1" kern="0" dirty="0">
                <a:solidFill>
                  <a:srgbClr val="434343"/>
                </a:solidFill>
                <a:latin typeface="Poppins" panose="020B0604020202020204" charset="0"/>
                <a:cs typeface="Poppins" panose="020B0604020202020204" charset="0"/>
                <a:sym typeface="Arial"/>
              </a:rPr>
              <a:t>Instruction:</a:t>
            </a:r>
          </a:p>
          <a:p>
            <a:pPr defTabSz="1219170">
              <a:buClr>
                <a:srgbClr val="000000"/>
              </a:buClr>
            </a:pPr>
            <a:endParaRPr lang="en-US" altLang="de-DE" sz="2000" b="1" kern="0" dirty="0">
              <a:solidFill>
                <a:srgbClr val="434343"/>
              </a:solidFill>
              <a:latin typeface="Poppins" panose="020B0604020202020204" charset="0"/>
              <a:cs typeface="Poppins" panose="020B0604020202020204" charset="0"/>
              <a:sym typeface="Arial"/>
            </a:endParaRPr>
          </a:p>
          <a:p>
            <a:pPr marL="457189" indent="-457189" defTabSz="1219170">
              <a:buClr>
                <a:srgbClr val="769452"/>
              </a:buClr>
              <a:buFont typeface="+mj-lt"/>
              <a:buAutoNum type="arabicPeriod"/>
              <a:defRPr sz="1800" b="0" i="0" u="none" strike="noStrike" kern="0" cap="none" spc="0" baseline="0">
                <a:solidFill>
                  <a:srgbClr val="000000"/>
                </a:solidFill>
                <a:uFillTx/>
              </a:defRPr>
            </a:pPr>
            <a:r>
              <a:rPr lang="fr-SN" sz="2000" kern="0" dirty="0">
                <a:solidFill>
                  <a:srgbClr val="000000"/>
                </a:solidFill>
                <a:latin typeface="Poppins" panose="020B0604020202020204" charset="0"/>
                <a:ea typeface="Arial" pitchFamily="2"/>
                <a:cs typeface="Poppins" panose="020B0604020202020204" charset="0"/>
                <a:sym typeface="Arial"/>
              </a:rPr>
              <a:t>Note </a:t>
            </a:r>
            <a:r>
              <a:rPr lang="fr-SN" sz="2000" b="1" kern="0" dirty="0">
                <a:solidFill>
                  <a:srgbClr val="000000"/>
                </a:solidFill>
                <a:latin typeface="Poppins" panose="020B0604020202020204" charset="0"/>
                <a:ea typeface="Arial" pitchFamily="2"/>
                <a:cs typeface="Poppins" panose="020B0604020202020204" charset="0"/>
                <a:sym typeface="Arial"/>
              </a:rPr>
              <a:t>current</a:t>
            </a:r>
            <a:r>
              <a:rPr lang="fr-SN" sz="2000" kern="0" dirty="0">
                <a:solidFill>
                  <a:srgbClr val="000000"/>
                </a:solidFill>
                <a:latin typeface="Poppins" panose="020B0604020202020204" charset="0"/>
                <a:ea typeface="Arial" pitchFamily="2"/>
                <a:cs typeface="Poppins" panose="020B0604020202020204" charset="0"/>
                <a:sym typeface="Arial"/>
              </a:rPr>
              <a:t> and </a:t>
            </a:r>
            <a:r>
              <a:rPr lang="fr-SN" sz="2000" b="1" kern="0" dirty="0">
                <a:solidFill>
                  <a:srgbClr val="000000"/>
                </a:solidFill>
                <a:latin typeface="Poppins" panose="020B0604020202020204" charset="0"/>
                <a:ea typeface="Arial" pitchFamily="2"/>
                <a:cs typeface="Poppins" panose="020B0604020202020204" charset="0"/>
                <a:sym typeface="Arial"/>
              </a:rPr>
              <a:t>future</a:t>
            </a:r>
            <a:r>
              <a:rPr lang="fr-SN" sz="2000" kern="0" dirty="0">
                <a:solidFill>
                  <a:srgbClr val="000000"/>
                </a:solidFill>
                <a:latin typeface="Poppins" panose="020B0604020202020204" charset="0"/>
                <a:ea typeface="Arial" pitchFamily="2"/>
                <a:cs typeface="Poppins" panose="020B0604020202020204" charset="0"/>
                <a:sym typeface="Arial"/>
              </a:rPr>
              <a:t> technological changes, demographic changes and social trends in Kenya.  Think of as </a:t>
            </a:r>
            <a:r>
              <a:rPr lang="fr-SN" sz="2000" kern="0" dirty="0" err="1">
                <a:solidFill>
                  <a:srgbClr val="000000"/>
                </a:solidFill>
                <a:latin typeface="Poppins" panose="020B0604020202020204" charset="0"/>
                <a:ea typeface="Arial" pitchFamily="2"/>
                <a:cs typeface="Poppins" panose="020B0604020202020204" charset="0"/>
                <a:sym typeface="Arial"/>
              </a:rPr>
              <a:t>many</a:t>
            </a:r>
            <a:r>
              <a:rPr lang="fr-SN" sz="2000" kern="0" dirty="0">
                <a:solidFill>
                  <a:srgbClr val="000000"/>
                </a:solidFill>
                <a:latin typeface="Poppins" panose="020B0604020202020204" charset="0"/>
                <a:ea typeface="Arial" pitchFamily="2"/>
                <a:cs typeface="Poppins" panose="020B0604020202020204" charset="0"/>
                <a:sym typeface="Arial"/>
              </a:rPr>
              <a:t> changes, </a:t>
            </a:r>
            <a:r>
              <a:rPr lang="fr-SN" sz="2000" kern="0" dirty="0" err="1">
                <a:solidFill>
                  <a:srgbClr val="000000"/>
                </a:solidFill>
                <a:latin typeface="Poppins" panose="020B0604020202020204" charset="0"/>
                <a:ea typeface="Arial" pitchFamily="2"/>
                <a:cs typeface="Poppins" panose="020B0604020202020204" charset="0"/>
                <a:sym typeface="Arial"/>
              </a:rPr>
              <a:t>small</a:t>
            </a:r>
            <a:r>
              <a:rPr lang="fr-SN" sz="2000" kern="0" dirty="0">
                <a:solidFill>
                  <a:srgbClr val="000000"/>
                </a:solidFill>
                <a:latin typeface="Poppins" panose="020B0604020202020204" charset="0"/>
                <a:ea typeface="Arial" pitchFamily="2"/>
                <a:cs typeface="Poppins" panose="020B0604020202020204" charset="0"/>
                <a:sym typeface="Arial"/>
              </a:rPr>
              <a:t> or large, as possible.</a:t>
            </a:r>
          </a:p>
        </p:txBody>
      </p:sp>
      <p:grpSp>
        <p:nvGrpSpPr>
          <p:cNvPr id="42" name="Google Shape;8989;p64"/>
          <p:cNvGrpSpPr/>
          <p:nvPr/>
        </p:nvGrpSpPr>
        <p:grpSpPr>
          <a:xfrm>
            <a:off x="2807850" y="4670167"/>
            <a:ext cx="723393" cy="991836"/>
            <a:chOff x="2656082" y="2287427"/>
            <a:chExt cx="207582" cy="359594"/>
          </a:xfrm>
          <a:solidFill>
            <a:srgbClr val="000000"/>
          </a:solidFill>
        </p:grpSpPr>
        <p:sp>
          <p:nvSpPr>
            <p:cNvPr id="43" name="Google Shape;8990;p64"/>
            <p:cNvSpPr/>
            <p:nvPr/>
          </p:nvSpPr>
          <p:spPr>
            <a:xfrm>
              <a:off x="2656082" y="2287427"/>
              <a:ext cx="207582" cy="359594"/>
            </a:xfrm>
            <a:custGeom>
              <a:avLst/>
              <a:gdLst/>
              <a:ahLst/>
              <a:cxnLst/>
              <a:rect l="l" t="t" r="r" b="b"/>
              <a:pathLst>
                <a:path w="6537" h="11324" extrusionOk="0">
                  <a:moveTo>
                    <a:pt x="5704" y="334"/>
                  </a:moveTo>
                  <a:cubicBezTo>
                    <a:pt x="5965" y="334"/>
                    <a:pt x="6192" y="561"/>
                    <a:pt x="6192" y="834"/>
                  </a:cubicBezTo>
                  <a:lnTo>
                    <a:pt x="6192" y="1323"/>
                  </a:lnTo>
                  <a:lnTo>
                    <a:pt x="346" y="1323"/>
                  </a:lnTo>
                  <a:lnTo>
                    <a:pt x="346" y="834"/>
                  </a:lnTo>
                  <a:cubicBezTo>
                    <a:pt x="346" y="561"/>
                    <a:pt x="560" y="334"/>
                    <a:pt x="834" y="334"/>
                  </a:cubicBezTo>
                  <a:close/>
                  <a:moveTo>
                    <a:pt x="6192" y="1644"/>
                  </a:moveTo>
                  <a:lnTo>
                    <a:pt x="6192" y="8990"/>
                  </a:lnTo>
                  <a:lnTo>
                    <a:pt x="1501" y="8990"/>
                  </a:lnTo>
                  <a:cubicBezTo>
                    <a:pt x="1405" y="8990"/>
                    <a:pt x="1334" y="9062"/>
                    <a:pt x="1334" y="9145"/>
                  </a:cubicBezTo>
                  <a:cubicBezTo>
                    <a:pt x="1334" y="9240"/>
                    <a:pt x="1405" y="9312"/>
                    <a:pt x="1501" y="9312"/>
                  </a:cubicBezTo>
                  <a:lnTo>
                    <a:pt x="6192" y="9312"/>
                  </a:lnTo>
                  <a:lnTo>
                    <a:pt x="6192" y="10478"/>
                  </a:lnTo>
                  <a:cubicBezTo>
                    <a:pt x="6192" y="10740"/>
                    <a:pt x="5965" y="10967"/>
                    <a:pt x="5704" y="10967"/>
                  </a:cubicBezTo>
                  <a:lnTo>
                    <a:pt x="834" y="10967"/>
                  </a:lnTo>
                  <a:cubicBezTo>
                    <a:pt x="560" y="10967"/>
                    <a:pt x="346" y="10740"/>
                    <a:pt x="346" y="10478"/>
                  </a:cubicBezTo>
                  <a:lnTo>
                    <a:pt x="346" y="9312"/>
                  </a:lnTo>
                  <a:lnTo>
                    <a:pt x="834" y="9312"/>
                  </a:lnTo>
                  <a:cubicBezTo>
                    <a:pt x="917" y="9312"/>
                    <a:pt x="1001" y="9240"/>
                    <a:pt x="1001" y="9145"/>
                  </a:cubicBezTo>
                  <a:cubicBezTo>
                    <a:pt x="1001" y="9062"/>
                    <a:pt x="917" y="8990"/>
                    <a:pt x="834" y="8990"/>
                  </a:cubicBezTo>
                  <a:lnTo>
                    <a:pt x="346" y="8990"/>
                  </a:lnTo>
                  <a:lnTo>
                    <a:pt x="346" y="1644"/>
                  </a:lnTo>
                  <a:close/>
                  <a:moveTo>
                    <a:pt x="834" y="1"/>
                  </a:moveTo>
                  <a:cubicBezTo>
                    <a:pt x="370" y="1"/>
                    <a:pt x="0" y="370"/>
                    <a:pt x="0" y="834"/>
                  </a:cubicBezTo>
                  <a:lnTo>
                    <a:pt x="0" y="10490"/>
                  </a:lnTo>
                  <a:cubicBezTo>
                    <a:pt x="0" y="10955"/>
                    <a:pt x="370" y="11324"/>
                    <a:pt x="834" y="11324"/>
                  </a:cubicBezTo>
                  <a:lnTo>
                    <a:pt x="5704" y="11324"/>
                  </a:lnTo>
                  <a:cubicBezTo>
                    <a:pt x="6156" y="11324"/>
                    <a:pt x="6537" y="10955"/>
                    <a:pt x="6537" y="10490"/>
                  </a:cubicBezTo>
                  <a:lnTo>
                    <a:pt x="6537" y="834"/>
                  </a:lnTo>
                  <a:cubicBezTo>
                    <a:pt x="6513" y="370"/>
                    <a:pt x="6144" y="1"/>
                    <a:pt x="5704"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 name="Google Shape;8991;p64"/>
            <p:cNvSpPr/>
            <p:nvPr/>
          </p:nvSpPr>
          <p:spPr>
            <a:xfrm>
              <a:off x="2754395" y="2308608"/>
              <a:ext cx="31787" cy="10257"/>
            </a:xfrm>
            <a:custGeom>
              <a:avLst/>
              <a:gdLst/>
              <a:ahLst/>
              <a:cxnLst/>
              <a:rect l="l" t="t" r="r" b="b"/>
              <a:pathLst>
                <a:path w="1001" h="323" extrusionOk="0">
                  <a:moveTo>
                    <a:pt x="167" y="1"/>
                  </a:moveTo>
                  <a:cubicBezTo>
                    <a:pt x="72" y="1"/>
                    <a:pt x="0" y="72"/>
                    <a:pt x="0" y="167"/>
                  </a:cubicBezTo>
                  <a:cubicBezTo>
                    <a:pt x="0" y="251"/>
                    <a:pt x="72" y="322"/>
                    <a:pt x="167" y="322"/>
                  </a:cubicBezTo>
                  <a:lnTo>
                    <a:pt x="834" y="322"/>
                  </a:lnTo>
                  <a:cubicBezTo>
                    <a:pt x="917" y="322"/>
                    <a:pt x="1000" y="251"/>
                    <a:pt x="1000" y="167"/>
                  </a:cubicBezTo>
                  <a:cubicBezTo>
                    <a:pt x="1000" y="72"/>
                    <a:pt x="917" y="1"/>
                    <a:pt x="834"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 name="Google Shape;8992;p64"/>
            <p:cNvSpPr/>
            <p:nvPr/>
          </p:nvSpPr>
          <p:spPr>
            <a:xfrm>
              <a:off x="2743789" y="2594053"/>
              <a:ext cx="31406" cy="31056"/>
            </a:xfrm>
            <a:custGeom>
              <a:avLst/>
              <a:gdLst/>
              <a:ahLst/>
              <a:cxnLst/>
              <a:rect l="l" t="t" r="r" b="b"/>
              <a:pathLst>
                <a:path w="989" h="978" extrusionOk="0">
                  <a:moveTo>
                    <a:pt x="501" y="322"/>
                  </a:moveTo>
                  <a:cubicBezTo>
                    <a:pt x="584" y="322"/>
                    <a:pt x="656" y="406"/>
                    <a:pt x="656" y="489"/>
                  </a:cubicBezTo>
                  <a:cubicBezTo>
                    <a:pt x="656" y="584"/>
                    <a:pt x="584" y="656"/>
                    <a:pt x="501" y="656"/>
                  </a:cubicBezTo>
                  <a:cubicBezTo>
                    <a:pt x="406" y="656"/>
                    <a:pt x="334" y="584"/>
                    <a:pt x="334" y="489"/>
                  </a:cubicBezTo>
                  <a:cubicBezTo>
                    <a:pt x="334" y="406"/>
                    <a:pt x="406" y="322"/>
                    <a:pt x="501" y="322"/>
                  </a:cubicBezTo>
                  <a:close/>
                  <a:moveTo>
                    <a:pt x="501" y="1"/>
                  </a:moveTo>
                  <a:cubicBezTo>
                    <a:pt x="227" y="1"/>
                    <a:pt x="1" y="227"/>
                    <a:pt x="1" y="489"/>
                  </a:cubicBezTo>
                  <a:cubicBezTo>
                    <a:pt x="1" y="763"/>
                    <a:pt x="227" y="977"/>
                    <a:pt x="501" y="977"/>
                  </a:cubicBezTo>
                  <a:cubicBezTo>
                    <a:pt x="763" y="977"/>
                    <a:pt x="989" y="763"/>
                    <a:pt x="989" y="489"/>
                  </a:cubicBezTo>
                  <a:cubicBezTo>
                    <a:pt x="989" y="227"/>
                    <a:pt x="775" y="1"/>
                    <a:pt x="50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 name="Google Shape;8993;p64"/>
            <p:cNvSpPr/>
            <p:nvPr/>
          </p:nvSpPr>
          <p:spPr>
            <a:xfrm>
              <a:off x="2733596" y="2308608"/>
              <a:ext cx="10225" cy="10257"/>
            </a:xfrm>
            <a:custGeom>
              <a:avLst/>
              <a:gdLst/>
              <a:ahLst/>
              <a:cxnLst/>
              <a:rect l="l" t="t" r="r" b="b"/>
              <a:pathLst>
                <a:path w="322" h="323" extrusionOk="0">
                  <a:moveTo>
                    <a:pt x="155" y="1"/>
                  </a:moveTo>
                  <a:cubicBezTo>
                    <a:pt x="72" y="1"/>
                    <a:pt x="0" y="72"/>
                    <a:pt x="0" y="167"/>
                  </a:cubicBezTo>
                  <a:cubicBezTo>
                    <a:pt x="0" y="251"/>
                    <a:pt x="72" y="322"/>
                    <a:pt x="155" y="322"/>
                  </a:cubicBezTo>
                  <a:cubicBezTo>
                    <a:pt x="250" y="322"/>
                    <a:pt x="322" y="251"/>
                    <a:pt x="322" y="167"/>
                  </a:cubicBezTo>
                  <a:cubicBezTo>
                    <a:pt x="322" y="72"/>
                    <a:pt x="250" y="1"/>
                    <a:pt x="155"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47" name="Google Shape;9516;p65"/>
          <p:cNvGrpSpPr/>
          <p:nvPr/>
        </p:nvGrpSpPr>
        <p:grpSpPr>
          <a:xfrm>
            <a:off x="1707533" y="5481125"/>
            <a:ext cx="1005209" cy="855776"/>
            <a:chOff x="2567841" y="1994124"/>
            <a:chExt cx="399812" cy="306477"/>
          </a:xfrm>
          <a:solidFill>
            <a:srgbClr val="000000"/>
          </a:solidFill>
        </p:grpSpPr>
        <p:sp>
          <p:nvSpPr>
            <p:cNvPr id="48" name="Google Shape;9517;p65"/>
            <p:cNvSpPr/>
            <p:nvPr/>
          </p:nvSpPr>
          <p:spPr>
            <a:xfrm>
              <a:off x="2567841" y="1994124"/>
              <a:ext cx="399812" cy="306477"/>
            </a:xfrm>
            <a:custGeom>
              <a:avLst/>
              <a:gdLst/>
              <a:ahLst/>
              <a:cxnLst/>
              <a:rect l="l" t="t" r="r" b="b"/>
              <a:pathLst>
                <a:path w="12551" h="9621" extrusionOk="0">
                  <a:moveTo>
                    <a:pt x="11157" y="346"/>
                  </a:moveTo>
                  <a:lnTo>
                    <a:pt x="11157" y="6584"/>
                  </a:lnTo>
                  <a:lnTo>
                    <a:pt x="1334" y="6584"/>
                  </a:lnTo>
                  <a:lnTo>
                    <a:pt x="1334" y="346"/>
                  </a:lnTo>
                  <a:close/>
                  <a:moveTo>
                    <a:pt x="7442" y="7930"/>
                  </a:moveTo>
                  <a:lnTo>
                    <a:pt x="7621" y="8561"/>
                  </a:lnTo>
                  <a:lnTo>
                    <a:pt x="4859" y="8561"/>
                  </a:lnTo>
                  <a:lnTo>
                    <a:pt x="5037" y="7930"/>
                  </a:lnTo>
                  <a:close/>
                  <a:moveTo>
                    <a:pt x="11217" y="6954"/>
                  </a:moveTo>
                  <a:lnTo>
                    <a:pt x="12038" y="8561"/>
                  </a:lnTo>
                  <a:lnTo>
                    <a:pt x="7990" y="8561"/>
                  </a:lnTo>
                  <a:lnTo>
                    <a:pt x="7776" y="7835"/>
                  </a:lnTo>
                  <a:cubicBezTo>
                    <a:pt x="7740" y="7680"/>
                    <a:pt x="7597" y="7573"/>
                    <a:pt x="7454" y="7573"/>
                  </a:cubicBezTo>
                  <a:lnTo>
                    <a:pt x="5013" y="7573"/>
                  </a:lnTo>
                  <a:cubicBezTo>
                    <a:pt x="4859" y="7573"/>
                    <a:pt x="4716" y="7680"/>
                    <a:pt x="4680" y="7835"/>
                  </a:cubicBezTo>
                  <a:lnTo>
                    <a:pt x="4478" y="8561"/>
                  </a:lnTo>
                  <a:lnTo>
                    <a:pt x="430" y="8561"/>
                  </a:lnTo>
                  <a:lnTo>
                    <a:pt x="1263" y="6954"/>
                  </a:lnTo>
                  <a:close/>
                  <a:moveTo>
                    <a:pt x="12157" y="8930"/>
                  </a:moveTo>
                  <a:lnTo>
                    <a:pt x="12157" y="9216"/>
                  </a:lnTo>
                  <a:lnTo>
                    <a:pt x="12169" y="9216"/>
                  </a:lnTo>
                  <a:cubicBezTo>
                    <a:pt x="12169" y="9239"/>
                    <a:pt x="12145" y="9275"/>
                    <a:pt x="12110" y="9275"/>
                  </a:cubicBezTo>
                  <a:lnTo>
                    <a:pt x="382" y="9275"/>
                  </a:lnTo>
                  <a:cubicBezTo>
                    <a:pt x="346" y="9275"/>
                    <a:pt x="322" y="9239"/>
                    <a:pt x="322" y="9216"/>
                  </a:cubicBezTo>
                  <a:lnTo>
                    <a:pt x="322" y="8930"/>
                  </a:lnTo>
                  <a:close/>
                  <a:moveTo>
                    <a:pt x="1334" y="0"/>
                  </a:moveTo>
                  <a:cubicBezTo>
                    <a:pt x="1144" y="0"/>
                    <a:pt x="977" y="167"/>
                    <a:pt x="977" y="357"/>
                  </a:cubicBezTo>
                  <a:lnTo>
                    <a:pt x="977" y="6739"/>
                  </a:lnTo>
                  <a:lnTo>
                    <a:pt x="1" y="8680"/>
                  </a:lnTo>
                  <a:lnTo>
                    <a:pt x="1" y="8692"/>
                  </a:lnTo>
                  <a:lnTo>
                    <a:pt x="1" y="8704"/>
                  </a:lnTo>
                  <a:lnTo>
                    <a:pt x="1" y="8728"/>
                  </a:lnTo>
                  <a:lnTo>
                    <a:pt x="1" y="8739"/>
                  </a:lnTo>
                  <a:lnTo>
                    <a:pt x="1" y="9204"/>
                  </a:lnTo>
                  <a:cubicBezTo>
                    <a:pt x="1" y="9442"/>
                    <a:pt x="191" y="9620"/>
                    <a:pt x="406" y="9620"/>
                  </a:cubicBezTo>
                  <a:lnTo>
                    <a:pt x="12133" y="9620"/>
                  </a:lnTo>
                  <a:cubicBezTo>
                    <a:pt x="12371" y="9620"/>
                    <a:pt x="12550" y="9418"/>
                    <a:pt x="12550" y="9204"/>
                  </a:cubicBezTo>
                  <a:lnTo>
                    <a:pt x="12526" y="8739"/>
                  </a:lnTo>
                  <a:lnTo>
                    <a:pt x="12526" y="8704"/>
                  </a:lnTo>
                  <a:lnTo>
                    <a:pt x="12526" y="8692"/>
                  </a:lnTo>
                  <a:lnTo>
                    <a:pt x="12526" y="8680"/>
                  </a:lnTo>
                  <a:lnTo>
                    <a:pt x="11550" y="6739"/>
                  </a:lnTo>
                  <a:lnTo>
                    <a:pt x="11550" y="357"/>
                  </a:lnTo>
                  <a:cubicBezTo>
                    <a:pt x="11550" y="167"/>
                    <a:pt x="11383" y="0"/>
                    <a:pt x="11193"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 name="Google Shape;9518;p65"/>
            <p:cNvSpPr/>
            <p:nvPr/>
          </p:nvSpPr>
          <p:spPr>
            <a:xfrm>
              <a:off x="2623237" y="2113963"/>
              <a:ext cx="287523" cy="77025"/>
            </a:xfrm>
            <a:custGeom>
              <a:avLst/>
              <a:gdLst/>
              <a:ahLst/>
              <a:cxnLst/>
              <a:rect l="l" t="t" r="r" b="b"/>
              <a:pathLst>
                <a:path w="9026" h="2418" extrusionOk="0">
                  <a:moveTo>
                    <a:pt x="179" y="1"/>
                  </a:moveTo>
                  <a:cubicBezTo>
                    <a:pt x="72" y="1"/>
                    <a:pt x="0" y="96"/>
                    <a:pt x="0" y="179"/>
                  </a:cubicBezTo>
                  <a:lnTo>
                    <a:pt x="0" y="2132"/>
                  </a:lnTo>
                  <a:cubicBezTo>
                    <a:pt x="0" y="2299"/>
                    <a:pt x="131" y="2418"/>
                    <a:pt x="274" y="2418"/>
                  </a:cubicBezTo>
                  <a:lnTo>
                    <a:pt x="8727" y="2418"/>
                  </a:lnTo>
                  <a:cubicBezTo>
                    <a:pt x="8894" y="2418"/>
                    <a:pt x="9013" y="2287"/>
                    <a:pt x="9013" y="2132"/>
                  </a:cubicBezTo>
                  <a:lnTo>
                    <a:pt x="9013" y="179"/>
                  </a:lnTo>
                  <a:cubicBezTo>
                    <a:pt x="9025" y="96"/>
                    <a:pt x="8942" y="1"/>
                    <a:pt x="8835" y="1"/>
                  </a:cubicBezTo>
                  <a:cubicBezTo>
                    <a:pt x="8727" y="1"/>
                    <a:pt x="8656" y="96"/>
                    <a:pt x="8656" y="179"/>
                  </a:cubicBezTo>
                  <a:lnTo>
                    <a:pt x="8656" y="2049"/>
                  </a:lnTo>
                  <a:lnTo>
                    <a:pt x="357" y="2049"/>
                  </a:lnTo>
                  <a:lnTo>
                    <a:pt x="357" y="179"/>
                  </a:lnTo>
                  <a:cubicBezTo>
                    <a:pt x="357" y="84"/>
                    <a:pt x="262" y="1"/>
                    <a:pt x="179"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 name="Google Shape;9519;p65"/>
            <p:cNvSpPr/>
            <p:nvPr/>
          </p:nvSpPr>
          <p:spPr>
            <a:xfrm>
              <a:off x="2623237" y="2017251"/>
              <a:ext cx="287523" cy="77025"/>
            </a:xfrm>
            <a:custGeom>
              <a:avLst/>
              <a:gdLst/>
              <a:ahLst/>
              <a:cxnLst/>
              <a:rect l="l" t="t" r="r" b="b"/>
              <a:pathLst>
                <a:path w="9026" h="2418" extrusionOk="0">
                  <a:moveTo>
                    <a:pt x="286" y="1"/>
                  </a:moveTo>
                  <a:cubicBezTo>
                    <a:pt x="119" y="1"/>
                    <a:pt x="0" y="143"/>
                    <a:pt x="0" y="286"/>
                  </a:cubicBezTo>
                  <a:lnTo>
                    <a:pt x="0" y="2239"/>
                  </a:lnTo>
                  <a:cubicBezTo>
                    <a:pt x="0" y="2346"/>
                    <a:pt x="84" y="2418"/>
                    <a:pt x="179" y="2418"/>
                  </a:cubicBezTo>
                  <a:cubicBezTo>
                    <a:pt x="286" y="2418"/>
                    <a:pt x="357" y="2322"/>
                    <a:pt x="357" y="2239"/>
                  </a:cubicBezTo>
                  <a:lnTo>
                    <a:pt x="357" y="382"/>
                  </a:lnTo>
                  <a:lnTo>
                    <a:pt x="8656" y="382"/>
                  </a:lnTo>
                  <a:lnTo>
                    <a:pt x="8656" y="2239"/>
                  </a:lnTo>
                  <a:cubicBezTo>
                    <a:pt x="8656" y="2346"/>
                    <a:pt x="8751" y="2418"/>
                    <a:pt x="8835" y="2418"/>
                  </a:cubicBezTo>
                  <a:cubicBezTo>
                    <a:pt x="8942" y="2418"/>
                    <a:pt x="9013" y="2322"/>
                    <a:pt x="9013" y="2239"/>
                  </a:cubicBezTo>
                  <a:lnTo>
                    <a:pt x="9013" y="286"/>
                  </a:lnTo>
                  <a:cubicBezTo>
                    <a:pt x="9025" y="143"/>
                    <a:pt x="8894" y="1"/>
                    <a:pt x="8727"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69" name="Google Shape;168;p28"/>
          <p:cNvSpPr/>
          <p:nvPr/>
        </p:nvSpPr>
        <p:spPr>
          <a:xfrm>
            <a:off x="1494717" y="4463593"/>
            <a:ext cx="2452107" cy="2163744"/>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3" name="Google Shape;184;p28"/>
          <p:cNvSpPr txBox="1">
            <a:spLocks/>
          </p:cNvSpPr>
          <p:nvPr/>
        </p:nvSpPr>
        <p:spPr>
          <a:xfrm>
            <a:off x="1343026" y="3746863"/>
            <a:ext cx="2660325" cy="4512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1219170">
              <a:spcAft>
                <a:spcPts val="2133"/>
              </a:spcAft>
            </a:pPr>
            <a:r>
              <a:rPr lang="de-DE" sz="1600" b="1" kern="0" dirty="0">
                <a:latin typeface="Josefin Sans"/>
                <a:ea typeface="Josefin Sans"/>
                <a:cs typeface="Josefin Sans"/>
                <a:sym typeface="Josefin Sans"/>
              </a:rPr>
              <a:t>TECHNOLOGICAL CHANGES</a:t>
            </a:r>
          </a:p>
        </p:txBody>
      </p:sp>
      <p:sp>
        <p:nvSpPr>
          <p:cNvPr id="74" name="Google Shape;185;p28"/>
          <p:cNvSpPr txBox="1">
            <a:spLocks/>
          </p:cNvSpPr>
          <p:nvPr/>
        </p:nvSpPr>
        <p:spPr>
          <a:xfrm>
            <a:off x="4515295" y="3534012"/>
            <a:ext cx="2731661" cy="4512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1219170">
              <a:spcAft>
                <a:spcPts val="2133"/>
              </a:spcAft>
            </a:pPr>
            <a:r>
              <a:rPr lang="de-DE" sz="1600" b="1" kern="0" dirty="0">
                <a:latin typeface="Josefin Sans"/>
                <a:ea typeface="Josefin Sans"/>
                <a:cs typeface="Josefin Sans"/>
                <a:sym typeface="Josefin Sans"/>
              </a:rPr>
              <a:t>DEMOGRAPHIC AND SOCIAL CHANGES</a:t>
            </a:r>
          </a:p>
        </p:txBody>
      </p:sp>
      <p:sp>
        <p:nvSpPr>
          <p:cNvPr id="75" name="Google Shape;186;p28"/>
          <p:cNvSpPr txBox="1">
            <a:spLocks/>
          </p:cNvSpPr>
          <p:nvPr/>
        </p:nvSpPr>
        <p:spPr>
          <a:xfrm>
            <a:off x="7960336" y="3746863"/>
            <a:ext cx="2213200" cy="4512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1219170">
              <a:spcAft>
                <a:spcPts val="2133"/>
              </a:spcAft>
            </a:pPr>
            <a:r>
              <a:rPr lang="de-DE" sz="1600" b="1" kern="0" dirty="0">
                <a:latin typeface="Josefin Sans"/>
                <a:ea typeface="Josefin Sans"/>
                <a:cs typeface="Josefin Sans"/>
                <a:sym typeface="Josefin Sans"/>
              </a:rPr>
              <a:t>OTHER CHANGES</a:t>
            </a:r>
          </a:p>
        </p:txBody>
      </p:sp>
      <p:sp>
        <p:nvSpPr>
          <p:cNvPr id="76" name="Google Shape;168;p28"/>
          <p:cNvSpPr/>
          <p:nvPr/>
        </p:nvSpPr>
        <p:spPr>
          <a:xfrm>
            <a:off x="4655072" y="4463593"/>
            <a:ext cx="2452107" cy="2163744"/>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7" name="Google Shape;168;p28"/>
          <p:cNvSpPr/>
          <p:nvPr/>
        </p:nvSpPr>
        <p:spPr>
          <a:xfrm>
            <a:off x="7773701" y="4440711"/>
            <a:ext cx="2452107" cy="2163744"/>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pic>
        <p:nvPicPr>
          <p:cNvPr id="62" name="Grafik 61"/>
          <p:cNvPicPr>
            <a:picLocks noChangeAspect="1"/>
          </p:cNvPicPr>
          <p:nvPr/>
        </p:nvPicPr>
        <p:blipFill rotWithShape="1">
          <a:blip r:embed="rId3" cstate="email">
            <a:extLst>
              <a:ext uri="{28A0092B-C50C-407E-A947-70E740481C1C}">
                <a14:useLocalDpi xmlns:a14="http://schemas.microsoft.com/office/drawing/2010/main"/>
              </a:ext>
            </a:extLst>
          </a:blip>
          <a:srcRect b="19551"/>
          <a:stretch/>
        </p:blipFill>
        <p:spPr>
          <a:xfrm flipH="1">
            <a:off x="10173536" y="1"/>
            <a:ext cx="1083451" cy="871631"/>
          </a:xfrm>
          <a:prstGeom prst="rect">
            <a:avLst/>
          </a:prstGeom>
        </p:spPr>
      </p:pic>
      <p:sp>
        <p:nvSpPr>
          <p:cNvPr id="63" name="Text Box 3"/>
          <p:cNvSpPr txBox="1">
            <a:spLocks noChangeArrowheads="1"/>
          </p:cNvSpPr>
          <p:nvPr/>
        </p:nvSpPr>
        <p:spPr bwMode="auto">
          <a:xfrm>
            <a:off x="1344600" y="316801"/>
            <a:ext cx="9296400" cy="396875"/>
          </a:xfrm>
          <a:prstGeom prst="rect">
            <a:avLst/>
          </a:prstGeom>
          <a:noFill/>
          <a:ln>
            <a:noFill/>
          </a:ln>
          <a:effectLst/>
          <a:extLst>
            <a:ext uri="{909E8E84-426E-40dd-AFC4-6F175D3DCCD1}">
              <a14:hiddenFill xmlns="" xmlns:a16="http://schemas.microsoft.com/office/drawing/2014/main" xmlns:p14="http://schemas.microsoft.com/office/powerpoint/2010/main" xmlns:a14="http://schemas.microsoft.com/office/drawing/2010/main">
                <a:solidFill>
                  <a:schemeClr val="accent1"/>
                </a:solidFill>
              </a14:hiddenFill>
            </a:ext>
            <a:ext uri="{91240B29-F687-4f45-9708-019B960494DF}">
              <a14:hiddenLine xmlns="" xmlns:a16="http://schemas.microsoft.com/office/drawing/2014/main" xmlns:p14="http://schemas.microsoft.com/office/powerpoint/2010/main" xmlns:a14="http://schemas.microsoft.com/office/drawing/2010/main" w="9525">
                <a:solidFill>
                  <a:schemeClr val="tx1"/>
                </a:solidFill>
                <a:miter lim="800000"/>
                <a:headEnd/>
                <a:tailEnd/>
              </a14:hiddenLine>
            </a:ext>
            <a:ext uri="{AF507438-7753-43e0-B8FC-AC1667EBCBE1}">
              <a14:hiddenEffects xmlns="" xmlns:a16="http://schemas.microsoft.com/office/drawing/2014/main" xmlns:p14="http://schemas.microsoft.com/office/powerpoint/2010/main"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defRPr sz="2000" b="1">
                <a:solidFill>
                  <a:schemeClr val="tx2"/>
                </a:solidFill>
                <a:latin typeface="+mj-lt"/>
                <a:ea typeface="+mj-ea"/>
                <a:cs typeface="+mj-cs"/>
              </a:defRPr>
            </a:lvl1pPr>
            <a:lvl2pPr>
              <a:defRPr sz="2000" b="1">
                <a:solidFill>
                  <a:schemeClr val="tx2"/>
                </a:solidFill>
                <a:latin typeface="Arial" charset="0"/>
              </a:defRPr>
            </a:lvl2pPr>
            <a:lvl3pPr>
              <a:defRPr sz="2000" b="1">
                <a:solidFill>
                  <a:schemeClr val="tx2"/>
                </a:solidFill>
                <a:latin typeface="Arial" charset="0"/>
              </a:defRPr>
            </a:lvl3pPr>
            <a:lvl4pPr>
              <a:defRPr sz="2000" b="1">
                <a:solidFill>
                  <a:schemeClr val="tx2"/>
                </a:solidFill>
                <a:latin typeface="Arial" charset="0"/>
              </a:defRPr>
            </a:lvl4pPr>
            <a:lvl5pPr>
              <a:defRPr sz="2000" b="1">
                <a:solidFill>
                  <a:schemeClr val="tx2"/>
                </a:solidFill>
                <a:latin typeface="Arial" charset="0"/>
              </a:defRPr>
            </a:lvl5pPr>
            <a:lvl6pPr marL="457200" eaLnBrk="0" fontAlgn="base" hangingPunct="0">
              <a:spcBef>
                <a:spcPct val="0"/>
              </a:spcBef>
              <a:spcAft>
                <a:spcPct val="0"/>
              </a:spcAft>
              <a:defRPr sz="2000" b="1">
                <a:solidFill>
                  <a:schemeClr val="tx2"/>
                </a:solidFill>
                <a:latin typeface="Arial" charset="0"/>
              </a:defRPr>
            </a:lvl6pPr>
            <a:lvl7pPr marL="914400" eaLnBrk="0" fontAlgn="base" hangingPunct="0">
              <a:spcBef>
                <a:spcPct val="0"/>
              </a:spcBef>
              <a:spcAft>
                <a:spcPct val="0"/>
              </a:spcAft>
              <a:defRPr sz="2000" b="1">
                <a:solidFill>
                  <a:schemeClr val="tx2"/>
                </a:solidFill>
                <a:latin typeface="Arial" charset="0"/>
              </a:defRPr>
            </a:lvl7pPr>
            <a:lvl8pPr marL="1371600" eaLnBrk="0" fontAlgn="base" hangingPunct="0">
              <a:spcBef>
                <a:spcPct val="0"/>
              </a:spcBef>
              <a:spcAft>
                <a:spcPct val="0"/>
              </a:spcAft>
              <a:defRPr sz="2000" b="1">
                <a:solidFill>
                  <a:schemeClr val="tx2"/>
                </a:solidFill>
                <a:latin typeface="Arial" charset="0"/>
              </a:defRPr>
            </a:lvl8pPr>
            <a:lvl9pPr marL="1828800" eaLnBrk="0" fontAlgn="base" hangingPunct="0">
              <a:spcBef>
                <a:spcPct val="0"/>
              </a:spcBef>
              <a:spcAft>
                <a:spcPct val="0"/>
              </a:spcAft>
              <a:defRPr sz="2000" b="1">
                <a:solidFill>
                  <a:schemeClr val="tx2"/>
                </a:solidFill>
                <a:latin typeface="Arial" charset="0"/>
              </a:defRPr>
            </a:lvl9pPr>
          </a:lstStyle>
          <a:p>
            <a:pPr defTabSz="1219170">
              <a:buClr>
                <a:srgbClr val="000000"/>
              </a:buClr>
            </a:pPr>
            <a:r>
              <a:rPr lang="fr-FR" kern="0" dirty="0">
                <a:solidFill>
                  <a:srgbClr val="EDEDED"/>
                </a:solidFill>
                <a:latin typeface="Arial"/>
                <a:sym typeface="Arial"/>
              </a:rPr>
              <a:t>Exercise</a:t>
            </a:r>
            <a:r>
              <a:rPr lang="en-US" kern="0" dirty="0">
                <a:solidFill>
                  <a:srgbClr val="EDEDED"/>
                </a:solidFill>
                <a:latin typeface="Arial"/>
                <a:sym typeface="Arial"/>
              </a:rPr>
              <a:t>: </a:t>
            </a:r>
            <a:r>
              <a:rPr lang="fr-BE" kern="0" dirty="0">
                <a:solidFill>
                  <a:srgbClr val="EDEDED"/>
                </a:solidFill>
                <a:latin typeface="Arial"/>
                <a:sym typeface="Arial"/>
              </a:rPr>
              <a:t>Identifying proactive vs. reactive behaviour</a:t>
            </a:r>
            <a:endParaRPr lang="en-US" kern="0" dirty="0">
              <a:solidFill>
                <a:srgbClr val="EDEDED"/>
              </a:solidFill>
              <a:latin typeface="Arial"/>
              <a:sym typeface="Arial"/>
            </a:endParaRPr>
          </a:p>
        </p:txBody>
      </p:sp>
      <p:sp>
        <p:nvSpPr>
          <p:cNvPr id="66" name="Rectangle 1026"/>
          <p:cNvSpPr txBox="1">
            <a:spLocks noChangeArrowheads="1"/>
          </p:cNvSpPr>
          <p:nvPr/>
        </p:nvSpPr>
        <p:spPr>
          <a:xfrm>
            <a:off x="1343026" y="316802"/>
            <a:ext cx="9223375" cy="7000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defTabSz="1219170">
              <a:buClr>
                <a:srgbClr val="434343"/>
              </a:buClr>
            </a:pPr>
            <a:r>
              <a:rPr lang="fr-FR" sz="3467" kern="0" dirty="0">
                <a:solidFill>
                  <a:srgbClr val="434343"/>
                </a:solidFill>
              </a:rPr>
              <a:t>EXERCISE: </a:t>
            </a:r>
            <a:r>
              <a:rPr lang="fr-FR" sz="3467" b="0" kern="0" dirty="0">
                <a:solidFill>
                  <a:srgbClr val="434343"/>
                </a:solidFill>
              </a:rPr>
              <a:t>Preparing for changes</a:t>
            </a:r>
          </a:p>
          <a:p>
            <a:pPr defTabSz="1219170">
              <a:buClr>
                <a:srgbClr val="434343"/>
              </a:buClr>
            </a:pPr>
            <a:r>
              <a:rPr lang="fr-FR" sz="3467" b="0" kern="0" dirty="0">
                <a:solidFill>
                  <a:srgbClr val="434343"/>
                </a:solidFill>
              </a:rPr>
              <a:t> in the environment</a:t>
            </a:r>
          </a:p>
        </p:txBody>
      </p:sp>
      <p:grpSp>
        <p:nvGrpSpPr>
          <p:cNvPr id="70" name="Google Shape;8797;p63"/>
          <p:cNvGrpSpPr/>
          <p:nvPr/>
        </p:nvGrpSpPr>
        <p:grpSpPr>
          <a:xfrm>
            <a:off x="1010153" y="2216444"/>
            <a:ext cx="197108" cy="389321"/>
            <a:chOff x="3527539" y="4476677"/>
            <a:chExt cx="159232" cy="314510"/>
          </a:xfrm>
          <a:solidFill>
            <a:srgbClr val="000000"/>
          </a:solidFill>
        </p:grpSpPr>
        <p:sp>
          <p:nvSpPr>
            <p:cNvPr id="71"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2"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10" name="Graphic 8" descr="Agriculture outline">
            <a:extLst>
              <a:ext uri="{FF2B5EF4-FFF2-40B4-BE49-F238E27FC236}">
                <a16:creationId xmlns:a16="http://schemas.microsoft.com/office/drawing/2014/main" id="{C61D573F-800F-3A60-7A00-8C362A7D5020}"/>
              </a:ext>
            </a:extLst>
          </p:cNvPr>
          <p:cNvGrpSpPr/>
          <p:nvPr/>
        </p:nvGrpSpPr>
        <p:grpSpPr>
          <a:xfrm>
            <a:off x="7960337" y="4597199"/>
            <a:ext cx="2072663" cy="1943999"/>
            <a:chOff x="6437613" y="3932972"/>
            <a:chExt cx="819159" cy="772896"/>
          </a:xfrm>
          <a:solidFill>
            <a:srgbClr val="000000"/>
          </a:solidFill>
        </p:grpSpPr>
        <p:sp>
          <p:nvSpPr>
            <p:cNvPr id="11" name="Freeform: Shape 10">
              <a:extLst>
                <a:ext uri="{FF2B5EF4-FFF2-40B4-BE49-F238E27FC236}">
                  <a16:creationId xmlns:a16="http://schemas.microsoft.com/office/drawing/2014/main" id="{A30919E0-D8E7-8A99-F186-E5339A27546A}"/>
                </a:ext>
              </a:extLst>
            </p:cNvPr>
            <p:cNvSpPr/>
            <p:nvPr/>
          </p:nvSpPr>
          <p:spPr>
            <a:xfrm>
              <a:off x="6437613" y="4415242"/>
              <a:ext cx="381628" cy="94411"/>
            </a:xfrm>
            <a:custGeom>
              <a:avLst/>
              <a:gdLst>
                <a:gd name="connsiteX0" fmla="*/ 355378 w 381628"/>
                <a:gd name="connsiteY0" fmla="*/ 94412 h 94411"/>
                <a:gd name="connsiteX1" fmla="*/ 381629 w 381628"/>
                <a:gd name="connsiteY1" fmla="*/ 82982 h 94411"/>
                <a:gd name="connsiteX2" fmla="*/ 372208 w 381628"/>
                <a:gd name="connsiteY2" fmla="*/ 79829 h 94411"/>
                <a:gd name="connsiteX3" fmla="*/ 20003 w 381628"/>
                <a:gd name="connsiteY3" fmla="*/ 2019 h 94411"/>
                <a:gd name="connsiteX4" fmla="*/ 0 w 381628"/>
                <a:gd name="connsiteY4" fmla="*/ 0 h 94411"/>
                <a:gd name="connsiteX5" fmla="*/ 0 w 381628"/>
                <a:gd name="connsiteY5" fmla="*/ 19164 h 94411"/>
                <a:gd name="connsiteX6" fmla="*/ 18002 w 381628"/>
                <a:gd name="connsiteY6" fmla="*/ 20984 h 94411"/>
                <a:gd name="connsiteX7" fmla="*/ 355378 w 381628"/>
                <a:gd name="connsiteY7" fmla="*/ 94412 h 94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628" h="94411">
                  <a:moveTo>
                    <a:pt x="355378" y="94412"/>
                  </a:moveTo>
                  <a:cubicBezTo>
                    <a:pt x="364084" y="90507"/>
                    <a:pt x="372856" y="86725"/>
                    <a:pt x="381629" y="82982"/>
                  </a:cubicBezTo>
                  <a:lnTo>
                    <a:pt x="372208" y="79829"/>
                  </a:lnTo>
                  <a:cubicBezTo>
                    <a:pt x="257939" y="41328"/>
                    <a:pt x="139857" y="15241"/>
                    <a:pt x="20003" y="2019"/>
                  </a:cubicBezTo>
                  <a:lnTo>
                    <a:pt x="0" y="0"/>
                  </a:lnTo>
                  <a:lnTo>
                    <a:pt x="0" y="19164"/>
                  </a:lnTo>
                  <a:lnTo>
                    <a:pt x="18002" y="20984"/>
                  </a:lnTo>
                  <a:cubicBezTo>
                    <a:pt x="132706" y="33673"/>
                    <a:pt x="245775" y="58282"/>
                    <a:pt x="355378" y="94412"/>
                  </a:cubicBez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12" name="Freeform: Shape 11">
              <a:extLst>
                <a:ext uri="{FF2B5EF4-FFF2-40B4-BE49-F238E27FC236}">
                  <a16:creationId xmlns:a16="http://schemas.microsoft.com/office/drawing/2014/main" id="{CF25B10A-5036-7CDD-5E99-D63FBC07C57D}"/>
                </a:ext>
              </a:extLst>
            </p:cNvPr>
            <p:cNvSpPr/>
            <p:nvPr/>
          </p:nvSpPr>
          <p:spPr>
            <a:xfrm>
              <a:off x="6437613" y="4121491"/>
              <a:ext cx="514283" cy="335518"/>
            </a:xfrm>
            <a:custGeom>
              <a:avLst/>
              <a:gdLst>
                <a:gd name="connsiteX0" fmla="*/ 179022 w 514283"/>
                <a:gd name="connsiteY0" fmla="*/ 241821 h 335518"/>
                <a:gd name="connsiteX1" fmla="*/ 198072 w 514283"/>
                <a:gd name="connsiteY1" fmla="*/ 245793 h 335518"/>
                <a:gd name="connsiteX2" fmla="*/ 487328 w 514283"/>
                <a:gd name="connsiteY2" fmla="*/ 335518 h 335518"/>
                <a:gd name="connsiteX3" fmla="*/ 514283 w 514283"/>
                <a:gd name="connsiteY3" fmla="*/ 326298 h 335518"/>
                <a:gd name="connsiteX4" fmla="*/ 201978 w 514283"/>
                <a:gd name="connsiteY4" fmla="*/ 227190 h 335518"/>
                <a:gd name="connsiteX5" fmla="*/ 182832 w 514283"/>
                <a:gd name="connsiteY5" fmla="*/ 223161 h 335518"/>
                <a:gd name="connsiteX6" fmla="*/ 180927 w 514283"/>
                <a:gd name="connsiteY6" fmla="*/ 222809 h 335518"/>
                <a:gd name="connsiteX7" fmla="*/ 180927 w 514283"/>
                <a:gd name="connsiteY7" fmla="*/ 158934 h 335518"/>
                <a:gd name="connsiteX8" fmla="*/ 229686 w 514283"/>
                <a:gd name="connsiteY8" fmla="*/ 141246 h 335518"/>
                <a:gd name="connsiteX9" fmla="*/ 247279 w 514283"/>
                <a:gd name="connsiteY9" fmla="*/ 82563 h 335518"/>
                <a:gd name="connsiteX10" fmla="*/ 246488 w 514283"/>
                <a:gd name="connsiteY10" fmla="*/ 75200 h 335518"/>
                <a:gd name="connsiteX11" fmla="*/ 239163 w 514283"/>
                <a:gd name="connsiteY11" fmla="*/ 74143 h 335518"/>
                <a:gd name="connsiteX12" fmla="*/ 205197 w 514283"/>
                <a:gd name="connsiteY12" fmla="*/ 76200 h 335518"/>
                <a:gd name="connsiteX13" fmla="*/ 207778 w 514283"/>
                <a:gd name="connsiteY13" fmla="*/ 62208 h 335518"/>
                <a:gd name="connsiteX14" fmla="*/ 178251 w 514283"/>
                <a:gd name="connsiteY14" fmla="*/ 5829 h 335518"/>
                <a:gd name="connsiteX15" fmla="*/ 171841 w 514283"/>
                <a:gd name="connsiteY15" fmla="*/ 0 h 335518"/>
                <a:gd name="connsiteX16" fmla="*/ 165430 w 514283"/>
                <a:gd name="connsiteY16" fmla="*/ 5829 h 335518"/>
                <a:gd name="connsiteX17" fmla="*/ 135903 w 514283"/>
                <a:gd name="connsiteY17" fmla="*/ 62894 h 335518"/>
                <a:gd name="connsiteX18" fmla="*/ 138160 w 514283"/>
                <a:gd name="connsiteY18" fmla="*/ 76086 h 335518"/>
                <a:gd name="connsiteX19" fmla="*/ 103775 w 514283"/>
                <a:gd name="connsiteY19" fmla="*/ 74028 h 335518"/>
                <a:gd name="connsiteX20" fmla="*/ 96460 w 514283"/>
                <a:gd name="connsiteY20" fmla="*/ 75095 h 335518"/>
                <a:gd name="connsiteX21" fmla="*/ 95679 w 514283"/>
                <a:gd name="connsiteY21" fmla="*/ 82439 h 335518"/>
                <a:gd name="connsiteX22" fmla="*/ 113252 w 514283"/>
                <a:gd name="connsiteY22" fmla="*/ 141122 h 335518"/>
                <a:gd name="connsiteX23" fmla="*/ 161877 w 514283"/>
                <a:gd name="connsiteY23" fmla="*/ 158744 h 335518"/>
                <a:gd name="connsiteX24" fmla="*/ 161877 w 514283"/>
                <a:gd name="connsiteY24" fmla="*/ 219256 h 335518"/>
                <a:gd name="connsiteX25" fmla="*/ 19831 w 514283"/>
                <a:gd name="connsiteY25" fmla="*/ 198939 h 335518"/>
                <a:gd name="connsiteX26" fmla="*/ 0 w 514283"/>
                <a:gd name="connsiteY26" fmla="*/ 197187 h 335518"/>
                <a:gd name="connsiteX27" fmla="*/ 0 w 514283"/>
                <a:gd name="connsiteY27" fmla="*/ 216313 h 335518"/>
                <a:gd name="connsiteX28" fmla="*/ 18098 w 514283"/>
                <a:gd name="connsiteY28" fmla="*/ 217903 h 335518"/>
                <a:gd name="connsiteX29" fmla="*/ 179022 w 514283"/>
                <a:gd name="connsiteY29" fmla="*/ 241821 h 335518"/>
                <a:gd name="connsiteX30" fmla="*/ 228552 w 514283"/>
                <a:gd name="connsiteY30" fmla="*/ 92516 h 335518"/>
                <a:gd name="connsiteX31" fmla="*/ 216513 w 514283"/>
                <a:gd name="connsiteY31" fmla="*/ 127521 h 335518"/>
                <a:gd name="connsiteX32" fmla="*/ 184737 w 514283"/>
                <a:gd name="connsiteY32" fmla="*/ 139560 h 335518"/>
                <a:gd name="connsiteX33" fmla="*/ 185176 w 514283"/>
                <a:gd name="connsiteY33" fmla="*/ 115110 h 335518"/>
                <a:gd name="connsiteX34" fmla="*/ 193110 w 514283"/>
                <a:gd name="connsiteY34" fmla="*/ 103261 h 335518"/>
                <a:gd name="connsiteX35" fmla="*/ 227514 w 514283"/>
                <a:gd name="connsiteY35" fmla="*/ 92545 h 335518"/>
                <a:gd name="connsiteX36" fmla="*/ 171879 w 514283"/>
                <a:gd name="connsiteY36" fmla="*/ 26651 h 335518"/>
                <a:gd name="connsiteX37" fmla="*/ 188805 w 514283"/>
                <a:gd name="connsiteY37" fmla="*/ 61455 h 335518"/>
                <a:gd name="connsiteX38" fmla="*/ 174517 w 514283"/>
                <a:gd name="connsiteY38" fmla="*/ 92316 h 335518"/>
                <a:gd name="connsiteX39" fmla="*/ 168364 w 514283"/>
                <a:gd name="connsiteY39" fmla="*/ 91497 h 335518"/>
                <a:gd name="connsiteX40" fmla="*/ 154934 w 514283"/>
                <a:gd name="connsiteY40" fmla="*/ 62170 h 335518"/>
                <a:gd name="connsiteX41" fmla="*/ 171879 w 514283"/>
                <a:gd name="connsiteY41" fmla="*/ 26651 h 335518"/>
                <a:gd name="connsiteX42" fmla="*/ 158963 w 514283"/>
                <a:gd name="connsiteY42" fmla="*/ 139417 h 335518"/>
                <a:gd name="connsiteX43" fmla="*/ 126502 w 514283"/>
                <a:gd name="connsiteY43" fmla="*/ 127387 h 335518"/>
                <a:gd name="connsiteX44" fmla="*/ 114471 w 514283"/>
                <a:gd name="connsiteY44" fmla="*/ 92392 h 335518"/>
                <a:gd name="connsiteX45" fmla="*/ 149781 w 514283"/>
                <a:gd name="connsiteY45" fmla="*/ 102870 h 335518"/>
                <a:gd name="connsiteX46" fmla="*/ 158125 w 514283"/>
                <a:gd name="connsiteY46" fmla="*/ 115557 h 335518"/>
                <a:gd name="connsiteX47" fmla="*/ 158963 w 514283"/>
                <a:gd name="connsiteY47" fmla="*/ 139417 h 335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14283" h="335518">
                  <a:moveTo>
                    <a:pt x="179022" y="241821"/>
                  </a:moveTo>
                  <a:lnTo>
                    <a:pt x="198072" y="245793"/>
                  </a:lnTo>
                  <a:cubicBezTo>
                    <a:pt x="297033" y="266788"/>
                    <a:pt x="393858" y="296822"/>
                    <a:pt x="487328" y="335518"/>
                  </a:cubicBezTo>
                  <a:cubicBezTo>
                    <a:pt x="496288" y="332375"/>
                    <a:pt x="505273" y="329301"/>
                    <a:pt x="514283" y="326298"/>
                  </a:cubicBezTo>
                  <a:cubicBezTo>
                    <a:pt x="413676" y="283118"/>
                    <a:pt x="309073" y="249924"/>
                    <a:pt x="201978" y="227190"/>
                  </a:cubicBezTo>
                  <a:lnTo>
                    <a:pt x="182832" y="223161"/>
                  </a:lnTo>
                  <a:lnTo>
                    <a:pt x="180927" y="222809"/>
                  </a:lnTo>
                  <a:lnTo>
                    <a:pt x="180927" y="158934"/>
                  </a:lnTo>
                  <a:cubicBezTo>
                    <a:pt x="198719" y="158759"/>
                    <a:pt x="215919" y="152519"/>
                    <a:pt x="229686" y="141246"/>
                  </a:cubicBezTo>
                  <a:cubicBezTo>
                    <a:pt x="251060" y="120710"/>
                    <a:pt x="247440" y="84096"/>
                    <a:pt x="247279" y="82563"/>
                  </a:cubicBezTo>
                  <a:lnTo>
                    <a:pt x="246488" y="75200"/>
                  </a:lnTo>
                  <a:lnTo>
                    <a:pt x="239163" y="74143"/>
                  </a:lnTo>
                  <a:cubicBezTo>
                    <a:pt x="227808" y="72816"/>
                    <a:pt x="216309" y="73512"/>
                    <a:pt x="205197" y="76200"/>
                  </a:cubicBezTo>
                  <a:cubicBezTo>
                    <a:pt x="206539" y="71638"/>
                    <a:pt x="207404" y="66948"/>
                    <a:pt x="207778" y="62208"/>
                  </a:cubicBezTo>
                  <a:cubicBezTo>
                    <a:pt x="207778" y="33033"/>
                    <a:pt x="179441" y="6963"/>
                    <a:pt x="178251" y="5829"/>
                  </a:cubicBezTo>
                  <a:lnTo>
                    <a:pt x="171841" y="0"/>
                  </a:lnTo>
                  <a:lnTo>
                    <a:pt x="165430" y="5829"/>
                  </a:lnTo>
                  <a:cubicBezTo>
                    <a:pt x="164221" y="6925"/>
                    <a:pt x="135903" y="33033"/>
                    <a:pt x="135903" y="62894"/>
                  </a:cubicBezTo>
                  <a:cubicBezTo>
                    <a:pt x="136238" y="67352"/>
                    <a:pt x="136993" y="71769"/>
                    <a:pt x="138160" y="76086"/>
                  </a:cubicBezTo>
                  <a:cubicBezTo>
                    <a:pt x="126915" y="73343"/>
                    <a:pt x="115268" y="72646"/>
                    <a:pt x="103775" y="74028"/>
                  </a:cubicBezTo>
                  <a:lnTo>
                    <a:pt x="96460" y="75095"/>
                  </a:lnTo>
                  <a:lnTo>
                    <a:pt x="95679" y="82439"/>
                  </a:lnTo>
                  <a:cubicBezTo>
                    <a:pt x="95517" y="83991"/>
                    <a:pt x="91869" y="120586"/>
                    <a:pt x="113252" y="141122"/>
                  </a:cubicBezTo>
                  <a:cubicBezTo>
                    <a:pt x="126983" y="152360"/>
                    <a:pt x="144136" y="158576"/>
                    <a:pt x="161877" y="158744"/>
                  </a:cubicBezTo>
                  <a:lnTo>
                    <a:pt x="161877" y="219256"/>
                  </a:lnTo>
                  <a:cubicBezTo>
                    <a:pt x="115052" y="210531"/>
                    <a:pt x="67427" y="203625"/>
                    <a:pt x="19831" y="198939"/>
                  </a:cubicBezTo>
                  <a:lnTo>
                    <a:pt x="0" y="197187"/>
                  </a:lnTo>
                  <a:lnTo>
                    <a:pt x="0" y="216313"/>
                  </a:lnTo>
                  <a:lnTo>
                    <a:pt x="18098" y="217903"/>
                  </a:lnTo>
                  <a:cubicBezTo>
                    <a:pt x="72076" y="223228"/>
                    <a:pt x="126244" y="231277"/>
                    <a:pt x="179022" y="241821"/>
                  </a:cubicBezTo>
                  <a:close/>
                  <a:moveTo>
                    <a:pt x="228552" y="92516"/>
                  </a:moveTo>
                  <a:cubicBezTo>
                    <a:pt x="228998" y="105270"/>
                    <a:pt x="224709" y="117739"/>
                    <a:pt x="216513" y="127521"/>
                  </a:cubicBezTo>
                  <a:cubicBezTo>
                    <a:pt x="207425" y="134730"/>
                    <a:pt x="196321" y="138937"/>
                    <a:pt x="184737" y="139560"/>
                  </a:cubicBezTo>
                  <a:cubicBezTo>
                    <a:pt x="183726" y="131431"/>
                    <a:pt x="183873" y="123198"/>
                    <a:pt x="185176" y="115110"/>
                  </a:cubicBezTo>
                  <a:cubicBezTo>
                    <a:pt x="186910" y="110620"/>
                    <a:pt x="189620" y="106573"/>
                    <a:pt x="193110" y="103261"/>
                  </a:cubicBezTo>
                  <a:cubicBezTo>
                    <a:pt x="202892" y="95621"/>
                    <a:pt x="215124" y="91811"/>
                    <a:pt x="227514" y="92545"/>
                  </a:cubicBezTo>
                  <a:close/>
                  <a:moveTo>
                    <a:pt x="171879" y="26651"/>
                  </a:moveTo>
                  <a:cubicBezTo>
                    <a:pt x="181101" y="36142"/>
                    <a:pt x="187034" y="48341"/>
                    <a:pt x="188805" y="61455"/>
                  </a:cubicBezTo>
                  <a:cubicBezTo>
                    <a:pt x="187727" y="73078"/>
                    <a:pt x="182682" y="83975"/>
                    <a:pt x="174517" y="92316"/>
                  </a:cubicBezTo>
                  <a:cubicBezTo>
                    <a:pt x="172431" y="92685"/>
                    <a:pt x="170281" y="92398"/>
                    <a:pt x="168364" y="91497"/>
                  </a:cubicBezTo>
                  <a:cubicBezTo>
                    <a:pt x="160353" y="83762"/>
                    <a:pt x="155557" y="73288"/>
                    <a:pt x="154934" y="62170"/>
                  </a:cubicBezTo>
                  <a:cubicBezTo>
                    <a:pt x="156588" y="48808"/>
                    <a:pt x="162535" y="36345"/>
                    <a:pt x="171879" y="26651"/>
                  </a:cubicBezTo>
                  <a:close/>
                  <a:moveTo>
                    <a:pt x="158963" y="139417"/>
                  </a:moveTo>
                  <a:cubicBezTo>
                    <a:pt x="147151" y="138900"/>
                    <a:pt x="135798" y="134693"/>
                    <a:pt x="126502" y="127387"/>
                  </a:cubicBezTo>
                  <a:cubicBezTo>
                    <a:pt x="118320" y="117600"/>
                    <a:pt x="114037" y="105141"/>
                    <a:pt x="114471" y="92392"/>
                  </a:cubicBezTo>
                  <a:cubicBezTo>
                    <a:pt x="127124" y="91468"/>
                    <a:pt x="139679" y="95194"/>
                    <a:pt x="149781" y="102870"/>
                  </a:cubicBezTo>
                  <a:cubicBezTo>
                    <a:pt x="153325" y="106545"/>
                    <a:pt x="156155" y="110847"/>
                    <a:pt x="158125" y="115557"/>
                  </a:cubicBezTo>
                  <a:cubicBezTo>
                    <a:pt x="160228" y="123341"/>
                    <a:pt x="160514" y="131505"/>
                    <a:pt x="158963" y="139417"/>
                  </a:cubicBez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13" name="Freeform: Shape 12">
              <a:extLst>
                <a:ext uri="{FF2B5EF4-FFF2-40B4-BE49-F238E27FC236}">
                  <a16:creationId xmlns:a16="http://schemas.microsoft.com/office/drawing/2014/main" id="{3D7ECB0E-2C21-DE27-2BAE-C25E9E055303}"/>
                </a:ext>
              </a:extLst>
            </p:cNvPr>
            <p:cNvSpPr/>
            <p:nvPr/>
          </p:nvSpPr>
          <p:spPr>
            <a:xfrm>
              <a:off x="6437661" y="4510606"/>
              <a:ext cx="258375" cy="59293"/>
            </a:xfrm>
            <a:custGeom>
              <a:avLst/>
              <a:gdLst>
                <a:gd name="connsiteX0" fmla="*/ 221371 w 258375"/>
                <a:gd name="connsiteY0" fmla="*/ 56074 h 59293"/>
                <a:gd name="connsiteX1" fmla="*/ 232801 w 258375"/>
                <a:gd name="connsiteY1" fmla="*/ 58826 h 59293"/>
                <a:gd name="connsiteX2" fmla="*/ 234410 w 258375"/>
                <a:gd name="connsiteY2" fmla="*/ 59293 h 59293"/>
                <a:gd name="connsiteX3" fmla="*/ 258375 w 258375"/>
                <a:gd name="connsiteY3" fmla="*/ 46406 h 59293"/>
                <a:gd name="connsiteX4" fmla="*/ 237687 w 258375"/>
                <a:gd name="connsiteY4" fmla="*/ 40424 h 59293"/>
                <a:gd name="connsiteX5" fmla="*/ 225828 w 258375"/>
                <a:gd name="connsiteY5" fmla="*/ 37567 h 59293"/>
                <a:gd name="connsiteX6" fmla="*/ 19907 w 258375"/>
                <a:gd name="connsiteY6" fmla="*/ 1810 h 59293"/>
                <a:gd name="connsiteX7" fmla="*/ 0 w 258375"/>
                <a:gd name="connsiteY7" fmla="*/ 0 h 59293"/>
                <a:gd name="connsiteX8" fmla="*/ 0 w 258375"/>
                <a:gd name="connsiteY8" fmla="*/ 19126 h 59293"/>
                <a:gd name="connsiteX9" fmla="*/ 18002 w 258375"/>
                <a:gd name="connsiteY9" fmla="*/ 20755 h 59293"/>
                <a:gd name="connsiteX10" fmla="*/ 221371 w 258375"/>
                <a:gd name="connsiteY10" fmla="*/ 56074 h 59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375" h="59293">
                  <a:moveTo>
                    <a:pt x="221371" y="56074"/>
                  </a:moveTo>
                  <a:lnTo>
                    <a:pt x="232801" y="58826"/>
                  </a:lnTo>
                  <a:lnTo>
                    <a:pt x="234410" y="59293"/>
                  </a:lnTo>
                  <a:cubicBezTo>
                    <a:pt x="242366" y="54931"/>
                    <a:pt x="250355" y="50635"/>
                    <a:pt x="258375" y="46406"/>
                  </a:cubicBezTo>
                  <a:lnTo>
                    <a:pt x="237687" y="40424"/>
                  </a:lnTo>
                  <a:lnTo>
                    <a:pt x="225828" y="37567"/>
                  </a:lnTo>
                  <a:cubicBezTo>
                    <a:pt x="157993" y="21400"/>
                    <a:pt x="89221" y="9458"/>
                    <a:pt x="19907" y="1810"/>
                  </a:cubicBezTo>
                  <a:lnTo>
                    <a:pt x="0" y="0"/>
                  </a:lnTo>
                  <a:lnTo>
                    <a:pt x="0" y="19126"/>
                  </a:lnTo>
                  <a:lnTo>
                    <a:pt x="18002" y="20755"/>
                  </a:lnTo>
                  <a:cubicBezTo>
                    <a:pt x="86456" y="28323"/>
                    <a:pt x="154375" y="40118"/>
                    <a:pt x="221371" y="56074"/>
                  </a:cubicBez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14" name="Freeform: Shape 13">
              <a:extLst>
                <a:ext uri="{FF2B5EF4-FFF2-40B4-BE49-F238E27FC236}">
                  <a16:creationId xmlns:a16="http://schemas.microsoft.com/office/drawing/2014/main" id="{D3FA65CF-529F-6D22-8460-043E873087F7}"/>
                </a:ext>
              </a:extLst>
            </p:cNvPr>
            <p:cNvSpPr/>
            <p:nvPr/>
          </p:nvSpPr>
          <p:spPr>
            <a:xfrm>
              <a:off x="6437661" y="4603808"/>
              <a:ext cx="147732" cy="33375"/>
            </a:xfrm>
            <a:custGeom>
              <a:avLst/>
              <a:gdLst>
                <a:gd name="connsiteX0" fmla="*/ 98317 w 147732"/>
                <a:gd name="connsiteY0" fmla="*/ 30432 h 33375"/>
                <a:gd name="connsiteX1" fmla="*/ 122130 w 147732"/>
                <a:gd name="connsiteY1" fmla="*/ 33376 h 33375"/>
                <a:gd name="connsiteX2" fmla="*/ 147733 w 147732"/>
                <a:gd name="connsiteY2" fmla="*/ 16993 h 33375"/>
                <a:gd name="connsiteX3" fmla="*/ 101060 w 147732"/>
                <a:gd name="connsiteY3" fmla="*/ 11573 h 33375"/>
                <a:gd name="connsiteX4" fmla="*/ 89011 w 147732"/>
                <a:gd name="connsiteY4" fmla="*/ 9877 h 33375"/>
                <a:gd name="connsiteX5" fmla="*/ 19955 w 147732"/>
                <a:gd name="connsiteY5" fmla="*/ 1800 h 33375"/>
                <a:gd name="connsiteX6" fmla="*/ 0 w 147732"/>
                <a:gd name="connsiteY6" fmla="*/ 0 h 33375"/>
                <a:gd name="connsiteX7" fmla="*/ 0 w 147732"/>
                <a:gd name="connsiteY7" fmla="*/ 19126 h 33375"/>
                <a:gd name="connsiteX8" fmla="*/ 18174 w 147732"/>
                <a:gd name="connsiteY8" fmla="*/ 20764 h 33375"/>
                <a:gd name="connsiteX9" fmla="*/ 86354 w 147732"/>
                <a:gd name="connsiteY9" fmla="*/ 28737 h 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7732" h="33375">
                  <a:moveTo>
                    <a:pt x="98317" y="30432"/>
                  </a:moveTo>
                  <a:cubicBezTo>
                    <a:pt x="104356" y="31299"/>
                    <a:pt x="113338" y="32337"/>
                    <a:pt x="122130" y="33376"/>
                  </a:cubicBezTo>
                  <a:cubicBezTo>
                    <a:pt x="130613" y="27832"/>
                    <a:pt x="139148" y="22371"/>
                    <a:pt x="147733" y="16993"/>
                  </a:cubicBezTo>
                  <a:cubicBezTo>
                    <a:pt x="138027" y="15973"/>
                    <a:pt x="113052" y="13306"/>
                    <a:pt x="101060" y="11573"/>
                  </a:cubicBezTo>
                  <a:lnTo>
                    <a:pt x="89011" y="9877"/>
                  </a:lnTo>
                  <a:cubicBezTo>
                    <a:pt x="68342" y="6963"/>
                    <a:pt x="46415" y="4401"/>
                    <a:pt x="19955" y="1800"/>
                  </a:cubicBezTo>
                  <a:lnTo>
                    <a:pt x="0" y="0"/>
                  </a:lnTo>
                  <a:lnTo>
                    <a:pt x="0" y="19126"/>
                  </a:lnTo>
                  <a:lnTo>
                    <a:pt x="18174" y="20764"/>
                  </a:lnTo>
                  <a:cubicBezTo>
                    <a:pt x="44282" y="23336"/>
                    <a:pt x="65951" y="25870"/>
                    <a:pt x="86354" y="28737"/>
                  </a:cubicBez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15" name="Freeform: Shape 14">
              <a:extLst>
                <a:ext uri="{FF2B5EF4-FFF2-40B4-BE49-F238E27FC236}">
                  <a16:creationId xmlns:a16="http://schemas.microsoft.com/office/drawing/2014/main" id="{8277560D-32D1-F63C-FB5A-C89FA6CDBC30}"/>
                </a:ext>
              </a:extLst>
            </p:cNvPr>
            <p:cNvSpPr/>
            <p:nvPr/>
          </p:nvSpPr>
          <p:spPr>
            <a:xfrm>
              <a:off x="6834310" y="3932972"/>
              <a:ext cx="19050" cy="47625"/>
            </a:xfrm>
            <a:custGeom>
              <a:avLst/>
              <a:gdLst>
                <a:gd name="connsiteX0" fmla="*/ 0 w 19050"/>
                <a:gd name="connsiteY0" fmla="*/ 0 h 47625"/>
                <a:gd name="connsiteX1" fmla="*/ 19050 w 19050"/>
                <a:gd name="connsiteY1" fmla="*/ 0 h 47625"/>
                <a:gd name="connsiteX2" fmla="*/ 19050 w 19050"/>
                <a:gd name="connsiteY2" fmla="*/ 47625 h 47625"/>
                <a:gd name="connsiteX3" fmla="*/ 0 w 19050"/>
                <a:gd name="connsiteY3" fmla="*/ 47625 h 47625"/>
              </a:gdLst>
              <a:ahLst/>
              <a:cxnLst>
                <a:cxn ang="0">
                  <a:pos x="connsiteX0" y="connsiteY0"/>
                </a:cxn>
                <a:cxn ang="0">
                  <a:pos x="connsiteX1" y="connsiteY1"/>
                </a:cxn>
                <a:cxn ang="0">
                  <a:pos x="connsiteX2" y="connsiteY2"/>
                </a:cxn>
                <a:cxn ang="0">
                  <a:pos x="connsiteX3" y="connsiteY3"/>
                </a:cxn>
              </a:cxnLst>
              <a:rect l="l" t="t" r="r" b="b"/>
              <a:pathLst>
                <a:path w="19050" h="47625">
                  <a:moveTo>
                    <a:pt x="0" y="0"/>
                  </a:moveTo>
                  <a:lnTo>
                    <a:pt x="19050" y="0"/>
                  </a:lnTo>
                  <a:lnTo>
                    <a:pt x="19050" y="47625"/>
                  </a:lnTo>
                  <a:lnTo>
                    <a:pt x="0" y="47625"/>
                  </a:ln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16" name="Freeform: Shape 15">
              <a:extLst>
                <a:ext uri="{FF2B5EF4-FFF2-40B4-BE49-F238E27FC236}">
                  <a16:creationId xmlns:a16="http://schemas.microsoft.com/office/drawing/2014/main" id="{63C29156-DC68-C0CC-6DC5-14BF98C99C6F}"/>
                </a:ext>
              </a:extLst>
            </p:cNvPr>
            <p:cNvSpPr/>
            <p:nvPr/>
          </p:nvSpPr>
          <p:spPr>
            <a:xfrm>
              <a:off x="6834310" y="4134369"/>
              <a:ext cx="19050" cy="47625"/>
            </a:xfrm>
            <a:custGeom>
              <a:avLst/>
              <a:gdLst>
                <a:gd name="connsiteX0" fmla="*/ 0 w 19050"/>
                <a:gd name="connsiteY0" fmla="*/ 0 h 47625"/>
                <a:gd name="connsiteX1" fmla="*/ 19050 w 19050"/>
                <a:gd name="connsiteY1" fmla="*/ 0 h 47625"/>
                <a:gd name="connsiteX2" fmla="*/ 19050 w 19050"/>
                <a:gd name="connsiteY2" fmla="*/ 47625 h 47625"/>
                <a:gd name="connsiteX3" fmla="*/ 0 w 19050"/>
                <a:gd name="connsiteY3" fmla="*/ 47625 h 47625"/>
              </a:gdLst>
              <a:ahLst/>
              <a:cxnLst>
                <a:cxn ang="0">
                  <a:pos x="connsiteX0" y="connsiteY0"/>
                </a:cxn>
                <a:cxn ang="0">
                  <a:pos x="connsiteX1" y="connsiteY1"/>
                </a:cxn>
                <a:cxn ang="0">
                  <a:pos x="connsiteX2" y="connsiteY2"/>
                </a:cxn>
                <a:cxn ang="0">
                  <a:pos x="connsiteX3" y="connsiteY3"/>
                </a:cxn>
              </a:cxnLst>
              <a:rect l="l" t="t" r="r" b="b"/>
              <a:pathLst>
                <a:path w="19050" h="47625">
                  <a:moveTo>
                    <a:pt x="0" y="0"/>
                  </a:moveTo>
                  <a:lnTo>
                    <a:pt x="19050" y="0"/>
                  </a:lnTo>
                  <a:lnTo>
                    <a:pt x="19050" y="47625"/>
                  </a:lnTo>
                  <a:lnTo>
                    <a:pt x="0" y="47625"/>
                  </a:ln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17" name="Freeform: Shape 16">
              <a:extLst>
                <a:ext uri="{FF2B5EF4-FFF2-40B4-BE49-F238E27FC236}">
                  <a16:creationId xmlns:a16="http://schemas.microsoft.com/office/drawing/2014/main" id="{F91BAA3B-83CF-99CD-7B45-2AE7A5DEB0C2}"/>
                </a:ext>
              </a:extLst>
            </p:cNvPr>
            <p:cNvSpPr/>
            <p:nvPr/>
          </p:nvSpPr>
          <p:spPr>
            <a:xfrm>
              <a:off x="6920721" y="4047958"/>
              <a:ext cx="47625" cy="19050"/>
            </a:xfrm>
            <a:custGeom>
              <a:avLst/>
              <a:gdLst>
                <a:gd name="connsiteX0" fmla="*/ 0 w 47625"/>
                <a:gd name="connsiteY0" fmla="*/ 0 h 19050"/>
                <a:gd name="connsiteX1" fmla="*/ 47625 w 47625"/>
                <a:gd name="connsiteY1" fmla="*/ 0 h 19050"/>
                <a:gd name="connsiteX2" fmla="*/ 47625 w 47625"/>
                <a:gd name="connsiteY2" fmla="*/ 19050 h 19050"/>
                <a:gd name="connsiteX3" fmla="*/ 0 w 47625"/>
                <a:gd name="connsiteY3" fmla="*/ 19050 h 19050"/>
              </a:gdLst>
              <a:ahLst/>
              <a:cxnLst>
                <a:cxn ang="0">
                  <a:pos x="connsiteX0" y="connsiteY0"/>
                </a:cxn>
                <a:cxn ang="0">
                  <a:pos x="connsiteX1" y="connsiteY1"/>
                </a:cxn>
                <a:cxn ang="0">
                  <a:pos x="connsiteX2" y="connsiteY2"/>
                </a:cxn>
                <a:cxn ang="0">
                  <a:pos x="connsiteX3" y="connsiteY3"/>
                </a:cxn>
              </a:cxnLst>
              <a:rect l="l" t="t" r="r" b="b"/>
              <a:pathLst>
                <a:path w="47625" h="19050">
                  <a:moveTo>
                    <a:pt x="0" y="0"/>
                  </a:moveTo>
                  <a:lnTo>
                    <a:pt x="47625" y="0"/>
                  </a:lnTo>
                  <a:lnTo>
                    <a:pt x="47625" y="19050"/>
                  </a:lnTo>
                  <a:lnTo>
                    <a:pt x="0" y="19050"/>
                  </a:ln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18" name="Freeform: Shape 17">
              <a:extLst>
                <a:ext uri="{FF2B5EF4-FFF2-40B4-BE49-F238E27FC236}">
                  <a16:creationId xmlns:a16="http://schemas.microsoft.com/office/drawing/2014/main" id="{EC3E25E8-FC33-6530-7C54-5C57205EDF6A}"/>
                </a:ext>
              </a:extLst>
            </p:cNvPr>
            <p:cNvSpPr/>
            <p:nvPr/>
          </p:nvSpPr>
          <p:spPr>
            <a:xfrm>
              <a:off x="6719325" y="4047958"/>
              <a:ext cx="47625" cy="19050"/>
            </a:xfrm>
            <a:custGeom>
              <a:avLst/>
              <a:gdLst>
                <a:gd name="connsiteX0" fmla="*/ 0 w 47625"/>
                <a:gd name="connsiteY0" fmla="*/ 0 h 19050"/>
                <a:gd name="connsiteX1" fmla="*/ 47625 w 47625"/>
                <a:gd name="connsiteY1" fmla="*/ 0 h 19050"/>
                <a:gd name="connsiteX2" fmla="*/ 47625 w 47625"/>
                <a:gd name="connsiteY2" fmla="*/ 19050 h 19050"/>
                <a:gd name="connsiteX3" fmla="*/ 0 w 47625"/>
                <a:gd name="connsiteY3" fmla="*/ 19050 h 19050"/>
              </a:gdLst>
              <a:ahLst/>
              <a:cxnLst>
                <a:cxn ang="0">
                  <a:pos x="connsiteX0" y="connsiteY0"/>
                </a:cxn>
                <a:cxn ang="0">
                  <a:pos x="connsiteX1" y="connsiteY1"/>
                </a:cxn>
                <a:cxn ang="0">
                  <a:pos x="connsiteX2" y="connsiteY2"/>
                </a:cxn>
                <a:cxn ang="0">
                  <a:pos x="connsiteX3" y="connsiteY3"/>
                </a:cxn>
              </a:cxnLst>
              <a:rect l="l" t="t" r="r" b="b"/>
              <a:pathLst>
                <a:path w="47625" h="19050">
                  <a:moveTo>
                    <a:pt x="0" y="0"/>
                  </a:moveTo>
                  <a:lnTo>
                    <a:pt x="47625" y="0"/>
                  </a:lnTo>
                  <a:lnTo>
                    <a:pt x="47625" y="19050"/>
                  </a:lnTo>
                  <a:lnTo>
                    <a:pt x="0" y="19050"/>
                  </a:ln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19" name="Freeform: Shape 18">
              <a:extLst>
                <a:ext uri="{FF2B5EF4-FFF2-40B4-BE49-F238E27FC236}">
                  <a16:creationId xmlns:a16="http://schemas.microsoft.com/office/drawing/2014/main" id="{BC0B9E80-B454-F982-8F77-A2E6B9550AF9}"/>
                </a:ext>
              </a:extLst>
            </p:cNvPr>
            <p:cNvSpPr/>
            <p:nvPr/>
          </p:nvSpPr>
          <p:spPr>
            <a:xfrm rot="-2700000">
              <a:off x="6891232" y="3976747"/>
              <a:ext cx="47625" cy="19050"/>
            </a:xfrm>
            <a:custGeom>
              <a:avLst/>
              <a:gdLst>
                <a:gd name="connsiteX0" fmla="*/ 0 w 47625"/>
                <a:gd name="connsiteY0" fmla="*/ 0 h 19050"/>
                <a:gd name="connsiteX1" fmla="*/ 47625 w 47625"/>
                <a:gd name="connsiteY1" fmla="*/ 0 h 19050"/>
                <a:gd name="connsiteX2" fmla="*/ 47625 w 47625"/>
                <a:gd name="connsiteY2" fmla="*/ 19050 h 19050"/>
                <a:gd name="connsiteX3" fmla="*/ 0 w 47625"/>
                <a:gd name="connsiteY3" fmla="*/ 19050 h 19050"/>
              </a:gdLst>
              <a:ahLst/>
              <a:cxnLst>
                <a:cxn ang="0">
                  <a:pos x="connsiteX0" y="connsiteY0"/>
                </a:cxn>
                <a:cxn ang="0">
                  <a:pos x="connsiteX1" y="connsiteY1"/>
                </a:cxn>
                <a:cxn ang="0">
                  <a:pos x="connsiteX2" y="connsiteY2"/>
                </a:cxn>
                <a:cxn ang="0">
                  <a:pos x="connsiteX3" y="connsiteY3"/>
                </a:cxn>
              </a:cxnLst>
              <a:rect l="l" t="t" r="r" b="b"/>
              <a:pathLst>
                <a:path w="47625" h="19050">
                  <a:moveTo>
                    <a:pt x="0" y="0"/>
                  </a:moveTo>
                  <a:lnTo>
                    <a:pt x="47625" y="0"/>
                  </a:lnTo>
                  <a:lnTo>
                    <a:pt x="47625" y="19050"/>
                  </a:lnTo>
                  <a:lnTo>
                    <a:pt x="0" y="19050"/>
                  </a:ln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20" name="Freeform: Shape 19">
              <a:extLst>
                <a:ext uri="{FF2B5EF4-FFF2-40B4-BE49-F238E27FC236}">
                  <a16:creationId xmlns:a16="http://schemas.microsoft.com/office/drawing/2014/main" id="{28150FFB-D70F-1DBB-AD06-00F0783FD709}"/>
                </a:ext>
              </a:extLst>
            </p:cNvPr>
            <p:cNvSpPr/>
            <p:nvPr/>
          </p:nvSpPr>
          <p:spPr>
            <a:xfrm rot="-2700000">
              <a:off x="6748814" y="4119168"/>
              <a:ext cx="47625" cy="19050"/>
            </a:xfrm>
            <a:custGeom>
              <a:avLst/>
              <a:gdLst>
                <a:gd name="connsiteX0" fmla="*/ 0 w 47625"/>
                <a:gd name="connsiteY0" fmla="*/ 0 h 19050"/>
                <a:gd name="connsiteX1" fmla="*/ 47625 w 47625"/>
                <a:gd name="connsiteY1" fmla="*/ 0 h 19050"/>
                <a:gd name="connsiteX2" fmla="*/ 47625 w 47625"/>
                <a:gd name="connsiteY2" fmla="*/ 19050 h 19050"/>
                <a:gd name="connsiteX3" fmla="*/ 0 w 47625"/>
                <a:gd name="connsiteY3" fmla="*/ 19050 h 19050"/>
              </a:gdLst>
              <a:ahLst/>
              <a:cxnLst>
                <a:cxn ang="0">
                  <a:pos x="connsiteX0" y="connsiteY0"/>
                </a:cxn>
                <a:cxn ang="0">
                  <a:pos x="connsiteX1" y="connsiteY1"/>
                </a:cxn>
                <a:cxn ang="0">
                  <a:pos x="connsiteX2" y="connsiteY2"/>
                </a:cxn>
                <a:cxn ang="0">
                  <a:pos x="connsiteX3" y="connsiteY3"/>
                </a:cxn>
              </a:cxnLst>
              <a:rect l="l" t="t" r="r" b="b"/>
              <a:pathLst>
                <a:path w="47625" h="19050">
                  <a:moveTo>
                    <a:pt x="0" y="0"/>
                  </a:moveTo>
                  <a:lnTo>
                    <a:pt x="47625" y="0"/>
                  </a:lnTo>
                  <a:lnTo>
                    <a:pt x="47625" y="19050"/>
                  </a:lnTo>
                  <a:lnTo>
                    <a:pt x="0" y="19050"/>
                  </a:ln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21" name="Freeform: Shape 20">
              <a:extLst>
                <a:ext uri="{FF2B5EF4-FFF2-40B4-BE49-F238E27FC236}">
                  <a16:creationId xmlns:a16="http://schemas.microsoft.com/office/drawing/2014/main" id="{4D4D6E47-14B2-90B6-F27E-E492123EB85D}"/>
                </a:ext>
              </a:extLst>
            </p:cNvPr>
            <p:cNvSpPr/>
            <p:nvPr/>
          </p:nvSpPr>
          <p:spPr>
            <a:xfrm rot="-2700000">
              <a:off x="6905519" y="4104867"/>
              <a:ext cx="19050" cy="47625"/>
            </a:xfrm>
            <a:custGeom>
              <a:avLst/>
              <a:gdLst>
                <a:gd name="connsiteX0" fmla="*/ 0 w 19050"/>
                <a:gd name="connsiteY0" fmla="*/ 0 h 47625"/>
                <a:gd name="connsiteX1" fmla="*/ 19050 w 19050"/>
                <a:gd name="connsiteY1" fmla="*/ 0 h 47625"/>
                <a:gd name="connsiteX2" fmla="*/ 19050 w 19050"/>
                <a:gd name="connsiteY2" fmla="*/ 47625 h 47625"/>
                <a:gd name="connsiteX3" fmla="*/ 0 w 19050"/>
                <a:gd name="connsiteY3" fmla="*/ 47625 h 47625"/>
              </a:gdLst>
              <a:ahLst/>
              <a:cxnLst>
                <a:cxn ang="0">
                  <a:pos x="connsiteX0" y="connsiteY0"/>
                </a:cxn>
                <a:cxn ang="0">
                  <a:pos x="connsiteX1" y="connsiteY1"/>
                </a:cxn>
                <a:cxn ang="0">
                  <a:pos x="connsiteX2" y="connsiteY2"/>
                </a:cxn>
                <a:cxn ang="0">
                  <a:pos x="connsiteX3" y="connsiteY3"/>
                </a:cxn>
              </a:cxnLst>
              <a:rect l="l" t="t" r="r" b="b"/>
              <a:pathLst>
                <a:path w="19050" h="47625">
                  <a:moveTo>
                    <a:pt x="0" y="0"/>
                  </a:moveTo>
                  <a:lnTo>
                    <a:pt x="19050" y="0"/>
                  </a:lnTo>
                  <a:lnTo>
                    <a:pt x="19050" y="47625"/>
                  </a:lnTo>
                  <a:lnTo>
                    <a:pt x="0" y="47625"/>
                  </a:ln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22" name="Freeform: Shape 21">
              <a:extLst>
                <a:ext uri="{FF2B5EF4-FFF2-40B4-BE49-F238E27FC236}">
                  <a16:creationId xmlns:a16="http://schemas.microsoft.com/office/drawing/2014/main" id="{7FA801B7-9CFB-4F67-F471-C364A3D298A0}"/>
                </a:ext>
              </a:extLst>
            </p:cNvPr>
            <p:cNvSpPr/>
            <p:nvPr/>
          </p:nvSpPr>
          <p:spPr>
            <a:xfrm rot="-2700119">
              <a:off x="6763105" y="3962456"/>
              <a:ext cx="19049" cy="47624"/>
            </a:xfrm>
            <a:custGeom>
              <a:avLst/>
              <a:gdLst>
                <a:gd name="connsiteX0" fmla="*/ 0 w 19049"/>
                <a:gd name="connsiteY0" fmla="*/ 0 h 47624"/>
                <a:gd name="connsiteX1" fmla="*/ 19050 w 19049"/>
                <a:gd name="connsiteY1" fmla="*/ 0 h 47624"/>
                <a:gd name="connsiteX2" fmla="*/ 19050 w 19049"/>
                <a:gd name="connsiteY2" fmla="*/ 47625 h 47624"/>
                <a:gd name="connsiteX3" fmla="*/ 0 w 19049"/>
                <a:gd name="connsiteY3" fmla="*/ 47625 h 47624"/>
              </a:gdLst>
              <a:ahLst/>
              <a:cxnLst>
                <a:cxn ang="0">
                  <a:pos x="connsiteX0" y="connsiteY0"/>
                </a:cxn>
                <a:cxn ang="0">
                  <a:pos x="connsiteX1" y="connsiteY1"/>
                </a:cxn>
                <a:cxn ang="0">
                  <a:pos x="connsiteX2" y="connsiteY2"/>
                </a:cxn>
                <a:cxn ang="0">
                  <a:pos x="connsiteX3" y="connsiteY3"/>
                </a:cxn>
              </a:cxnLst>
              <a:rect l="l" t="t" r="r" b="b"/>
              <a:pathLst>
                <a:path w="19049" h="47624">
                  <a:moveTo>
                    <a:pt x="0" y="0"/>
                  </a:moveTo>
                  <a:lnTo>
                    <a:pt x="19050" y="0"/>
                  </a:lnTo>
                  <a:lnTo>
                    <a:pt x="19050" y="47625"/>
                  </a:lnTo>
                  <a:lnTo>
                    <a:pt x="0" y="47625"/>
                  </a:ln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23" name="Freeform: Shape 22">
              <a:extLst>
                <a:ext uri="{FF2B5EF4-FFF2-40B4-BE49-F238E27FC236}">
                  <a16:creationId xmlns:a16="http://schemas.microsoft.com/office/drawing/2014/main" id="{00A48D88-D53A-E9CA-7A28-216DB245D07B}"/>
                </a:ext>
              </a:extLst>
            </p:cNvPr>
            <p:cNvSpPr/>
            <p:nvPr/>
          </p:nvSpPr>
          <p:spPr>
            <a:xfrm>
              <a:off x="6786685" y="4000866"/>
              <a:ext cx="114300" cy="114299"/>
            </a:xfrm>
            <a:custGeom>
              <a:avLst/>
              <a:gdLst>
                <a:gd name="connsiteX0" fmla="*/ 57150 w 114300"/>
                <a:gd name="connsiteY0" fmla="*/ 114300 h 114299"/>
                <a:gd name="connsiteX1" fmla="*/ 114300 w 114300"/>
                <a:gd name="connsiteY1" fmla="*/ 57150 h 114299"/>
                <a:gd name="connsiteX2" fmla="*/ 57150 w 114300"/>
                <a:gd name="connsiteY2" fmla="*/ 0 h 114299"/>
                <a:gd name="connsiteX3" fmla="*/ 0 w 114300"/>
                <a:gd name="connsiteY3" fmla="*/ 57150 h 114299"/>
                <a:gd name="connsiteX4" fmla="*/ 57150 w 114300"/>
                <a:gd name="connsiteY4" fmla="*/ 114300 h 114299"/>
                <a:gd name="connsiteX5" fmla="*/ 57150 w 114300"/>
                <a:gd name="connsiteY5" fmla="*/ 19050 h 114299"/>
                <a:gd name="connsiteX6" fmla="*/ 95250 w 114300"/>
                <a:gd name="connsiteY6" fmla="*/ 57150 h 114299"/>
                <a:gd name="connsiteX7" fmla="*/ 57150 w 114300"/>
                <a:gd name="connsiteY7" fmla="*/ 95250 h 114299"/>
                <a:gd name="connsiteX8" fmla="*/ 19050 w 114300"/>
                <a:gd name="connsiteY8" fmla="*/ 57150 h 114299"/>
                <a:gd name="connsiteX9" fmla="*/ 57150 w 114300"/>
                <a:gd name="connsiteY9" fmla="*/ 19012 h 1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300" h="114299">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57150" y="19050"/>
                  </a:moveTo>
                  <a:cubicBezTo>
                    <a:pt x="78192" y="19050"/>
                    <a:pt x="95250" y="36108"/>
                    <a:pt x="95250" y="57150"/>
                  </a:cubicBezTo>
                  <a:cubicBezTo>
                    <a:pt x="95250" y="78192"/>
                    <a:pt x="78192" y="95250"/>
                    <a:pt x="57150" y="95250"/>
                  </a:cubicBezTo>
                  <a:cubicBezTo>
                    <a:pt x="36108" y="95250"/>
                    <a:pt x="19050" y="78192"/>
                    <a:pt x="19050" y="57150"/>
                  </a:cubicBezTo>
                  <a:cubicBezTo>
                    <a:pt x="19055" y="36104"/>
                    <a:pt x="36104" y="19039"/>
                    <a:pt x="57150" y="19012"/>
                  </a:cubicBez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24" name="Freeform: Shape 23">
              <a:extLst>
                <a:ext uri="{FF2B5EF4-FFF2-40B4-BE49-F238E27FC236}">
                  <a16:creationId xmlns:a16="http://schemas.microsoft.com/office/drawing/2014/main" id="{F2270FF5-98C6-C36A-F141-DCEA226C01AD}"/>
                </a:ext>
              </a:extLst>
            </p:cNvPr>
            <p:cNvSpPr/>
            <p:nvPr/>
          </p:nvSpPr>
          <p:spPr>
            <a:xfrm>
              <a:off x="6696960" y="4506377"/>
              <a:ext cx="559803" cy="199491"/>
            </a:xfrm>
            <a:custGeom>
              <a:avLst/>
              <a:gdLst>
                <a:gd name="connsiteX0" fmla="*/ 0 w 559803"/>
                <a:gd name="connsiteY0" fmla="*/ 199492 h 199491"/>
                <a:gd name="connsiteX1" fmla="*/ 40310 w 559803"/>
                <a:gd name="connsiteY1" fmla="*/ 199492 h 199491"/>
                <a:gd name="connsiteX2" fmla="*/ 56636 w 559803"/>
                <a:gd name="connsiteY2" fmla="*/ 190738 h 199491"/>
                <a:gd name="connsiteX3" fmla="*/ 559803 w 559803"/>
                <a:gd name="connsiteY3" fmla="*/ 19288 h 199491"/>
                <a:gd name="connsiteX4" fmla="*/ 559803 w 559803"/>
                <a:gd name="connsiteY4" fmla="*/ 0 h 199491"/>
                <a:gd name="connsiteX5" fmla="*/ 47635 w 559803"/>
                <a:gd name="connsiteY5" fmla="*/ 173946 h 199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9803" h="199491">
                  <a:moveTo>
                    <a:pt x="0" y="199492"/>
                  </a:moveTo>
                  <a:lnTo>
                    <a:pt x="40310" y="199492"/>
                  </a:lnTo>
                  <a:lnTo>
                    <a:pt x="56636" y="190738"/>
                  </a:lnTo>
                  <a:cubicBezTo>
                    <a:pt x="213804" y="106342"/>
                    <a:pt x="383803" y="48417"/>
                    <a:pt x="559803" y="19288"/>
                  </a:cubicBezTo>
                  <a:lnTo>
                    <a:pt x="559803" y="0"/>
                  </a:lnTo>
                  <a:cubicBezTo>
                    <a:pt x="380645" y="29295"/>
                    <a:pt x="207578" y="88073"/>
                    <a:pt x="47635" y="173946"/>
                  </a:cubicBez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25" name="Freeform: Shape 24">
              <a:extLst>
                <a:ext uri="{FF2B5EF4-FFF2-40B4-BE49-F238E27FC236}">
                  <a16:creationId xmlns:a16="http://schemas.microsoft.com/office/drawing/2014/main" id="{B03DFB47-7E61-37F6-327F-64013A3383D5}"/>
                </a:ext>
              </a:extLst>
            </p:cNvPr>
            <p:cNvSpPr/>
            <p:nvPr/>
          </p:nvSpPr>
          <p:spPr>
            <a:xfrm>
              <a:off x="6918740" y="4605256"/>
              <a:ext cx="337994" cy="100612"/>
            </a:xfrm>
            <a:custGeom>
              <a:avLst/>
              <a:gdLst>
                <a:gd name="connsiteX0" fmla="*/ 0 w 337994"/>
                <a:gd name="connsiteY0" fmla="*/ 100613 h 100612"/>
                <a:gd name="connsiteX1" fmla="*/ 55083 w 337994"/>
                <a:gd name="connsiteY1" fmla="*/ 100613 h 100612"/>
                <a:gd name="connsiteX2" fmla="*/ 129711 w 337994"/>
                <a:gd name="connsiteY2" fmla="*/ 73123 h 100612"/>
                <a:gd name="connsiteX3" fmla="*/ 337995 w 337994"/>
                <a:gd name="connsiteY3" fmla="*/ 19412 h 100612"/>
                <a:gd name="connsiteX4" fmla="*/ 337995 w 337994"/>
                <a:gd name="connsiteY4" fmla="*/ 0 h 100612"/>
                <a:gd name="connsiteX5" fmla="*/ 123425 w 337994"/>
                <a:gd name="connsiteY5" fmla="*/ 55140 h 100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7994" h="100612">
                  <a:moveTo>
                    <a:pt x="0" y="100613"/>
                  </a:moveTo>
                  <a:lnTo>
                    <a:pt x="55083" y="100613"/>
                  </a:lnTo>
                  <a:lnTo>
                    <a:pt x="129711" y="73123"/>
                  </a:lnTo>
                  <a:cubicBezTo>
                    <a:pt x="197894" y="50699"/>
                    <a:pt x="267471" y="32757"/>
                    <a:pt x="337995" y="19412"/>
                  </a:cubicBezTo>
                  <a:lnTo>
                    <a:pt x="337995" y="0"/>
                  </a:lnTo>
                  <a:cubicBezTo>
                    <a:pt x="265327" y="13599"/>
                    <a:pt x="193645" y="32020"/>
                    <a:pt x="123425" y="55140"/>
                  </a:cubicBez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sp>
          <p:nvSpPr>
            <p:cNvPr id="65" name="Freeform: Shape 64">
              <a:extLst>
                <a:ext uri="{FF2B5EF4-FFF2-40B4-BE49-F238E27FC236}">
                  <a16:creationId xmlns:a16="http://schemas.microsoft.com/office/drawing/2014/main" id="{241B1047-7171-04FE-1D04-D3E2C611D471}"/>
                </a:ext>
              </a:extLst>
            </p:cNvPr>
            <p:cNvSpPr/>
            <p:nvPr/>
          </p:nvSpPr>
          <p:spPr>
            <a:xfrm>
              <a:off x="6509898" y="4222837"/>
              <a:ext cx="746874" cy="483031"/>
            </a:xfrm>
            <a:custGeom>
              <a:avLst/>
              <a:gdLst>
                <a:gd name="connsiteX0" fmla="*/ 640137 w 746874"/>
                <a:gd name="connsiteY0" fmla="*/ 201092 h 483031"/>
                <a:gd name="connsiteX1" fmla="*/ 622992 w 746874"/>
                <a:gd name="connsiteY1" fmla="*/ 204692 h 483031"/>
                <a:gd name="connsiteX2" fmla="*/ 622992 w 746874"/>
                <a:gd name="connsiteY2" fmla="*/ 158934 h 483031"/>
                <a:gd name="connsiteX3" fmla="*/ 671751 w 746874"/>
                <a:gd name="connsiteY3" fmla="*/ 141246 h 483031"/>
                <a:gd name="connsiteX4" fmla="*/ 689343 w 746874"/>
                <a:gd name="connsiteY4" fmla="*/ 82563 h 483031"/>
                <a:gd name="connsiteX5" fmla="*/ 688553 w 746874"/>
                <a:gd name="connsiteY5" fmla="*/ 75200 h 483031"/>
                <a:gd name="connsiteX6" fmla="*/ 681228 w 746874"/>
                <a:gd name="connsiteY6" fmla="*/ 74143 h 483031"/>
                <a:gd name="connsiteX7" fmla="*/ 647262 w 746874"/>
                <a:gd name="connsiteY7" fmla="*/ 76200 h 483031"/>
                <a:gd name="connsiteX8" fmla="*/ 649843 w 746874"/>
                <a:gd name="connsiteY8" fmla="*/ 62208 h 483031"/>
                <a:gd name="connsiteX9" fmla="*/ 620316 w 746874"/>
                <a:gd name="connsiteY9" fmla="*/ 5829 h 483031"/>
                <a:gd name="connsiteX10" fmla="*/ 613905 w 746874"/>
                <a:gd name="connsiteY10" fmla="*/ 0 h 483031"/>
                <a:gd name="connsiteX11" fmla="*/ 607495 w 746874"/>
                <a:gd name="connsiteY11" fmla="*/ 5829 h 483031"/>
                <a:gd name="connsiteX12" fmla="*/ 577968 w 746874"/>
                <a:gd name="connsiteY12" fmla="*/ 62894 h 483031"/>
                <a:gd name="connsiteX13" fmla="*/ 580225 w 746874"/>
                <a:gd name="connsiteY13" fmla="*/ 76086 h 483031"/>
                <a:gd name="connsiteX14" fmla="*/ 545840 w 746874"/>
                <a:gd name="connsiteY14" fmla="*/ 74028 h 483031"/>
                <a:gd name="connsiteX15" fmla="*/ 538525 w 746874"/>
                <a:gd name="connsiteY15" fmla="*/ 75095 h 483031"/>
                <a:gd name="connsiteX16" fmla="*/ 537743 w 746874"/>
                <a:gd name="connsiteY16" fmla="*/ 82439 h 483031"/>
                <a:gd name="connsiteX17" fmla="*/ 555317 w 746874"/>
                <a:gd name="connsiteY17" fmla="*/ 141122 h 483031"/>
                <a:gd name="connsiteX18" fmla="*/ 603895 w 746874"/>
                <a:gd name="connsiteY18" fmla="*/ 158744 h 483031"/>
                <a:gd name="connsiteX19" fmla="*/ 603895 w 746874"/>
                <a:gd name="connsiteY19" fmla="*/ 209112 h 483031"/>
                <a:gd name="connsiteX20" fmla="*/ 7725 w 746874"/>
                <a:gd name="connsiteY20" fmla="*/ 477450 h 483031"/>
                <a:gd name="connsiteX21" fmla="*/ 0 w 746874"/>
                <a:gd name="connsiteY21" fmla="*/ 483032 h 483031"/>
                <a:gd name="connsiteX22" fmla="*/ 33204 w 746874"/>
                <a:gd name="connsiteY22" fmla="*/ 483032 h 483031"/>
                <a:gd name="connsiteX23" fmla="*/ 625031 w 746874"/>
                <a:gd name="connsiteY23" fmla="*/ 223752 h 483031"/>
                <a:gd name="connsiteX24" fmla="*/ 644081 w 746874"/>
                <a:gd name="connsiteY24" fmla="*/ 219751 h 483031"/>
                <a:gd name="connsiteX25" fmla="*/ 746874 w 746874"/>
                <a:gd name="connsiteY25" fmla="*/ 201654 h 483031"/>
                <a:gd name="connsiteX26" fmla="*/ 746874 w 746874"/>
                <a:gd name="connsiteY26" fmla="*/ 182413 h 483031"/>
                <a:gd name="connsiteX27" fmla="*/ 640137 w 746874"/>
                <a:gd name="connsiteY27" fmla="*/ 201092 h 483031"/>
                <a:gd name="connsiteX28" fmla="*/ 670617 w 746874"/>
                <a:gd name="connsiteY28" fmla="*/ 92507 h 483031"/>
                <a:gd name="connsiteX29" fmla="*/ 658578 w 746874"/>
                <a:gd name="connsiteY29" fmla="*/ 127511 h 483031"/>
                <a:gd name="connsiteX30" fmla="*/ 626812 w 746874"/>
                <a:gd name="connsiteY30" fmla="*/ 139513 h 483031"/>
                <a:gd name="connsiteX31" fmla="*/ 627250 w 746874"/>
                <a:gd name="connsiteY31" fmla="*/ 115062 h 483031"/>
                <a:gd name="connsiteX32" fmla="*/ 635184 w 746874"/>
                <a:gd name="connsiteY32" fmla="*/ 103213 h 483031"/>
                <a:gd name="connsiteX33" fmla="*/ 669598 w 746874"/>
                <a:gd name="connsiteY33" fmla="*/ 92507 h 483031"/>
                <a:gd name="connsiteX34" fmla="*/ 613943 w 746874"/>
                <a:gd name="connsiteY34" fmla="*/ 26651 h 483031"/>
                <a:gd name="connsiteX35" fmla="*/ 630869 w 746874"/>
                <a:gd name="connsiteY35" fmla="*/ 61484 h 483031"/>
                <a:gd name="connsiteX36" fmla="*/ 616582 w 746874"/>
                <a:gd name="connsiteY36" fmla="*/ 92345 h 483031"/>
                <a:gd name="connsiteX37" fmla="*/ 610429 w 746874"/>
                <a:gd name="connsiteY37" fmla="*/ 91526 h 483031"/>
                <a:gd name="connsiteX38" fmla="*/ 596998 w 746874"/>
                <a:gd name="connsiteY38" fmla="*/ 62198 h 483031"/>
                <a:gd name="connsiteX39" fmla="*/ 613943 w 746874"/>
                <a:gd name="connsiteY39" fmla="*/ 26651 h 483031"/>
                <a:gd name="connsiteX40" fmla="*/ 601028 w 746874"/>
                <a:gd name="connsiteY40" fmla="*/ 139417 h 483031"/>
                <a:gd name="connsiteX41" fmla="*/ 568566 w 746874"/>
                <a:gd name="connsiteY41" fmla="*/ 127387 h 483031"/>
                <a:gd name="connsiteX42" fmla="*/ 556536 w 746874"/>
                <a:gd name="connsiteY42" fmla="*/ 92393 h 483031"/>
                <a:gd name="connsiteX43" fmla="*/ 591845 w 746874"/>
                <a:gd name="connsiteY43" fmla="*/ 102870 h 483031"/>
                <a:gd name="connsiteX44" fmla="*/ 600189 w 746874"/>
                <a:gd name="connsiteY44" fmla="*/ 115557 h 483031"/>
                <a:gd name="connsiteX45" fmla="*/ 601028 w 746874"/>
                <a:gd name="connsiteY45" fmla="*/ 139417 h 48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46874" h="483031">
                  <a:moveTo>
                    <a:pt x="640137" y="201092"/>
                  </a:moveTo>
                  <a:lnTo>
                    <a:pt x="622992" y="204692"/>
                  </a:lnTo>
                  <a:lnTo>
                    <a:pt x="622992" y="158934"/>
                  </a:lnTo>
                  <a:cubicBezTo>
                    <a:pt x="640783" y="158753"/>
                    <a:pt x="657981" y="152514"/>
                    <a:pt x="671751" y="141246"/>
                  </a:cubicBezTo>
                  <a:cubicBezTo>
                    <a:pt x="693125" y="120710"/>
                    <a:pt x="689505" y="84096"/>
                    <a:pt x="689343" y="82563"/>
                  </a:cubicBezTo>
                  <a:lnTo>
                    <a:pt x="688553" y="75200"/>
                  </a:lnTo>
                  <a:lnTo>
                    <a:pt x="681228" y="74143"/>
                  </a:lnTo>
                  <a:cubicBezTo>
                    <a:pt x="669873" y="72816"/>
                    <a:pt x="658374" y="73512"/>
                    <a:pt x="647262" y="76200"/>
                  </a:cubicBezTo>
                  <a:cubicBezTo>
                    <a:pt x="648604" y="71638"/>
                    <a:pt x="649469" y="66948"/>
                    <a:pt x="649843" y="62208"/>
                  </a:cubicBezTo>
                  <a:cubicBezTo>
                    <a:pt x="649843" y="33033"/>
                    <a:pt x="621506" y="6963"/>
                    <a:pt x="620316" y="5829"/>
                  </a:cubicBezTo>
                  <a:lnTo>
                    <a:pt x="613905" y="0"/>
                  </a:lnTo>
                  <a:lnTo>
                    <a:pt x="607495" y="5829"/>
                  </a:lnTo>
                  <a:cubicBezTo>
                    <a:pt x="606285" y="6925"/>
                    <a:pt x="577968" y="33033"/>
                    <a:pt x="577968" y="62894"/>
                  </a:cubicBezTo>
                  <a:cubicBezTo>
                    <a:pt x="578303" y="67352"/>
                    <a:pt x="579058" y="71769"/>
                    <a:pt x="580225" y="76086"/>
                  </a:cubicBezTo>
                  <a:cubicBezTo>
                    <a:pt x="568980" y="73343"/>
                    <a:pt x="557333" y="72646"/>
                    <a:pt x="545840" y="74028"/>
                  </a:cubicBezTo>
                  <a:lnTo>
                    <a:pt x="538525" y="75095"/>
                  </a:lnTo>
                  <a:lnTo>
                    <a:pt x="537743" y="82439"/>
                  </a:lnTo>
                  <a:cubicBezTo>
                    <a:pt x="537581" y="83991"/>
                    <a:pt x="533933" y="120587"/>
                    <a:pt x="555317" y="141122"/>
                  </a:cubicBezTo>
                  <a:cubicBezTo>
                    <a:pt x="569029" y="152358"/>
                    <a:pt x="586168" y="158574"/>
                    <a:pt x="603895" y="158744"/>
                  </a:cubicBezTo>
                  <a:lnTo>
                    <a:pt x="603895" y="209112"/>
                  </a:lnTo>
                  <a:cubicBezTo>
                    <a:pt x="389453" y="258468"/>
                    <a:pt x="186860" y="349655"/>
                    <a:pt x="7725" y="477450"/>
                  </a:cubicBezTo>
                  <a:lnTo>
                    <a:pt x="0" y="483032"/>
                  </a:lnTo>
                  <a:lnTo>
                    <a:pt x="33204" y="483032"/>
                  </a:lnTo>
                  <a:cubicBezTo>
                    <a:pt x="211507" y="358523"/>
                    <a:pt x="412623" y="270415"/>
                    <a:pt x="625031" y="223752"/>
                  </a:cubicBezTo>
                  <a:lnTo>
                    <a:pt x="644081" y="219751"/>
                  </a:lnTo>
                  <a:cubicBezTo>
                    <a:pt x="679323" y="212417"/>
                    <a:pt x="713765" y="206416"/>
                    <a:pt x="746874" y="201654"/>
                  </a:cubicBezTo>
                  <a:lnTo>
                    <a:pt x="746874" y="182413"/>
                  </a:lnTo>
                  <a:cubicBezTo>
                    <a:pt x="712527" y="187262"/>
                    <a:pt x="676770" y="193472"/>
                    <a:pt x="640137" y="201092"/>
                  </a:cubicBezTo>
                  <a:close/>
                  <a:moveTo>
                    <a:pt x="670617" y="92507"/>
                  </a:moveTo>
                  <a:cubicBezTo>
                    <a:pt x="671063" y="105261"/>
                    <a:pt x="666774" y="117729"/>
                    <a:pt x="658578" y="127511"/>
                  </a:cubicBezTo>
                  <a:cubicBezTo>
                    <a:pt x="649488" y="134705"/>
                    <a:pt x="638387" y="138899"/>
                    <a:pt x="626812" y="139513"/>
                  </a:cubicBezTo>
                  <a:cubicBezTo>
                    <a:pt x="625800" y="131383"/>
                    <a:pt x="625948" y="123151"/>
                    <a:pt x="627250" y="115062"/>
                  </a:cubicBezTo>
                  <a:cubicBezTo>
                    <a:pt x="628981" y="110572"/>
                    <a:pt x="631692" y="106524"/>
                    <a:pt x="635184" y="103213"/>
                  </a:cubicBezTo>
                  <a:cubicBezTo>
                    <a:pt x="644970" y="95575"/>
                    <a:pt x="657206" y="91768"/>
                    <a:pt x="669598" y="92507"/>
                  </a:cubicBezTo>
                  <a:close/>
                  <a:moveTo>
                    <a:pt x="613943" y="26651"/>
                  </a:moveTo>
                  <a:cubicBezTo>
                    <a:pt x="623171" y="36149"/>
                    <a:pt x="629104" y="48359"/>
                    <a:pt x="630869" y="61484"/>
                  </a:cubicBezTo>
                  <a:cubicBezTo>
                    <a:pt x="629789" y="73105"/>
                    <a:pt x="624745" y="84002"/>
                    <a:pt x="616582" y="92345"/>
                  </a:cubicBezTo>
                  <a:cubicBezTo>
                    <a:pt x="614496" y="92714"/>
                    <a:pt x="612346" y="92429"/>
                    <a:pt x="610429" y="91526"/>
                  </a:cubicBezTo>
                  <a:cubicBezTo>
                    <a:pt x="602418" y="83790"/>
                    <a:pt x="597621" y="73317"/>
                    <a:pt x="596998" y="62198"/>
                  </a:cubicBezTo>
                  <a:cubicBezTo>
                    <a:pt x="598647" y="48826"/>
                    <a:pt x="604594" y="36352"/>
                    <a:pt x="613943" y="26651"/>
                  </a:cubicBezTo>
                  <a:close/>
                  <a:moveTo>
                    <a:pt x="601028" y="139417"/>
                  </a:moveTo>
                  <a:cubicBezTo>
                    <a:pt x="589216" y="138900"/>
                    <a:pt x="577863" y="134693"/>
                    <a:pt x="568566" y="127387"/>
                  </a:cubicBezTo>
                  <a:cubicBezTo>
                    <a:pt x="560385" y="117600"/>
                    <a:pt x="556102" y="105141"/>
                    <a:pt x="556536" y="92393"/>
                  </a:cubicBezTo>
                  <a:cubicBezTo>
                    <a:pt x="569193" y="91429"/>
                    <a:pt x="581762" y="95159"/>
                    <a:pt x="591845" y="102870"/>
                  </a:cubicBezTo>
                  <a:cubicBezTo>
                    <a:pt x="595390" y="106545"/>
                    <a:pt x="598220" y="110847"/>
                    <a:pt x="600189" y="115557"/>
                  </a:cubicBezTo>
                  <a:cubicBezTo>
                    <a:pt x="602292" y="123341"/>
                    <a:pt x="602579" y="131505"/>
                    <a:pt x="601028" y="139417"/>
                  </a:cubicBezTo>
                  <a:close/>
                </a:path>
              </a:pathLst>
            </a:custGeom>
            <a:solidFill>
              <a:srgbClr val="000000"/>
            </a:solidFill>
            <a:ln w="9525" cap="flat">
              <a:noFill/>
              <a:prstDash val="solid"/>
              <a:miter/>
            </a:ln>
          </p:spPr>
          <p:txBody>
            <a:bodyPr rtlCol="0" anchor="ctr"/>
            <a:lstStyle/>
            <a:p>
              <a:pPr defTabSz="1219170">
                <a:buClr>
                  <a:srgbClr val="000000"/>
                </a:buClr>
              </a:pPr>
              <a:endParaRPr lang="en-GB" sz="1867" kern="0">
                <a:solidFill>
                  <a:srgbClr val="000000"/>
                </a:solidFill>
                <a:latin typeface="Arial"/>
                <a:cs typeface="Arial"/>
                <a:sym typeface="Arial"/>
              </a:endParaRPr>
            </a:p>
          </p:txBody>
        </p:sp>
      </p:grpSp>
      <p:pic>
        <p:nvPicPr>
          <p:cNvPr id="68" name="Graphic 67" descr="Business Growth outline">
            <a:extLst>
              <a:ext uri="{FF2B5EF4-FFF2-40B4-BE49-F238E27FC236}">
                <a16:creationId xmlns:a16="http://schemas.microsoft.com/office/drawing/2014/main" id="{3F1944BB-45EB-84D6-8920-820234346F9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71695" y="4800406"/>
            <a:ext cx="1703940" cy="1703940"/>
          </a:xfrm>
          <a:prstGeom prst="rect">
            <a:avLst/>
          </a:prstGeom>
        </p:spPr>
      </p:pic>
    </p:spTree>
    <p:extLst>
      <p:ext uri="{BB962C8B-B14F-4D97-AF65-F5344CB8AC3E}">
        <p14:creationId xmlns:p14="http://schemas.microsoft.com/office/powerpoint/2010/main" val="1766410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D7E7A-205E-5B63-5044-2AEC88AE38D5}"/>
              </a:ext>
            </a:extLst>
          </p:cNvPr>
          <p:cNvSpPr>
            <a:spLocks noGrp="1"/>
          </p:cNvSpPr>
          <p:nvPr>
            <p:ph type="title"/>
          </p:nvPr>
        </p:nvSpPr>
        <p:spPr>
          <a:xfrm>
            <a:off x="968533" y="2450467"/>
            <a:ext cx="2669200" cy="1292400"/>
          </a:xfrm>
        </p:spPr>
        <p:txBody>
          <a:bodyPr/>
          <a:lstStyle/>
          <a:p>
            <a:r>
              <a:rPr lang="en-GB" dirty="0"/>
              <a:t>GET READY FOR CHANGE</a:t>
            </a:r>
          </a:p>
        </p:txBody>
      </p:sp>
      <p:sp>
        <p:nvSpPr>
          <p:cNvPr id="3" name="Text Placeholder 2">
            <a:extLst>
              <a:ext uri="{FF2B5EF4-FFF2-40B4-BE49-F238E27FC236}">
                <a16:creationId xmlns:a16="http://schemas.microsoft.com/office/drawing/2014/main" id="{8412F052-0507-DD80-5EDB-36325BA4B0F4}"/>
              </a:ext>
            </a:extLst>
          </p:cNvPr>
          <p:cNvSpPr>
            <a:spLocks noGrp="1"/>
          </p:cNvSpPr>
          <p:nvPr>
            <p:ph type="body" idx="1"/>
          </p:nvPr>
        </p:nvSpPr>
        <p:spPr/>
        <p:txBody>
          <a:bodyPr/>
          <a:lstStyle/>
          <a:p>
            <a:endParaRPr lang="en-US" dirty="0"/>
          </a:p>
          <a:p>
            <a:r>
              <a:rPr lang="en-US" sz="2133" dirty="0"/>
              <a:t>The seven years of abundance in Egypt came to an end, </a:t>
            </a:r>
            <a:r>
              <a:rPr lang="en-US" sz="2133" baseline="30000" dirty="0"/>
              <a:t> </a:t>
            </a:r>
            <a:r>
              <a:rPr lang="en-US" sz="2133" dirty="0"/>
              <a:t>and the seven years of famine began, just as Joseph had said.  There was famine in all the other lands, but in the whole land of Egypt there was food. </a:t>
            </a:r>
            <a:endParaRPr lang="en-GB" sz="2133" dirty="0"/>
          </a:p>
          <a:p>
            <a:endParaRPr lang="en-GB" dirty="0"/>
          </a:p>
          <a:p>
            <a:pPr marL="186262" indent="0">
              <a:buNone/>
            </a:pPr>
            <a:r>
              <a:rPr lang="en-GB" dirty="0"/>
              <a:t>          Genesis 41: 47-49 &amp; 53-57</a:t>
            </a:r>
          </a:p>
        </p:txBody>
      </p:sp>
    </p:spTree>
    <p:extLst>
      <p:ext uri="{BB962C8B-B14F-4D97-AF65-F5344CB8AC3E}">
        <p14:creationId xmlns:p14="http://schemas.microsoft.com/office/powerpoint/2010/main" val="4069641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34" name="Textfeld 2"/>
          <p:cNvSpPr txBox="1">
            <a:spLocks noChangeArrowheads="1"/>
          </p:cNvSpPr>
          <p:nvPr/>
        </p:nvSpPr>
        <p:spPr bwMode="auto">
          <a:xfrm>
            <a:off x="1344601" y="1484731"/>
            <a:ext cx="9288463" cy="4503797"/>
          </a:xfrm>
          <a:prstGeom prst="rect">
            <a:avLst/>
          </a:prstGeom>
          <a:noFill/>
          <a:ln>
            <a:noFill/>
          </a:ln>
          <a:extLst>
            <a:ext uri="{909E8E84-426E-40dd-AFC4-6F175D3DCCD1}">
              <a14:hiddenFill xmlns="" xmlns:p14="http://schemas.microsoft.com/office/powerpoint/2010/main" xmlns:a14="http://schemas.microsoft.com/office/drawing/2010/main">
                <a:solidFill>
                  <a:srgbClr val="FFFFFF"/>
                </a:solidFill>
              </a14:hiddenFill>
            </a:ext>
            <a:ext uri="{91240B29-F687-4f45-9708-019B960494DF}">
              <a14:hiddenLine xmlns="" xmlns:p14="http://schemas.microsoft.com/office/powerpoint/2010/main"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defTabSz="1219170">
              <a:buClr>
                <a:srgbClr val="000000"/>
              </a:buClr>
            </a:pPr>
            <a:r>
              <a:rPr lang="en-US" altLang="de-DE" sz="2000" b="1" kern="0" dirty="0">
                <a:solidFill>
                  <a:srgbClr val="434343"/>
                </a:solidFill>
                <a:latin typeface="Poppins" panose="020B0604020202020204" charset="0"/>
                <a:cs typeface="Poppins" panose="020B0604020202020204" charset="0"/>
                <a:sym typeface="Arial"/>
              </a:rPr>
              <a:t>Instruction:</a:t>
            </a:r>
          </a:p>
          <a:p>
            <a:pPr defTabSz="1219170">
              <a:buClr>
                <a:srgbClr val="000000"/>
              </a:buClr>
            </a:pPr>
            <a:endParaRPr lang="en-US" altLang="de-DE" sz="2000" b="1" kern="0" dirty="0">
              <a:solidFill>
                <a:srgbClr val="434343"/>
              </a:solidFill>
              <a:latin typeface="Poppins" panose="020B0604020202020204" charset="0"/>
              <a:cs typeface="Poppins" panose="020B0604020202020204" charset="0"/>
              <a:sym typeface="Arial"/>
            </a:endParaRPr>
          </a:p>
          <a:p>
            <a:pPr marL="457189" indent="-457189" defTabSz="1219170">
              <a:spcAft>
                <a:spcPts val="1200"/>
              </a:spcAft>
              <a:buClr>
                <a:srgbClr val="769452"/>
              </a:buClr>
              <a:buFont typeface="+mj-lt"/>
              <a:buAutoNum type="arabicPeriod" startAt="2"/>
            </a:pPr>
            <a:r>
              <a:rPr lang="fr-FR" altLang="de-DE" sz="2000" kern="0" dirty="0">
                <a:solidFill>
                  <a:srgbClr val="47362D"/>
                </a:solidFill>
                <a:latin typeface="Poppins" panose="020B0604020202020204" charset="0"/>
                <a:cs typeface="Poppins" panose="020B0604020202020204" charset="0"/>
                <a:sym typeface="Arial"/>
              </a:rPr>
              <a:t>Work in </a:t>
            </a:r>
            <a:r>
              <a:rPr lang="fr-FR" altLang="de-DE" sz="2000" b="1" kern="0" dirty="0">
                <a:solidFill>
                  <a:srgbClr val="769452"/>
                </a:solidFill>
                <a:latin typeface="Poppins" panose="020B0604020202020204" charset="0"/>
                <a:cs typeface="Poppins" panose="020B0604020202020204" charset="0"/>
                <a:sym typeface="Arial"/>
              </a:rPr>
              <a:t>groups of 04 or 05</a:t>
            </a:r>
            <a:r>
              <a:rPr lang="fr-FR" altLang="de-DE" sz="2000" kern="0" dirty="0">
                <a:solidFill>
                  <a:srgbClr val="47362D"/>
                </a:solidFill>
                <a:latin typeface="Poppins" panose="020B0604020202020204" charset="0"/>
                <a:cs typeface="Poppins" panose="020B0604020202020204" charset="0"/>
                <a:sym typeface="Arial"/>
              </a:rPr>
              <a:t>.  Select </a:t>
            </a:r>
            <a:r>
              <a:rPr lang="fr-FR" altLang="de-DE" sz="2000" u="sng" kern="0" dirty="0">
                <a:solidFill>
                  <a:srgbClr val="47362D"/>
                </a:solidFill>
                <a:latin typeface="Poppins" panose="020B0604020202020204" charset="0"/>
                <a:cs typeface="Poppins" panose="020B0604020202020204" charset="0"/>
                <a:sym typeface="Arial"/>
              </a:rPr>
              <a:t>a </a:t>
            </a:r>
            <a:r>
              <a:rPr lang="fr-FR" altLang="de-DE" sz="2000" kern="0" dirty="0">
                <a:solidFill>
                  <a:srgbClr val="47362D"/>
                </a:solidFill>
                <a:latin typeface="Poppins" panose="020B0604020202020204" charset="0"/>
                <a:cs typeface="Poppins" panose="020B0604020202020204" charset="0"/>
                <a:sym typeface="Arial"/>
              </a:rPr>
              <a:t>change, and </a:t>
            </a:r>
            <a:r>
              <a:rPr lang="fr-FR" altLang="de-DE" sz="2000" u="sng" kern="0" dirty="0">
                <a:solidFill>
                  <a:srgbClr val="47362D"/>
                </a:solidFill>
                <a:latin typeface="Poppins" panose="020B0604020202020204" charset="0"/>
                <a:cs typeface="Poppins" panose="020B0604020202020204" charset="0"/>
                <a:sym typeface="Arial"/>
              </a:rPr>
              <a:t>a business</a:t>
            </a:r>
            <a:r>
              <a:rPr lang="fr-FR" altLang="de-DE" sz="2000" kern="0" dirty="0">
                <a:solidFill>
                  <a:srgbClr val="47362D"/>
                </a:solidFill>
                <a:latin typeface="Poppins" panose="020B0604020202020204" charset="0"/>
                <a:cs typeface="Poppins" panose="020B0604020202020204" charset="0"/>
                <a:sym typeface="Arial"/>
              </a:rPr>
              <a:t>/</a:t>
            </a:r>
            <a:r>
              <a:rPr lang="fr-FR" altLang="de-DE" sz="2000" kern="0" dirty="0" err="1">
                <a:solidFill>
                  <a:srgbClr val="47362D"/>
                </a:solidFill>
                <a:latin typeface="Poppins" panose="020B0604020202020204" charset="0"/>
                <a:cs typeface="Poppins" panose="020B0604020202020204" charset="0"/>
                <a:sym typeface="Arial"/>
              </a:rPr>
              <a:t>idea</a:t>
            </a:r>
            <a:r>
              <a:rPr lang="fr-FR" altLang="de-DE" sz="2000" kern="0" dirty="0">
                <a:solidFill>
                  <a:srgbClr val="47362D"/>
                </a:solidFill>
                <a:latin typeface="Poppins" panose="020B0604020202020204" charset="0"/>
                <a:cs typeface="Poppins" panose="020B0604020202020204" charset="0"/>
                <a:sym typeface="Arial"/>
              </a:rPr>
              <a:t> </a:t>
            </a:r>
            <a:r>
              <a:rPr lang="fr-FR" altLang="de-DE" sz="2000" kern="0" dirty="0" err="1">
                <a:solidFill>
                  <a:srgbClr val="47362D"/>
                </a:solidFill>
                <a:latin typeface="Poppins" panose="020B0604020202020204" charset="0"/>
                <a:cs typeface="Poppins" panose="020B0604020202020204" charset="0"/>
                <a:sym typeface="Arial"/>
              </a:rPr>
              <a:t>from</a:t>
            </a:r>
            <a:r>
              <a:rPr lang="fr-FR" altLang="de-DE" sz="2000" kern="0" dirty="0">
                <a:solidFill>
                  <a:srgbClr val="47362D"/>
                </a:solidFill>
                <a:latin typeface="Poppins" panose="020B0604020202020204" charset="0"/>
                <a:cs typeface="Poppins" panose="020B0604020202020204" charset="0"/>
                <a:sym typeface="Arial"/>
              </a:rPr>
              <a:t> a member of </a:t>
            </a:r>
            <a:r>
              <a:rPr lang="fr-FR" altLang="de-DE" sz="2000" kern="0" dirty="0" err="1">
                <a:solidFill>
                  <a:srgbClr val="47362D"/>
                </a:solidFill>
                <a:latin typeface="Poppins" panose="020B0604020202020204" charset="0"/>
                <a:cs typeface="Poppins" panose="020B0604020202020204" charset="0"/>
                <a:sym typeface="Arial"/>
              </a:rPr>
              <a:t>your</a:t>
            </a:r>
            <a:r>
              <a:rPr lang="fr-FR" altLang="de-DE" sz="2000" kern="0" dirty="0">
                <a:solidFill>
                  <a:srgbClr val="47362D"/>
                </a:solidFill>
                <a:latin typeface="Poppins" panose="020B0604020202020204" charset="0"/>
                <a:cs typeface="Poppins" panose="020B0604020202020204" charset="0"/>
                <a:sym typeface="Arial"/>
              </a:rPr>
              <a:t> group.  </a:t>
            </a:r>
            <a:r>
              <a:rPr lang="fr-FR" altLang="de-DE" sz="2000" kern="0" dirty="0" err="1">
                <a:solidFill>
                  <a:srgbClr val="47362D"/>
                </a:solidFill>
                <a:latin typeface="Poppins" panose="020B0604020202020204" charset="0"/>
                <a:cs typeface="Poppins" panose="020B0604020202020204" charset="0"/>
                <a:sym typeface="Arial"/>
              </a:rPr>
              <a:t>Discuss</a:t>
            </a:r>
            <a:r>
              <a:rPr lang="fr-FR" altLang="de-DE" sz="2000" kern="0" dirty="0">
                <a:solidFill>
                  <a:srgbClr val="47362D"/>
                </a:solidFill>
                <a:latin typeface="Poppins" panose="020B0604020202020204" charset="0"/>
                <a:cs typeface="Poppins" panose="020B0604020202020204" charset="0"/>
                <a:sym typeface="Arial"/>
              </a:rPr>
              <a:t> the following questions: </a:t>
            </a:r>
          </a:p>
          <a:p>
            <a:pPr marL="1200121" lvl="1" indent="-457189" defTabSz="1219170">
              <a:spcAft>
                <a:spcPts val="400"/>
              </a:spcAft>
              <a:buClr>
                <a:srgbClr val="769452"/>
              </a:buClr>
              <a:buFont typeface="Courier New" panose="02070309020205020404" pitchFamily="49" charset="0"/>
              <a:buChar char="o"/>
            </a:pPr>
            <a:r>
              <a:rPr lang="fr-FR" altLang="de-DE" sz="2000" kern="0" dirty="0">
                <a:solidFill>
                  <a:srgbClr val="434343"/>
                </a:solidFill>
                <a:latin typeface="Poppins" panose="020B0604020202020204" charset="0"/>
                <a:cs typeface="Poppins" panose="020B0604020202020204" charset="0"/>
                <a:sym typeface="Arial"/>
              </a:rPr>
              <a:t>What are the potential </a:t>
            </a:r>
            <a:r>
              <a:rPr lang="fr-FR" altLang="de-DE" sz="2000" b="1" kern="0" dirty="0">
                <a:solidFill>
                  <a:srgbClr val="769452"/>
                </a:solidFill>
                <a:latin typeface="Poppins" panose="020B0604020202020204" charset="0"/>
                <a:cs typeface="Poppins" panose="020B0604020202020204" charset="0"/>
                <a:sym typeface="Arial"/>
              </a:rPr>
              <a:t>opportunities </a:t>
            </a:r>
            <a:r>
              <a:rPr lang="fr-FR" altLang="de-DE" sz="2000" kern="0" dirty="0">
                <a:solidFill>
                  <a:srgbClr val="434343"/>
                </a:solidFill>
                <a:latin typeface="Poppins" panose="020B0604020202020204" charset="0"/>
                <a:cs typeface="Poppins" panose="020B0604020202020204" charset="0"/>
                <a:sym typeface="Arial"/>
              </a:rPr>
              <a:t>for the business arising from this change?  List at least 3 </a:t>
            </a:r>
            <a:r>
              <a:rPr lang="fr-FR" altLang="de-DE" sz="2000" kern="0" dirty="0" err="1">
                <a:solidFill>
                  <a:srgbClr val="434343"/>
                </a:solidFill>
                <a:latin typeface="Poppins" panose="020B0604020202020204" charset="0"/>
                <a:cs typeface="Poppins" panose="020B0604020202020204" charset="0"/>
                <a:sym typeface="Arial"/>
              </a:rPr>
              <a:t>opportunities</a:t>
            </a:r>
            <a:r>
              <a:rPr lang="fr-FR" altLang="de-DE" sz="2000" kern="0" dirty="0">
                <a:solidFill>
                  <a:srgbClr val="434343"/>
                </a:solidFill>
                <a:latin typeface="Poppins" panose="020B0604020202020204" charset="0"/>
                <a:cs typeface="Poppins" panose="020B0604020202020204" charset="0"/>
                <a:sym typeface="Arial"/>
              </a:rPr>
              <a:t>. </a:t>
            </a:r>
          </a:p>
          <a:p>
            <a:pPr marL="1200121" lvl="1" indent="-457189" defTabSz="1219170">
              <a:spcAft>
                <a:spcPts val="400"/>
              </a:spcAft>
              <a:buClr>
                <a:srgbClr val="769452"/>
              </a:buClr>
              <a:buFont typeface="Courier New" panose="02070309020205020404" pitchFamily="49" charset="0"/>
              <a:buChar char="o"/>
            </a:pPr>
            <a:r>
              <a:rPr lang="fr-FR" altLang="de-DE" sz="2000" kern="0" dirty="0">
                <a:solidFill>
                  <a:srgbClr val="434343"/>
                </a:solidFill>
                <a:latin typeface="Poppins" panose="020B0604020202020204" charset="0"/>
                <a:cs typeface="Poppins" panose="020B0604020202020204" charset="0"/>
                <a:sym typeface="Arial"/>
              </a:rPr>
              <a:t>What are the </a:t>
            </a:r>
            <a:r>
              <a:rPr lang="fr-FR" altLang="de-DE" sz="2000" kern="0" dirty="0" err="1">
                <a:solidFill>
                  <a:srgbClr val="434343"/>
                </a:solidFill>
                <a:latin typeface="Poppins" panose="020B0604020202020204" charset="0"/>
                <a:cs typeface="Poppins" panose="020B0604020202020204" charset="0"/>
                <a:sym typeface="Arial"/>
              </a:rPr>
              <a:t>potential</a:t>
            </a:r>
            <a:r>
              <a:rPr lang="fr-FR" altLang="de-DE" sz="2000" kern="0" dirty="0">
                <a:solidFill>
                  <a:srgbClr val="434343"/>
                </a:solidFill>
                <a:latin typeface="Poppins" panose="020B0604020202020204" charset="0"/>
                <a:cs typeface="Poppins" panose="020B0604020202020204" charset="0"/>
                <a:sym typeface="Arial"/>
              </a:rPr>
              <a:t> </a:t>
            </a:r>
            <a:r>
              <a:rPr lang="fr-FR" altLang="de-DE" sz="2000" b="1" kern="0" dirty="0" err="1">
                <a:solidFill>
                  <a:srgbClr val="769452"/>
                </a:solidFill>
                <a:latin typeface="Poppins" panose="020B0604020202020204" charset="0"/>
                <a:cs typeface="Poppins" panose="020B0604020202020204" charset="0"/>
                <a:sym typeface="Arial"/>
              </a:rPr>
              <a:t>barriers</a:t>
            </a:r>
            <a:r>
              <a:rPr lang="fr-FR" altLang="de-DE" sz="2000" b="1" kern="0" dirty="0">
                <a:solidFill>
                  <a:srgbClr val="769452"/>
                </a:solidFill>
                <a:latin typeface="Poppins" panose="020B0604020202020204" charset="0"/>
                <a:cs typeface="Poppins" panose="020B0604020202020204" charset="0"/>
                <a:sym typeface="Arial"/>
              </a:rPr>
              <a:t> </a:t>
            </a:r>
            <a:r>
              <a:rPr lang="fr-FR" altLang="de-DE" sz="2000" kern="0" dirty="0">
                <a:solidFill>
                  <a:srgbClr val="434343"/>
                </a:solidFill>
                <a:latin typeface="Poppins" panose="020B0604020202020204" charset="0"/>
                <a:cs typeface="Poppins" panose="020B0604020202020204" charset="0"/>
                <a:sym typeface="Arial"/>
              </a:rPr>
              <a:t>for the business arising from this change?  List at least 3 barriers.</a:t>
            </a:r>
          </a:p>
          <a:p>
            <a:pPr marL="990575" lvl="1" indent="0" defTabSz="1219170">
              <a:spcAft>
                <a:spcPts val="400"/>
              </a:spcAft>
              <a:buClr>
                <a:srgbClr val="769452"/>
              </a:buClr>
            </a:pPr>
            <a:endParaRPr lang="fr-FR" altLang="de-DE" sz="2000" b="1" kern="0" dirty="0">
              <a:solidFill>
                <a:srgbClr val="000000"/>
              </a:solidFill>
              <a:latin typeface="Poppins" panose="020B0604020202020204" charset="0"/>
              <a:cs typeface="Poppins" panose="020B0604020202020204" charset="0"/>
              <a:sym typeface="Arial"/>
            </a:endParaRPr>
          </a:p>
          <a:p>
            <a:pPr marL="457189" indent="-457189" defTabSz="1219170">
              <a:spcAft>
                <a:spcPts val="400"/>
              </a:spcAft>
              <a:buClr>
                <a:srgbClr val="769452"/>
              </a:buClr>
              <a:buFont typeface="+mj-lt"/>
              <a:buAutoNum type="arabicPeriod" startAt="2"/>
            </a:pPr>
            <a:r>
              <a:rPr lang="fr-FR" altLang="de-DE" sz="2000" kern="0" dirty="0">
                <a:solidFill>
                  <a:srgbClr val="434343"/>
                </a:solidFill>
                <a:latin typeface="Poppins" panose="020B0604020202020204" charset="0"/>
                <a:cs typeface="Poppins" panose="020B0604020202020204" charset="0"/>
                <a:sym typeface="Arial"/>
              </a:rPr>
              <a:t>Choose a </a:t>
            </a:r>
            <a:r>
              <a:rPr lang="fr-FR" altLang="de-DE" sz="2000" b="1" kern="0" dirty="0" err="1">
                <a:solidFill>
                  <a:srgbClr val="434343"/>
                </a:solidFill>
                <a:latin typeface="Poppins" panose="020B0604020202020204" charset="0"/>
                <a:cs typeface="Poppins" panose="020B0604020202020204" charset="0"/>
                <a:sym typeface="Arial"/>
              </a:rPr>
              <a:t>potential</a:t>
            </a:r>
            <a:r>
              <a:rPr lang="fr-FR" altLang="de-DE" sz="2000" kern="0" dirty="0">
                <a:solidFill>
                  <a:srgbClr val="434343"/>
                </a:solidFill>
                <a:latin typeface="Poppins" panose="020B0604020202020204" charset="0"/>
                <a:cs typeface="Poppins" panose="020B0604020202020204" charset="0"/>
                <a:sym typeface="Arial"/>
              </a:rPr>
              <a:t> </a:t>
            </a:r>
            <a:r>
              <a:rPr lang="fr-FR" altLang="de-DE" sz="2000" kern="0" dirty="0" err="1">
                <a:solidFill>
                  <a:srgbClr val="434343"/>
                </a:solidFill>
                <a:latin typeface="Poppins" panose="020B0604020202020204" charset="0"/>
                <a:cs typeface="Poppins" panose="020B0604020202020204" charset="0"/>
                <a:sym typeface="Arial"/>
              </a:rPr>
              <a:t>opportunity</a:t>
            </a:r>
            <a:r>
              <a:rPr lang="fr-FR" altLang="de-DE" sz="2000" kern="0" dirty="0">
                <a:solidFill>
                  <a:srgbClr val="434343"/>
                </a:solidFill>
                <a:latin typeface="Poppins" panose="020B0604020202020204" charset="0"/>
                <a:cs typeface="Poppins" panose="020B0604020202020204" charset="0"/>
                <a:sym typeface="Arial"/>
              </a:rPr>
              <a:t>, and a </a:t>
            </a:r>
            <a:r>
              <a:rPr lang="fr-FR" altLang="de-DE" sz="2000" kern="0" dirty="0" err="1">
                <a:solidFill>
                  <a:srgbClr val="434343"/>
                </a:solidFill>
                <a:latin typeface="Poppins" panose="020B0604020202020204" charset="0"/>
                <a:cs typeface="Poppins" panose="020B0604020202020204" charset="0"/>
                <a:sym typeface="Arial"/>
              </a:rPr>
              <a:t>barrier</a:t>
            </a:r>
            <a:r>
              <a:rPr lang="fr-FR" altLang="de-DE" sz="2000" kern="0" dirty="0">
                <a:solidFill>
                  <a:srgbClr val="434343"/>
                </a:solidFill>
                <a:latin typeface="Poppins" panose="020B0604020202020204" charset="0"/>
                <a:cs typeface="Poppins" panose="020B0604020202020204" charset="0"/>
                <a:sym typeface="Arial"/>
              </a:rPr>
              <a:t>.  Note the steps required to take advantage of the opportunity, and to avoid or overcome the barrier</a:t>
            </a:r>
            <a:r>
              <a:rPr lang="fr-FR" altLang="de-DE" sz="2000" kern="0" dirty="0">
                <a:solidFill>
                  <a:srgbClr val="000000"/>
                </a:solidFill>
                <a:latin typeface="Poppins" panose="020B0604020202020204" charset="0"/>
                <a:cs typeface="Poppins" panose="020B0604020202020204" charset="0"/>
                <a:sym typeface="Arial"/>
              </a:rPr>
              <a:t> </a:t>
            </a:r>
          </a:p>
          <a:p>
            <a:pPr marL="457189" indent="-457189" defTabSz="1219170">
              <a:spcAft>
                <a:spcPts val="400"/>
              </a:spcAft>
              <a:buClr>
                <a:srgbClr val="769452"/>
              </a:buClr>
              <a:buFont typeface="+mj-lt"/>
              <a:buAutoNum type="arabicPeriod" startAt="2"/>
            </a:pPr>
            <a:endParaRPr lang="fr-FR" altLang="de-DE" sz="2000" kern="0" dirty="0">
              <a:solidFill>
                <a:srgbClr val="000000"/>
              </a:solidFill>
              <a:latin typeface="Poppins" panose="020B0604020202020204" charset="0"/>
              <a:cs typeface="Poppins" panose="020B0604020202020204" charset="0"/>
              <a:sym typeface="Arial"/>
            </a:endParaRPr>
          </a:p>
          <a:p>
            <a:pPr marL="457189" indent="-457189" defTabSz="1219170">
              <a:spcAft>
                <a:spcPts val="400"/>
              </a:spcAft>
              <a:buClr>
                <a:srgbClr val="769452"/>
              </a:buClr>
              <a:buFont typeface="+mj-lt"/>
              <a:buAutoNum type="arabicPeriod" startAt="2"/>
            </a:pPr>
            <a:r>
              <a:rPr lang="fr-FR" altLang="de-DE" sz="2000" kern="0" dirty="0" err="1">
                <a:solidFill>
                  <a:srgbClr val="EDEDED">
                    <a:lumMod val="25000"/>
                  </a:srgbClr>
                </a:solidFill>
                <a:latin typeface="Poppins" panose="020B0604020202020204" charset="0"/>
                <a:cs typeface="Poppins" panose="020B0604020202020204" charset="0"/>
                <a:sym typeface="Arial"/>
              </a:rPr>
              <a:t>Remember</a:t>
            </a:r>
            <a:r>
              <a:rPr lang="fr-FR" altLang="de-DE" sz="2000" kern="0" dirty="0">
                <a:solidFill>
                  <a:srgbClr val="EDEDED">
                    <a:lumMod val="25000"/>
                  </a:srgbClr>
                </a:solidFill>
                <a:latin typeface="Poppins" panose="020B0604020202020204" charset="0"/>
                <a:cs typeface="Poppins" panose="020B0604020202020204" charset="0"/>
                <a:sym typeface="Arial"/>
              </a:rPr>
              <a:t> the if ‘A’ </a:t>
            </a:r>
            <a:r>
              <a:rPr lang="fr-FR" altLang="de-DE" sz="2000" kern="0" dirty="0" err="1">
                <a:solidFill>
                  <a:srgbClr val="EDEDED">
                    <a:lumMod val="25000"/>
                  </a:srgbClr>
                </a:solidFill>
                <a:latin typeface="Poppins" panose="020B0604020202020204" charset="0"/>
                <a:cs typeface="Poppins" panose="020B0604020202020204" charset="0"/>
                <a:sym typeface="Arial"/>
              </a:rPr>
              <a:t>then</a:t>
            </a:r>
            <a:r>
              <a:rPr lang="fr-FR" altLang="de-DE" sz="2000" kern="0" dirty="0">
                <a:solidFill>
                  <a:srgbClr val="EDEDED">
                    <a:lumMod val="25000"/>
                  </a:srgbClr>
                </a:solidFill>
                <a:latin typeface="Poppins" panose="020B0604020202020204" charset="0"/>
                <a:cs typeface="Poppins" panose="020B0604020202020204" charset="0"/>
                <a:sym typeface="Arial"/>
              </a:rPr>
              <a:t> ‘B’ technique</a:t>
            </a:r>
          </a:p>
        </p:txBody>
      </p:sp>
      <p:sp>
        <p:nvSpPr>
          <p:cNvPr id="11" name="Text Box 3"/>
          <p:cNvSpPr txBox="1">
            <a:spLocks noChangeArrowheads="1"/>
          </p:cNvSpPr>
          <p:nvPr/>
        </p:nvSpPr>
        <p:spPr bwMode="auto">
          <a:xfrm>
            <a:off x="1344600" y="316801"/>
            <a:ext cx="9296400" cy="396875"/>
          </a:xfrm>
          <a:prstGeom prst="rect">
            <a:avLst/>
          </a:prstGeom>
          <a:noFill/>
          <a:ln>
            <a:noFill/>
          </a:ln>
          <a:effectLst/>
          <a:extLst>
            <a:ext uri="{909E8E84-426E-40dd-AFC4-6F175D3DCCD1}">
              <a14:hiddenFill xmlns="" xmlns:p14="http://schemas.microsoft.com/office/powerpoint/2010/main" xmlns:a14="http://schemas.microsoft.com/office/drawing/2010/main">
                <a:solidFill>
                  <a:schemeClr val="accent1"/>
                </a:solidFill>
              </a14:hiddenFill>
            </a:ext>
            <a:ext uri="{91240B29-F687-4f45-9708-019B960494DF}">
              <a14:hiddenLine xmlns="" xmlns:p14="http://schemas.microsoft.com/office/powerpoint/2010/main" xmlns:a14="http://schemas.microsoft.com/office/drawing/2010/main" w="9525">
                <a:solidFill>
                  <a:schemeClr val="tx1"/>
                </a:solidFill>
                <a:miter lim="800000"/>
                <a:headEnd/>
                <a:tailEnd/>
              </a14:hiddenLine>
            </a:ext>
            <a:ext uri="{AF507438-7753-43e0-B8FC-AC1667EBCBE1}">
              <a14:hiddenEffects xmlns="" xmlns:p14="http://schemas.microsoft.com/office/powerpoint/2010/main"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defRPr sz="2000" b="1">
                <a:solidFill>
                  <a:schemeClr val="tx2"/>
                </a:solidFill>
                <a:latin typeface="+mj-lt"/>
                <a:ea typeface="+mj-ea"/>
                <a:cs typeface="+mj-cs"/>
              </a:defRPr>
            </a:lvl1pPr>
            <a:lvl2pPr>
              <a:defRPr sz="2000" b="1">
                <a:solidFill>
                  <a:schemeClr val="tx2"/>
                </a:solidFill>
                <a:latin typeface="Arial" charset="0"/>
              </a:defRPr>
            </a:lvl2pPr>
            <a:lvl3pPr>
              <a:defRPr sz="2000" b="1">
                <a:solidFill>
                  <a:schemeClr val="tx2"/>
                </a:solidFill>
                <a:latin typeface="Arial" charset="0"/>
              </a:defRPr>
            </a:lvl3pPr>
            <a:lvl4pPr>
              <a:defRPr sz="2000" b="1">
                <a:solidFill>
                  <a:schemeClr val="tx2"/>
                </a:solidFill>
                <a:latin typeface="Arial" charset="0"/>
              </a:defRPr>
            </a:lvl4pPr>
            <a:lvl5pPr>
              <a:defRPr sz="2000" b="1">
                <a:solidFill>
                  <a:schemeClr val="tx2"/>
                </a:solidFill>
                <a:latin typeface="Arial" charset="0"/>
              </a:defRPr>
            </a:lvl5pPr>
            <a:lvl6pPr marL="457200" eaLnBrk="0" fontAlgn="base" hangingPunct="0">
              <a:spcBef>
                <a:spcPct val="0"/>
              </a:spcBef>
              <a:spcAft>
                <a:spcPct val="0"/>
              </a:spcAft>
              <a:defRPr sz="2000" b="1">
                <a:solidFill>
                  <a:schemeClr val="tx2"/>
                </a:solidFill>
                <a:latin typeface="Arial" charset="0"/>
              </a:defRPr>
            </a:lvl6pPr>
            <a:lvl7pPr marL="914400" eaLnBrk="0" fontAlgn="base" hangingPunct="0">
              <a:spcBef>
                <a:spcPct val="0"/>
              </a:spcBef>
              <a:spcAft>
                <a:spcPct val="0"/>
              </a:spcAft>
              <a:defRPr sz="2000" b="1">
                <a:solidFill>
                  <a:schemeClr val="tx2"/>
                </a:solidFill>
                <a:latin typeface="Arial" charset="0"/>
              </a:defRPr>
            </a:lvl7pPr>
            <a:lvl8pPr marL="1371600" eaLnBrk="0" fontAlgn="base" hangingPunct="0">
              <a:spcBef>
                <a:spcPct val="0"/>
              </a:spcBef>
              <a:spcAft>
                <a:spcPct val="0"/>
              </a:spcAft>
              <a:defRPr sz="2000" b="1">
                <a:solidFill>
                  <a:schemeClr val="tx2"/>
                </a:solidFill>
                <a:latin typeface="Arial" charset="0"/>
              </a:defRPr>
            </a:lvl8pPr>
            <a:lvl9pPr marL="1828800" eaLnBrk="0" fontAlgn="base" hangingPunct="0">
              <a:spcBef>
                <a:spcPct val="0"/>
              </a:spcBef>
              <a:spcAft>
                <a:spcPct val="0"/>
              </a:spcAft>
              <a:defRPr sz="2000" b="1">
                <a:solidFill>
                  <a:schemeClr val="tx2"/>
                </a:solidFill>
                <a:latin typeface="Arial" charset="0"/>
              </a:defRPr>
            </a:lvl9pPr>
          </a:lstStyle>
          <a:p>
            <a:pPr defTabSz="1219170">
              <a:buClr>
                <a:srgbClr val="000000"/>
              </a:buClr>
            </a:pPr>
            <a:r>
              <a:rPr lang="fr-FR" kern="0" dirty="0">
                <a:solidFill>
                  <a:srgbClr val="EDEDED"/>
                </a:solidFill>
                <a:latin typeface="Arial"/>
                <a:sym typeface="Arial"/>
              </a:rPr>
              <a:t>Exercise</a:t>
            </a:r>
            <a:r>
              <a:rPr lang="en-US" kern="0" dirty="0">
                <a:solidFill>
                  <a:srgbClr val="EDEDED"/>
                </a:solidFill>
                <a:latin typeface="Arial"/>
                <a:sym typeface="Arial"/>
              </a:rPr>
              <a:t>: </a:t>
            </a:r>
            <a:r>
              <a:rPr lang="fr-BE" kern="0" dirty="0">
                <a:solidFill>
                  <a:srgbClr val="EDEDED"/>
                </a:solidFill>
                <a:latin typeface="Arial"/>
                <a:sym typeface="Arial"/>
              </a:rPr>
              <a:t>Identifying proactive vs. reactive behaviour</a:t>
            </a:r>
            <a:endParaRPr lang="en-US" kern="0" dirty="0">
              <a:solidFill>
                <a:srgbClr val="EDEDED"/>
              </a:solidFill>
              <a:latin typeface="Arial"/>
              <a:sym typeface="Arial"/>
            </a:endParaRPr>
          </a:p>
        </p:txBody>
      </p:sp>
      <p:sp>
        <p:nvSpPr>
          <p:cNvPr id="13" name="Rectangle 1026"/>
          <p:cNvSpPr txBox="1">
            <a:spLocks noChangeArrowheads="1"/>
          </p:cNvSpPr>
          <p:nvPr/>
        </p:nvSpPr>
        <p:spPr>
          <a:xfrm>
            <a:off x="1343026" y="316802"/>
            <a:ext cx="9223375" cy="7000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defTabSz="1219170">
              <a:buClr>
                <a:srgbClr val="434343"/>
              </a:buClr>
            </a:pPr>
            <a:r>
              <a:rPr lang="fr-FR" sz="3467" kern="0" dirty="0">
                <a:solidFill>
                  <a:srgbClr val="434343"/>
                </a:solidFill>
              </a:rPr>
              <a:t>EXERCISE: </a:t>
            </a:r>
            <a:r>
              <a:rPr lang="fr-FR" sz="3467" b="0" kern="0" dirty="0" err="1">
                <a:solidFill>
                  <a:srgbClr val="434343"/>
                </a:solidFill>
              </a:rPr>
              <a:t>Preparing</a:t>
            </a:r>
            <a:r>
              <a:rPr lang="fr-FR" sz="3467" b="0" kern="0" dirty="0">
                <a:solidFill>
                  <a:srgbClr val="434343"/>
                </a:solidFill>
              </a:rPr>
              <a:t> for Changes</a:t>
            </a:r>
          </a:p>
          <a:p>
            <a:pPr defTabSz="1219170">
              <a:buClr>
                <a:srgbClr val="434343"/>
              </a:buClr>
            </a:pPr>
            <a:r>
              <a:rPr lang="fr-FR" sz="3467" b="0" kern="0" dirty="0">
                <a:solidFill>
                  <a:srgbClr val="434343"/>
                </a:solidFill>
              </a:rPr>
              <a:t> in The </a:t>
            </a:r>
            <a:r>
              <a:rPr lang="fr-FR" sz="3467" b="0" kern="0" dirty="0" err="1">
                <a:solidFill>
                  <a:srgbClr val="434343"/>
                </a:solidFill>
              </a:rPr>
              <a:t>Environment</a:t>
            </a:r>
            <a:endParaRPr lang="fr-FR" sz="3467" b="0" kern="0" dirty="0">
              <a:solidFill>
                <a:srgbClr val="434343"/>
              </a:solidFill>
            </a:endParaRPr>
          </a:p>
        </p:txBody>
      </p:sp>
      <p:pic>
        <p:nvPicPr>
          <p:cNvPr id="15" name="Grafik 14"/>
          <p:cNvPicPr>
            <a:picLocks noChangeAspect="1"/>
          </p:cNvPicPr>
          <p:nvPr/>
        </p:nvPicPr>
        <p:blipFill rotWithShape="1">
          <a:blip r:embed="rId3" cstate="email">
            <a:extLst>
              <a:ext uri="{28A0092B-C50C-407E-A947-70E740481C1C}">
                <a14:useLocalDpi xmlns:a14="http://schemas.microsoft.com/office/drawing/2010/main"/>
              </a:ext>
            </a:extLst>
          </a:blip>
          <a:srcRect b="19551"/>
          <a:stretch/>
        </p:blipFill>
        <p:spPr>
          <a:xfrm flipH="1">
            <a:off x="10173536" y="1"/>
            <a:ext cx="1083451" cy="871631"/>
          </a:xfrm>
          <a:prstGeom prst="rect">
            <a:avLst/>
          </a:prstGeom>
        </p:spPr>
      </p:pic>
      <p:sp>
        <p:nvSpPr>
          <p:cNvPr id="9" name="Textfeld 8"/>
          <p:cNvSpPr txBox="1"/>
          <p:nvPr/>
        </p:nvSpPr>
        <p:spPr>
          <a:xfrm>
            <a:off x="274171" y="449975"/>
            <a:ext cx="739305" cy="379656"/>
          </a:xfrm>
          <a:prstGeom prst="rect">
            <a:avLst/>
          </a:prstGeom>
          <a:noFill/>
        </p:spPr>
        <p:txBody>
          <a:bodyPr wrap="none" rtlCol="0">
            <a:spAutoFit/>
          </a:bodyPr>
          <a:lstStyle/>
          <a:p>
            <a:pPr algn="ctr" defTabSz="1219170">
              <a:buClr>
                <a:srgbClr val="000000"/>
              </a:buClr>
            </a:pPr>
            <a:r>
              <a:rPr lang="de-DE" sz="1867" kern="0" dirty="0">
                <a:solidFill>
                  <a:srgbClr val="000000"/>
                </a:solidFill>
                <a:latin typeface="Poppins" panose="020B0604020202020204" charset="0"/>
                <a:cs typeface="Poppins" panose="020B0604020202020204" charset="0"/>
                <a:sym typeface="Arial"/>
              </a:rPr>
              <a:t>WS 4 </a:t>
            </a:r>
            <a:endParaRPr lang="en-GB" sz="1867" kern="0" dirty="0">
              <a:solidFill>
                <a:srgbClr val="000000"/>
              </a:solidFill>
              <a:latin typeface="Poppins" panose="020B0604020202020204" charset="0"/>
              <a:cs typeface="Poppins" panose="020B0604020202020204" charset="0"/>
              <a:sym typeface="Arial"/>
            </a:endParaRPr>
          </a:p>
        </p:txBody>
      </p:sp>
      <p:grpSp>
        <p:nvGrpSpPr>
          <p:cNvPr id="12" name="Gruppieren 11"/>
          <p:cNvGrpSpPr/>
          <p:nvPr/>
        </p:nvGrpSpPr>
        <p:grpSpPr>
          <a:xfrm>
            <a:off x="8812522" y="3717891"/>
            <a:ext cx="4295283" cy="3152317"/>
            <a:chOff x="6408234" y="2900297"/>
            <a:chExt cx="2997200" cy="2170330"/>
          </a:xfrm>
        </p:grpSpPr>
        <p:pic>
          <p:nvPicPr>
            <p:cNvPr id="14" name="Grafik 1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6408234" y="2900297"/>
              <a:ext cx="2997200" cy="2170330"/>
            </a:xfrm>
            <a:prstGeom prst="rect">
              <a:avLst/>
            </a:prstGeom>
          </p:spPr>
        </p:pic>
        <p:sp>
          <p:nvSpPr>
            <p:cNvPr id="16" name="Rechteck 15"/>
            <p:cNvSpPr/>
            <p:nvPr/>
          </p:nvSpPr>
          <p:spPr>
            <a:xfrm>
              <a:off x="7151772" y="3909735"/>
              <a:ext cx="936456" cy="261388"/>
            </a:xfrm>
            <a:prstGeom prst="rect">
              <a:avLst/>
            </a:prstGeom>
          </p:spPr>
          <p:txBody>
            <a:bodyPr wrap="none">
              <a:spAutoFit/>
            </a:bodyPr>
            <a:lstStyle/>
            <a:p>
              <a:pPr algn="ctr" defTabSz="1219170">
                <a:buClr>
                  <a:srgbClr val="000000"/>
                </a:buClr>
              </a:pPr>
              <a:r>
                <a:rPr lang="de-DE" sz="1867" kern="0" dirty="0">
                  <a:solidFill>
                    <a:srgbClr val="434343"/>
                  </a:solidFill>
                  <a:latin typeface="Josefin Sans" panose="020B0604020202020204" charset="0"/>
                  <a:cs typeface="Arial"/>
                  <a:sym typeface="Arial"/>
                </a:rPr>
                <a:t>EXAMPLE</a:t>
              </a:r>
              <a:endParaRPr lang="fr-FR" sz="1867" kern="0" dirty="0">
                <a:solidFill>
                  <a:srgbClr val="434343"/>
                </a:solidFill>
                <a:latin typeface="Josefin Sans" panose="020B0604020202020204" charset="0"/>
                <a:cs typeface="Arial"/>
                <a:sym typeface="Arial"/>
              </a:endParaRPr>
            </a:p>
          </p:txBody>
        </p:sp>
      </p:grpSp>
      <p:grpSp>
        <p:nvGrpSpPr>
          <p:cNvPr id="53" name="Google Shape;8797;p63"/>
          <p:cNvGrpSpPr/>
          <p:nvPr/>
        </p:nvGrpSpPr>
        <p:grpSpPr>
          <a:xfrm>
            <a:off x="288966" y="1592294"/>
            <a:ext cx="197108" cy="389321"/>
            <a:chOff x="3527539" y="4476677"/>
            <a:chExt cx="159232" cy="314510"/>
          </a:xfrm>
          <a:solidFill>
            <a:srgbClr val="000000"/>
          </a:solidFill>
        </p:grpSpPr>
        <p:sp>
          <p:nvSpPr>
            <p:cNvPr id="54"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56" name="Google Shape;8797;p63"/>
          <p:cNvGrpSpPr/>
          <p:nvPr/>
        </p:nvGrpSpPr>
        <p:grpSpPr>
          <a:xfrm>
            <a:off x="604841" y="1592294"/>
            <a:ext cx="197108" cy="389321"/>
            <a:chOff x="3527539" y="4476677"/>
            <a:chExt cx="159232" cy="314510"/>
          </a:xfrm>
          <a:solidFill>
            <a:srgbClr val="000000"/>
          </a:solidFill>
        </p:grpSpPr>
        <p:sp>
          <p:nvSpPr>
            <p:cNvPr id="57"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8"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59" name="Google Shape;8797;p63"/>
          <p:cNvGrpSpPr/>
          <p:nvPr/>
        </p:nvGrpSpPr>
        <p:grpSpPr>
          <a:xfrm>
            <a:off x="288514" y="1137524"/>
            <a:ext cx="197108" cy="389321"/>
            <a:chOff x="3527539" y="4476677"/>
            <a:chExt cx="159232" cy="314510"/>
          </a:xfrm>
          <a:solidFill>
            <a:srgbClr val="000000"/>
          </a:solidFill>
        </p:grpSpPr>
        <p:sp>
          <p:nvSpPr>
            <p:cNvPr id="60"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1"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62" name="Google Shape;8797;p63"/>
          <p:cNvGrpSpPr/>
          <p:nvPr/>
        </p:nvGrpSpPr>
        <p:grpSpPr>
          <a:xfrm>
            <a:off x="604841" y="1137524"/>
            <a:ext cx="197108" cy="389321"/>
            <a:chOff x="3527539" y="4476677"/>
            <a:chExt cx="159232" cy="314510"/>
          </a:xfrm>
          <a:solidFill>
            <a:srgbClr val="000000"/>
          </a:solidFill>
        </p:grpSpPr>
        <p:sp>
          <p:nvSpPr>
            <p:cNvPr id="63"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4"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pic>
        <p:nvPicPr>
          <p:cNvPr id="23" name="Grafik 22"/>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325191" y="4383560"/>
            <a:ext cx="1041528" cy="882147"/>
          </a:xfrm>
          <a:prstGeom prst="rect">
            <a:avLst/>
          </a:prstGeom>
        </p:spPr>
      </p:pic>
      <p:pic>
        <p:nvPicPr>
          <p:cNvPr id="2" name="Grafik 1"/>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203127" y="2449458"/>
            <a:ext cx="1901059" cy="1534697"/>
          </a:xfrm>
          <a:prstGeom prst="rect">
            <a:avLst/>
          </a:prstGeom>
        </p:spPr>
      </p:pic>
      <p:grpSp>
        <p:nvGrpSpPr>
          <p:cNvPr id="25" name="Google Shape;9266;p64"/>
          <p:cNvGrpSpPr/>
          <p:nvPr/>
        </p:nvGrpSpPr>
        <p:grpSpPr>
          <a:xfrm>
            <a:off x="829843" y="3440854"/>
            <a:ext cx="323813" cy="291937"/>
            <a:chOff x="7390435" y="3680868"/>
            <a:chExt cx="372073" cy="355243"/>
          </a:xfrm>
          <a:solidFill>
            <a:schemeClr val="tx1"/>
          </a:solidFill>
        </p:grpSpPr>
        <p:sp>
          <p:nvSpPr>
            <p:cNvPr id="26" name="Google Shape;9267;p64"/>
            <p:cNvSpPr/>
            <p:nvPr/>
          </p:nvSpPr>
          <p:spPr>
            <a:xfrm>
              <a:off x="7390435" y="3744950"/>
              <a:ext cx="294178" cy="291162"/>
            </a:xfrm>
            <a:custGeom>
              <a:avLst/>
              <a:gdLst/>
              <a:ahLst/>
              <a:cxnLst/>
              <a:rect l="l" t="t" r="r" b="b"/>
              <a:pathLst>
                <a:path w="9264" h="9169" extrusionOk="0">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 name="Google Shape;9268;p64"/>
            <p:cNvSpPr/>
            <p:nvPr/>
          </p:nvSpPr>
          <p:spPr>
            <a:xfrm>
              <a:off x="7408948" y="3772259"/>
              <a:ext cx="259407" cy="236257"/>
            </a:xfrm>
            <a:custGeom>
              <a:avLst/>
              <a:gdLst/>
              <a:ahLst/>
              <a:cxnLst/>
              <a:rect l="l" t="t" r="r" b="b"/>
              <a:pathLst>
                <a:path w="8169" h="7440" extrusionOk="0">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 name="Google Shape;9269;p64"/>
            <p:cNvSpPr/>
            <p:nvPr/>
          </p:nvSpPr>
          <p:spPr>
            <a:xfrm>
              <a:off x="7487986" y="3680868"/>
              <a:ext cx="274522" cy="259565"/>
            </a:xfrm>
            <a:custGeom>
              <a:avLst/>
              <a:gdLst/>
              <a:ahLst/>
              <a:cxnLst/>
              <a:rect l="l" t="t" r="r" b="b"/>
              <a:pathLst>
                <a:path w="8645" h="8174" extrusionOk="0">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 name="Google Shape;9270;p64"/>
            <p:cNvSpPr/>
            <p:nvPr/>
          </p:nvSpPr>
          <p:spPr>
            <a:xfrm>
              <a:off x="7691758" y="3789502"/>
              <a:ext cx="34073" cy="102918"/>
            </a:xfrm>
            <a:custGeom>
              <a:avLst/>
              <a:gdLst/>
              <a:ahLst/>
              <a:cxnLst/>
              <a:rect l="l" t="t" r="r" b="b"/>
              <a:pathLst>
                <a:path w="1073" h="3241" extrusionOk="0">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 name="Google Shape;9271;p64"/>
            <p:cNvSpPr/>
            <p:nvPr/>
          </p:nvSpPr>
          <p:spPr>
            <a:xfrm>
              <a:off x="7536000" y="3708082"/>
              <a:ext cx="173192" cy="72052"/>
            </a:xfrm>
            <a:custGeom>
              <a:avLst/>
              <a:gdLst/>
              <a:ahLst/>
              <a:cxnLst/>
              <a:rect l="l" t="t" r="r" b="b"/>
              <a:pathLst>
                <a:path w="5454" h="2269" extrusionOk="0">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 name="Google Shape;9272;p64"/>
            <p:cNvSpPr/>
            <p:nvPr/>
          </p:nvSpPr>
          <p:spPr>
            <a:xfrm>
              <a:off x="7501228" y="3819415"/>
              <a:ext cx="75640" cy="141437"/>
            </a:xfrm>
            <a:custGeom>
              <a:avLst/>
              <a:gdLst/>
              <a:ahLst/>
              <a:cxnLst/>
              <a:rect l="l" t="t" r="r" b="b"/>
              <a:pathLst>
                <a:path w="2382" h="4454" extrusionOk="0">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Tree>
    <p:extLst>
      <p:ext uri="{BB962C8B-B14F-4D97-AF65-F5344CB8AC3E}">
        <p14:creationId xmlns:p14="http://schemas.microsoft.com/office/powerpoint/2010/main" val="3091256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34" name="Textfeld 2"/>
          <p:cNvSpPr txBox="1">
            <a:spLocks noChangeArrowheads="1"/>
          </p:cNvSpPr>
          <p:nvPr/>
        </p:nvSpPr>
        <p:spPr bwMode="auto">
          <a:xfrm>
            <a:off x="1138813" y="1522060"/>
            <a:ext cx="7399593" cy="2749984"/>
          </a:xfrm>
          <a:prstGeom prst="rect">
            <a:avLst/>
          </a:prstGeom>
          <a:noFill/>
          <a:ln>
            <a:noFill/>
          </a:ln>
          <a:extLst>
            <a:ext uri="{909E8E84-426E-40dd-AFC4-6F175D3DCCD1}">
              <a14:hiddenFill xmlns="" xmlns:p14="http://schemas.microsoft.com/office/powerpoint/2010/main" xmlns:a14="http://schemas.microsoft.com/office/drawing/2010/main">
                <a:solidFill>
                  <a:srgbClr val="FFFFFF"/>
                </a:solidFill>
              </a14:hiddenFill>
            </a:ext>
            <a:ext uri="{91240B29-F687-4f45-9708-019B960494DF}">
              <a14:hiddenLine xmlns="" xmlns:p14="http://schemas.microsoft.com/office/powerpoint/2010/main"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defTabSz="1219170">
              <a:buClr>
                <a:srgbClr val="000000"/>
              </a:buClr>
            </a:pPr>
            <a:r>
              <a:rPr lang="fr-FR" altLang="de-DE" sz="1867" b="1" kern="0" dirty="0">
                <a:solidFill>
                  <a:srgbClr val="434343"/>
                </a:solidFill>
                <a:latin typeface="Poppins" panose="020B0604020202020204" charset="0"/>
                <a:cs typeface="Poppins" panose="020B0604020202020204" charset="0"/>
                <a:sym typeface="Arial"/>
              </a:rPr>
              <a:t>Example:</a:t>
            </a:r>
          </a:p>
          <a:p>
            <a:pPr defTabSz="1219170">
              <a:buClr>
                <a:srgbClr val="000000"/>
              </a:buClr>
            </a:pPr>
            <a:endParaRPr lang="fr-FR" altLang="de-DE" sz="1867" b="1" kern="0" dirty="0">
              <a:solidFill>
                <a:srgbClr val="434343"/>
              </a:solidFill>
              <a:latin typeface="Poppins" panose="020B0604020202020204" charset="0"/>
              <a:cs typeface="Poppins" panose="020B0604020202020204" charset="0"/>
              <a:sym typeface="Arial"/>
            </a:endParaRPr>
          </a:p>
          <a:p>
            <a:pPr marL="38099" indent="-380990" defTabSz="1219170">
              <a:buClr>
                <a:srgbClr val="769452"/>
              </a:buClr>
              <a:buFont typeface="Courier New" panose="02070309020205020404" pitchFamily="49" charset="0"/>
              <a:buChar char="o"/>
            </a:pPr>
            <a:r>
              <a:rPr lang="fr-FR" altLang="de-DE" sz="1867" b="1" kern="0" dirty="0">
                <a:solidFill>
                  <a:srgbClr val="434343"/>
                </a:solidFill>
                <a:latin typeface="Poppins" panose="020B0604020202020204" charset="0"/>
                <a:cs typeface="Poppins" panose="020B0604020202020204" charset="0"/>
                <a:sym typeface="Arial"/>
              </a:rPr>
              <a:t>Change:  </a:t>
            </a:r>
            <a:r>
              <a:rPr lang="fr-FR" altLang="de-DE" sz="1867" kern="0" dirty="0">
                <a:solidFill>
                  <a:srgbClr val="434343"/>
                </a:solidFill>
                <a:latin typeface="Poppins" panose="020B0604020202020204" charset="0"/>
                <a:cs typeface="Poppins" panose="020B0604020202020204" charset="0"/>
                <a:sym typeface="Arial"/>
              </a:rPr>
              <a:t>Rising </a:t>
            </a:r>
            <a:r>
              <a:rPr lang="fr-FR" altLang="de-DE" sz="1867" kern="0" dirty="0" err="1">
                <a:solidFill>
                  <a:srgbClr val="434343"/>
                </a:solidFill>
                <a:latin typeface="Poppins" panose="020B0604020202020204" charset="0"/>
                <a:cs typeface="Poppins" panose="020B0604020202020204" charset="0"/>
                <a:sym typeface="Arial"/>
              </a:rPr>
              <a:t>Cost</a:t>
            </a:r>
            <a:r>
              <a:rPr lang="fr-FR" altLang="de-DE" sz="1867" kern="0" dirty="0">
                <a:solidFill>
                  <a:srgbClr val="434343"/>
                </a:solidFill>
                <a:latin typeface="Poppins" panose="020B0604020202020204" charset="0"/>
                <a:cs typeface="Poppins" panose="020B0604020202020204" charset="0"/>
                <a:sym typeface="Arial"/>
              </a:rPr>
              <a:t> of Food </a:t>
            </a:r>
            <a:endParaRPr lang="fr-FR" sz="1867" kern="0" dirty="0">
              <a:solidFill>
                <a:srgbClr val="434343"/>
              </a:solidFill>
              <a:latin typeface="Poppins" panose="020B0604020202020204" charset="0"/>
              <a:cs typeface="Poppins" panose="020B0604020202020204" charset="0"/>
              <a:sym typeface="Arial"/>
            </a:endParaRPr>
          </a:p>
          <a:p>
            <a:pPr marL="38099" indent="-380990" defTabSz="1219170">
              <a:buClr>
                <a:srgbClr val="769452"/>
              </a:buClr>
              <a:buFont typeface="Courier New" panose="02070309020205020404" pitchFamily="49" charset="0"/>
              <a:buChar char="o"/>
            </a:pPr>
            <a:r>
              <a:rPr lang="fr-FR" altLang="de-DE" sz="1867" b="1" kern="0" dirty="0">
                <a:solidFill>
                  <a:srgbClr val="434343"/>
                </a:solidFill>
                <a:latin typeface="Poppins" panose="020B0604020202020204" charset="0"/>
                <a:cs typeface="Poppins" panose="020B0604020202020204" charset="0"/>
                <a:sym typeface="Arial"/>
              </a:rPr>
              <a:t>Company: </a:t>
            </a:r>
            <a:r>
              <a:rPr lang="fr-FR" altLang="de-DE" sz="1867" kern="0" dirty="0">
                <a:solidFill>
                  <a:srgbClr val="434343"/>
                </a:solidFill>
                <a:latin typeface="Poppins" panose="020B0604020202020204" charset="0"/>
                <a:cs typeface="Poppins" panose="020B0604020202020204" charset="0"/>
                <a:sym typeface="Arial"/>
              </a:rPr>
              <a:t> Njoroge’s Food Store</a:t>
            </a:r>
          </a:p>
          <a:p>
            <a:pPr defTabSz="1219170">
              <a:spcAft>
                <a:spcPts val="400"/>
              </a:spcAft>
              <a:buClr>
                <a:srgbClr val="769452"/>
              </a:buClr>
            </a:pPr>
            <a:r>
              <a:rPr lang="fr-FR" altLang="de-DE" sz="1867" b="1" kern="0" dirty="0">
                <a:solidFill>
                  <a:srgbClr val="434343"/>
                </a:solidFill>
                <a:latin typeface="Poppins" panose="020B0604020202020204" charset="0"/>
                <a:cs typeface="Poppins" panose="020B0604020202020204" charset="0"/>
                <a:sym typeface="Arial"/>
              </a:rPr>
              <a:t>              Potential opportunities: </a:t>
            </a:r>
          </a:p>
          <a:p>
            <a:pPr marL="742932" lvl="1" indent="0" defTabSz="1219170">
              <a:spcAft>
                <a:spcPts val="1200"/>
              </a:spcAft>
              <a:buClr>
                <a:srgbClr val="769452"/>
              </a:buClr>
            </a:pPr>
            <a:r>
              <a:rPr lang="fr-FR" altLang="de-DE" sz="1867" kern="0" dirty="0">
                <a:solidFill>
                  <a:srgbClr val="434343"/>
                </a:solidFill>
                <a:latin typeface="Poppins" panose="020B0604020202020204" charset="0"/>
                <a:cs typeface="Poppins" panose="020B0604020202020204" charset="0"/>
                <a:sym typeface="Arial"/>
              </a:rPr>
              <a:t>Cut out </a:t>
            </a:r>
            <a:r>
              <a:rPr lang="fr-FR" altLang="de-DE" sz="1867" kern="0" dirty="0" err="1">
                <a:solidFill>
                  <a:srgbClr val="434343"/>
                </a:solidFill>
                <a:latin typeface="Poppins" panose="020B0604020202020204" charset="0"/>
                <a:cs typeface="Poppins" panose="020B0604020202020204" charset="0"/>
                <a:sym typeface="Arial"/>
              </a:rPr>
              <a:t>middlemen</a:t>
            </a:r>
            <a:r>
              <a:rPr lang="fr-FR" altLang="de-DE" sz="1867" kern="0" dirty="0">
                <a:solidFill>
                  <a:srgbClr val="434343"/>
                </a:solidFill>
                <a:latin typeface="Poppins" panose="020B0604020202020204" charset="0"/>
                <a:cs typeface="Poppins" panose="020B0604020202020204" charset="0"/>
                <a:sym typeface="Arial"/>
              </a:rPr>
              <a:t> and </a:t>
            </a:r>
            <a:r>
              <a:rPr lang="fr-FR" altLang="de-DE" sz="1867" kern="0" dirty="0" err="1">
                <a:solidFill>
                  <a:srgbClr val="434343"/>
                </a:solidFill>
                <a:latin typeface="Poppins" panose="020B0604020202020204" charset="0"/>
                <a:cs typeface="Poppins" panose="020B0604020202020204" charset="0"/>
                <a:sym typeface="Arial"/>
              </a:rPr>
              <a:t>buy</a:t>
            </a:r>
            <a:r>
              <a:rPr lang="fr-FR" altLang="de-DE" sz="1867" kern="0" dirty="0">
                <a:solidFill>
                  <a:srgbClr val="434343"/>
                </a:solidFill>
                <a:latin typeface="Poppins" panose="020B0604020202020204" charset="0"/>
                <a:cs typeface="Poppins" panose="020B0604020202020204" charset="0"/>
                <a:sym typeface="Arial"/>
              </a:rPr>
              <a:t> </a:t>
            </a:r>
            <a:r>
              <a:rPr lang="fr-FR" altLang="de-DE" sz="1867" kern="0" dirty="0" err="1">
                <a:solidFill>
                  <a:srgbClr val="434343"/>
                </a:solidFill>
                <a:latin typeface="Poppins" panose="020B0604020202020204" charset="0"/>
                <a:cs typeface="Poppins" panose="020B0604020202020204" charset="0"/>
                <a:sym typeface="Arial"/>
              </a:rPr>
              <a:t>some</a:t>
            </a:r>
            <a:r>
              <a:rPr lang="fr-FR" altLang="de-DE" sz="1867" kern="0" dirty="0">
                <a:solidFill>
                  <a:srgbClr val="434343"/>
                </a:solidFill>
                <a:latin typeface="Poppins" panose="020B0604020202020204" charset="0"/>
                <a:cs typeface="Poppins" panose="020B0604020202020204" charset="0"/>
                <a:sym typeface="Arial"/>
              </a:rPr>
              <a:t> items </a:t>
            </a:r>
            <a:r>
              <a:rPr lang="fr-FR" altLang="de-DE" sz="1867" kern="0" dirty="0" err="1">
                <a:solidFill>
                  <a:srgbClr val="434343"/>
                </a:solidFill>
                <a:latin typeface="Poppins" panose="020B0604020202020204" charset="0"/>
                <a:cs typeface="Poppins" panose="020B0604020202020204" charset="0"/>
                <a:sym typeface="Arial"/>
              </a:rPr>
              <a:t>from</a:t>
            </a:r>
            <a:r>
              <a:rPr lang="fr-FR" altLang="de-DE" sz="1867" kern="0" dirty="0">
                <a:solidFill>
                  <a:srgbClr val="434343"/>
                </a:solidFill>
                <a:latin typeface="Poppins" panose="020B0604020202020204" charset="0"/>
                <a:cs typeface="Poppins" panose="020B0604020202020204" charset="0"/>
                <a:sym typeface="Arial"/>
              </a:rPr>
              <a:t> </a:t>
            </a:r>
            <a:r>
              <a:rPr lang="fr-FR" altLang="de-DE" sz="1867" kern="0" dirty="0" err="1">
                <a:solidFill>
                  <a:srgbClr val="434343"/>
                </a:solidFill>
                <a:latin typeface="Poppins" panose="020B0604020202020204" charset="0"/>
                <a:cs typeface="Poppins" panose="020B0604020202020204" charset="0"/>
                <a:sym typeface="Arial"/>
              </a:rPr>
              <a:t>producers</a:t>
            </a:r>
            <a:endParaRPr lang="fr-FR" altLang="de-DE" sz="1867" kern="0" dirty="0">
              <a:solidFill>
                <a:srgbClr val="434343"/>
              </a:solidFill>
              <a:latin typeface="Poppins" panose="020B0604020202020204" charset="0"/>
              <a:cs typeface="Poppins" panose="020B0604020202020204" charset="0"/>
              <a:sym typeface="Arial"/>
            </a:endParaRPr>
          </a:p>
          <a:p>
            <a:pPr marL="742932" lvl="1" indent="0" defTabSz="1219170">
              <a:spcAft>
                <a:spcPts val="1200"/>
              </a:spcAft>
              <a:buClr>
                <a:srgbClr val="769452"/>
              </a:buClr>
            </a:pPr>
            <a:r>
              <a:rPr lang="fr-FR" altLang="de-DE" sz="1867" b="1" kern="0" dirty="0" err="1">
                <a:solidFill>
                  <a:srgbClr val="434343"/>
                </a:solidFill>
                <a:latin typeface="Poppins" panose="020B0604020202020204" charset="0"/>
                <a:cs typeface="Poppins" panose="020B0604020202020204" charset="0"/>
                <a:sym typeface="Arial"/>
              </a:rPr>
              <a:t>Potential</a:t>
            </a:r>
            <a:r>
              <a:rPr lang="fr-FR" altLang="de-DE" sz="1867" b="1" kern="0" dirty="0">
                <a:solidFill>
                  <a:srgbClr val="434343"/>
                </a:solidFill>
                <a:latin typeface="Poppins" panose="020B0604020202020204" charset="0"/>
                <a:cs typeface="Poppins" panose="020B0604020202020204" charset="0"/>
                <a:sym typeface="Arial"/>
              </a:rPr>
              <a:t> barriers: </a:t>
            </a:r>
          </a:p>
          <a:p>
            <a:pPr marL="742932" lvl="1" indent="0" defTabSz="1219170">
              <a:spcAft>
                <a:spcPts val="1200"/>
              </a:spcAft>
              <a:buClr>
                <a:srgbClr val="769452"/>
              </a:buClr>
            </a:pPr>
            <a:r>
              <a:rPr lang="fr-FR" altLang="de-DE" sz="1867" kern="0" dirty="0" err="1">
                <a:solidFill>
                  <a:srgbClr val="434343"/>
                </a:solidFill>
                <a:latin typeface="Poppins" panose="020B0604020202020204" charset="0"/>
                <a:cs typeface="Poppins" panose="020B0604020202020204" charset="0"/>
                <a:sym typeface="Arial"/>
              </a:rPr>
              <a:t>Idea</a:t>
            </a:r>
            <a:r>
              <a:rPr lang="fr-FR" altLang="de-DE" sz="1867" kern="0" dirty="0">
                <a:solidFill>
                  <a:srgbClr val="434343"/>
                </a:solidFill>
                <a:latin typeface="Poppins" panose="020B0604020202020204" charset="0"/>
                <a:cs typeface="Poppins" panose="020B0604020202020204" charset="0"/>
                <a:sym typeface="Arial"/>
              </a:rPr>
              <a:t> can </a:t>
            </a:r>
            <a:r>
              <a:rPr lang="fr-FR" altLang="de-DE" sz="1867" kern="0" dirty="0" err="1">
                <a:solidFill>
                  <a:srgbClr val="434343"/>
                </a:solidFill>
                <a:latin typeface="Poppins" panose="020B0604020202020204" charset="0"/>
                <a:cs typeface="Poppins" panose="020B0604020202020204" charset="0"/>
                <a:sym typeface="Arial"/>
              </a:rPr>
              <a:t>be</a:t>
            </a:r>
            <a:r>
              <a:rPr lang="fr-FR" altLang="de-DE" sz="1867" kern="0" dirty="0">
                <a:solidFill>
                  <a:srgbClr val="434343"/>
                </a:solidFill>
                <a:latin typeface="Poppins" panose="020B0604020202020204" charset="0"/>
                <a:cs typeface="Poppins" panose="020B0604020202020204" charset="0"/>
                <a:sym typeface="Arial"/>
              </a:rPr>
              <a:t> </a:t>
            </a:r>
            <a:r>
              <a:rPr lang="fr-FR" altLang="de-DE" sz="1867" kern="0" dirty="0" err="1">
                <a:solidFill>
                  <a:srgbClr val="434343"/>
                </a:solidFill>
                <a:latin typeface="Poppins" panose="020B0604020202020204" charset="0"/>
                <a:cs typeface="Poppins" panose="020B0604020202020204" charset="0"/>
                <a:sym typeface="Arial"/>
              </a:rPr>
              <a:t>copied</a:t>
            </a:r>
            <a:r>
              <a:rPr lang="fr-FR" altLang="de-DE" sz="1867" kern="0" dirty="0">
                <a:solidFill>
                  <a:srgbClr val="434343"/>
                </a:solidFill>
                <a:latin typeface="Poppins" panose="020B0604020202020204" charset="0"/>
                <a:cs typeface="Poppins" panose="020B0604020202020204" charset="0"/>
                <a:sym typeface="Arial"/>
              </a:rPr>
              <a:t> by </a:t>
            </a:r>
            <a:r>
              <a:rPr lang="fr-FR" altLang="de-DE" sz="1867" kern="0" dirty="0" err="1">
                <a:solidFill>
                  <a:srgbClr val="434343"/>
                </a:solidFill>
                <a:latin typeface="Poppins" panose="020B0604020202020204" charset="0"/>
                <a:cs typeface="Poppins" panose="020B0604020202020204" charset="0"/>
                <a:sym typeface="Arial"/>
              </a:rPr>
              <a:t>other</a:t>
            </a:r>
            <a:r>
              <a:rPr lang="fr-FR" altLang="de-DE" sz="1867" kern="0" dirty="0">
                <a:solidFill>
                  <a:srgbClr val="434343"/>
                </a:solidFill>
                <a:latin typeface="Poppins" panose="020B0604020202020204" charset="0"/>
                <a:cs typeface="Poppins" panose="020B0604020202020204" charset="0"/>
                <a:sym typeface="Arial"/>
              </a:rPr>
              <a:t> </a:t>
            </a:r>
            <a:r>
              <a:rPr lang="fr-FR" altLang="de-DE" sz="1867" kern="0" dirty="0" err="1">
                <a:solidFill>
                  <a:srgbClr val="434343"/>
                </a:solidFill>
                <a:latin typeface="Poppins" panose="020B0604020202020204" charset="0"/>
                <a:cs typeface="Poppins" panose="020B0604020202020204" charset="0"/>
                <a:sym typeface="Arial"/>
              </a:rPr>
              <a:t>retailers</a:t>
            </a:r>
            <a:endParaRPr lang="fr-FR" altLang="de-DE" sz="1867" kern="0" dirty="0">
              <a:solidFill>
                <a:srgbClr val="434343"/>
              </a:solidFill>
              <a:latin typeface="Poppins" panose="020B0604020202020204" charset="0"/>
              <a:cs typeface="Poppins" panose="020B0604020202020204" charset="0"/>
              <a:sym typeface="Arial"/>
            </a:endParaRPr>
          </a:p>
        </p:txBody>
      </p:sp>
      <p:sp>
        <p:nvSpPr>
          <p:cNvPr id="9" name="Text Box 3"/>
          <p:cNvSpPr txBox="1">
            <a:spLocks noChangeArrowheads="1"/>
          </p:cNvSpPr>
          <p:nvPr/>
        </p:nvSpPr>
        <p:spPr bwMode="auto">
          <a:xfrm>
            <a:off x="1344600" y="316801"/>
            <a:ext cx="9296400" cy="396875"/>
          </a:xfrm>
          <a:prstGeom prst="rect">
            <a:avLst/>
          </a:prstGeom>
          <a:noFill/>
          <a:ln>
            <a:noFill/>
          </a:ln>
          <a:effectLst/>
          <a:extLst>
            <a:ext uri="{909E8E84-426E-40dd-AFC4-6F175D3DCCD1}">
              <a14:hiddenFill xmlns="" xmlns:p14="http://schemas.microsoft.com/office/powerpoint/2010/main" xmlns:a14="http://schemas.microsoft.com/office/drawing/2010/main">
                <a:solidFill>
                  <a:schemeClr val="accent1"/>
                </a:solidFill>
              </a14:hiddenFill>
            </a:ext>
            <a:ext uri="{91240B29-F687-4f45-9708-019B960494DF}">
              <a14:hiddenLine xmlns="" xmlns:p14="http://schemas.microsoft.com/office/powerpoint/2010/main" xmlns:a14="http://schemas.microsoft.com/office/drawing/2010/main" w="9525">
                <a:solidFill>
                  <a:schemeClr val="tx1"/>
                </a:solidFill>
                <a:miter lim="800000"/>
                <a:headEnd/>
                <a:tailEnd/>
              </a14:hiddenLine>
            </a:ext>
            <a:ext uri="{AF507438-7753-43e0-B8FC-AC1667EBCBE1}">
              <a14:hiddenEffects xmlns="" xmlns:p14="http://schemas.microsoft.com/office/powerpoint/2010/main"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defRPr sz="2000" b="1">
                <a:solidFill>
                  <a:schemeClr val="tx2"/>
                </a:solidFill>
                <a:latin typeface="+mj-lt"/>
                <a:ea typeface="+mj-ea"/>
                <a:cs typeface="+mj-cs"/>
              </a:defRPr>
            </a:lvl1pPr>
            <a:lvl2pPr>
              <a:defRPr sz="2000" b="1">
                <a:solidFill>
                  <a:schemeClr val="tx2"/>
                </a:solidFill>
                <a:latin typeface="Arial" charset="0"/>
              </a:defRPr>
            </a:lvl2pPr>
            <a:lvl3pPr>
              <a:defRPr sz="2000" b="1">
                <a:solidFill>
                  <a:schemeClr val="tx2"/>
                </a:solidFill>
                <a:latin typeface="Arial" charset="0"/>
              </a:defRPr>
            </a:lvl3pPr>
            <a:lvl4pPr>
              <a:defRPr sz="2000" b="1">
                <a:solidFill>
                  <a:schemeClr val="tx2"/>
                </a:solidFill>
                <a:latin typeface="Arial" charset="0"/>
              </a:defRPr>
            </a:lvl4pPr>
            <a:lvl5pPr>
              <a:defRPr sz="2000" b="1">
                <a:solidFill>
                  <a:schemeClr val="tx2"/>
                </a:solidFill>
                <a:latin typeface="Arial" charset="0"/>
              </a:defRPr>
            </a:lvl5pPr>
            <a:lvl6pPr marL="457200" eaLnBrk="0" fontAlgn="base" hangingPunct="0">
              <a:spcBef>
                <a:spcPct val="0"/>
              </a:spcBef>
              <a:spcAft>
                <a:spcPct val="0"/>
              </a:spcAft>
              <a:defRPr sz="2000" b="1">
                <a:solidFill>
                  <a:schemeClr val="tx2"/>
                </a:solidFill>
                <a:latin typeface="Arial" charset="0"/>
              </a:defRPr>
            </a:lvl6pPr>
            <a:lvl7pPr marL="914400" eaLnBrk="0" fontAlgn="base" hangingPunct="0">
              <a:spcBef>
                <a:spcPct val="0"/>
              </a:spcBef>
              <a:spcAft>
                <a:spcPct val="0"/>
              </a:spcAft>
              <a:defRPr sz="2000" b="1">
                <a:solidFill>
                  <a:schemeClr val="tx2"/>
                </a:solidFill>
                <a:latin typeface="Arial" charset="0"/>
              </a:defRPr>
            </a:lvl7pPr>
            <a:lvl8pPr marL="1371600" eaLnBrk="0" fontAlgn="base" hangingPunct="0">
              <a:spcBef>
                <a:spcPct val="0"/>
              </a:spcBef>
              <a:spcAft>
                <a:spcPct val="0"/>
              </a:spcAft>
              <a:defRPr sz="2000" b="1">
                <a:solidFill>
                  <a:schemeClr val="tx2"/>
                </a:solidFill>
                <a:latin typeface="Arial" charset="0"/>
              </a:defRPr>
            </a:lvl8pPr>
            <a:lvl9pPr marL="1828800" eaLnBrk="0" fontAlgn="base" hangingPunct="0">
              <a:spcBef>
                <a:spcPct val="0"/>
              </a:spcBef>
              <a:spcAft>
                <a:spcPct val="0"/>
              </a:spcAft>
              <a:defRPr sz="2000" b="1">
                <a:solidFill>
                  <a:schemeClr val="tx2"/>
                </a:solidFill>
                <a:latin typeface="Arial" charset="0"/>
              </a:defRPr>
            </a:lvl9pPr>
          </a:lstStyle>
          <a:p>
            <a:pPr defTabSz="1219170">
              <a:buClr>
                <a:srgbClr val="000000"/>
              </a:buClr>
            </a:pPr>
            <a:r>
              <a:rPr lang="fr-FR" kern="0" dirty="0">
                <a:solidFill>
                  <a:srgbClr val="EDEDED"/>
                </a:solidFill>
                <a:latin typeface="Arial"/>
                <a:sym typeface="Arial"/>
              </a:rPr>
              <a:t>Exercise</a:t>
            </a:r>
            <a:r>
              <a:rPr lang="en-US" kern="0" dirty="0">
                <a:solidFill>
                  <a:srgbClr val="EDEDED"/>
                </a:solidFill>
                <a:latin typeface="Arial"/>
                <a:sym typeface="Arial"/>
              </a:rPr>
              <a:t>: </a:t>
            </a:r>
            <a:r>
              <a:rPr lang="fr-BE" kern="0" dirty="0">
                <a:solidFill>
                  <a:srgbClr val="EDEDED"/>
                </a:solidFill>
                <a:latin typeface="Arial"/>
                <a:sym typeface="Arial"/>
              </a:rPr>
              <a:t>Identifying proactive vs. reactive behaviour</a:t>
            </a:r>
            <a:endParaRPr lang="en-US" kern="0" dirty="0">
              <a:solidFill>
                <a:srgbClr val="EDEDED"/>
              </a:solidFill>
              <a:latin typeface="Arial"/>
              <a:sym typeface="Arial"/>
            </a:endParaRPr>
          </a:p>
        </p:txBody>
      </p:sp>
      <p:pic>
        <p:nvPicPr>
          <p:cNvPr id="13" name="Grafik 12"/>
          <p:cNvPicPr>
            <a:picLocks noChangeAspect="1"/>
          </p:cNvPicPr>
          <p:nvPr/>
        </p:nvPicPr>
        <p:blipFill rotWithShape="1">
          <a:blip r:embed="rId3" cstate="email">
            <a:extLst>
              <a:ext uri="{28A0092B-C50C-407E-A947-70E740481C1C}">
                <a14:useLocalDpi xmlns:a14="http://schemas.microsoft.com/office/drawing/2010/main"/>
              </a:ext>
            </a:extLst>
          </a:blip>
          <a:srcRect b="19551"/>
          <a:stretch/>
        </p:blipFill>
        <p:spPr>
          <a:xfrm flipH="1">
            <a:off x="10173536" y="1"/>
            <a:ext cx="1083451" cy="871631"/>
          </a:xfrm>
          <a:prstGeom prst="rect">
            <a:avLst/>
          </a:prstGeom>
        </p:spPr>
      </p:pic>
      <p:sp>
        <p:nvSpPr>
          <p:cNvPr id="12" name="Rectangle 1026"/>
          <p:cNvSpPr txBox="1">
            <a:spLocks noChangeArrowheads="1"/>
          </p:cNvSpPr>
          <p:nvPr/>
        </p:nvSpPr>
        <p:spPr>
          <a:xfrm>
            <a:off x="1343026" y="316802"/>
            <a:ext cx="9223375" cy="7000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defTabSz="1219170">
              <a:buClr>
                <a:srgbClr val="434343"/>
              </a:buClr>
            </a:pPr>
            <a:r>
              <a:rPr lang="fr-FR" sz="3467" kern="0" dirty="0">
                <a:solidFill>
                  <a:srgbClr val="434343"/>
                </a:solidFill>
              </a:rPr>
              <a:t>EXAMPLE: </a:t>
            </a:r>
            <a:r>
              <a:rPr lang="fr-FR" sz="3467" b="0" kern="0" dirty="0" err="1">
                <a:solidFill>
                  <a:srgbClr val="434343"/>
                </a:solidFill>
              </a:rPr>
              <a:t>Preparing</a:t>
            </a:r>
            <a:r>
              <a:rPr lang="fr-FR" sz="3467" b="0" kern="0" dirty="0">
                <a:solidFill>
                  <a:srgbClr val="434343"/>
                </a:solidFill>
              </a:rPr>
              <a:t> for Changes</a:t>
            </a:r>
          </a:p>
          <a:p>
            <a:pPr defTabSz="1219170">
              <a:buClr>
                <a:srgbClr val="434343"/>
              </a:buClr>
            </a:pPr>
            <a:r>
              <a:rPr lang="fr-FR" sz="3467" b="0" kern="0" dirty="0">
                <a:solidFill>
                  <a:srgbClr val="434343"/>
                </a:solidFill>
              </a:rPr>
              <a:t> in the </a:t>
            </a:r>
            <a:r>
              <a:rPr lang="fr-FR" sz="3467" b="0" kern="0" dirty="0" err="1">
                <a:solidFill>
                  <a:srgbClr val="434343"/>
                </a:solidFill>
              </a:rPr>
              <a:t>Environment</a:t>
            </a:r>
            <a:endParaRPr lang="fr-FR" sz="3467" b="0" kern="0" dirty="0">
              <a:solidFill>
                <a:srgbClr val="434343"/>
              </a:solidFill>
            </a:endParaRPr>
          </a:p>
        </p:txBody>
      </p:sp>
      <p:grpSp>
        <p:nvGrpSpPr>
          <p:cNvPr id="19" name="Google Shape;8797;p63"/>
          <p:cNvGrpSpPr/>
          <p:nvPr/>
        </p:nvGrpSpPr>
        <p:grpSpPr>
          <a:xfrm>
            <a:off x="288966" y="1592294"/>
            <a:ext cx="197108" cy="389321"/>
            <a:chOff x="3527539" y="4476677"/>
            <a:chExt cx="159232" cy="314510"/>
          </a:xfrm>
          <a:solidFill>
            <a:srgbClr val="000000"/>
          </a:solidFill>
        </p:grpSpPr>
        <p:sp>
          <p:nvSpPr>
            <p:cNvPr id="20"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22" name="Google Shape;8797;p63"/>
          <p:cNvGrpSpPr/>
          <p:nvPr/>
        </p:nvGrpSpPr>
        <p:grpSpPr>
          <a:xfrm>
            <a:off x="604841" y="1592294"/>
            <a:ext cx="197108" cy="389321"/>
            <a:chOff x="3527539" y="4476677"/>
            <a:chExt cx="159232" cy="314510"/>
          </a:xfrm>
          <a:solidFill>
            <a:srgbClr val="000000"/>
          </a:solidFill>
        </p:grpSpPr>
        <p:sp>
          <p:nvSpPr>
            <p:cNvPr id="24"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27" name="Google Shape;8797;p63"/>
          <p:cNvGrpSpPr/>
          <p:nvPr/>
        </p:nvGrpSpPr>
        <p:grpSpPr>
          <a:xfrm>
            <a:off x="288514" y="1137524"/>
            <a:ext cx="197108" cy="389321"/>
            <a:chOff x="3527539" y="4476677"/>
            <a:chExt cx="159232" cy="314510"/>
          </a:xfrm>
          <a:solidFill>
            <a:srgbClr val="000000"/>
          </a:solidFill>
        </p:grpSpPr>
        <p:sp>
          <p:nvSpPr>
            <p:cNvPr id="28"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30" name="Google Shape;8797;p63"/>
          <p:cNvGrpSpPr/>
          <p:nvPr/>
        </p:nvGrpSpPr>
        <p:grpSpPr>
          <a:xfrm>
            <a:off x="604841" y="1137524"/>
            <a:ext cx="197108" cy="389321"/>
            <a:chOff x="3527539" y="4476677"/>
            <a:chExt cx="159232" cy="314510"/>
          </a:xfrm>
          <a:solidFill>
            <a:srgbClr val="000000"/>
          </a:solidFill>
        </p:grpSpPr>
        <p:sp>
          <p:nvSpPr>
            <p:cNvPr id="31"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Tree>
    <p:extLst>
      <p:ext uri="{BB962C8B-B14F-4D97-AF65-F5344CB8AC3E}">
        <p14:creationId xmlns:p14="http://schemas.microsoft.com/office/powerpoint/2010/main" val="3657918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634">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63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3"/>
          <p:cNvSpPr txBox="1">
            <a:spLocks noChangeArrowheads="1"/>
          </p:cNvSpPr>
          <p:nvPr/>
        </p:nvSpPr>
        <p:spPr bwMode="auto">
          <a:xfrm>
            <a:off x="1344600" y="316801"/>
            <a:ext cx="9296400" cy="396875"/>
          </a:xfrm>
          <a:prstGeom prst="rect">
            <a:avLst/>
          </a:prstGeom>
          <a:noFill/>
          <a:ln>
            <a:noFill/>
          </a:ln>
          <a:effectLst/>
          <a:extLst>
            <a:ext uri="{909E8E84-426E-40dd-AFC4-6F175D3DCCD1}">
              <a14:hiddenFill xmlns:a14="http://schemas.microsoft.com/office/drawing/2010/main" xmlns:p14="http://schemas.microsoft.com/office/powerpoint/2010/main" xmlns="">
                <a:solidFill>
                  <a:schemeClr val="accent1"/>
                </a:solidFill>
              </a14:hiddenFill>
            </a:ext>
            <a:ext uri="{91240B29-F687-4f45-9708-019B960494DF}">
              <a14:hiddenLine xmlns:a14="http://schemas.microsoft.com/office/drawing/2010/main" xmlns:p14="http://schemas.microsoft.com/office/powerpoint/2010/main" xmlns="" w="9525">
                <a:solidFill>
                  <a:schemeClr val="tx1"/>
                </a:solidFill>
                <a:miter lim="800000"/>
                <a:headEnd/>
                <a:tailEnd/>
              </a14:hiddenLine>
            </a:ext>
            <a:ext uri="{AF507438-7753-43e0-B8FC-AC1667EBCBE1}">
              <a14:hiddenEffects xmlns:a14="http://schemas.microsoft.com/office/drawing/2010/main" xmlns:p14="http://schemas.microsoft.com/office/powerpoint/2010/main" xmlns="">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defRPr sz="2000" b="1">
                <a:solidFill>
                  <a:schemeClr val="tx2"/>
                </a:solidFill>
                <a:latin typeface="+mj-lt"/>
                <a:ea typeface="+mj-ea"/>
                <a:cs typeface="+mj-cs"/>
              </a:defRPr>
            </a:lvl1pPr>
            <a:lvl2pPr>
              <a:defRPr sz="2000" b="1">
                <a:solidFill>
                  <a:schemeClr val="tx2"/>
                </a:solidFill>
                <a:latin typeface="Arial" charset="0"/>
              </a:defRPr>
            </a:lvl2pPr>
            <a:lvl3pPr>
              <a:defRPr sz="2000" b="1">
                <a:solidFill>
                  <a:schemeClr val="tx2"/>
                </a:solidFill>
                <a:latin typeface="Arial" charset="0"/>
              </a:defRPr>
            </a:lvl3pPr>
            <a:lvl4pPr>
              <a:defRPr sz="2000" b="1">
                <a:solidFill>
                  <a:schemeClr val="tx2"/>
                </a:solidFill>
                <a:latin typeface="Arial" charset="0"/>
              </a:defRPr>
            </a:lvl4pPr>
            <a:lvl5pPr>
              <a:defRPr sz="2000" b="1">
                <a:solidFill>
                  <a:schemeClr val="tx2"/>
                </a:solidFill>
                <a:latin typeface="Arial" charset="0"/>
              </a:defRPr>
            </a:lvl5pPr>
            <a:lvl6pPr marL="457200" eaLnBrk="0" fontAlgn="base" hangingPunct="0">
              <a:spcBef>
                <a:spcPct val="0"/>
              </a:spcBef>
              <a:spcAft>
                <a:spcPct val="0"/>
              </a:spcAft>
              <a:defRPr sz="2000" b="1">
                <a:solidFill>
                  <a:schemeClr val="tx2"/>
                </a:solidFill>
                <a:latin typeface="Arial" charset="0"/>
              </a:defRPr>
            </a:lvl6pPr>
            <a:lvl7pPr marL="914400" eaLnBrk="0" fontAlgn="base" hangingPunct="0">
              <a:spcBef>
                <a:spcPct val="0"/>
              </a:spcBef>
              <a:spcAft>
                <a:spcPct val="0"/>
              </a:spcAft>
              <a:defRPr sz="2000" b="1">
                <a:solidFill>
                  <a:schemeClr val="tx2"/>
                </a:solidFill>
                <a:latin typeface="Arial" charset="0"/>
              </a:defRPr>
            </a:lvl7pPr>
            <a:lvl8pPr marL="1371600" eaLnBrk="0" fontAlgn="base" hangingPunct="0">
              <a:spcBef>
                <a:spcPct val="0"/>
              </a:spcBef>
              <a:spcAft>
                <a:spcPct val="0"/>
              </a:spcAft>
              <a:defRPr sz="2000" b="1">
                <a:solidFill>
                  <a:schemeClr val="tx2"/>
                </a:solidFill>
                <a:latin typeface="Arial" charset="0"/>
              </a:defRPr>
            </a:lvl8pPr>
            <a:lvl9pPr marL="1828800" eaLnBrk="0" fontAlgn="base" hangingPunct="0">
              <a:spcBef>
                <a:spcPct val="0"/>
              </a:spcBef>
              <a:spcAft>
                <a:spcPct val="0"/>
              </a:spcAft>
              <a:defRPr sz="2000" b="1">
                <a:solidFill>
                  <a:schemeClr val="tx2"/>
                </a:solidFill>
                <a:latin typeface="Arial" charset="0"/>
              </a:defRPr>
            </a:lvl9pPr>
          </a:lstStyle>
          <a:p>
            <a:pPr defTabSz="1219170">
              <a:buClr>
                <a:srgbClr val="000000"/>
              </a:buClr>
            </a:pPr>
            <a:r>
              <a:rPr lang="fr-FR" kern="0" dirty="0">
                <a:solidFill>
                  <a:srgbClr val="EDEDED"/>
                </a:solidFill>
                <a:latin typeface="Arial"/>
                <a:sym typeface="Arial"/>
              </a:rPr>
              <a:t>Exercise</a:t>
            </a:r>
            <a:r>
              <a:rPr lang="en-US" kern="0" dirty="0">
                <a:solidFill>
                  <a:srgbClr val="EDEDED"/>
                </a:solidFill>
                <a:latin typeface="Arial"/>
                <a:sym typeface="Arial"/>
              </a:rPr>
              <a:t>: </a:t>
            </a:r>
            <a:r>
              <a:rPr lang="fr-BE" kern="0" dirty="0">
                <a:solidFill>
                  <a:srgbClr val="EDEDED"/>
                </a:solidFill>
                <a:latin typeface="Arial"/>
                <a:sym typeface="Arial"/>
              </a:rPr>
              <a:t>Identifying proactive vs. reactive behaviour</a:t>
            </a:r>
            <a:endParaRPr lang="en-US" kern="0" dirty="0">
              <a:solidFill>
                <a:srgbClr val="EDEDED"/>
              </a:solidFill>
              <a:latin typeface="Arial"/>
              <a:sym typeface="Arial"/>
            </a:endParaRPr>
          </a:p>
        </p:txBody>
      </p:sp>
      <p:sp>
        <p:nvSpPr>
          <p:cNvPr id="13" name="Rectangle 1026"/>
          <p:cNvSpPr txBox="1">
            <a:spLocks noChangeArrowheads="1"/>
          </p:cNvSpPr>
          <p:nvPr/>
        </p:nvSpPr>
        <p:spPr>
          <a:xfrm>
            <a:off x="1343026" y="316802"/>
            <a:ext cx="9223375" cy="7000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1pPr>
            <a:lvl2pPr marR="0" lvl="1"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2pPr>
            <a:lvl3pPr marR="0" lvl="2"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3pPr>
            <a:lvl4pPr marR="0" lvl="3"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4pPr>
            <a:lvl5pPr marR="0" lvl="4"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5pPr>
            <a:lvl6pPr marR="0" lvl="5"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6pPr>
            <a:lvl7pPr marR="0" lvl="6"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7pPr>
            <a:lvl8pPr marR="0" lvl="7"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8pPr>
            <a:lvl9pPr marR="0" lvl="8" algn="l" rtl="0">
              <a:lnSpc>
                <a:spcPct val="100000"/>
              </a:lnSpc>
              <a:spcBef>
                <a:spcPts val="0"/>
              </a:spcBef>
              <a:spcAft>
                <a:spcPts val="0"/>
              </a:spcAft>
              <a:buClr>
                <a:schemeClr val="dk1"/>
              </a:buClr>
              <a:buSzPts val="2600"/>
              <a:buFont typeface="Josefin Sans"/>
              <a:buNone/>
              <a:defRPr sz="2600" b="1" i="0" u="none" strike="noStrike" cap="none">
                <a:solidFill>
                  <a:schemeClr val="dk1"/>
                </a:solidFill>
                <a:latin typeface="Josefin Sans"/>
                <a:ea typeface="Josefin Sans"/>
                <a:cs typeface="Josefin Sans"/>
                <a:sym typeface="Josefin Sans"/>
              </a:defRPr>
            </a:lvl9pPr>
          </a:lstStyle>
          <a:p>
            <a:pPr defTabSz="1219170">
              <a:buClr>
                <a:srgbClr val="434343"/>
              </a:buClr>
            </a:pPr>
            <a:r>
              <a:rPr lang="fr-FR" sz="3467" kern="0" dirty="0">
                <a:solidFill>
                  <a:srgbClr val="434343"/>
                </a:solidFill>
              </a:rPr>
              <a:t>EXERCISE: </a:t>
            </a:r>
            <a:r>
              <a:rPr lang="fr-FR" sz="3467" b="0" kern="0" dirty="0" err="1">
                <a:solidFill>
                  <a:srgbClr val="434343"/>
                </a:solidFill>
              </a:rPr>
              <a:t>Preparing</a:t>
            </a:r>
            <a:r>
              <a:rPr lang="fr-FR" sz="3467" b="0" kern="0" dirty="0">
                <a:solidFill>
                  <a:srgbClr val="434343"/>
                </a:solidFill>
              </a:rPr>
              <a:t> for Changes</a:t>
            </a:r>
          </a:p>
          <a:p>
            <a:pPr defTabSz="1219170">
              <a:buClr>
                <a:srgbClr val="434343"/>
              </a:buClr>
            </a:pPr>
            <a:r>
              <a:rPr lang="fr-FR" sz="3467" b="0" kern="0" dirty="0">
                <a:solidFill>
                  <a:srgbClr val="434343"/>
                </a:solidFill>
              </a:rPr>
              <a:t> in The </a:t>
            </a:r>
            <a:r>
              <a:rPr lang="fr-FR" sz="3467" b="0" kern="0" dirty="0" err="1">
                <a:solidFill>
                  <a:srgbClr val="434343"/>
                </a:solidFill>
              </a:rPr>
              <a:t>Environment</a:t>
            </a:r>
            <a:endParaRPr lang="fr-FR" sz="3467" b="0" kern="0" dirty="0">
              <a:solidFill>
                <a:srgbClr val="434343"/>
              </a:solidFill>
            </a:endParaRPr>
          </a:p>
        </p:txBody>
      </p:sp>
      <p:pic>
        <p:nvPicPr>
          <p:cNvPr id="15" name="Grafik 14"/>
          <p:cNvPicPr>
            <a:picLocks noChangeAspect="1"/>
          </p:cNvPicPr>
          <p:nvPr/>
        </p:nvPicPr>
        <p:blipFill rotWithShape="1">
          <a:blip r:embed="rId3" cstate="email">
            <a:extLst>
              <a:ext uri="{28A0092B-C50C-407E-A947-70E740481C1C}">
                <a14:useLocalDpi xmlns:a14="http://schemas.microsoft.com/office/drawing/2010/main"/>
              </a:ext>
            </a:extLst>
          </a:blip>
          <a:srcRect b="19551"/>
          <a:stretch/>
        </p:blipFill>
        <p:spPr>
          <a:xfrm flipH="1">
            <a:off x="10173536" y="1"/>
            <a:ext cx="1083451" cy="871631"/>
          </a:xfrm>
          <a:prstGeom prst="rect">
            <a:avLst/>
          </a:prstGeom>
        </p:spPr>
      </p:pic>
      <p:sp>
        <p:nvSpPr>
          <p:cNvPr id="9" name="Textfeld 8"/>
          <p:cNvSpPr txBox="1"/>
          <p:nvPr/>
        </p:nvSpPr>
        <p:spPr>
          <a:xfrm>
            <a:off x="310037" y="433301"/>
            <a:ext cx="684803" cy="379656"/>
          </a:xfrm>
          <a:prstGeom prst="rect">
            <a:avLst/>
          </a:prstGeom>
          <a:noFill/>
        </p:spPr>
        <p:txBody>
          <a:bodyPr wrap="none" rtlCol="0">
            <a:spAutoFit/>
          </a:bodyPr>
          <a:lstStyle/>
          <a:p>
            <a:pPr algn="ctr" defTabSz="1219170">
              <a:buClr>
                <a:srgbClr val="000000"/>
              </a:buClr>
            </a:pPr>
            <a:r>
              <a:rPr lang="de-DE" sz="1867" kern="0" dirty="0">
                <a:solidFill>
                  <a:srgbClr val="000000"/>
                </a:solidFill>
                <a:latin typeface="Poppins" panose="020B0604020202020204" charset="0"/>
                <a:cs typeface="Poppins" panose="020B0604020202020204" charset="0"/>
                <a:sym typeface="Arial"/>
              </a:rPr>
              <a:t>WS 4</a:t>
            </a:r>
            <a:endParaRPr lang="en-GB" sz="1867" kern="0" dirty="0">
              <a:solidFill>
                <a:srgbClr val="000000"/>
              </a:solidFill>
              <a:latin typeface="Poppins" panose="020B0604020202020204" charset="0"/>
              <a:cs typeface="Poppins" panose="020B0604020202020204" charset="0"/>
              <a:sym typeface="Arial"/>
            </a:endParaRPr>
          </a:p>
        </p:txBody>
      </p:sp>
      <p:grpSp>
        <p:nvGrpSpPr>
          <p:cNvPr id="53" name="Google Shape;8797;p63"/>
          <p:cNvGrpSpPr/>
          <p:nvPr/>
        </p:nvGrpSpPr>
        <p:grpSpPr>
          <a:xfrm>
            <a:off x="288966" y="1592294"/>
            <a:ext cx="197108" cy="389321"/>
            <a:chOff x="3527539" y="4476677"/>
            <a:chExt cx="159232" cy="314510"/>
          </a:xfrm>
          <a:solidFill>
            <a:srgbClr val="000000"/>
          </a:solidFill>
        </p:grpSpPr>
        <p:sp>
          <p:nvSpPr>
            <p:cNvPr id="54"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56" name="Google Shape;8797;p63"/>
          <p:cNvGrpSpPr/>
          <p:nvPr/>
        </p:nvGrpSpPr>
        <p:grpSpPr>
          <a:xfrm>
            <a:off x="604841" y="1592294"/>
            <a:ext cx="197108" cy="389321"/>
            <a:chOff x="3527539" y="4476677"/>
            <a:chExt cx="159232" cy="314510"/>
          </a:xfrm>
          <a:solidFill>
            <a:srgbClr val="000000"/>
          </a:solidFill>
        </p:grpSpPr>
        <p:sp>
          <p:nvSpPr>
            <p:cNvPr id="57"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8"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59" name="Google Shape;8797;p63"/>
          <p:cNvGrpSpPr/>
          <p:nvPr/>
        </p:nvGrpSpPr>
        <p:grpSpPr>
          <a:xfrm>
            <a:off x="288514" y="1137524"/>
            <a:ext cx="197108" cy="389321"/>
            <a:chOff x="3527539" y="4476677"/>
            <a:chExt cx="159232" cy="314510"/>
          </a:xfrm>
          <a:solidFill>
            <a:srgbClr val="000000"/>
          </a:solidFill>
        </p:grpSpPr>
        <p:sp>
          <p:nvSpPr>
            <p:cNvPr id="60"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1"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62" name="Google Shape;8797;p63"/>
          <p:cNvGrpSpPr/>
          <p:nvPr/>
        </p:nvGrpSpPr>
        <p:grpSpPr>
          <a:xfrm>
            <a:off x="604841" y="1137524"/>
            <a:ext cx="197108" cy="389321"/>
            <a:chOff x="3527539" y="4476677"/>
            <a:chExt cx="159232" cy="314510"/>
          </a:xfrm>
          <a:solidFill>
            <a:srgbClr val="000000"/>
          </a:solidFill>
        </p:grpSpPr>
        <p:sp>
          <p:nvSpPr>
            <p:cNvPr id="63" name="Google Shape;8798;p63"/>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4" name="Google Shape;8799;p63"/>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pic>
        <p:nvPicPr>
          <p:cNvPr id="4" name="Picture 3">
            <a:extLst>
              <a:ext uri="{FF2B5EF4-FFF2-40B4-BE49-F238E27FC236}">
                <a16:creationId xmlns:a16="http://schemas.microsoft.com/office/drawing/2014/main" id="{935FF747-4453-8C08-0562-5AAC0F4A622E}"/>
              </a:ext>
            </a:extLst>
          </p:cNvPr>
          <p:cNvPicPr>
            <a:picLocks noChangeAspect="1"/>
          </p:cNvPicPr>
          <p:nvPr/>
        </p:nvPicPr>
        <p:blipFill>
          <a:blip r:embed="rId4"/>
          <a:stretch>
            <a:fillRect/>
          </a:stretch>
        </p:blipFill>
        <p:spPr>
          <a:xfrm>
            <a:off x="1181100" y="1526846"/>
            <a:ext cx="10086763" cy="5486469"/>
          </a:xfrm>
          <a:prstGeom prst="rect">
            <a:avLst/>
          </a:prstGeom>
        </p:spPr>
      </p:pic>
    </p:spTree>
    <p:extLst>
      <p:ext uri="{BB962C8B-B14F-4D97-AF65-F5344CB8AC3E}">
        <p14:creationId xmlns:p14="http://schemas.microsoft.com/office/powerpoint/2010/main" val="3845340160"/>
      </p:ext>
    </p:extLst>
  </p:cSld>
  <p:clrMapOvr>
    <a:masterClrMapping/>
  </p:clrMapOvr>
</p:sld>
</file>

<file path=ppt/theme/theme1.xml><?xml version="1.0" encoding="utf-8"?>
<a:theme xmlns:a="http://schemas.openxmlformats.org/drawingml/2006/main" name="Junity School Meeting by Slidesgo">
  <a:themeElements>
    <a:clrScheme name="Benutzerdefiniert 3">
      <a:dk1>
        <a:srgbClr val="434343"/>
      </a:dk1>
      <a:lt1>
        <a:srgbClr val="EDEDED"/>
      </a:lt1>
      <a:dk2>
        <a:srgbClr val="47652B"/>
      </a:dk2>
      <a:lt2>
        <a:srgbClr val="EDEDED"/>
      </a:lt2>
      <a:accent1>
        <a:srgbClr val="ADBF9B"/>
      </a:accent1>
      <a:accent2>
        <a:srgbClr val="364F27"/>
      </a:accent2>
      <a:accent3>
        <a:srgbClr val="769452"/>
      </a:accent3>
      <a:accent4>
        <a:srgbClr val="434343"/>
      </a:accent4>
      <a:accent5>
        <a:srgbClr val="769452"/>
      </a:accent5>
      <a:accent6>
        <a:srgbClr val="A3B58B"/>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878</Words>
  <Application>Microsoft Office PowerPoint</Application>
  <PresentationFormat>Widescreen</PresentationFormat>
  <Paragraphs>98</Paragraphs>
  <Slides>11</Slides>
  <Notes>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11</vt:i4>
      </vt:variant>
    </vt:vector>
  </HeadingPairs>
  <TitlesOfParts>
    <vt:vector size="25" baseType="lpstr">
      <vt:lpstr>Aptos</vt:lpstr>
      <vt:lpstr>Arial</vt:lpstr>
      <vt:lpstr>Bahnschrift Light</vt:lpstr>
      <vt:lpstr>Courier New</vt:lpstr>
      <vt:lpstr>Franklin Gothic Book</vt:lpstr>
      <vt:lpstr>Josefin Sans</vt:lpstr>
      <vt:lpstr>Josefin Sans Thin</vt:lpstr>
      <vt:lpstr>Lilita One</vt:lpstr>
      <vt:lpstr>Poppins</vt:lpstr>
      <vt:lpstr>Rokkitt Regular</vt:lpstr>
      <vt:lpstr>Staatliches</vt:lpstr>
      <vt:lpstr>Symbol</vt:lpstr>
      <vt:lpstr>Wingdings</vt:lpstr>
      <vt:lpstr>Junity School Meeting by Slidesgo</vt:lpstr>
      <vt:lpstr>WHAT YOU NEED TO DO Being Future-Oriented</vt:lpstr>
      <vt:lpstr>NOT Looking into the Future</vt:lpstr>
      <vt:lpstr>WHAT YOU NEED TO DO If ‘A’ then ‘B’ Reasoning Technique</vt:lpstr>
      <vt:lpstr>If ‘A’ happens then I’ll do ‘B’</vt:lpstr>
      <vt:lpstr>WHAT YOU NEED TO DO Being Future-Oriented</vt:lpstr>
      <vt:lpstr>EXAMPLE Being Future-Oriented</vt:lpstr>
      <vt:lpstr>PowerPoint Presentation</vt:lpstr>
      <vt:lpstr>GET READY FOR CHANGE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Shona Passfield</dc:creator>
  <cp:lastModifiedBy>Shona Passfield</cp:lastModifiedBy>
  <cp:revision>3</cp:revision>
  <dcterms:created xsi:type="dcterms:W3CDTF">2024-02-17T11:24:05Z</dcterms:created>
  <dcterms:modified xsi:type="dcterms:W3CDTF">2024-07-26T14:45:04Z</dcterms:modified>
</cp:coreProperties>
</file>