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514" r:id="rId2"/>
    <p:sldId id="524" r:id="rId3"/>
    <p:sldId id="607" r:id="rId4"/>
    <p:sldId id="598" r:id="rId5"/>
    <p:sldId id="402" r:id="rId6"/>
    <p:sldId id="865" r:id="rId7"/>
    <p:sldId id="403" r:id="rId8"/>
    <p:sldId id="906" r:id="rId9"/>
    <p:sldId id="904" r:id="rId10"/>
    <p:sldId id="908" r:id="rId11"/>
    <p:sldId id="558" r:id="rId12"/>
    <p:sldId id="559" r:id="rId13"/>
    <p:sldId id="898" r:id="rId14"/>
    <p:sldId id="560" r:id="rId15"/>
    <p:sldId id="518" r:id="rId16"/>
    <p:sldId id="605" r:id="rId17"/>
    <p:sldId id="52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7854DA-7563-493C-AF8C-D47312E7652A}" v="4" dt="2024-07-27T12:09:17.8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na Passfield" userId="8b3d8d318c456f76" providerId="LiveId" clId="{777854DA-7563-493C-AF8C-D47312E7652A}"/>
    <pc:docChg chg="undo redo custSel modSld modMainMaster">
      <pc:chgData name="Shona Passfield" userId="8b3d8d318c456f76" providerId="LiveId" clId="{777854DA-7563-493C-AF8C-D47312E7652A}" dt="2024-07-30T11:48:51.745" v="149" actId="1076"/>
      <pc:docMkLst>
        <pc:docMk/>
      </pc:docMkLst>
      <pc:sldChg chg="modSp mod">
        <pc:chgData name="Shona Passfield" userId="8b3d8d318c456f76" providerId="LiveId" clId="{777854DA-7563-493C-AF8C-D47312E7652A}" dt="2024-07-30T11:46:19.011" v="134" actId="1076"/>
        <pc:sldMkLst>
          <pc:docMk/>
          <pc:sldMk cId="3943304183" sldId="514"/>
        </pc:sldMkLst>
        <pc:spChg chg="mod">
          <ac:chgData name="Shona Passfield" userId="8b3d8d318c456f76" providerId="LiveId" clId="{777854DA-7563-493C-AF8C-D47312E7652A}" dt="2024-07-30T11:46:19.011" v="134" actId="1076"/>
          <ac:spMkLst>
            <pc:docMk/>
            <pc:sldMk cId="3943304183" sldId="514"/>
            <ac:spMk id="361" creationId="{00000000-0000-0000-0000-000000000000}"/>
          </ac:spMkLst>
        </pc:spChg>
        <pc:grpChg chg="mod">
          <ac:chgData name="Shona Passfield" userId="8b3d8d318c456f76" providerId="LiveId" clId="{777854DA-7563-493C-AF8C-D47312E7652A}" dt="2024-07-30T11:46:06.819" v="131" actId="1076"/>
          <ac:grpSpMkLst>
            <pc:docMk/>
            <pc:sldMk cId="3943304183" sldId="514"/>
            <ac:grpSpMk id="3" creationId="{00000000-0000-0000-0000-000000000000}"/>
          </ac:grpSpMkLst>
        </pc:grpChg>
      </pc:sldChg>
      <pc:sldChg chg="modSp mod">
        <pc:chgData name="Shona Passfield" userId="8b3d8d318c456f76" providerId="LiveId" clId="{777854DA-7563-493C-AF8C-D47312E7652A}" dt="2024-07-27T14:16:29.368" v="71" actId="255"/>
        <pc:sldMkLst>
          <pc:docMk/>
          <pc:sldMk cId="3079882958" sldId="518"/>
        </pc:sldMkLst>
        <pc:spChg chg="mod">
          <ac:chgData name="Shona Passfield" userId="8b3d8d318c456f76" providerId="LiveId" clId="{777854DA-7563-493C-AF8C-D47312E7652A}" dt="2024-07-27T14:09:56.910" v="58" actId="20577"/>
          <ac:spMkLst>
            <pc:docMk/>
            <pc:sldMk cId="3079882958" sldId="518"/>
            <ac:spMk id="57" creationId="{00000000-0000-0000-0000-000000000000}"/>
          </ac:spMkLst>
        </pc:spChg>
        <pc:spChg chg="mod">
          <ac:chgData name="Shona Passfield" userId="8b3d8d318c456f76" providerId="LiveId" clId="{777854DA-7563-493C-AF8C-D47312E7652A}" dt="2024-07-27T14:16:29.368" v="71" actId="255"/>
          <ac:spMkLst>
            <pc:docMk/>
            <pc:sldMk cId="3079882958" sldId="518"/>
            <ac:spMk id="65" creationId="{00000000-0000-0000-0000-000000000000}"/>
          </ac:spMkLst>
        </pc:spChg>
      </pc:sldChg>
      <pc:sldChg chg="addSp delSp modSp mod">
        <pc:chgData name="Shona Passfield" userId="8b3d8d318c456f76" providerId="LiveId" clId="{777854DA-7563-493C-AF8C-D47312E7652A}" dt="2024-07-27T14:18:35.421" v="80" actId="20577"/>
        <pc:sldMkLst>
          <pc:docMk/>
          <pc:sldMk cId="3774885147" sldId="520"/>
        </pc:sldMkLst>
        <pc:spChg chg="del">
          <ac:chgData name="Shona Passfield" userId="8b3d8d318c456f76" providerId="LiveId" clId="{777854DA-7563-493C-AF8C-D47312E7652A}" dt="2024-07-27T14:18:20.022" v="77" actId="478"/>
          <ac:spMkLst>
            <pc:docMk/>
            <pc:sldMk cId="3774885147" sldId="520"/>
            <ac:spMk id="2" creationId="{00000000-0000-0000-0000-000000000000}"/>
          </ac:spMkLst>
        </pc:spChg>
        <pc:spChg chg="del">
          <ac:chgData name="Shona Passfield" userId="8b3d8d318c456f76" providerId="LiveId" clId="{777854DA-7563-493C-AF8C-D47312E7652A}" dt="2024-07-27T14:18:20.022" v="77" actId="478"/>
          <ac:spMkLst>
            <pc:docMk/>
            <pc:sldMk cId="3774885147" sldId="520"/>
            <ac:spMk id="3" creationId="{00000000-0000-0000-0000-000000000000}"/>
          </ac:spMkLst>
        </pc:spChg>
        <pc:spChg chg="mod">
          <ac:chgData name="Shona Passfield" userId="8b3d8d318c456f76" providerId="LiveId" clId="{777854DA-7563-493C-AF8C-D47312E7652A}" dt="2024-07-27T14:18:35.421" v="80" actId="20577"/>
          <ac:spMkLst>
            <pc:docMk/>
            <pc:sldMk cId="3774885147" sldId="520"/>
            <ac:spMk id="26" creationId="{00000000-0000-0000-0000-000000000000}"/>
          </ac:spMkLst>
        </pc:spChg>
        <pc:spChg chg="del">
          <ac:chgData name="Shona Passfield" userId="8b3d8d318c456f76" providerId="LiveId" clId="{777854DA-7563-493C-AF8C-D47312E7652A}" dt="2024-07-27T14:18:20.022" v="77" actId="478"/>
          <ac:spMkLst>
            <pc:docMk/>
            <pc:sldMk cId="3774885147" sldId="520"/>
            <ac:spMk id="52" creationId="{00000000-0000-0000-0000-000000000000}"/>
          </ac:spMkLst>
        </pc:spChg>
        <pc:spChg chg="del">
          <ac:chgData name="Shona Passfield" userId="8b3d8d318c456f76" providerId="LiveId" clId="{777854DA-7563-493C-AF8C-D47312E7652A}" dt="2024-07-27T14:18:20.022" v="77" actId="478"/>
          <ac:spMkLst>
            <pc:docMk/>
            <pc:sldMk cId="3774885147" sldId="520"/>
            <ac:spMk id="53" creationId="{00000000-0000-0000-0000-000000000000}"/>
          </ac:spMkLst>
        </pc:spChg>
        <pc:spChg chg="del">
          <ac:chgData name="Shona Passfield" userId="8b3d8d318c456f76" providerId="LiveId" clId="{777854DA-7563-493C-AF8C-D47312E7652A}" dt="2024-07-27T14:18:20.022" v="77" actId="478"/>
          <ac:spMkLst>
            <pc:docMk/>
            <pc:sldMk cId="3774885147" sldId="520"/>
            <ac:spMk id="54" creationId="{00000000-0000-0000-0000-000000000000}"/>
          </ac:spMkLst>
        </pc:spChg>
        <pc:spChg chg="del">
          <ac:chgData name="Shona Passfield" userId="8b3d8d318c456f76" providerId="LiveId" clId="{777854DA-7563-493C-AF8C-D47312E7652A}" dt="2024-07-27T14:18:20.022" v="77" actId="478"/>
          <ac:spMkLst>
            <pc:docMk/>
            <pc:sldMk cId="3774885147" sldId="520"/>
            <ac:spMk id="56" creationId="{00000000-0000-0000-0000-000000000000}"/>
          </ac:spMkLst>
        </pc:spChg>
        <pc:spChg chg="del">
          <ac:chgData name="Shona Passfield" userId="8b3d8d318c456f76" providerId="LiveId" clId="{777854DA-7563-493C-AF8C-D47312E7652A}" dt="2024-07-27T14:18:20.022" v="77" actId="478"/>
          <ac:spMkLst>
            <pc:docMk/>
            <pc:sldMk cId="3774885147" sldId="520"/>
            <ac:spMk id="57" creationId="{00000000-0000-0000-0000-000000000000}"/>
          </ac:spMkLst>
        </pc:spChg>
        <pc:spChg chg="del">
          <ac:chgData name="Shona Passfield" userId="8b3d8d318c456f76" providerId="LiveId" clId="{777854DA-7563-493C-AF8C-D47312E7652A}" dt="2024-07-27T14:18:20.022" v="77" actId="478"/>
          <ac:spMkLst>
            <pc:docMk/>
            <pc:sldMk cId="3774885147" sldId="520"/>
            <ac:spMk id="60" creationId="{00000000-0000-0000-0000-000000000000}"/>
          </ac:spMkLst>
        </pc:spChg>
        <pc:spChg chg="del">
          <ac:chgData name="Shona Passfield" userId="8b3d8d318c456f76" providerId="LiveId" clId="{777854DA-7563-493C-AF8C-D47312E7652A}" dt="2024-07-27T14:18:20.022" v="77" actId="478"/>
          <ac:spMkLst>
            <pc:docMk/>
            <pc:sldMk cId="3774885147" sldId="520"/>
            <ac:spMk id="61" creationId="{00000000-0000-0000-0000-000000000000}"/>
          </ac:spMkLst>
        </pc:spChg>
        <pc:spChg chg="del">
          <ac:chgData name="Shona Passfield" userId="8b3d8d318c456f76" providerId="LiveId" clId="{777854DA-7563-493C-AF8C-D47312E7652A}" dt="2024-07-27T14:18:20.022" v="77" actId="478"/>
          <ac:spMkLst>
            <pc:docMk/>
            <pc:sldMk cId="3774885147" sldId="520"/>
            <ac:spMk id="62" creationId="{00000000-0000-0000-0000-000000000000}"/>
          </ac:spMkLst>
        </pc:spChg>
        <pc:spChg chg="del">
          <ac:chgData name="Shona Passfield" userId="8b3d8d318c456f76" providerId="LiveId" clId="{777854DA-7563-493C-AF8C-D47312E7652A}" dt="2024-07-27T14:18:20.022" v="77" actId="478"/>
          <ac:spMkLst>
            <pc:docMk/>
            <pc:sldMk cId="3774885147" sldId="520"/>
            <ac:spMk id="63" creationId="{00000000-0000-0000-0000-000000000000}"/>
          </ac:spMkLst>
        </pc:spChg>
        <pc:spChg chg="del">
          <ac:chgData name="Shona Passfield" userId="8b3d8d318c456f76" providerId="LiveId" clId="{777854DA-7563-493C-AF8C-D47312E7652A}" dt="2024-07-27T14:18:20.022" v="77" actId="478"/>
          <ac:spMkLst>
            <pc:docMk/>
            <pc:sldMk cId="3774885147" sldId="520"/>
            <ac:spMk id="64" creationId="{00000000-0000-0000-0000-000000000000}"/>
          </ac:spMkLst>
        </pc:spChg>
        <pc:spChg chg="del">
          <ac:chgData name="Shona Passfield" userId="8b3d8d318c456f76" providerId="LiveId" clId="{777854DA-7563-493C-AF8C-D47312E7652A}" dt="2024-07-27T14:18:20.022" v="77" actId="478"/>
          <ac:spMkLst>
            <pc:docMk/>
            <pc:sldMk cId="3774885147" sldId="520"/>
            <ac:spMk id="65" creationId="{00000000-0000-0000-0000-000000000000}"/>
          </ac:spMkLst>
        </pc:spChg>
        <pc:spChg chg="del">
          <ac:chgData name="Shona Passfield" userId="8b3d8d318c456f76" providerId="LiveId" clId="{777854DA-7563-493C-AF8C-D47312E7652A}" dt="2024-07-27T14:18:20.022" v="77" actId="478"/>
          <ac:spMkLst>
            <pc:docMk/>
            <pc:sldMk cId="3774885147" sldId="520"/>
            <ac:spMk id="288" creationId="{00000000-0000-0000-0000-000000000000}"/>
          </ac:spMkLst>
        </pc:spChg>
        <pc:picChg chg="add del">
          <ac:chgData name="Shona Passfield" userId="8b3d8d318c456f76" providerId="LiveId" clId="{777854DA-7563-493C-AF8C-D47312E7652A}" dt="2024-07-27T14:15:52.522" v="68" actId="22"/>
          <ac:picMkLst>
            <pc:docMk/>
            <pc:sldMk cId="3774885147" sldId="520"/>
            <ac:picMk id="6" creationId="{4FBB78F6-4739-1F8D-AC84-D579FD15F495}"/>
          </ac:picMkLst>
        </pc:picChg>
        <pc:picChg chg="add del">
          <ac:chgData name="Shona Passfield" userId="8b3d8d318c456f76" providerId="LiveId" clId="{777854DA-7563-493C-AF8C-D47312E7652A}" dt="2024-07-27T14:16:57.724" v="75" actId="22"/>
          <ac:picMkLst>
            <pc:docMk/>
            <pc:sldMk cId="3774885147" sldId="520"/>
            <ac:picMk id="8" creationId="{36F6F28F-6B54-1DF7-940C-7FB8972B0F9F}"/>
          </ac:picMkLst>
        </pc:picChg>
        <pc:picChg chg="add mod">
          <ac:chgData name="Shona Passfield" userId="8b3d8d318c456f76" providerId="LiveId" clId="{777854DA-7563-493C-AF8C-D47312E7652A}" dt="2024-07-27T14:18:32.609" v="79" actId="1076"/>
          <ac:picMkLst>
            <pc:docMk/>
            <pc:sldMk cId="3774885147" sldId="520"/>
            <ac:picMk id="10" creationId="{2B1B768D-4082-819A-B2B3-69D2CC2C3327}"/>
          </ac:picMkLst>
        </pc:picChg>
        <pc:picChg chg="add del">
          <ac:chgData name="Shona Passfield" userId="8b3d8d318c456f76" providerId="LiveId" clId="{777854DA-7563-493C-AF8C-D47312E7652A}" dt="2024-07-27T14:17:14.359" v="76" actId="478"/>
          <ac:picMkLst>
            <pc:docMk/>
            <pc:sldMk cId="3774885147" sldId="520"/>
            <ac:picMk id="12" creationId="{F0282747-B9D1-E31D-1D28-28CC126D8CFB}"/>
          </ac:picMkLst>
        </pc:picChg>
        <pc:cxnChg chg="del">
          <ac:chgData name="Shona Passfield" userId="8b3d8d318c456f76" providerId="LiveId" clId="{777854DA-7563-493C-AF8C-D47312E7652A}" dt="2024-07-27T14:18:20.022" v="77" actId="478"/>
          <ac:cxnSpMkLst>
            <pc:docMk/>
            <pc:sldMk cId="3774885147" sldId="520"/>
            <ac:cxnSpMk id="31" creationId="{00000000-0000-0000-0000-000000000000}"/>
          </ac:cxnSpMkLst>
        </pc:cxnChg>
        <pc:cxnChg chg="del">
          <ac:chgData name="Shona Passfield" userId="8b3d8d318c456f76" providerId="LiveId" clId="{777854DA-7563-493C-AF8C-D47312E7652A}" dt="2024-07-27T14:18:20.022" v="77" actId="478"/>
          <ac:cxnSpMkLst>
            <pc:docMk/>
            <pc:sldMk cId="3774885147" sldId="520"/>
            <ac:cxnSpMk id="32" creationId="{00000000-0000-0000-0000-000000000000}"/>
          </ac:cxnSpMkLst>
        </pc:cxnChg>
        <pc:cxnChg chg="del">
          <ac:chgData name="Shona Passfield" userId="8b3d8d318c456f76" providerId="LiveId" clId="{777854DA-7563-493C-AF8C-D47312E7652A}" dt="2024-07-27T14:18:20.022" v="77" actId="478"/>
          <ac:cxnSpMkLst>
            <pc:docMk/>
            <pc:sldMk cId="3774885147" sldId="520"/>
            <ac:cxnSpMk id="33" creationId="{00000000-0000-0000-0000-000000000000}"/>
          </ac:cxnSpMkLst>
        </pc:cxnChg>
        <pc:cxnChg chg="del">
          <ac:chgData name="Shona Passfield" userId="8b3d8d318c456f76" providerId="LiveId" clId="{777854DA-7563-493C-AF8C-D47312E7652A}" dt="2024-07-27T14:18:20.022" v="77" actId="478"/>
          <ac:cxnSpMkLst>
            <pc:docMk/>
            <pc:sldMk cId="3774885147" sldId="520"/>
            <ac:cxnSpMk id="34" creationId="{00000000-0000-0000-0000-000000000000}"/>
          </ac:cxnSpMkLst>
        </pc:cxnChg>
        <pc:cxnChg chg="del">
          <ac:chgData name="Shona Passfield" userId="8b3d8d318c456f76" providerId="LiveId" clId="{777854DA-7563-493C-AF8C-D47312E7652A}" dt="2024-07-27T14:18:20.022" v="77" actId="478"/>
          <ac:cxnSpMkLst>
            <pc:docMk/>
            <pc:sldMk cId="3774885147" sldId="520"/>
            <ac:cxnSpMk id="35" creationId="{00000000-0000-0000-0000-000000000000}"/>
          </ac:cxnSpMkLst>
        </pc:cxnChg>
        <pc:cxnChg chg="del">
          <ac:chgData name="Shona Passfield" userId="8b3d8d318c456f76" providerId="LiveId" clId="{777854DA-7563-493C-AF8C-D47312E7652A}" dt="2024-07-27T14:18:20.022" v="77" actId="478"/>
          <ac:cxnSpMkLst>
            <pc:docMk/>
            <pc:sldMk cId="3774885147" sldId="520"/>
            <ac:cxnSpMk id="299" creationId="{00000000-0000-0000-0000-000000000000}"/>
          </ac:cxnSpMkLst>
        </pc:cxnChg>
      </pc:sldChg>
      <pc:sldChg chg="delSp mod">
        <pc:chgData name="Shona Passfield" userId="8b3d8d318c456f76" providerId="LiveId" clId="{777854DA-7563-493C-AF8C-D47312E7652A}" dt="2024-07-27T12:10:48.004" v="23" actId="478"/>
        <pc:sldMkLst>
          <pc:docMk/>
          <pc:sldMk cId="2624824018" sldId="559"/>
        </pc:sldMkLst>
        <pc:spChg chg="del">
          <ac:chgData name="Shona Passfield" userId="8b3d8d318c456f76" providerId="LiveId" clId="{777854DA-7563-493C-AF8C-D47312E7652A}" dt="2024-07-27T12:10:40.180" v="22" actId="478"/>
          <ac:spMkLst>
            <pc:docMk/>
            <pc:sldMk cId="2624824018" sldId="559"/>
            <ac:spMk id="28" creationId="{00000000-0000-0000-0000-000000000000}"/>
          </ac:spMkLst>
        </pc:spChg>
        <pc:grpChg chg="del">
          <ac:chgData name="Shona Passfield" userId="8b3d8d318c456f76" providerId="LiveId" clId="{777854DA-7563-493C-AF8C-D47312E7652A}" dt="2024-07-27T12:10:48.004" v="23" actId="478"/>
          <ac:grpSpMkLst>
            <pc:docMk/>
            <pc:sldMk cId="2624824018" sldId="559"/>
            <ac:grpSpMk id="46" creationId="{00000000-0000-0000-0000-000000000000}"/>
          </ac:grpSpMkLst>
        </pc:grpChg>
      </pc:sldChg>
      <pc:sldChg chg="modSp mod">
        <pc:chgData name="Shona Passfield" userId="8b3d8d318c456f76" providerId="LiveId" clId="{777854DA-7563-493C-AF8C-D47312E7652A}" dt="2024-07-27T12:07:23.669" v="11" actId="1076"/>
        <pc:sldMkLst>
          <pc:docMk/>
          <pc:sldMk cId="3395274203" sldId="560"/>
        </pc:sldMkLst>
        <pc:spChg chg="mod">
          <ac:chgData name="Shona Passfield" userId="8b3d8d318c456f76" providerId="LiveId" clId="{777854DA-7563-493C-AF8C-D47312E7652A}" dt="2024-07-27T12:07:23.669" v="11" actId="1076"/>
          <ac:spMkLst>
            <pc:docMk/>
            <pc:sldMk cId="3395274203" sldId="560"/>
            <ac:spMk id="55" creationId="{00000000-0000-0000-0000-000000000000}"/>
          </ac:spMkLst>
        </pc:spChg>
      </pc:sldChg>
      <pc:sldChg chg="addSp delSp modSp mod">
        <pc:chgData name="Shona Passfield" userId="8b3d8d318c456f76" providerId="LiveId" clId="{777854DA-7563-493C-AF8C-D47312E7652A}" dt="2024-07-30T11:48:51.745" v="149" actId="1076"/>
        <pc:sldMkLst>
          <pc:docMk/>
          <pc:sldMk cId="3094011175" sldId="598"/>
        </pc:sldMkLst>
        <pc:spChg chg="add mod">
          <ac:chgData name="Shona Passfield" userId="8b3d8d318c456f76" providerId="LiveId" clId="{777854DA-7563-493C-AF8C-D47312E7652A}" dt="2024-07-27T12:09:39.100" v="21" actId="1076"/>
          <ac:spMkLst>
            <pc:docMk/>
            <pc:sldMk cId="3094011175" sldId="598"/>
            <ac:spMk id="2" creationId="{88B93DB5-89C4-9530-1573-5C7CC8967CED}"/>
          </ac:spMkLst>
        </pc:spChg>
        <pc:spChg chg="add mod">
          <ac:chgData name="Shona Passfield" userId="8b3d8d318c456f76" providerId="LiveId" clId="{777854DA-7563-493C-AF8C-D47312E7652A}" dt="2024-07-27T12:09:14.738" v="18"/>
          <ac:spMkLst>
            <pc:docMk/>
            <pc:sldMk cId="3094011175" sldId="598"/>
            <ac:spMk id="5" creationId="{A974039D-E917-2227-90CC-93DABAF606F2}"/>
          </ac:spMkLst>
        </pc:spChg>
        <pc:spChg chg="mod">
          <ac:chgData name="Shona Passfield" userId="8b3d8d318c456f76" providerId="LiveId" clId="{777854DA-7563-493C-AF8C-D47312E7652A}" dt="2024-07-30T11:48:51.745" v="149" actId="1076"/>
          <ac:spMkLst>
            <pc:docMk/>
            <pc:sldMk cId="3094011175" sldId="598"/>
            <ac:spMk id="175" creationId="{00000000-0000-0000-0000-000000000000}"/>
          </ac:spMkLst>
        </pc:spChg>
        <pc:spChg chg="del">
          <ac:chgData name="Shona Passfield" userId="8b3d8d318c456f76" providerId="LiveId" clId="{777854DA-7563-493C-AF8C-D47312E7652A}" dt="2024-07-27T12:08:04.216" v="12" actId="478"/>
          <ac:spMkLst>
            <pc:docMk/>
            <pc:sldMk cId="3094011175" sldId="598"/>
            <ac:spMk id="211" creationId="{00000000-0000-0000-0000-000000000000}"/>
          </ac:spMkLst>
        </pc:spChg>
        <pc:spChg chg="mod">
          <ac:chgData name="Shona Passfield" userId="8b3d8d318c456f76" providerId="LiveId" clId="{777854DA-7563-493C-AF8C-D47312E7652A}" dt="2024-07-27T12:00:46.163" v="1" actId="20577"/>
          <ac:spMkLst>
            <pc:docMk/>
            <pc:sldMk cId="3094011175" sldId="598"/>
            <ac:spMk id="213" creationId="{00000000-0000-0000-0000-000000000000}"/>
          </ac:spMkLst>
        </pc:spChg>
        <pc:spChg chg="mod">
          <ac:chgData name="Shona Passfield" userId="8b3d8d318c456f76" providerId="LiveId" clId="{777854DA-7563-493C-AF8C-D47312E7652A}" dt="2024-07-30T11:48:42.953" v="148" actId="20577"/>
          <ac:spMkLst>
            <pc:docMk/>
            <pc:sldMk cId="3094011175" sldId="598"/>
            <ac:spMk id="685" creationId="{00000000-0000-0000-0000-000000000000}"/>
          </ac:spMkLst>
        </pc:spChg>
        <pc:grpChg chg="del">
          <ac:chgData name="Shona Passfield" userId="8b3d8d318c456f76" providerId="LiveId" clId="{777854DA-7563-493C-AF8C-D47312E7652A}" dt="2024-07-27T12:08:42.126" v="13" actId="478"/>
          <ac:grpSpMkLst>
            <pc:docMk/>
            <pc:sldMk cId="3094011175" sldId="598"/>
            <ac:grpSpMk id="4" creationId="{00000000-0000-0000-0000-000000000000}"/>
          </ac:grpSpMkLst>
        </pc:grpChg>
        <pc:grpChg chg="del">
          <ac:chgData name="Shona Passfield" userId="8b3d8d318c456f76" providerId="LiveId" clId="{777854DA-7563-493C-AF8C-D47312E7652A}" dt="2024-07-27T12:08:04.216" v="12" actId="478"/>
          <ac:grpSpMkLst>
            <pc:docMk/>
            <pc:sldMk cId="3094011175" sldId="598"/>
            <ac:grpSpMk id="209" creationId="{00000000-0000-0000-0000-000000000000}"/>
          </ac:grpSpMkLst>
        </pc:grpChg>
      </pc:sldChg>
      <pc:sldChg chg="addSp delSp modSp mod">
        <pc:chgData name="Shona Passfield" userId="8b3d8d318c456f76" providerId="LiveId" clId="{777854DA-7563-493C-AF8C-D47312E7652A}" dt="2024-07-27T15:37:18.609" v="130" actId="1076"/>
        <pc:sldMkLst>
          <pc:docMk/>
          <pc:sldMk cId="4032027585" sldId="605"/>
        </pc:sldMkLst>
        <pc:spChg chg="mod">
          <ac:chgData name="Shona Passfield" userId="8b3d8d318c456f76" providerId="LiveId" clId="{777854DA-7563-493C-AF8C-D47312E7652A}" dt="2024-07-27T14:41:21.904" v="100" actId="6549"/>
          <ac:spMkLst>
            <pc:docMk/>
            <pc:sldMk cId="4032027585" sldId="605"/>
            <ac:spMk id="2" creationId="{00000000-0000-0000-0000-000000000000}"/>
          </ac:spMkLst>
        </pc:spChg>
        <pc:spChg chg="mod">
          <ac:chgData name="Shona Passfield" userId="8b3d8d318c456f76" providerId="LiveId" clId="{777854DA-7563-493C-AF8C-D47312E7652A}" dt="2024-07-27T14:42:08.816" v="102" actId="1076"/>
          <ac:spMkLst>
            <pc:docMk/>
            <pc:sldMk cId="4032027585" sldId="605"/>
            <ac:spMk id="3" creationId="{00000000-0000-0000-0000-000000000000}"/>
          </ac:spMkLst>
        </pc:spChg>
        <pc:spChg chg="del mod">
          <ac:chgData name="Shona Passfield" userId="8b3d8d318c456f76" providerId="LiveId" clId="{777854DA-7563-493C-AF8C-D47312E7652A}" dt="2024-07-27T14:19:23.027" v="84" actId="478"/>
          <ac:spMkLst>
            <pc:docMk/>
            <pc:sldMk cId="4032027585" sldId="605"/>
            <ac:spMk id="5" creationId="{93C64897-71DD-28A2-F381-1C176CCE2863}"/>
          </ac:spMkLst>
        </pc:spChg>
        <pc:spChg chg="add mod">
          <ac:chgData name="Shona Passfield" userId="8b3d8d318c456f76" providerId="LiveId" clId="{777854DA-7563-493C-AF8C-D47312E7652A}" dt="2024-07-27T15:34:51.526" v="122" actId="1076"/>
          <ac:spMkLst>
            <pc:docMk/>
            <pc:sldMk cId="4032027585" sldId="605"/>
            <ac:spMk id="7" creationId="{32833ED1-55B1-B262-7A77-FE73471D5EBA}"/>
          </ac:spMkLst>
        </pc:spChg>
        <pc:spChg chg="mod">
          <ac:chgData name="Shona Passfield" userId="8b3d8d318c456f76" providerId="LiveId" clId="{777854DA-7563-493C-AF8C-D47312E7652A}" dt="2024-07-27T12:22:28.437" v="49" actId="20577"/>
          <ac:spMkLst>
            <pc:docMk/>
            <pc:sldMk cId="4032027585" sldId="605"/>
            <ac:spMk id="57" creationId="{00000000-0000-0000-0000-000000000000}"/>
          </ac:spMkLst>
        </pc:spChg>
        <pc:spChg chg="mod">
          <ac:chgData name="Shona Passfield" userId="8b3d8d318c456f76" providerId="LiveId" clId="{777854DA-7563-493C-AF8C-D47312E7652A}" dt="2024-07-27T14:42:53.984" v="104" actId="1076"/>
          <ac:spMkLst>
            <pc:docMk/>
            <pc:sldMk cId="4032027585" sldId="605"/>
            <ac:spMk id="60" creationId="{00000000-0000-0000-0000-000000000000}"/>
          </ac:spMkLst>
        </pc:spChg>
        <pc:spChg chg="mod">
          <ac:chgData name="Shona Passfield" userId="8b3d8d318c456f76" providerId="LiveId" clId="{777854DA-7563-493C-AF8C-D47312E7652A}" dt="2024-07-27T14:49:23.796" v="111" actId="1076"/>
          <ac:spMkLst>
            <pc:docMk/>
            <pc:sldMk cId="4032027585" sldId="605"/>
            <ac:spMk id="61" creationId="{00000000-0000-0000-0000-000000000000}"/>
          </ac:spMkLst>
        </pc:spChg>
        <pc:spChg chg="mod">
          <ac:chgData name="Shona Passfield" userId="8b3d8d318c456f76" providerId="LiveId" clId="{777854DA-7563-493C-AF8C-D47312E7652A}" dt="2024-07-27T14:52:19.291" v="117" actId="21"/>
          <ac:spMkLst>
            <pc:docMk/>
            <pc:sldMk cId="4032027585" sldId="605"/>
            <ac:spMk id="62" creationId="{00000000-0000-0000-0000-000000000000}"/>
          </ac:spMkLst>
        </pc:spChg>
        <pc:spChg chg="mod">
          <ac:chgData name="Shona Passfield" userId="8b3d8d318c456f76" providerId="LiveId" clId="{777854DA-7563-493C-AF8C-D47312E7652A}" dt="2024-07-27T15:37:18.609" v="130" actId="1076"/>
          <ac:spMkLst>
            <pc:docMk/>
            <pc:sldMk cId="4032027585" sldId="605"/>
            <ac:spMk id="63" creationId="{00000000-0000-0000-0000-000000000000}"/>
          </ac:spMkLst>
        </pc:spChg>
        <pc:spChg chg="mod">
          <ac:chgData name="Shona Passfield" userId="8b3d8d318c456f76" providerId="LiveId" clId="{777854DA-7563-493C-AF8C-D47312E7652A}" dt="2024-07-27T15:36:24.875" v="123"/>
          <ac:spMkLst>
            <pc:docMk/>
            <pc:sldMk cId="4032027585" sldId="605"/>
            <ac:spMk id="64" creationId="{00000000-0000-0000-0000-000000000000}"/>
          </ac:spMkLst>
        </pc:spChg>
        <pc:spChg chg="mod">
          <ac:chgData name="Shona Passfield" userId="8b3d8d318c456f76" providerId="LiveId" clId="{777854DA-7563-493C-AF8C-D47312E7652A}" dt="2024-07-27T14:54:23.947" v="120" actId="255"/>
          <ac:spMkLst>
            <pc:docMk/>
            <pc:sldMk cId="4032027585" sldId="605"/>
            <ac:spMk id="65" creationId="{00000000-0000-0000-0000-000000000000}"/>
          </ac:spMkLst>
        </pc:spChg>
        <pc:spChg chg="mod">
          <ac:chgData name="Shona Passfield" userId="8b3d8d318c456f76" providerId="LiveId" clId="{777854DA-7563-493C-AF8C-D47312E7652A}" dt="2024-07-27T14:36:56.327" v="98" actId="20577"/>
          <ac:spMkLst>
            <pc:docMk/>
            <pc:sldMk cId="4032027585" sldId="605"/>
            <ac:spMk id="284" creationId="{00000000-0000-0000-0000-000000000000}"/>
          </ac:spMkLst>
        </pc:spChg>
        <pc:grpChg chg="mod">
          <ac:chgData name="Shona Passfield" userId="8b3d8d318c456f76" providerId="LiveId" clId="{777854DA-7563-493C-AF8C-D47312E7652A}" dt="2024-07-27T15:37:08.002" v="128" actId="1076"/>
          <ac:grpSpMkLst>
            <pc:docMk/>
            <pc:sldMk cId="4032027585" sldId="605"/>
            <ac:grpSpMk id="4" creationId="{00000000-0000-0000-0000-000000000000}"/>
          </ac:grpSpMkLst>
        </pc:grpChg>
        <pc:cxnChg chg="mod">
          <ac:chgData name="Shona Passfield" userId="8b3d8d318c456f76" providerId="LiveId" clId="{777854DA-7563-493C-AF8C-D47312E7652A}" dt="2024-07-27T15:37:13.858" v="129" actId="1076"/>
          <ac:cxnSpMkLst>
            <pc:docMk/>
            <pc:sldMk cId="4032027585" sldId="605"/>
            <ac:cxnSpMk id="28" creationId="{00000000-0000-0000-0000-000000000000}"/>
          </ac:cxnSpMkLst>
        </pc:cxnChg>
        <pc:cxnChg chg="mod">
          <ac:chgData name="Shona Passfield" userId="8b3d8d318c456f76" providerId="LiveId" clId="{777854DA-7563-493C-AF8C-D47312E7652A}" dt="2024-07-27T14:43:56.540" v="109" actId="1076"/>
          <ac:cxnSpMkLst>
            <pc:docMk/>
            <pc:sldMk cId="4032027585" sldId="605"/>
            <ac:cxnSpMk id="296" creationId="{00000000-0000-0000-0000-000000000000}"/>
          </ac:cxnSpMkLst>
        </pc:cxnChg>
      </pc:sldChg>
      <pc:sldChg chg="modSp mod">
        <pc:chgData name="Shona Passfield" userId="8b3d8d318c456f76" providerId="LiveId" clId="{777854DA-7563-493C-AF8C-D47312E7652A}" dt="2024-07-30T11:46:34.212" v="135" actId="1076"/>
        <pc:sldMkLst>
          <pc:docMk/>
          <pc:sldMk cId="3870757748" sldId="607"/>
        </pc:sldMkLst>
        <pc:spChg chg="mod">
          <ac:chgData name="Shona Passfield" userId="8b3d8d318c456f76" providerId="LiveId" clId="{777854DA-7563-493C-AF8C-D47312E7652A}" dt="2024-07-30T11:46:34.212" v="135" actId="1076"/>
          <ac:spMkLst>
            <pc:docMk/>
            <pc:sldMk cId="3870757748" sldId="607"/>
            <ac:spMk id="5" creationId="{00000000-0000-0000-0000-000000000000}"/>
          </ac:spMkLst>
        </pc:spChg>
      </pc:sldChg>
      <pc:sldMasterChg chg="modSldLayout">
        <pc:chgData name="Shona Passfield" userId="8b3d8d318c456f76" providerId="LiveId" clId="{777854DA-7563-493C-AF8C-D47312E7652A}" dt="2024-07-27T12:11:12.332" v="24" actId="478"/>
        <pc:sldMasterMkLst>
          <pc:docMk/>
          <pc:sldMasterMk cId="4183587306" sldId="2147483648"/>
        </pc:sldMasterMkLst>
        <pc:sldLayoutChg chg="addSp delSp modSp mod">
          <pc:chgData name="Shona Passfield" userId="8b3d8d318c456f76" providerId="LiveId" clId="{777854DA-7563-493C-AF8C-D47312E7652A}" dt="2024-07-27T12:11:12.332" v="24" actId="478"/>
          <pc:sldLayoutMkLst>
            <pc:docMk/>
            <pc:sldMasterMk cId="4183587306" sldId="2147483648"/>
            <pc:sldLayoutMk cId="62597516" sldId="2147483663"/>
          </pc:sldLayoutMkLst>
          <pc:spChg chg="add mod">
            <ac:chgData name="Shona Passfield" userId="8b3d8d318c456f76" providerId="LiveId" clId="{777854DA-7563-493C-AF8C-D47312E7652A}" dt="2024-07-27T12:06:56.540" v="10" actId="207"/>
            <ac:spMkLst>
              <pc:docMk/>
              <pc:sldMasterMk cId="4183587306" sldId="2147483648"/>
              <pc:sldLayoutMk cId="62597516" sldId="2147483663"/>
              <ac:spMk id="3" creationId="{0945E226-E13E-C25E-EDAF-994FF55C069A}"/>
            </ac:spMkLst>
          </pc:spChg>
          <pc:spChg chg="del topLvl">
            <ac:chgData name="Shona Passfield" userId="8b3d8d318c456f76" providerId="LiveId" clId="{777854DA-7563-493C-AF8C-D47312E7652A}" dt="2024-07-27T12:06:02.893" v="4" actId="478"/>
            <ac:spMkLst>
              <pc:docMk/>
              <pc:sldMasterMk cId="4183587306" sldId="2147483648"/>
              <pc:sldLayoutMk cId="62597516" sldId="2147483663"/>
              <ac:spMk id="6" creationId="{00000000-0000-0000-0000-000000000000}"/>
            </ac:spMkLst>
          </pc:spChg>
          <pc:grpChg chg="del">
            <ac:chgData name="Shona Passfield" userId="8b3d8d318c456f76" providerId="LiveId" clId="{777854DA-7563-493C-AF8C-D47312E7652A}" dt="2024-07-27T12:06:02.893" v="4" actId="478"/>
            <ac:grpSpMkLst>
              <pc:docMk/>
              <pc:sldMasterMk cId="4183587306" sldId="2147483648"/>
              <pc:sldLayoutMk cId="62597516" sldId="2147483663"/>
              <ac:grpSpMk id="7" creationId="{00000000-0000-0000-0000-000000000000}"/>
            </ac:grpSpMkLst>
          </pc:grpChg>
          <pc:picChg chg="del topLvl">
            <ac:chgData name="Shona Passfield" userId="8b3d8d318c456f76" providerId="LiveId" clId="{777854DA-7563-493C-AF8C-D47312E7652A}" dt="2024-07-27T12:11:12.332" v="24" actId="478"/>
            <ac:picMkLst>
              <pc:docMk/>
              <pc:sldMasterMk cId="4183587306" sldId="2147483648"/>
              <pc:sldLayoutMk cId="62597516" sldId="2147483663"/>
              <ac:picMk id="2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4848E-E94E-4E6F-AF1E-0F032B8FC539}" type="datetimeFigureOut">
              <a:rPr lang="en-GB" smtClean="0"/>
              <a:t>30/07/2024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562F6-EA59-444B-B83C-AFB509D348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946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9201d02545_1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9201d02545_1_109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3626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D3370-54E5-9C4A-7419-C4694A53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B492145-E465-0386-C219-93797E826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19CDDBF-2CAE-D64E-34F6-228E40726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61163" indent="0">
              <a:buNone/>
            </a:pPr>
            <a:r>
              <a:rPr lang="de-DE" dirty="0" err="1"/>
              <a:t>Introduce</a:t>
            </a:r>
            <a:r>
              <a:rPr lang="de-DE" dirty="0"/>
              <a:t> at a </a:t>
            </a:r>
            <a:r>
              <a:rPr lang="de-DE" dirty="0" err="1"/>
              <a:t>later</a:t>
            </a:r>
            <a:r>
              <a:rPr lang="de-DE" dirty="0"/>
              <a:t> </a:t>
            </a:r>
            <a:r>
              <a:rPr lang="de-DE" dirty="0" err="1"/>
              <a:t>point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training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77A2B2-7D18-DFFE-5A1F-37EF43F9BE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>
              <a:defRPr/>
            </a:pPr>
            <a:fld id="{7A052948-8FF2-4265-9115-B6B694A2C9D2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392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9201d02545_1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9201d02545_1_109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8315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600b47a8e7_0_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600b47a8e7_0_771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2384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 lIns="92830" tIns="46415" rIns="92830" bIns="46415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5676" indent="-29064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62579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7609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92641" indent="-23251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57673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22703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87735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52766" indent="-23251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5C71D7B-66E7-40B7-A51E-7ADC54B01221}" type="slidenum">
              <a:rPr lang="de-DE" altLang="de-DE" sz="1200"/>
              <a:t>5</a:t>
            </a:fld>
            <a:endParaRPr lang="de-DE" altLang="de-DE" sz="120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6525" y="754063"/>
            <a:ext cx="6677025" cy="3756025"/>
          </a:xfrm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7366" y="4761949"/>
            <a:ext cx="5094003" cy="4511404"/>
          </a:xfrm>
          <a:solidFill>
            <a:srgbClr val="FFFFFF"/>
          </a:solidFill>
          <a:ln w="12700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US" altLang="de-DE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220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8553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>
              <a:defRPr/>
            </a:pPr>
            <a:fld id="{7A052948-8FF2-4265-9115-B6B694A2C9D2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5627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>
              <a:defRPr/>
            </a:pPr>
            <a:fld id="{7A052948-8FF2-4265-9115-B6B694A2C9D2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24230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Folienbildplatzhalt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izenplatzhalt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de-DE" dirty="0">
              <a:latin typeface="Arial" panose="020B0604020202020204" pitchFamily="34" charset="0"/>
            </a:endParaRPr>
          </a:p>
          <a:p>
            <a:endParaRPr lang="de-DE" dirty="0">
              <a:latin typeface="Arial" panose="020B0604020202020204" pitchFamily="34" charset="0"/>
            </a:endParaRPr>
          </a:p>
          <a:p>
            <a:endParaRPr lang="de-DE" dirty="0">
              <a:latin typeface="Arial" panose="020B0604020202020204" pitchFamily="34" charset="0"/>
            </a:endParaRPr>
          </a:p>
          <a:p>
            <a:endParaRPr lang="de-DE" dirty="0">
              <a:latin typeface="Arial" panose="020B0604020202020204" pitchFamily="34" charset="0"/>
            </a:endParaRPr>
          </a:p>
        </p:txBody>
      </p:sp>
      <p:sp>
        <p:nvSpPr>
          <p:cNvPr id="37892" name="Foliennummernplatzhalt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4362" indent="-286293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5172" indent="-229034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3240" indent="-229034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61309" indent="-229034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9378" indent="-229034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7446" indent="-229034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35515" indent="-229034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93584" indent="-229034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4265C7-9CD4-4932-BDB8-A8DF905D7F2C}" type="slidenum">
              <a:rPr lang="de-DE" altLang="de-DE" sz="1200"/>
              <a:pPr/>
              <a:t>9</a:t>
            </a:fld>
            <a:endParaRPr lang="de-DE" altLang="de-DE" sz="1200"/>
          </a:p>
        </p:txBody>
      </p:sp>
    </p:spTree>
    <p:extLst>
      <p:ext uri="{BB962C8B-B14F-4D97-AF65-F5344CB8AC3E}">
        <p14:creationId xmlns:p14="http://schemas.microsoft.com/office/powerpoint/2010/main" val="8826863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>
              <a:defRPr/>
            </a:pPr>
            <a:fld id="{7A052948-8FF2-4265-9115-B6B694A2C9D2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1619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25450" y="692150"/>
            <a:ext cx="6159500" cy="3463925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928299" eaLnBrk="0" fontAlgn="base" hangingPunct="0">
              <a:spcBef>
                <a:spcPct val="30000"/>
              </a:spcBef>
              <a:spcAft>
                <a:spcPct val="0"/>
              </a:spcAft>
              <a:buClrTx/>
              <a:buSzTx/>
              <a:buNone/>
              <a:defRPr/>
            </a:pPr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lIns="92830" tIns="46415" rIns="92830" bIns="46415"/>
          <a:lstStyle/>
          <a:p>
            <a:pPr>
              <a:defRPr/>
            </a:pPr>
            <a:fld id="{7A052948-8FF2-4265-9115-B6B694A2C9D2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3384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96b27c39b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96b27c39bb_0_12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rid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exercise</a:t>
            </a:r>
            <a:endParaRPr lang="de-DE" dirty="0"/>
          </a:p>
          <a:p>
            <a:pPr marL="174056" indent="-174056"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But </a:t>
            </a:r>
            <a:r>
              <a:rPr lang="de-DE" dirty="0" err="1">
                <a:sym typeface="Wingdings" panose="05000000000000000000" pitchFamily="2" charset="2"/>
              </a:rPr>
              <a:t>keep</a:t>
            </a:r>
            <a:r>
              <a:rPr lang="de-DE" dirty="0">
                <a:sym typeface="Wingdings" panose="05000000000000000000" pitchFamily="2" charset="2"/>
              </a:rPr>
              <a:t> in </a:t>
            </a:r>
            <a:r>
              <a:rPr lang="de-DE" dirty="0" err="1">
                <a:sym typeface="Wingdings" panose="05000000000000000000" pitchFamily="2" charset="2"/>
              </a:rPr>
              <a:t>our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repertoire</a:t>
            </a:r>
            <a:r>
              <a:rPr lang="de-DE" dirty="0">
                <a:sym typeface="Wingdings" panose="05000000000000000000" pitchFamily="2" charset="2"/>
              </a:rPr>
              <a:t> (</a:t>
            </a:r>
            <a:r>
              <a:rPr lang="de-DE" dirty="0" err="1">
                <a:sym typeface="Wingdings" panose="05000000000000000000" pitchFamily="2" charset="2"/>
              </a:rPr>
              <a:t>for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specific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tagret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groups</a:t>
            </a:r>
            <a:r>
              <a:rPr lang="de-DE" dirty="0">
                <a:sym typeface="Wingdings" panose="05000000000000000000" pitchFamily="2" charset="2"/>
              </a:rPr>
              <a:t>)</a:t>
            </a:r>
          </a:p>
          <a:p>
            <a:pPr marL="174056" indent="-174056">
              <a:buFont typeface="Wingdings" panose="05000000000000000000" pitchFamily="2" charset="2"/>
              <a:buChar char="à"/>
            </a:pP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 err="1">
                <a:sym typeface="Wingdings" panose="05000000000000000000" pitchFamily="2" charset="2"/>
              </a:rPr>
              <a:t>Replace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with</a:t>
            </a:r>
            <a:r>
              <a:rPr lang="de-DE" baseline="0" dirty="0">
                <a:sym typeface="Wingdings" panose="05000000000000000000" pitchFamily="2" charset="2"/>
              </a:rPr>
              <a:t> </a:t>
            </a:r>
            <a:r>
              <a:rPr lang="de-DE" baseline="0" dirty="0" err="1">
                <a:sym typeface="Wingdings" panose="05000000000000000000" pitchFamily="2" charset="2"/>
              </a:rPr>
              <a:t>exercise</a:t>
            </a:r>
            <a:r>
              <a:rPr lang="de-DE" baseline="0" dirty="0">
                <a:sym typeface="Wingdings" panose="05000000000000000000" pitchFamily="2" charset="2"/>
              </a:rPr>
              <a:t> on </a:t>
            </a:r>
            <a:r>
              <a:rPr lang="de-DE" baseline="0" dirty="0" err="1">
                <a:sym typeface="Wingdings" panose="05000000000000000000" pitchFamily="2" charset="2"/>
              </a:rPr>
              <a:t>brainstorming</a:t>
            </a:r>
            <a:r>
              <a:rPr lang="de-DE" baseline="0" dirty="0">
                <a:sym typeface="Wingdings" panose="05000000000000000000" pitchFamily="2" charset="2"/>
              </a:rPr>
              <a:t> (e.g. </a:t>
            </a:r>
            <a:r>
              <a:rPr lang="de-DE" baseline="0" dirty="0" err="1">
                <a:sym typeface="Wingdings" panose="05000000000000000000" pitchFamily="2" charset="2"/>
              </a:rPr>
              <a:t>brick</a:t>
            </a:r>
            <a:r>
              <a:rPr lang="de-DE" baseline="0" dirty="0">
                <a:sym typeface="Wingdings" panose="05000000000000000000" pitchFamily="2" charset="2"/>
              </a:rPr>
              <a:t>) </a:t>
            </a:r>
            <a:r>
              <a:rPr lang="de-DE" baseline="0" dirty="0" err="1">
                <a:sym typeface="Wingdings" panose="05000000000000000000" pitchFamily="2" charset="2"/>
              </a:rPr>
              <a:t>instead</a:t>
            </a:r>
            <a:r>
              <a:rPr lang="de-DE" baseline="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de-DE" baseline="0" dirty="0" err="1">
                <a:sym typeface="Wingdings" panose="05000000000000000000" pitchFamily="2" charset="2"/>
              </a:rPr>
              <a:t>We</a:t>
            </a:r>
            <a:r>
              <a:rPr lang="de-DE" baseline="0" dirty="0">
                <a:sym typeface="Wingdings" panose="05000000000000000000" pitchFamily="2" charset="2"/>
              </a:rPr>
              <a:t> </a:t>
            </a:r>
            <a:r>
              <a:rPr lang="de-DE" baseline="0" dirty="0" err="1">
                <a:sym typeface="Wingdings" panose="05000000000000000000" pitchFamily="2" charset="2"/>
              </a:rPr>
              <a:t>need</a:t>
            </a:r>
            <a:r>
              <a:rPr lang="de-DE" baseline="0" dirty="0">
                <a:sym typeface="Wingdings" panose="05000000000000000000" pitchFamily="2" charset="2"/>
              </a:rPr>
              <a:t> </a:t>
            </a:r>
            <a:r>
              <a:rPr lang="de-DE" baseline="0" dirty="0" err="1">
                <a:sym typeface="Wingdings" panose="05000000000000000000" pitchFamily="2" charset="2"/>
              </a:rPr>
              <a:t>brainstorming</a:t>
            </a:r>
            <a:r>
              <a:rPr lang="de-DE" baseline="0" dirty="0">
                <a:sym typeface="Wingdings" panose="05000000000000000000" pitchFamily="2" charset="2"/>
              </a:rPr>
              <a:t> in </a:t>
            </a:r>
            <a:r>
              <a:rPr lang="de-DE" baseline="0" dirty="0" err="1">
                <a:sym typeface="Wingdings" panose="05000000000000000000" pitchFamily="2" charset="2"/>
              </a:rPr>
              <a:t>terms</a:t>
            </a:r>
            <a:r>
              <a:rPr lang="de-DE" baseline="0" dirty="0">
                <a:sym typeface="Wingdings" panose="05000000000000000000" pitchFamily="2" charset="2"/>
              </a:rPr>
              <a:t> on </a:t>
            </a:r>
            <a:r>
              <a:rPr lang="de-DE" i="1" baseline="0" dirty="0" err="1">
                <a:sym typeface="Wingdings" panose="05000000000000000000" pitchFamily="2" charset="2"/>
              </a:rPr>
              <a:t>association</a:t>
            </a:r>
            <a:r>
              <a:rPr lang="de-DE" baseline="0" dirty="0"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5069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96b27c39b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96b27c39bb_0_12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r>
              <a:rPr lang="de-DE" dirty="0" err="1"/>
              <a:t>Maybe</a:t>
            </a:r>
            <a:r>
              <a:rPr lang="de-DE" dirty="0"/>
              <a:t> </a:t>
            </a:r>
            <a:r>
              <a:rPr lang="de-DE" dirty="0" err="1"/>
              <a:t>adapt</a:t>
            </a:r>
            <a:r>
              <a:rPr lang="de-DE" dirty="0"/>
              <a:t> </a:t>
            </a:r>
            <a:r>
              <a:rPr lang="de-DE" dirty="0" err="1"/>
              <a:t>symbols</a:t>
            </a:r>
            <a:r>
              <a:rPr lang="de-DE" dirty="0"/>
              <a:t>?</a:t>
            </a:r>
          </a:p>
          <a:p>
            <a:pPr marL="0" indent="0">
              <a:buNone/>
            </a:pPr>
            <a:r>
              <a:rPr lang="de-DE" dirty="0"/>
              <a:t>+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a link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sustainability</a:t>
            </a:r>
            <a:r>
              <a:rPr lang="de-DE" dirty="0"/>
              <a:t>?</a:t>
            </a:r>
          </a:p>
          <a:p>
            <a:pPr marL="0" indent="0">
              <a:buNone/>
            </a:pPr>
            <a:r>
              <a:rPr lang="de-DE" dirty="0"/>
              <a:t>+</a:t>
            </a:r>
            <a:r>
              <a:rPr lang="de-DE" baseline="0" dirty="0"/>
              <a:t> </a:t>
            </a:r>
            <a:r>
              <a:rPr lang="de-DE" baseline="0" dirty="0" err="1"/>
              <a:t>let</a:t>
            </a:r>
            <a:r>
              <a:rPr lang="de-DE" baseline="0" dirty="0"/>
              <a:t> </a:t>
            </a:r>
            <a:r>
              <a:rPr lang="de-DE" baseline="0" dirty="0" err="1"/>
              <a:t>them</a:t>
            </a:r>
            <a:r>
              <a:rPr lang="de-DE" baseline="0" dirty="0"/>
              <a:t> </a:t>
            </a:r>
            <a:r>
              <a:rPr lang="de-DE" baseline="0" dirty="0" err="1"/>
              <a:t>create</a:t>
            </a:r>
            <a:r>
              <a:rPr lang="de-DE" baseline="0" dirty="0"/>
              <a:t> </a:t>
            </a:r>
            <a:r>
              <a:rPr lang="de-DE" baseline="0" dirty="0" err="1"/>
              <a:t>more</a:t>
            </a:r>
            <a:r>
              <a:rPr lang="de-DE" baseline="0" dirty="0"/>
              <a:t> </a:t>
            </a:r>
            <a:r>
              <a:rPr lang="de-DE" baseline="0" dirty="0" err="1"/>
              <a:t>than</a:t>
            </a:r>
            <a:r>
              <a:rPr lang="de-DE" baseline="0" dirty="0"/>
              <a:t> 1 </a:t>
            </a:r>
            <a:r>
              <a:rPr lang="de-DE" baseline="0" dirty="0" err="1"/>
              <a:t>new</a:t>
            </a:r>
            <a:r>
              <a:rPr lang="de-DE" baseline="0" dirty="0"/>
              <a:t> </a:t>
            </a:r>
            <a:r>
              <a:rPr lang="de-DE" baseline="0" dirty="0" err="1"/>
              <a:t>product</a:t>
            </a:r>
            <a:endParaRPr lang="de-DE" baseline="0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560136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9201d02545_0_24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9201d02545_0_24420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651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9201d02545_0_24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9201d02545_0_24420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14599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9201d02545_0_24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692150"/>
            <a:ext cx="6159500" cy="3463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9201d02545_0_24420:notes"/>
          <p:cNvSpPr txBox="1">
            <a:spLocks noGrp="1"/>
          </p:cNvSpPr>
          <p:nvPr>
            <p:ph type="body" idx="1"/>
          </p:nvPr>
        </p:nvSpPr>
        <p:spPr>
          <a:xfrm>
            <a:off x="701040" y="4387136"/>
            <a:ext cx="5608320" cy="4156234"/>
          </a:xfrm>
          <a:prstGeom prst="rect">
            <a:avLst/>
          </a:prstGeom>
        </p:spPr>
        <p:txBody>
          <a:bodyPr spcFirstLastPara="1" wrap="square" lIns="92815" tIns="92815" rIns="92815" bIns="92815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274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B0EC-1560-4F2D-7CF8-7AC233AF0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A9DFEC-5E33-B76E-159D-1F2CC52FE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582FD-84B1-FF5C-4BBA-52FDBAD10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7A5C-89D6-46D7-AF2B-085BF0843231}" type="datetimeFigureOut">
              <a:rPr lang="en-GB" smtClean="0"/>
              <a:t>30/07/2024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B693D-2E17-D387-5F85-7763D5A5B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DE73E-848D-93ED-9314-50D0DE04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32370-6E93-403B-921E-5847E058B1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92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ADF21-5362-29E7-CFBF-498F907DF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27025-C85C-D339-1270-1DD58DA6C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FB3B4-88FF-052C-94AD-B320BAF3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7A5C-89D6-46D7-AF2B-085BF0843231}" type="datetimeFigureOut">
              <a:rPr lang="en-GB" smtClean="0"/>
              <a:t>30/07/2024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03218-AD31-285A-CC4D-448C2AB0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5ED3C-4594-012D-0874-FA209DAA5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32370-6E93-403B-921E-5847E058B1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624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D497-827A-83D1-2B6B-B28CB5AF3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A34AF-D1FA-980E-EC5B-721F6ED5B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FDB43-7A42-348E-9FAE-C6C117953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7A5C-89D6-46D7-AF2B-085BF0843231}" type="datetimeFigureOut">
              <a:rPr lang="en-GB" smtClean="0"/>
              <a:t>30/07/2024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591B9-7078-DE92-974C-85F3387A3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354D6-6132-FE0A-89BE-88BA35C2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32370-6E93-403B-921E-5847E058B1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97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6CEFB-0965-6BD8-C42E-B5AC7CE8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2782B-3084-F8E3-814D-69E3F00D7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F1AE1-62FE-2C2E-638C-93B47FF75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AF6EE-22AC-89A8-F5C0-4C2E5E953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7A5C-89D6-46D7-AF2B-085BF0843231}" type="datetimeFigureOut">
              <a:rPr lang="en-GB" smtClean="0"/>
              <a:t>30/07/2024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5073A-2A0E-30B5-029E-75EF2D4CE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DB987-1881-4F56-15AC-56190E1E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32370-6E93-403B-921E-5847E058B1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416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7C2D-DA0E-0528-93D4-F7BCD0B7D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6CE25-F841-2EF1-EAC8-86BE419F2C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BBDDF-53D6-E0A5-2BB7-CDF1AF4B3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A3F983-AC6F-66C3-9318-9E15DEFE2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97ABAE-1441-970A-C25C-DCC2ECE55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E3067-E47D-24A0-7028-7CBD27CC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7A5C-89D6-46D7-AF2B-085BF0843231}" type="datetimeFigureOut">
              <a:rPr lang="en-GB" smtClean="0"/>
              <a:t>30/07/2024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BAD32-20B1-7946-BD6A-ACB3B06C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576809-02AF-5E0A-070E-6A1768870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32370-6E93-403B-921E-5847E058B1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890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42B7-1B63-A71F-8BCB-606E8EE62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36BC61-BDAE-20C2-2235-31B478811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7A5C-89D6-46D7-AF2B-085BF0843231}" type="datetimeFigureOut">
              <a:rPr lang="en-GB" smtClean="0"/>
              <a:t>30/07/2024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6C9D9C-787B-EF0F-5CC2-958B407FB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3C6BB-07D4-459C-FFA6-BE693EBA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32370-6E93-403B-921E-5847E058B1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9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7C3A19-D6A5-CFDC-4851-9F7B814B1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7A5C-89D6-46D7-AF2B-085BF0843231}" type="datetimeFigureOut">
              <a:rPr lang="en-GB" smtClean="0"/>
              <a:t>30/07/2024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0C964-9F4B-E6FD-8C7E-B56610267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DFD0A7-A2AA-D52C-E16E-FA83566E0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32370-6E93-403B-921E-5847E058B1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62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5BAC8-A426-8208-7C15-99DE14982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02F23-CEFB-1F2A-47F0-750F4BB1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92A91-DAFC-DD48-7018-B07CB9531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E71CF-86C1-6C2A-4550-36CF9B797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7A5C-89D6-46D7-AF2B-085BF0843231}" type="datetimeFigureOut">
              <a:rPr lang="en-GB" smtClean="0"/>
              <a:t>30/07/2024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7A2F0-AAE5-5402-DDA4-C08473600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F5ED4-843B-BFBB-9B95-297D3BF3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32370-6E93-403B-921E-5847E058B1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71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048E2-1759-B3BE-8941-ACD393A71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2C385B-2572-F6E8-BD0C-A00E96879C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7C0348-972D-016C-A408-A18197D24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31F95-A8B3-3DC5-7003-AC3B4CFD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7A5C-89D6-46D7-AF2B-085BF0843231}" type="datetimeFigureOut">
              <a:rPr lang="en-GB" smtClean="0"/>
              <a:t>30/07/2024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646F1-9332-8D84-9772-A82369AD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65B27-9530-AE00-12CF-ED9D28835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32370-6E93-403B-921E-5847E058B1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206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97B7E-E631-C870-031D-DAF70764E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A4E51-DD34-EA01-A399-CA48F31B9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DC660-4B65-BB0E-916A-D4364E4BE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7A5C-89D6-46D7-AF2B-085BF0843231}" type="datetimeFigureOut">
              <a:rPr lang="en-GB" smtClean="0"/>
              <a:t>30/07/2024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9852D-5683-4C93-C1E9-8ED793ED4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1C3EF-6852-3B1C-3B0C-9E5381919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32370-6E93-403B-921E-5847E058B1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334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651A42-BA3F-08E8-9E4B-0D4936E4A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D19AA-DE8B-0F06-7104-47D6AAD63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952B6-8DC6-9DF5-BDEF-D8A3DACBE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D7A5C-89D6-46D7-AF2B-085BF0843231}" type="datetimeFigureOut">
              <a:rPr lang="en-GB" smtClean="0"/>
              <a:t>30/07/2024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E62EF-559A-0780-5D87-BE1ECB44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DFE1E-E3E5-604B-C16E-EE10A46F5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32370-6E93-403B-921E-5847E058B1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102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3;p10"/>
          <p:cNvSpPr txBox="1">
            <a:spLocks noGrp="1"/>
          </p:cNvSpPr>
          <p:nvPr>
            <p:ph type="title"/>
          </p:nvPr>
        </p:nvSpPr>
        <p:spPr>
          <a:xfrm>
            <a:off x="855859" y="698900"/>
            <a:ext cx="780554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22432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4 COLUMNS 2">
  <p:cSld name="TITLE + 4 COLUMNS 2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511267" y="414401"/>
            <a:ext cx="7004000" cy="545678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1"/>
          </p:nvPr>
        </p:nvSpPr>
        <p:spPr>
          <a:xfrm>
            <a:off x="1370049" y="52873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ctrTitle"/>
          </p:nvPr>
        </p:nvSpPr>
        <p:spPr>
          <a:xfrm>
            <a:off x="1370049" y="48449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2"/>
          </p:nvPr>
        </p:nvSpPr>
        <p:spPr>
          <a:xfrm>
            <a:off x="1370053" y="32045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ctrTitle" idx="3"/>
          </p:nvPr>
        </p:nvSpPr>
        <p:spPr>
          <a:xfrm>
            <a:off x="1370053" y="27621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ctrTitle" idx="4"/>
          </p:nvPr>
        </p:nvSpPr>
        <p:spPr>
          <a:xfrm>
            <a:off x="1370063" y="960000"/>
            <a:ext cx="52864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5"/>
          </p:nvPr>
        </p:nvSpPr>
        <p:spPr>
          <a:xfrm>
            <a:off x="4278349" y="52873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ctrTitle" idx="6"/>
          </p:nvPr>
        </p:nvSpPr>
        <p:spPr>
          <a:xfrm>
            <a:off x="4278349" y="48449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7"/>
          </p:nvPr>
        </p:nvSpPr>
        <p:spPr>
          <a:xfrm>
            <a:off x="4278353" y="3204533"/>
            <a:ext cx="23780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ctrTitle" idx="8"/>
          </p:nvPr>
        </p:nvSpPr>
        <p:spPr>
          <a:xfrm>
            <a:off x="4278353" y="2762188"/>
            <a:ext cx="2378000" cy="8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667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1123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54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966600" y="2831467"/>
            <a:ext cx="2669200" cy="129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/>
          <p:nvPr/>
        </p:nvSpPr>
        <p:spPr>
          <a:xfrm>
            <a:off x="960000" y="2841740"/>
            <a:ext cx="2671600" cy="1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3200" b="1"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9" name="Google Shape;39;p9"/>
          <p:cNvSpPr txBox="1"/>
          <p:nvPr/>
        </p:nvSpPr>
        <p:spPr>
          <a:xfrm>
            <a:off x="4119933" y="1024800"/>
            <a:ext cx="7112000" cy="54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>
              <a:solidFill>
                <a:srgbClr val="2F2F2F"/>
              </a:solidFill>
              <a:latin typeface="Rokkitt Regular"/>
              <a:ea typeface="Rokkitt Regular"/>
              <a:cs typeface="Rokkitt Regular"/>
              <a:sym typeface="Rokkitt Regular"/>
            </a:endParaRPr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4138267" y="821000"/>
            <a:ext cx="7085200" cy="54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333">
                <a:solidFill>
                  <a:srgbClr val="000000"/>
                </a:solidFill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9"/>
          <p:cNvSpPr/>
          <p:nvPr/>
        </p:nvSpPr>
        <p:spPr>
          <a:xfrm rot="10800000">
            <a:off x="1498948" y="4201467"/>
            <a:ext cx="2013600" cy="692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520917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3;p10"/>
          <p:cNvSpPr txBox="1">
            <a:spLocks noGrp="1"/>
          </p:cNvSpPr>
          <p:nvPr>
            <p:ph type="title"/>
          </p:nvPr>
        </p:nvSpPr>
        <p:spPr>
          <a:xfrm>
            <a:off x="1343026" y="698900"/>
            <a:ext cx="7318373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45E226-E13E-C25E-EDAF-994FF55C069A}"/>
              </a:ext>
            </a:extLst>
          </p:cNvPr>
          <p:cNvSpPr txBox="1"/>
          <p:nvPr userDrawn="1"/>
        </p:nvSpPr>
        <p:spPr>
          <a:xfrm>
            <a:off x="393289" y="383458"/>
            <a:ext cx="412955" cy="4129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597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942000" y="3790267"/>
            <a:ext cx="3706000" cy="28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867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855865" y="1206900"/>
            <a:ext cx="3792000" cy="12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3" name="Google Shape;33;p7"/>
          <p:cNvSpPr/>
          <p:nvPr/>
        </p:nvSpPr>
        <p:spPr>
          <a:xfrm rot="5400000">
            <a:off x="721608" y="1554747"/>
            <a:ext cx="369600" cy="692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52592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3A11A8-DE49-AF95-6109-3253E4F16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7693B-6BC3-A768-EB60-162439C88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03653-0B7C-9835-8A83-264779EC6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D7A5C-89D6-46D7-AF2B-085BF0843231}" type="datetimeFigureOut">
              <a:rPr lang="en-GB" smtClean="0"/>
              <a:t>30/07/2024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62B29-E91E-FE6D-26FD-748A63F59C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3248-B470-E2F6-7B7F-9EB75401C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32370-6E93-403B-921E-5847E058B1B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35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jpeg"/><Relationship Id="rId7" Type="http://schemas.openxmlformats.org/officeDocument/2006/relationships/image" Target="../media/image16.png"/><Relationship Id="rId12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microsoft.com/office/2007/relationships/hdphoto" Target="../media/hdphoto2.wdp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1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3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microsoft.com/office/2007/relationships/hdphoto" Target="../media/hdphoto3.wdp"/><Relationship Id="rId11" Type="http://schemas.openxmlformats.org/officeDocument/2006/relationships/image" Target="../media/image32.svg"/><Relationship Id="rId5" Type="http://schemas.openxmlformats.org/officeDocument/2006/relationships/image" Target="../media/image28.png"/><Relationship Id="rId10" Type="http://schemas.openxmlformats.org/officeDocument/2006/relationships/image" Target="../media/image31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/>
          <p:cNvGrpSpPr/>
          <p:nvPr/>
        </p:nvGrpSpPr>
        <p:grpSpPr>
          <a:xfrm>
            <a:off x="394324" y="2904701"/>
            <a:ext cx="10702156" cy="2777200"/>
            <a:chOff x="480062" y="1527451"/>
            <a:chExt cx="8026617" cy="2082900"/>
          </a:xfrm>
        </p:grpSpPr>
        <p:grpSp>
          <p:nvGrpSpPr>
            <p:cNvPr id="2" name="Gruppieren 1"/>
            <p:cNvGrpSpPr/>
            <p:nvPr/>
          </p:nvGrpSpPr>
          <p:grpSpPr>
            <a:xfrm>
              <a:off x="480062" y="1527451"/>
              <a:ext cx="8026617" cy="2082900"/>
              <a:chOff x="979525" y="1411100"/>
              <a:chExt cx="7082500" cy="3315656"/>
            </a:xfrm>
          </p:grpSpPr>
          <p:sp>
            <p:nvSpPr>
              <p:cNvPr id="337" name="Google Shape;337;p37"/>
              <p:cNvSpPr/>
              <p:nvPr/>
            </p:nvSpPr>
            <p:spPr>
              <a:xfrm>
                <a:off x="2730500" y="3550156"/>
                <a:ext cx="1776300" cy="11766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8" name="Google Shape;338;p37"/>
              <p:cNvSpPr/>
              <p:nvPr/>
            </p:nvSpPr>
            <p:spPr>
              <a:xfrm>
                <a:off x="6285725" y="3533822"/>
                <a:ext cx="1776300" cy="11766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9" name="Google Shape;339;p37"/>
              <p:cNvSpPr/>
              <p:nvPr/>
            </p:nvSpPr>
            <p:spPr>
              <a:xfrm>
                <a:off x="4523100" y="1411100"/>
                <a:ext cx="1776300" cy="11766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0" name="Google Shape;340;p37"/>
              <p:cNvSpPr/>
              <p:nvPr/>
            </p:nvSpPr>
            <p:spPr>
              <a:xfrm>
                <a:off x="979525" y="1411100"/>
                <a:ext cx="1776300" cy="11766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2" name="Google Shape;342;p37"/>
              <p:cNvSpPr txBox="1"/>
              <p:nvPr/>
            </p:nvSpPr>
            <p:spPr>
              <a:xfrm>
                <a:off x="2893100" y="3771648"/>
                <a:ext cx="1451100" cy="6336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lvl="0" algn="ctr">
                  <a:lnSpc>
                    <a:spcPct val="80000"/>
                  </a:lnSpc>
                </a:pPr>
                <a:r>
                  <a:rPr lang="de-DE" sz="2400" b="1" dirty="0">
                    <a:solidFill>
                      <a:srgbClr val="2F2F2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Setting a Goal</a:t>
                </a:r>
              </a:p>
            </p:txBody>
          </p:sp>
          <p:sp>
            <p:nvSpPr>
              <p:cNvPr id="344" name="Google Shape;344;p37"/>
              <p:cNvSpPr/>
              <p:nvPr/>
            </p:nvSpPr>
            <p:spPr>
              <a:xfrm>
                <a:off x="1783503" y="2941201"/>
                <a:ext cx="158828" cy="286532"/>
              </a:xfrm>
              <a:custGeom>
                <a:avLst/>
                <a:gdLst/>
                <a:ahLst/>
                <a:cxnLst/>
                <a:rect l="l" t="t" r="r" b="b"/>
                <a:pathLst>
                  <a:path w="5959" h="5928" fill="none" extrusionOk="0">
                    <a:moveTo>
                      <a:pt x="5958" y="2979"/>
                    </a:moveTo>
                    <a:cubicBezTo>
                      <a:pt x="5958" y="4620"/>
                      <a:pt x="4621" y="5927"/>
                      <a:pt x="2980" y="5927"/>
                    </a:cubicBezTo>
                    <a:cubicBezTo>
                      <a:pt x="1338" y="5927"/>
                      <a:pt x="1" y="4620"/>
                      <a:pt x="1" y="2979"/>
                    </a:cubicBezTo>
                    <a:cubicBezTo>
                      <a:pt x="1" y="1338"/>
                      <a:pt x="1338" y="0"/>
                      <a:pt x="2980" y="0"/>
                    </a:cubicBezTo>
                    <a:cubicBezTo>
                      <a:pt x="4621" y="0"/>
                      <a:pt x="5958" y="1338"/>
                      <a:pt x="5958" y="2979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5" name="Google Shape;345;p37"/>
              <p:cNvSpPr/>
              <p:nvPr/>
            </p:nvSpPr>
            <p:spPr>
              <a:xfrm rot="10800000" flipH="1">
                <a:off x="1938436" y="3122315"/>
                <a:ext cx="1590433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40518" h="1" fill="none" extrusionOk="0">
                    <a:moveTo>
                      <a:pt x="0" y="1"/>
                    </a:moveTo>
                    <a:lnTo>
                      <a:pt x="40518" y="1"/>
                    </a:lnTo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6" name="Google Shape;346;p37"/>
              <p:cNvSpPr/>
              <p:nvPr/>
            </p:nvSpPr>
            <p:spPr>
              <a:xfrm>
                <a:off x="3534103" y="2960611"/>
                <a:ext cx="158828" cy="286532"/>
              </a:xfrm>
              <a:custGeom>
                <a:avLst/>
                <a:gdLst/>
                <a:ahLst/>
                <a:cxnLst/>
                <a:rect l="l" t="t" r="r" b="b"/>
                <a:pathLst>
                  <a:path w="5928" h="5928" fill="none" extrusionOk="0">
                    <a:moveTo>
                      <a:pt x="5928" y="2979"/>
                    </a:moveTo>
                    <a:cubicBezTo>
                      <a:pt x="5928" y="4620"/>
                      <a:pt x="4591" y="5927"/>
                      <a:pt x="2949" y="5927"/>
                    </a:cubicBezTo>
                    <a:cubicBezTo>
                      <a:pt x="1338" y="5927"/>
                      <a:pt x="1" y="4620"/>
                      <a:pt x="1" y="2979"/>
                    </a:cubicBezTo>
                    <a:cubicBezTo>
                      <a:pt x="1" y="1338"/>
                      <a:pt x="1338" y="0"/>
                      <a:pt x="2949" y="0"/>
                    </a:cubicBezTo>
                    <a:cubicBezTo>
                      <a:pt x="4591" y="0"/>
                      <a:pt x="5928" y="1338"/>
                      <a:pt x="5928" y="2979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7" name="Google Shape;347;p37"/>
              <p:cNvSpPr/>
              <p:nvPr/>
            </p:nvSpPr>
            <p:spPr>
              <a:xfrm>
                <a:off x="5317899" y="2960611"/>
                <a:ext cx="158828" cy="286532"/>
              </a:xfrm>
              <a:custGeom>
                <a:avLst/>
                <a:gdLst/>
                <a:ahLst/>
                <a:cxnLst/>
                <a:rect l="l" t="t" r="r" b="b"/>
                <a:pathLst>
                  <a:path w="5958" h="5928" fill="none" extrusionOk="0">
                    <a:moveTo>
                      <a:pt x="5958" y="2979"/>
                    </a:moveTo>
                    <a:cubicBezTo>
                      <a:pt x="5958" y="4620"/>
                      <a:pt x="4621" y="5927"/>
                      <a:pt x="2979" y="5927"/>
                    </a:cubicBezTo>
                    <a:cubicBezTo>
                      <a:pt x="1338" y="5927"/>
                      <a:pt x="0" y="4620"/>
                      <a:pt x="0" y="2979"/>
                    </a:cubicBezTo>
                    <a:cubicBezTo>
                      <a:pt x="0" y="1338"/>
                      <a:pt x="1338" y="0"/>
                      <a:pt x="2979" y="0"/>
                    </a:cubicBezTo>
                    <a:cubicBezTo>
                      <a:pt x="4621" y="0"/>
                      <a:pt x="5958" y="1338"/>
                      <a:pt x="5958" y="2979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8" name="Google Shape;348;p37"/>
              <p:cNvSpPr/>
              <p:nvPr/>
            </p:nvSpPr>
            <p:spPr>
              <a:xfrm>
                <a:off x="7086541" y="2941203"/>
                <a:ext cx="158828" cy="286532"/>
              </a:xfrm>
              <a:custGeom>
                <a:avLst/>
                <a:gdLst/>
                <a:ahLst/>
                <a:cxnLst/>
                <a:rect l="l" t="t" r="r" b="b"/>
                <a:pathLst>
                  <a:path w="5928" h="5928" fill="none" extrusionOk="0">
                    <a:moveTo>
                      <a:pt x="5928" y="2979"/>
                    </a:moveTo>
                    <a:cubicBezTo>
                      <a:pt x="5928" y="4620"/>
                      <a:pt x="4590" y="5927"/>
                      <a:pt x="2949" y="5927"/>
                    </a:cubicBezTo>
                    <a:cubicBezTo>
                      <a:pt x="1338" y="5927"/>
                      <a:pt x="0" y="4620"/>
                      <a:pt x="0" y="2979"/>
                    </a:cubicBezTo>
                    <a:cubicBezTo>
                      <a:pt x="0" y="1338"/>
                      <a:pt x="1338" y="0"/>
                      <a:pt x="2949" y="0"/>
                    </a:cubicBezTo>
                    <a:cubicBezTo>
                      <a:pt x="4590" y="0"/>
                      <a:pt x="5928" y="1338"/>
                      <a:pt x="5928" y="2979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9" name="Google Shape;349;p37"/>
              <p:cNvSpPr/>
              <p:nvPr/>
            </p:nvSpPr>
            <p:spPr>
              <a:xfrm>
                <a:off x="1850217" y="2941204"/>
                <a:ext cx="30" cy="3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0"/>
                    </a:moveTo>
                    <a:lnTo>
                      <a:pt x="1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0" name="Google Shape;350;p37"/>
              <p:cNvSpPr/>
              <p:nvPr/>
            </p:nvSpPr>
            <p:spPr>
              <a:xfrm>
                <a:off x="1850225" y="2587226"/>
                <a:ext cx="30" cy="353988"/>
              </a:xfrm>
              <a:custGeom>
                <a:avLst/>
                <a:gdLst/>
                <a:ahLst/>
                <a:cxnLst/>
                <a:rect l="l" t="t" r="r" b="b"/>
                <a:pathLst>
                  <a:path w="1" h="12950" fill="none" extrusionOk="0">
                    <a:moveTo>
                      <a:pt x="1" y="12949"/>
                    </a:moveTo>
                    <a:lnTo>
                      <a:pt x="1" y="1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1" name="Google Shape;351;p37"/>
              <p:cNvSpPr/>
              <p:nvPr/>
            </p:nvSpPr>
            <p:spPr>
              <a:xfrm>
                <a:off x="1850217" y="2469451"/>
                <a:ext cx="30" cy="3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2" name="Google Shape;352;p37"/>
              <p:cNvSpPr/>
              <p:nvPr/>
            </p:nvSpPr>
            <p:spPr>
              <a:xfrm>
                <a:off x="5395371" y="2941204"/>
                <a:ext cx="30" cy="3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3" name="Google Shape;353;p37"/>
              <p:cNvSpPr/>
              <p:nvPr/>
            </p:nvSpPr>
            <p:spPr>
              <a:xfrm>
                <a:off x="5395370" y="2587226"/>
                <a:ext cx="30" cy="353988"/>
              </a:xfrm>
              <a:custGeom>
                <a:avLst/>
                <a:gdLst/>
                <a:ahLst/>
                <a:cxnLst/>
                <a:rect l="l" t="t" r="r" b="b"/>
                <a:pathLst>
                  <a:path w="1" h="12950" fill="none" extrusionOk="0">
                    <a:moveTo>
                      <a:pt x="0" y="12949"/>
                    </a:moveTo>
                    <a:lnTo>
                      <a:pt x="0" y="1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4" name="Google Shape;354;p37"/>
              <p:cNvSpPr/>
              <p:nvPr/>
            </p:nvSpPr>
            <p:spPr>
              <a:xfrm>
                <a:off x="5395371" y="2469451"/>
                <a:ext cx="30" cy="3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5" name="Google Shape;355;p37"/>
              <p:cNvSpPr/>
              <p:nvPr/>
            </p:nvSpPr>
            <p:spPr>
              <a:xfrm>
                <a:off x="3225799" y="3518492"/>
                <a:ext cx="30" cy="3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6" name="Google Shape;356;p37"/>
              <p:cNvSpPr/>
              <p:nvPr/>
            </p:nvSpPr>
            <p:spPr>
              <a:xfrm>
                <a:off x="3610675" y="3253530"/>
                <a:ext cx="30" cy="274681"/>
              </a:xfrm>
              <a:custGeom>
                <a:avLst/>
                <a:gdLst/>
                <a:ahLst/>
                <a:cxnLst/>
                <a:rect l="l" t="t" r="r" b="b"/>
                <a:pathLst>
                  <a:path w="1" h="12949" fill="none" extrusionOk="0">
                    <a:moveTo>
                      <a:pt x="0" y="12949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7" name="Google Shape;357;p37"/>
              <p:cNvSpPr/>
              <p:nvPr/>
            </p:nvSpPr>
            <p:spPr>
              <a:xfrm>
                <a:off x="3225799" y="3117637"/>
                <a:ext cx="30" cy="3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8" name="Google Shape;358;p37"/>
              <p:cNvSpPr/>
              <p:nvPr/>
            </p:nvSpPr>
            <p:spPr>
              <a:xfrm>
                <a:off x="7132485" y="3518492"/>
                <a:ext cx="30" cy="3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9" name="Google Shape;359;p37"/>
              <p:cNvSpPr/>
              <p:nvPr/>
            </p:nvSpPr>
            <p:spPr>
              <a:xfrm>
                <a:off x="7173845" y="3234122"/>
                <a:ext cx="30" cy="274681"/>
              </a:xfrm>
              <a:custGeom>
                <a:avLst/>
                <a:gdLst/>
                <a:ahLst/>
                <a:cxnLst/>
                <a:rect l="l" t="t" r="r" b="b"/>
                <a:pathLst>
                  <a:path w="1" h="12949" fill="none" extrusionOk="0">
                    <a:moveTo>
                      <a:pt x="1" y="12949"/>
                    </a:moveTo>
                    <a:lnTo>
                      <a:pt x="1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0" name="Google Shape;360;p37"/>
              <p:cNvSpPr/>
              <p:nvPr/>
            </p:nvSpPr>
            <p:spPr>
              <a:xfrm>
                <a:off x="7132485" y="3117637"/>
                <a:ext cx="30" cy="30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1" y="1"/>
                    </a:move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1" name="Google Shape;361;p37"/>
              <p:cNvSpPr txBox="1"/>
              <p:nvPr/>
            </p:nvSpPr>
            <p:spPr>
              <a:xfrm>
                <a:off x="1025304" y="1562587"/>
                <a:ext cx="1639200" cy="8731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lvl="0" algn="ctr">
                  <a:lnSpc>
                    <a:spcPct val="150000"/>
                  </a:lnSpc>
                </a:pPr>
                <a:r>
                  <a:rPr lang="de-DE" sz="2400" b="1" dirty="0">
                    <a:solidFill>
                      <a:srgbClr val="2F2F2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Identifying Opportunities</a:t>
                </a:r>
              </a:p>
            </p:txBody>
          </p:sp>
          <p:sp>
            <p:nvSpPr>
              <p:cNvPr id="362" name="Google Shape;362;p37"/>
              <p:cNvSpPr txBox="1"/>
              <p:nvPr/>
            </p:nvSpPr>
            <p:spPr>
              <a:xfrm>
                <a:off x="4460119" y="1716414"/>
                <a:ext cx="1870500" cy="56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lvl="0" algn="ctr">
                  <a:lnSpc>
                    <a:spcPct val="80000"/>
                  </a:lnSpc>
                </a:pPr>
                <a:r>
                  <a:rPr lang="de-DE" sz="2400" b="1" dirty="0" err="1">
                    <a:solidFill>
                      <a:srgbClr val="2F2F2F"/>
                    </a:solidFill>
                    <a:latin typeface="Poppins Light"/>
                    <a:ea typeface="Poppins Light"/>
                    <a:cs typeface="Poppins Light"/>
                    <a:sym typeface="Poppins Light"/>
                  </a:rPr>
                  <a:t>Planning</a:t>
                </a:r>
                <a:endParaRPr lang="de-DE" sz="2400" b="1" dirty="0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363" name="Google Shape;363;p37"/>
              <p:cNvSpPr/>
              <p:nvPr/>
            </p:nvSpPr>
            <p:spPr>
              <a:xfrm rot="10800000" flipH="1">
                <a:off x="3697052" y="3093454"/>
                <a:ext cx="1628131" cy="72778"/>
              </a:xfrm>
              <a:custGeom>
                <a:avLst/>
                <a:gdLst/>
                <a:ahLst/>
                <a:cxnLst/>
                <a:rect l="l" t="t" r="r" b="b"/>
                <a:pathLst>
                  <a:path w="40518" h="1" fill="none" extrusionOk="0">
                    <a:moveTo>
                      <a:pt x="0" y="1"/>
                    </a:moveTo>
                    <a:lnTo>
                      <a:pt x="40518" y="1"/>
                    </a:lnTo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4" name="Google Shape;364;p37"/>
              <p:cNvSpPr/>
              <p:nvPr/>
            </p:nvSpPr>
            <p:spPr>
              <a:xfrm rot="10800000" flipH="1">
                <a:off x="5492511" y="3122315"/>
                <a:ext cx="1590433" cy="5100"/>
              </a:xfrm>
              <a:custGeom>
                <a:avLst/>
                <a:gdLst/>
                <a:ahLst/>
                <a:cxnLst/>
                <a:rect l="l" t="t" r="r" b="b"/>
                <a:pathLst>
                  <a:path w="40518" h="1" fill="none" extrusionOk="0">
                    <a:moveTo>
                      <a:pt x="0" y="1"/>
                    </a:moveTo>
                    <a:lnTo>
                      <a:pt x="40518" y="1"/>
                    </a:lnTo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46" name="Google Shape;341;p37"/>
            <p:cNvSpPr txBox="1"/>
            <p:nvPr/>
          </p:nvSpPr>
          <p:spPr>
            <a:xfrm>
              <a:off x="6657973" y="2710356"/>
              <a:ext cx="1702334" cy="3980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" sz="2400" b="1" dirty="0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Seeking Feedback</a:t>
              </a:r>
              <a:endParaRPr sz="2400" b="1" dirty="0">
                <a:solidFill>
                  <a:srgbClr val="2F2F2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sp>
        <p:nvSpPr>
          <p:cNvPr id="343" name="Google Shape;343;p37"/>
          <p:cNvSpPr txBox="1">
            <a:spLocks noGrp="1"/>
          </p:cNvSpPr>
          <p:nvPr>
            <p:ph type="title"/>
          </p:nvPr>
        </p:nvSpPr>
        <p:spPr>
          <a:xfrm>
            <a:off x="640083" y="697958"/>
            <a:ext cx="9358092" cy="7747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fr-FR" altLang="de-DE" sz="3733" dirty="0"/>
              <a:t>THE ENTREPRENEURIAL PROCESS :</a:t>
            </a:r>
            <a:endParaRPr lang="fr-FR" dirty="0"/>
          </a:p>
        </p:txBody>
      </p:sp>
      <p:pic>
        <p:nvPicPr>
          <p:cNvPr id="32" name="Grafik 3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350"/>
          <a:stretch/>
        </p:blipFill>
        <p:spPr>
          <a:xfrm>
            <a:off x="3038809" y="3178820"/>
            <a:ext cx="994451" cy="841797"/>
          </a:xfrm>
          <a:prstGeom prst="rect">
            <a:avLst/>
          </a:prstGeom>
        </p:spPr>
      </p:pic>
      <p:pic>
        <p:nvPicPr>
          <p:cNvPr id="33" name="Grafik 32"/>
          <p:cNvPicPr>
            <a:picLocks noChangeAspect="1"/>
          </p:cNvPicPr>
          <p:nvPr/>
        </p:nvPicPr>
        <p:blipFill rotWithShape="1"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62046" y="5042995"/>
            <a:ext cx="810409" cy="694517"/>
          </a:xfrm>
          <a:prstGeom prst="rect">
            <a:avLst/>
          </a:prstGeom>
        </p:spPr>
      </p:pic>
      <p:pic>
        <p:nvPicPr>
          <p:cNvPr id="34" name="Grafik 33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8446161" y="3182979"/>
            <a:ext cx="887724" cy="779419"/>
          </a:xfrm>
          <a:prstGeom prst="rect">
            <a:avLst/>
          </a:prstGeom>
        </p:spPr>
      </p:pic>
      <p:grpSp>
        <p:nvGrpSpPr>
          <p:cNvPr id="35" name="Google Shape;397;p38"/>
          <p:cNvGrpSpPr/>
          <p:nvPr/>
        </p:nvGrpSpPr>
        <p:grpSpPr>
          <a:xfrm>
            <a:off x="11197173" y="4993199"/>
            <a:ext cx="744912" cy="734320"/>
            <a:chOff x="1405900" y="238125"/>
            <a:chExt cx="4738875" cy="5219200"/>
          </a:xfrm>
          <a:solidFill>
            <a:srgbClr val="000000"/>
          </a:solidFill>
        </p:grpSpPr>
        <p:sp>
          <p:nvSpPr>
            <p:cNvPr id="36" name="Google Shape;398;p38"/>
            <p:cNvSpPr/>
            <p:nvPr/>
          </p:nvSpPr>
          <p:spPr>
            <a:xfrm>
              <a:off x="1405900" y="238125"/>
              <a:ext cx="4738875" cy="5219200"/>
            </a:xfrm>
            <a:custGeom>
              <a:avLst/>
              <a:gdLst/>
              <a:ahLst/>
              <a:cxnLst/>
              <a:rect l="l" t="t" r="r" b="b"/>
              <a:pathLst>
                <a:path w="189555" h="208768" extrusionOk="0">
                  <a:moveTo>
                    <a:pt x="161012" y="8155"/>
                  </a:moveTo>
                  <a:cubicBezTo>
                    <a:pt x="172266" y="8155"/>
                    <a:pt x="181400" y="17289"/>
                    <a:pt x="181400" y="28542"/>
                  </a:cubicBezTo>
                  <a:cubicBezTo>
                    <a:pt x="181400" y="30793"/>
                    <a:pt x="181008" y="33011"/>
                    <a:pt x="180291" y="35132"/>
                  </a:cubicBezTo>
                  <a:cubicBezTo>
                    <a:pt x="174223" y="24758"/>
                    <a:pt x="162969" y="17778"/>
                    <a:pt x="150117" y="17778"/>
                  </a:cubicBezTo>
                  <a:cubicBezTo>
                    <a:pt x="138309" y="17778"/>
                    <a:pt x="127479" y="23682"/>
                    <a:pt x="121053" y="33272"/>
                  </a:cubicBezTo>
                  <a:cubicBezTo>
                    <a:pt x="118052" y="28477"/>
                    <a:pt x="112343" y="21986"/>
                    <a:pt x="101970" y="21986"/>
                  </a:cubicBezTo>
                  <a:lnTo>
                    <a:pt x="96621" y="21986"/>
                  </a:lnTo>
                  <a:lnTo>
                    <a:pt x="92021" y="19311"/>
                  </a:lnTo>
                  <a:cubicBezTo>
                    <a:pt x="88261" y="17116"/>
                    <a:pt x="84643" y="16311"/>
                    <a:pt x="81337" y="16311"/>
                  </a:cubicBezTo>
                  <a:cubicBezTo>
                    <a:pt x="74375" y="16311"/>
                    <a:pt x="68796" y="19881"/>
                    <a:pt x="66186" y="21562"/>
                  </a:cubicBezTo>
                  <a:cubicBezTo>
                    <a:pt x="65925" y="21725"/>
                    <a:pt x="65632" y="21921"/>
                    <a:pt x="65403" y="22051"/>
                  </a:cubicBezTo>
                  <a:cubicBezTo>
                    <a:pt x="65110" y="22051"/>
                    <a:pt x="64751" y="22018"/>
                    <a:pt x="64425" y="22018"/>
                  </a:cubicBezTo>
                  <a:cubicBezTo>
                    <a:pt x="63604" y="21981"/>
                    <a:pt x="62602" y="21933"/>
                    <a:pt x="61471" y="21933"/>
                  </a:cubicBezTo>
                  <a:cubicBezTo>
                    <a:pt x="55774" y="21933"/>
                    <a:pt x="46806" y="23142"/>
                    <a:pt x="41200" y="32913"/>
                  </a:cubicBezTo>
                  <a:lnTo>
                    <a:pt x="38459" y="37643"/>
                  </a:lnTo>
                  <a:cubicBezTo>
                    <a:pt x="38264" y="37774"/>
                    <a:pt x="38003" y="37904"/>
                    <a:pt x="37807" y="38002"/>
                  </a:cubicBezTo>
                  <a:cubicBezTo>
                    <a:pt x="37579" y="38100"/>
                    <a:pt x="37383" y="38230"/>
                    <a:pt x="37155" y="38328"/>
                  </a:cubicBezTo>
                  <a:cubicBezTo>
                    <a:pt x="35491" y="35360"/>
                    <a:pt x="34610" y="32033"/>
                    <a:pt x="34610" y="28542"/>
                  </a:cubicBezTo>
                  <a:cubicBezTo>
                    <a:pt x="34610" y="17289"/>
                    <a:pt x="43777" y="8155"/>
                    <a:pt x="54998" y="8155"/>
                  </a:cubicBezTo>
                  <a:close/>
                  <a:moveTo>
                    <a:pt x="150117" y="25933"/>
                  </a:moveTo>
                  <a:cubicBezTo>
                    <a:pt x="164894" y="25933"/>
                    <a:pt x="176931" y="37937"/>
                    <a:pt x="176931" y="52746"/>
                  </a:cubicBezTo>
                  <a:cubicBezTo>
                    <a:pt x="176931" y="57183"/>
                    <a:pt x="175822" y="61488"/>
                    <a:pt x="173767" y="65370"/>
                  </a:cubicBezTo>
                  <a:cubicBezTo>
                    <a:pt x="173082" y="64946"/>
                    <a:pt x="172429" y="64555"/>
                    <a:pt x="171744" y="64163"/>
                  </a:cubicBezTo>
                  <a:cubicBezTo>
                    <a:pt x="170994" y="61945"/>
                    <a:pt x="169983" y="59857"/>
                    <a:pt x="168743" y="57933"/>
                  </a:cubicBezTo>
                  <a:cubicBezTo>
                    <a:pt x="168580" y="49158"/>
                    <a:pt x="163394" y="41101"/>
                    <a:pt x="155467" y="37317"/>
                  </a:cubicBezTo>
                  <a:cubicBezTo>
                    <a:pt x="154895" y="37045"/>
                    <a:pt x="154296" y="36917"/>
                    <a:pt x="153708" y="36917"/>
                  </a:cubicBezTo>
                  <a:cubicBezTo>
                    <a:pt x="152180" y="36917"/>
                    <a:pt x="150726" y="37782"/>
                    <a:pt x="150019" y="39242"/>
                  </a:cubicBezTo>
                  <a:cubicBezTo>
                    <a:pt x="149041" y="41264"/>
                    <a:pt x="149922" y="43711"/>
                    <a:pt x="151944" y="44657"/>
                  </a:cubicBezTo>
                  <a:cubicBezTo>
                    <a:pt x="153118" y="45244"/>
                    <a:pt x="154227" y="45961"/>
                    <a:pt x="155206" y="46777"/>
                  </a:cubicBezTo>
                  <a:cubicBezTo>
                    <a:pt x="151944" y="45505"/>
                    <a:pt x="148421" y="44787"/>
                    <a:pt x="144702" y="44787"/>
                  </a:cubicBezTo>
                  <a:lnTo>
                    <a:pt x="133807" y="44787"/>
                  </a:lnTo>
                  <a:cubicBezTo>
                    <a:pt x="132242" y="43026"/>
                    <a:pt x="130350" y="41492"/>
                    <a:pt x="128164" y="40220"/>
                  </a:cubicBezTo>
                  <a:lnTo>
                    <a:pt x="126827" y="39470"/>
                  </a:lnTo>
                  <a:cubicBezTo>
                    <a:pt x="131557" y="31152"/>
                    <a:pt x="140397" y="25933"/>
                    <a:pt x="150117" y="25933"/>
                  </a:cubicBezTo>
                  <a:close/>
                  <a:moveTo>
                    <a:pt x="173180" y="75287"/>
                  </a:moveTo>
                  <a:cubicBezTo>
                    <a:pt x="178366" y="80245"/>
                    <a:pt x="181400" y="87160"/>
                    <a:pt x="181400" y="94630"/>
                  </a:cubicBezTo>
                  <a:cubicBezTo>
                    <a:pt x="181400" y="107026"/>
                    <a:pt x="172723" y="117758"/>
                    <a:pt x="161012" y="120661"/>
                  </a:cubicBezTo>
                  <a:lnTo>
                    <a:pt x="161012" y="101187"/>
                  </a:lnTo>
                  <a:lnTo>
                    <a:pt x="164535" y="102981"/>
                  </a:lnTo>
                  <a:cubicBezTo>
                    <a:pt x="165122" y="103307"/>
                    <a:pt x="165775" y="103438"/>
                    <a:pt x="166395" y="103438"/>
                  </a:cubicBezTo>
                  <a:cubicBezTo>
                    <a:pt x="167862" y="103438"/>
                    <a:pt x="169298" y="102655"/>
                    <a:pt x="170015" y="101252"/>
                  </a:cubicBezTo>
                  <a:cubicBezTo>
                    <a:pt x="171059" y="99230"/>
                    <a:pt x="170276" y="96783"/>
                    <a:pt x="168254" y="95739"/>
                  </a:cubicBezTo>
                  <a:lnTo>
                    <a:pt x="164535" y="93815"/>
                  </a:lnTo>
                  <a:cubicBezTo>
                    <a:pt x="169559" y="88922"/>
                    <a:pt x="172690" y="82333"/>
                    <a:pt x="173180" y="75287"/>
                  </a:cubicBezTo>
                  <a:close/>
                  <a:moveTo>
                    <a:pt x="22378" y="109440"/>
                  </a:moveTo>
                  <a:lnTo>
                    <a:pt x="22378" y="144082"/>
                  </a:lnTo>
                  <a:lnTo>
                    <a:pt x="13701" y="135438"/>
                  </a:lnTo>
                  <a:cubicBezTo>
                    <a:pt x="8938" y="130643"/>
                    <a:pt x="8938" y="122879"/>
                    <a:pt x="13701" y="118117"/>
                  </a:cubicBezTo>
                  <a:lnTo>
                    <a:pt x="22378" y="109440"/>
                  </a:lnTo>
                  <a:close/>
                  <a:moveTo>
                    <a:pt x="167960" y="126924"/>
                  </a:moveTo>
                  <a:lnTo>
                    <a:pt x="167960" y="126924"/>
                  </a:lnTo>
                  <a:cubicBezTo>
                    <a:pt x="167928" y="127837"/>
                    <a:pt x="167960" y="128555"/>
                    <a:pt x="168156" y="129305"/>
                  </a:cubicBezTo>
                  <a:cubicBezTo>
                    <a:pt x="168417" y="130251"/>
                    <a:pt x="168939" y="131067"/>
                    <a:pt x="169624" y="132176"/>
                  </a:cubicBezTo>
                  <a:cubicBezTo>
                    <a:pt x="172429" y="136547"/>
                    <a:pt x="175104" y="141701"/>
                    <a:pt x="171549" y="147801"/>
                  </a:cubicBezTo>
                  <a:lnTo>
                    <a:pt x="168580" y="152922"/>
                  </a:lnTo>
                  <a:cubicBezTo>
                    <a:pt x="168221" y="153574"/>
                    <a:pt x="168026" y="154259"/>
                    <a:pt x="168026" y="154977"/>
                  </a:cubicBezTo>
                  <a:lnTo>
                    <a:pt x="168026" y="160914"/>
                  </a:lnTo>
                  <a:cubicBezTo>
                    <a:pt x="168026" y="166655"/>
                    <a:pt x="164731" y="169786"/>
                    <a:pt x="161012" y="172005"/>
                  </a:cubicBezTo>
                  <a:lnTo>
                    <a:pt x="161012" y="129012"/>
                  </a:lnTo>
                  <a:cubicBezTo>
                    <a:pt x="163426" y="128555"/>
                    <a:pt x="165742" y="127870"/>
                    <a:pt x="167960" y="126924"/>
                  </a:cubicBezTo>
                  <a:close/>
                  <a:moveTo>
                    <a:pt x="81231" y="24448"/>
                  </a:moveTo>
                  <a:cubicBezTo>
                    <a:pt x="83338" y="24448"/>
                    <a:pt x="85572" y="25000"/>
                    <a:pt x="87944" y="26389"/>
                  </a:cubicBezTo>
                  <a:lnTo>
                    <a:pt x="93489" y="29586"/>
                  </a:lnTo>
                  <a:cubicBezTo>
                    <a:pt x="94109" y="29945"/>
                    <a:pt x="94827" y="30141"/>
                    <a:pt x="95544" y="30141"/>
                  </a:cubicBezTo>
                  <a:lnTo>
                    <a:pt x="101970" y="30141"/>
                  </a:lnTo>
                  <a:cubicBezTo>
                    <a:pt x="109766" y="30141"/>
                    <a:pt x="113192" y="35523"/>
                    <a:pt x="115834" y="40579"/>
                  </a:cubicBezTo>
                  <a:cubicBezTo>
                    <a:pt x="116486" y="41851"/>
                    <a:pt x="116943" y="42699"/>
                    <a:pt x="117660" y="43417"/>
                  </a:cubicBezTo>
                  <a:cubicBezTo>
                    <a:pt x="117889" y="43678"/>
                    <a:pt x="118182" y="43906"/>
                    <a:pt x="118509" y="44069"/>
                  </a:cubicBezTo>
                  <a:lnTo>
                    <a:pt x="119716" y="44787"/>
                  </a:lnTo>
                  <a:lnTo>
                    <a:pt x="110060" y="44787"/>
                  </a:lnTo>
                  <a:cubicBezTo>
                    <a:pt x="107809" y="44787"/>
                    <a:pt x="105983" y="46614"/>
                    <a:pt x="105983" y="48865"/>
                  </a:cubicBezTo>
                  <a:cubicBezTo>
                    <a:pt x="105983" y="51115"/>
                    <a:pt x="107809" y="52942"/>
                    <a:pt x="110060" y="52942"/>
                  </a:cubicBezTo>
                  <a:lnTo>
                    <a:pt x="144702" y="52942"/>
                  </a:lnTo>
                  <a:cubicBezTo>
                    <a:pt x="155956" y="52942"/>
                    <a:pt x="165090" y="62076"/>
                    <a:pt x="165090" y="73329"/>
                  </a:cubicBezTo>
                  <a:cubicBezTo>
                    <a:pt x="165090" y="80538"/>
                    <a:pt x="161175" y="87291"/>
                    <a:pt x="154880" y="90944"/>
                  </a:cubicBezTo>
                  <a:cubicBezTo>
                    <a:pt x="153640" y="91694"/>
                    <a:pt x="152857" y="93032"/>
                    <a:pt x="152857" y="94467"/>
                  </a:cubicBezTo>
                  <a:lnTo>
                    <a:pt x="152857" y="188380"/>
                  </a:lnTo>
                  <a:cubicBezTo>
                    <a:pt x="152857" y="195132"/>
                    <a:pt x="147377" y="200612"/>
                    <a:pt x="140625" y="200612"/>
                  </a:cubicBezTo>
                  <a:lnTo>
                    <a:pt x="42765" y="200612"/>
                  </a:lnTo>
                  <a:cubicBezTo>
                    <a:pt x="36013" y="200612"/>
                    <a:pt x="30533" y="195132"/>
                    <a:pt x="30533" y="188380"/>
                  </a:cubicBezTo>
                  <a:lnTo>
                    <a:pt x="30533" y="94467"/>
                  </a:lnTo>
                  <a:cubicBezTo>
                    <a:pt x="30533" y="93032"/>
                    <a:pt x="29750" y="91694"/>
                    <a:pt x="28510" y="90944"/>
                  </a:cubicBezTo>
                  <a:cubicBezTo>
                    <a:pt x="22215" y="87291"/>
                    <a:pt x="18300" y="80538"/>
                    <a:pt x="18300" y="73329"/>
                  </a:cubicBezTo>
                  <a:cubicBezTo>
                    <a:pt x="18300" y="62076"/>
                    <a:pt x="27467" y="52942"/>
                    <a:pt x="38688" y="52942"/>
                  </a:cubicBezTo>
                  <a:lnTo>
                    <a:pt x="73363" y="52942"/>
                  </a:lnTo>
                  <a:cubicBezTo>
                    <a:pt x="75613" y="52942"/>
                    <a:pt x="77440" y="51115"/>
                    <a:pt x="77440" y="48865"/>
                  </a:cubicBezTo>
                  <a:cubicBezTo>
                    <a:pt x="77440" y="46614"/>
                    <a:pt x="75613" y="44787"/>
                    <a:pt x="73363" y="44787"/>
                  </a:cubicBezTo>
                  <a:lnTo>
                    <a:pt x="64523" y="44787"/>
                  </a:lnTo>
                  <a:cubicBezTo>
                    <a:pt x="64947" y="44233"/>
                    <a:pt x="65403" y="43711"/>
                    <a:pt x="65958" y="43254"/>
                  </a:cubicBezTo>
                  <a:cubicBezTo>
                    <a:pt x="67687" y="41819"/>
                    <a:pt x="67915" y="39242"/>
                    <a:pt x="66447" y="37513"/>
                  </a:cubicBezTo>
                  <a:cubicBezTo>
                    <a:pt x="65649" y="36552"/>
                    <a:pt x="64499" y="36054"/>
                    <a:pt x="63337" y="36054"/>
                  </a:cubicBezTo>
                  <a:cubicBezTo>
                    <a:pt x="62409" y="36054"/>
                    <a:pt x="61474" y="36372"/>
                    <a:pt x="60706" y="37024"/>
                  </a:cubicBezTo>
                  <a:cubicBezTo>
                    <a:pt x="58260" y="39079"/>
                    <a:pt x="56368" y="41786"/>
                    <a:pt x="55291" y="44787"/>
                  </a:cubicBezTo>
                  <a:lnTo>
                    <a:pt x="42439" y="44787"/>
                  </a:lnTo>
                  <a:cubicBezTo>
                    <a:pt x="43255" y="44330"/>
                    <a:pt x="43874" y="43972"/>
                    <a:pt x="44396" y="43417"/>
                  </a:cubicBezTo>
                  <a:cubicBezTo>
                    <a:pt x="44657" y="43156"/>
                    <a:pt x="44886" y="42895"/>
                    <a:pt x="45049" y="42569"/>
                  </a:cubicBezTo>
                  <a:lnTo>
                    <a:pt x="48278" y="36991"/>
                  </a:lnTo>
                  <a:cubicBezTo>
                    <a:pt x="51627" y="31158"/>
                    <a:pt x="56695" y="30101"/>
                    <a:pt x="61582" y="30101"/>
                  </a:cubicBezTo>
                  <a:cubicBezTo>
                    <a:pt x="62407" y="30101"/>
                    <a:pt x="63228" y="30131"/>
                    <a:pt x="64033" y="30173"/>
                  </a:cubicBezTo>
                  <a:cubicBezTo>
                    <a:pt x="64594" y="30199"/>
                    <a:pt x="65099" y="30219"/>
                    <a:pt x="65568" y="30219"/>
                  </a:cubicBezTo>
                  <a:cubicBezTo>
                    <a:pt x="66299" y="30219"/>
                    <a:pt x="66940" y="30169"/>
                    <a:pt x="67556" y="30010"/>
                  </a:cubicBezTo>
                  <a:cubicBezTo>
                    <a:pt x="68535" y="29749"/>
                    <a:pt x="69350" y="29227"/>
                    <a:pt x="70590" y="28445"/>
                  </a:cubicBezTo>
                  <a:cubicBezTo>
                    <a:pt x="73725" y="26418"/>
                    <a:pt x="77251" y="24448"/>
                    <a:pt x="81231" y="24448"/>
                  </a:cubicBezTo>
                  <a:close/>
                  <a:moveTo>
                    <a:pt x="54998" y="0"/>
                  </a:moveTo>
                  <a:cubicBezTo>
                    <a:pt x="39275" y="0"/>
                    <a:pt x="26455" y="12820"/>
                    <a:pt x="26455" y="28542"/>
                  </a:cubicBezTo>
                  <a:cubicBezTo>
                    <a:pt x="26455" y="33631"/>
                    <a:pt x="27793" y="38524"/>
                    <a:pt x="30337" y="42863"/>
                  </a:cubicBezTo>
                  <a:cubicBezTo>
                    <a:pt x="28869" y="44167"/>
                    <a:pt x="27401" y="45733"/>
                    <a:pt x="26194" y="47658"/>
                  </a:cubicBezTo>
                  <a:cubicBezTo>
                    <a:pt x="16702" y="52322"/>
                    <a:pt x="10145" y="62076"/>
                    <a:pt x="10145" y="73329"/>
                  </a:cubicBezTo>
                  <a:cubicBezTo>
                    <a:pt x="10145" y="82626"/>
                    <a:pt x="14777" y="91401"/>
                    <a:pt x="22378" y="96718"/>
                  </a:cubicBezTo>
                  <a:lnTo>
                    <a:pt x="22378" y="97925"/>
                  </a:lnTo>
                  <a:lnTo>
                    <a:pt x="7960" y="112343"/>
                  </a:lnTo>
                  <a:cubicBezTo>
                    <a:pt x="1" y="120302"/>
                    <a:pt x="1" y="133252"/>
                    <a:pt x="7960" y="141179"/>
                  </a:cubicBezTo>
                  <a:lnTo>
                    <a:pt x="22378" y="155629"/>
                  </a:lnTo>
                  <a:lnTo>
                    <a:pt x="22378" y="188380"/>
                  </a:lnTo>
                  <a:cubicBezTo>
                    <a:pt x="22378" y="199634"/>
                    <a:pt x="31544" y="208767"/>
                    <a:pt x="42765" y="208767"/>
                  </a:cubicBezTo>
                  <a:lnTo>
                    <a:pt x="140625" y="208767"/>
                  </a:lnTo>
                  <a:cubicBezTo>
                    <a:pt x="151879" y="208767"/>
                    <a:pt x="161012" y="199634"/>
                    <a:pt x="161012" y="188380"/>
                  </a:cubicBezTo>
                  <a:lnTo>
                    <a:pt x="161012" y="182280"/>
                  </a:lnTo>
                  <a:lnTo>
                    <a:pt x="161795" y="180877"/>
                  </a:lnTo>
                  <a:cubicBezTo>
                    <a:pt x="161991" y="180779"/>
                    <a:pt x="162187" y="180681"/>
                    <a:pt x="162350" y="180616"/>
                  </a:cubicBezTo>
                  <a:cubicBezTo>
                    <a:pt x="166134" y="178626"/>
                    <a:pt x="176181" y="173407"/>
                    <a:pt x="176181" y="160881"/>
                  </a:cubicBezTo>
                  <a:lnTo>
                    <a:pt x="176181" y="156086"/>
                  </a:lnTo>
                  <a:lnTo>
                    <a:pt x="178594" y="151911"/>
                  </a:lnTo>
                  <a:cubicBezTo>
                    <a:pt x="184955" y="140983"/>
                    <a:pt x="178823" y="131393"/>
                    <a:pt x="176507" y="127772"/>
                  </a:cubicBezTo>
                  <a:cubicBezTo>
                    <a:pt x="176376" y="127576"/>
                    <a:pt x="176246" y="127348"/>
                    <a:pt x="176115" y="127152"/>
                  </a:cubicBezTo>
                  <a:cubicBezTo>
                    <a:pt x="176115" y="126924"/>
                    <a:pt x="176148" y="126598"/>
                    <a:pt x="176148" y="126337"/>
                  </a:cubicBezTo>
                  <a:cubicBezTo>
                    <a:pt x="176213" y="125260"/>
                    <a:pt x="176278" y="123792"/>
                    <a:pt x="176181" y="122129"/>
                  </a:cubicBezTo>
                  <a:cubicBezTo>
                    <a:pt x="177648" y="120987"/>
                    <a:pt x="179018" y="119715"/>
                    <a:pt x="180291" y="118345"/>
                  </a:cubicBezTo>
                  <a:cubicBezTo>
                    <a:pt x="186260" y="111854"/>
                    <a:pt x="189555" y="103438"/>
                    <a:pt x="189555" y="94630"/>
                  </a:cubicBezTo>
                  <a:cubicBezTo>
                    <a:pt x="189555" y="85529"/>
                    <a:pt x="186097" y="77048"/>
                    <a:pt x="180128" y="70687"/>
                  </a:cubicBezTo>
                  <a:cubicBezTo>
                    <a:pt x="183357" y="65272"/>
                    <a:pt x="185086" y="59140"/>
                    <a:pt x="185086" y="52746"/>
                  </a:cubicBezTo>
                  <a:cubicBezTo>
                    <a:pt x="185086" y="50104"/>
                    <a:pt x="184792" y="47560"/>
                    <a:pt x="184238" y="45113"/>
                  </a:cubicBezTo>
                  <a:cubicBezTo>
                    <a:pt x="187663" y="40286"/>
                    <a:pt x="189555" y="34479"/>
                    <a:pt x="189555" y="28542"/>
                  </a:cubicBezTo>
                  <a:cubicBezTo>
                    <a:pt x="189555" y="12820"/>
                    <a:pt x="176768" y="0"/>
                    <a:pt x="16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67"/>
            </a:p>
          </p:txBody>
        </p:sp>
        <p:sp>
          <p:nvSpPr>
            <p:cNvPr id="37" name="Google Shape;399;p38"/>
            <p:cNvSpPr/>
            <p:nvPr/>
          </p:nvSpPr>
          <p:spPr>
            <a:xfrm>
              <a:off x="4066875" y="2239350"/>
              <a:ext cx="662200" cy="662200"/>
            </a:xfrm>
            <a:custGeom>
              <a:avLst/>
              <a:gdLst/>
              <a:ahLst/>
              <a:cxnLst/>
              <a:rect l="l" t="t" r="r" b="b"/>
              <a:pathLst>
                <a:path w="26488" h="26488" extrusionOk="0">
                  <a:moveTo>
                    <a:pt x="13244" y="8155"/>
                  </a:moveTo>
                  <a:cubicBezTo>
                    <a:pt x="16049" y="8155"/>
                    <a:pt x="18333" y="10439"/>
                    <a:pt x="18333" y="13244"/>
                  </a:cubicBezTo>
                  <a:cubicBezTo>
                    <a:pt x="18333" y="16049"/>
                    <a:pt x="16049" y="18333"/>
                    <a:pt x="13244" y="18333"/>
                  </a:cubicBezTo>
                  <a:cubicBezTo>
                    <a:pt x="10439" y="18333"/>
                    <a:pt x="8155" y="16049"/>
                    <a:pt x="8155" y="13244"/>
                  </a:cubicBezTo>
                  <a:cubicBezTo>
                    <a:pt x="8155" y="10439"/>
                    <a:pt x="10439" y="8155"/>
                    <a:pt x="13244" y="8155"/>
                  </a:cubicBezTo>
                  <a:close/>
                  <a:moveTo>
                    <a:pt x="13244" y="0"/>
                  </a:moveTo>
                  <a:cubicBezTo>
                    <a:pt x="5937" y="0"/>
                    <a:pt x="0" y="5937"/>
                    <a:pt x="0" y="13244"/>
                  </a:cubicBezTo>
                  <a:cubicBezTo>
                    <a:pt x="0" y="20551"/>
                    <a:pt x="5937" y="26487"/>
                    <a:pt x="13244" y="26487"/>
                  </a:cubicBezTo>
                  <a:cubicBezTo>
                    <a:pt x="20551" y="26487"/>
                    <a:pt x="26488" y="20551"/>
                    <a:pt x="26488" y="13244"/>
                  </a:cubicBezTo>
                  <a:cubicBezTo>
                    <a:pt x="26488" y="5937"/>
                    <a:pt x="20551" y="0"/>
                    <a:pt x="13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67"/>
            </a:p>
          </p:txBody>
        </p:sp>
        <p:sp>
          <p:nvSpPr>
            <p:cNvPr id="38" name="Google Shape;400;p38"/>
            <p:cNvSpPr/>
            <p:nvPr/>
          </p:nvSpPr>
          <p:spPr>
            <a:xfrm>
              <a:off x="2687050" y="4016300"/>
              <a:ext cx="815525" cy="815525"/>
            </a:xfrm>
            <a:custGeom>
              <a:avLst/>
              <a:gdLst/>
              <a:ahLst/>
              <a:cxnLst/>
              <a:rect l="l" t="t" r="r" b="b"/>
              <a:pathLst>
                <a:path w="32621" h="32621" extrusionOk="0">
                  <a:moveTo>
                    <a:pt x="16310" y="8156"/>
                  </a:moveTo>
                  <a:cubicBezTo>
                    <a:pt x="20779" y="8156"/>
                    <a:pt x="24465" y="11809"/>
                    <a:pt x="24465" y="16311"/>
                  </a:cubicBezTo>
                  <a:cubicBezTo>
                    <a:pt x="24465" y="20812"/>
                    <a:pt x="20779" y="24466"/>
                    <a:pt x="16310" y="24466"/>
                  </a:cubicBezTo>
                  <a:cubicBezTo>
                    <a:pt x="11809" y="24466"/>
                    <a:pt x="8155" y="20812"/>
                    <a:pt x="8155" y="16311"/>
                  </a:cubicBezTo>
                  <a:cubicBezTo>
                    <a:pt x="8155" y="11809"/>
                    <a:pt x="11809" y="8156"/>
                    <a:pt x="16310" y="8156"/>
                  </a:cubicBezTo>
                  <a:close/>
                  <a:moveTo>
                    <a:pt x="16310" y="1"/>
                  </a:moveTo>
                  <a:cubicBezTo>
                    <a:pt x="7307" y="1"/>
                    <a:pt x="0" y="7340"/>
                    <a:pt x="0" y="16311"/>
                  </a:cubicBezTo>
                  <a:cubicBezTo>
                    <a:pt x="0" y="25314"/>
                    <a:pt x="7307" y="32621"/>
                    <a:pt x="16310" y="32621"/>
                  </a:cubicBezTo>
                  <a:cubicBezTo>
                    <a:pt x="25281" y="32621"/>
                    <a:pt x="32620" y="25314"/>
                    <a:pt x="32620" y="16311"/>
                  </a:cubicBezTo>
                  <a:cubicBezTo>
                    <a:pt x="32620" y="7340"/>
                    <a:pt x="25281" y="1"/>
                    <a:pt x="163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67"/>
            </a:p>
          </p:txBody>
        </p:sp>
        <p:sp>
          <p:nvSpPr>
            <p:cNvPr id="39" name="Google Shape;401;p38"/>
            <p:cNvSpPr/>
            <p:nvPr/>
          </p:nvSpPr>
          <p:spPr>
            <a:xfrm>
              <a:off x="2908050" y="2120275"/>
              <a:ext cx="204725" cy="203900"/>
            </a:xfrm>
            <a:custGeom>
              <a:avLst/>
              <a:gdLst/>
              <a:ahLst/>
              <a:cxnLst/>
              <a:rect l="l" t="t" r="r" b="b"/>
              <a:pathLst>
                <a:path w="8189" h="8156" extrusionOk="0">
                  <a:moveTo>
                    <a:pt x="4078" y="1"/>
                  </a:moveTo>
                  <a:cubicBezTo>
                    <a:pt x="1827" y="1"/>
                    <a:pt x="0" y="1827"/>
                    <a:pt x="0" y="4078"/>
                  </a:cubicBezTo>
                  <a:cubicBezTo>
                    <a:pt x="0" y="6329"/>
                    <a:pt x="1860" y="8156"/>
                    <a:pt x="4111" y="8156"/>
                  </a:cubicBezTo>
                  <a:cubicBezTo>
                    <a:pt x="6361" y="8156"/>
                    <a:pt x="8188" y="6329"/>
                    <a:pt x="8188" y="4078"/>
                  </a:cubicBezTo>
                  <a:cubicBezTo>
                    <a:pt x="8188" y="1827"/>
                    <a:pt x="6361" y="1"/>
                    <a:pt x="4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67"/>
            </a:p>
          </p:txBody>
        </p:sp>
        <p:sp>
          <p:nvSpPr>
            <p:cNvPr id="40" name="Google Shape;402;p38"/>
            <p:cNvSpPr/>
            <p:nvPr/>
          </p:nvSpPr>
          <p:spPr>
            <a:xfrm>
              <a:off x="3451175" y="290805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0"/>
                  </a:moveTo>
                  <a:cubicBezTo>
                    <a:pt x="1827" y="0"/>
                    <a:pt x="0" y="1827"/>
                    <a:pt x="0" y="4078"/>
                  </a:cubicBezTo>
                  <a:cubicBezTo>
                    <a:pt x="0" y="6329"/>
                    <a:pt x="1827" y="8155"/>
                    <a:pt x="4078" y="8155"/>
                  </a:cubicBezTo>
                  <a:cubicBezTo>
                    <a:pt x="6329" y="8155"/>
                    <a:pt x="8155" y="6329"/>
                    <a:pt x="8155" y="4078"/>
                  </a:cubicBezTo>
                  <a:cubicBezTo>
                    <a:pt x="8155" y="1827"/>
                    <a:pt x="6329" y="0"/>
                    <a:pt x="40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67"/>
            </a:p>
          </p:txBody>
        </p:sp>
        <p:sp>
          <p:nvSpPr>
            <p:cNvPr id="41" name="Google Shape;403;p38"/>
            <p:cNvSpPr/>
            <p:nvPr/>
          </p:nvSpPr>
          <p:spPr>
            <a:xfrm>
              <a:off x="2572075" y="330520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0"/>
                  </a:moveTo>
                  <a:cubicBezTo>
                    <a:pt x="1827" y="0"/>
                    <a:pt x="0" y="1827"/>
                    <a:pt x="0" y="4078"/>
                  </a:cubicBezTo>
                  <a:cubicBezTo>
                    <a:pt x="0" y="6329"/>
                    <a:pt x="1827" y="8155"/>
                    <a:pt x="4078" y="8155"/>
                  </a:cubicBezTo>
                  <a:cubicBezTo>
                    <a:pt x="6328" y="8155"/>
                    <a:pt x="8155" y="6329"/>
                    <a:pt x="8155" y="4078"/>
                  </a:cubicBezTo>
                  <a:cubicBezTo>
                    <a:pt x="8155" y="1827"/>
                    <a:pt x="6328" y="0"/>
                    <a:pt x="40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67"/>
            </a:p>
          </p:txBody>
        </p:sp>
        <p:sp>
          <p:nvSpPr>
            <p:cNvPr id="42" name="Google Shape;404;p38"/>
            <p:cNvSpPr/>
            <p:nvPr/>
          </p:nvSpPr>
          <p:spPr>
            <a:xfrm>
              <a:off x="3910300" y="372600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0"/>
                  </a:moveTo>
                  <a:cubicBezTo>
                    <a:pt x="1827" y="0"/>
                    <a:pt x="0" y="1827"/>
                    <a:pt x="0" y="4078"/>
                  </a:cubicBezTo>
                  <a:cubicBezTo>
                    <a:pt x="0" y="6328"/>
                    <a:pt x="1827" y="8155"/>
                    <a:pt x="4078" y="8155"/>
                  </a:cubicBezTo>
                  <a:cubicBezTo>
                    <a:pt x="6329" y="8155"/>
                    <a:pt x="8155" y="6328"/>
                    <a:pt x="8155" y="4078"/>
                  </a:cubicBezTo>
                  <a:cubicBezTo>
                    <a:pt x="8155" y="1827"/>
                    <a:pt x="6329" y="0"/>
                    <a:pt x="40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67"/>
            </a:p>
          </p:txBody>
        </p:sp>
        <p:sp>
          <p:nvSpPr>
            <p:cNvPr id="43" name="Google Shape;405;p38"/>
            <p:cNvSpPr/>
            <p:nvPr/>
          </p:nvSpPr>
          <p:spPr>
            <a:xfrm>
              <a:off x="4322925" y="452110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1"/>
                  </a:moveTo>
                  <a:cubicBezTo>
                    <a:pt x="1828" y="1"/>
                    <a:pt x="1" y="1827"/>
                    <a:pt x="1" y="4078"/>
                  </a:cubicBezTo>
                  <a:cubicBezTo>
                    <a:pt x="1" y="6329"/>
                    <a:pt x="1828" y="8155"/>
                    <a:pt x="4078" y="8155"/>
                  </a:cubicBezTo>
                  <a:cubicBezTo>
                    <a:pt x="6329" y="8155"/>
                    <a:pt x="8156" y="6329"/>
                    <a:pt x="8156" y="4078"/>
                  </a:cubicBezTo>
                  <a:cubicBezTo>
                    <a:pt x="8156" y="1827"/>
                    <a:pt x="6329" y="1"/>
                    <a:pt x="40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67"/>
            </a:p>
          </p:txBody>
        </p:sp>
        <p:sp>
          <p:nvSpPr>
            <p:cNvPr id="44" name="Google Shape;406;p38"/>
            <p:cNvSpPr/>
            <p:nvPr/>
          </p:nvSpPr>
          <p:spPr>
            <a:xfrm>
              <a:off x="4658925" y="3160025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1"/>
                  </a:moveTo>
                  <a:cubicBezTo>
                    <a:pt x="1827" y="1"/>
                    <a:pt x="0" y="1828"/>
                    <a:pt x="0" y="4078"/>
                  </a:cubicBezTo>
                  <a:cubicBezTo>
                    <a:pt x="0" y="6329"/>
                    <a:pt x="1827" y="8156"/>
                    <a:pt x="4078" y="8156"/>
                  </a:cubicBezTo>
                  <a:cubicBezTo>
                    <a:pt x="6329" y="8156"/>
                    <a:pt x="8155" y="6329"/>
                    <a:pt x="8155" y="4078"/>
                  </a:cubicBezTo>
                  <a:cubicBezTo>
                    <a:pt x="8155" y="1828"/>
                    <a:pt x="6329" y="1"/>
                    <a:pt x="40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67"/>
            </a:p>
          </p:txBody>
        </p:sp>
        <p:sp>
          <p:nvSpPr>
            <p:cNvPr id="45" name="Google Shape;407;p38"/>
            <p:cNvSpPr/>
            <p:nvPr/>
          </p:nvSpPr>
          <p:spPr>
            <a:xfrm>
              <a:off x="3596325" y="135780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0"/>
                  </a:moveTo>
                  <a:cubicBezTo>
                    <a:pt x="1827" y="0"/>
                    <a:pt x="1" y="1827"/>
                    <a:pt x="1" y="4078"/>
                  </a:cubicBezTo>
                  <a:cubicBezTo>
                    <a:pt x="1" y="6328"/>
                    <a:pt x="1827" y="8155"/>
                    <a:pt x="4078" y="8155"/>
                  </a:cubicBezTo>
                  <a:cubicBezTo>
                    <a:pt x="6329" y="8155"/>
                    <a:pt x="8156" y="6328"/>
                    <a:pt x="8156" y="4078"/>
                  </a:cubicBezTo>
                  <a:cubicBezTo>
                    <a:pt x="8156" y="1827"/>
                    <a:pt x="6329" y="0"/>
                    <a:pt x="40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467"/>
            </a:p>
          </p:txBody>
        </p:sp>
      </p:grpSp>
    </p:spTree>
    <p:extLst>
      <p:ext uri="{BB962C8B-B14F-4D97-AF65-F5344CB8AC3E}">
        <p14:creationId xmlns:p14="http://schemas.microsoft.com/office/powerpoint/2010/main" val="3943304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9B205-B70B-07DF-A6A1-4D47B814D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8802E3-DA01-36E5-6DC9-0C4F1EDAF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/>
          <a:lstStyle/>
          <a:p>
            <a:r>
              <a:rPr lang="en-US" dirty="0"/>
              <a:t>PERSONAL INITIATIVE IN THE ENTREPRENEURIAL PROCESS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850D93-C228-E21D-6F78-0E96A649F6C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5600" y="1476406"/>
            <a:ext cx="11872209" cy="5115983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accent5"/>
              </a:buClr>
              <a:buFont typeface="Courier New" panose="02070309020205020404" pitchFamily="49" charset="0"/>
              <a:buChar char="o"/>
            </a:pPr>
            <a:r>
              <a:rPr lang="en-US" sz="1867" dirty="0"/>
              <a:t>Your own initiative is necessary at all stages of the entrepreneurial process:</a:t>
            </a:r>
          </a:p>
          <a:p>
            <a:pPr marL="2730432" lvl="6" indent="-457189">
              <a:buFont typeface="+mj-lt"/>
              <a:buAutoNum type="arabicPeriod"/>
            </a:pPr>
            <a:endParaRPr lang="en-US" dirty="0"/>
          </a:p>
          <a:p>
            <a:pPr marL="2730432" lvl="6" indent="-457189">
              <a:buFont typeface="+mj-lt"/>
              <a:buAutoNum type="arabicPeriod"/>
            </a:pPr>
            <a:endParaRPr lang="en-US" dirty="0"/>
          </a:p>
          <a:p>
            <a:pPr marL="2730432" lvl="6" indent="-457189">
              <a:buFont typeface="+mj-lt"/>
              <a:buAutoNum type="arabicPeriod"/>
            </a:pPr>
            <a:endParaRPr lang="en-US" dirty="0"/>
          </a:p>
          <a:p>
            <a:pPr marL="2730432" lvl="6" indent="-457189">
              <a:buFont typeface="+mj-lt"/>
              <a:buAutoNum type="arabicPeriod"/>
            </a:pPr>
            <a:r>
              <a:rPr lang="en-US" dirty="0"/>
              <a:t>Identification of opportunities</a:t>
            </a:r>
            <a:endParaRPr lang="de-DE" dirty="0"/>
          </a:p>
          <a:p>
            <a:pPr marL="2730432" lvl="6" indent="-457189">
              <a:buFont typeface="+mj-lt"/>
              <a:buAutoNum type="arabicPeriod"/>
            </a:pPr>
            <a:endParaRPr lang="en-US" dirty="0"/>
          </a:p>
          <a:p>
            <a:pPr marL="2730432" lvl="6" indent="-457189">
              <a:buFont typeface="+mj-lt"/>
              <a:buAutoNum type="arabicPeriod"/>
            </a:pPr>
            <a:endParaRPr lang="en-US" dirty="0"/>
          </a:p>
          <a:p>
            <a:pPr marL="2730432" lvl="6" indent="-457189">
              <a:buFont typeface="+mj-lt"/>
              <a:buAutoNum type="arabicPeriod"/>
            </a:pPr>
            <a:endParaRPr lang="en-US" dirty="0"/>
          </a:p>
          <a:p>
            <a:pPr marL="2730432" lvl="6" indent="-457189">
              <a:buFont typeface="+mj-lt"/>
              <a:buAutoNum type="arabicPeriod"/>
            </a:pPr>
            <a:r>
              <a:rPr lang="en-GB" dirty="0"/>
              <a:t>Setting a goal</a:t>
            </a:r>
            <a:endParaRPr lang="de-DE" dirty="0"/>
          </a:p>
          <a:p>
            <a:pPr marL="2730432" lvl="6" indent="-457189">
              <a:buFont typeface="+mj-lt"/>
              <a:buAutoNum type="arabicPeriod"/>
            </a:pPr>
            <a:endParaRPr lang="en-US" dirty="0"/>
          </a:p>
          <a:p>
            <a:pPr marL="2730432" lvl="6" indent="-457189">
              <a:buFont typeface="+mj-lt"/>
              <a:buAutoNum type="arabicPeriod"/>
            </a:pPr>
            <a:endParaRPr lang="en-US" dirty="0"/>
          </a:p>
          <a:p>
            <a:pPr marL="2730432" lvl="6" indent="-457189">
              <a:buFont typeface="+mj-lt"/>
              <a:buAutoNum type="arabicPeriod"/>
            </a:pPr>
            <a:endParaRPr lang="en-US" dirty="0"/>
          </a:p>
          <a:p>
            <a:pPr marL="2730432" lvl="6" indent="-457189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</a:rPr>
              <a:t>Planning</a:t>
            </a:r>
            <a:endParaRPr lang="en-US" dirty="0">
              <a:solidFill>
                <a:schemeClr val="tx1"/>
              </a:solidFill>
            </a:endParaRPr>
          </a:p>
          <a:p>
            <a:pPr marL="2730432" lvl="6" indent="-457189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2730432" lvl="6" indent="-457189">
              <a:buFont typeface="+mj-lt"/>
              <a:buAutoNum type="arabicPeriod"/>
            </a:pPr>
            <a:endParaRPr lang="en-US" dirty="0"/>
          </a:p>
          <a:p>
            <a:pPr marL="2730432" lvl="6" indent="-457189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2730432" lvl="6" indent="-457189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2730432" lvl="6" indent="-457189">
              <a:buFont typeface="+mj-lt"/>
              <a:buAutoNum type="arabicPeriod"/>
            </a:pPr>
            <a:r>
              <a:rPr lang="en-US" dirty="0" err="1">
                <a:solidFill>
                  <a:schemeClr val="tx1"/>
                </a:solidFill>
              </a:rPr>
              <a:t>Seeking </a:t>
            </a:r>
            <a:r>
              <a:rPr lang="en-US" dirty="0">
                <a:solidFill>
                  <a:schemeClr val="tx1"/>
                </a:solidFill>
              </a:rPr>
              <a:t>feedback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30FF9A6-D48D-CCDF-0345-4CD9D8B88D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350"/>
          <a:stretch/>
        </p:blipFill>
        <p:spPr>
          <a:xfrm>
            <a:off x="1360008" y="2333144"/>
            <a:ext cx="1124744" cy="95209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392CE16-B46C-DBDA-F9F6-2D70AFF800A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300"/>
          <a:stretch/>
        </p:blipFill>
        <p:spPr>
          <a:xfrm>
            <a:off x="1244837" y="3392546"/>
            <a:ext cx="1052736" cy="90219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435B0D9-C374-2BB2-1DF5-247D6F2A41B0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2201"/>
          <a:stretch/>
        </p:blipFill>
        <p:spPr>
          <a:xfrm>
            <a:off x="1148596" y="4509361"/>
            <a:ext cx="1260315" cy="1106551"/>
          </a:xfrm>
          <a:prstGeom prst="rect">
            <a:avLst/>
          </a:prstGeom>
        </p:spPr>
      </p:pic>
      <p:sp>
        <p:nvSpPr>
          <p:cNvPr id="11" name="Geschweifte Klammer rechts 10">
            <a:extLst>
              <a:ext uri="{FF2B5EF4-FFF2-40B4-BE49-F238E27FC236}">
                <a16:creationId xmlns:a16="http://schemas.microsoft.com/office/drawing/2014/main" id="{F5812F17-C397-FACC-77D4-E2C7D6736BDD}"/>
              </a:ext>
            </a:extLst>
          </p:cNvPr>
          <p:cNvSpPr/>
          <p:nvPr/>
        </p:nvSpPr>
        <p:spPr bwMode="auto">
          <a:xfrm>
            <a:off x="7697301" y="2439759"/>
            <a:ext cx="444631" cy="4229640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 eaLnBrk="0" fontAlgn="base" hangingPunct="0">
              <a:spcBef>
                <a:spcPct val="0"/>
              </a:spcBef>
              <a:spcAft>
                <a:spcPct val="0"/>
              </a:spcAft>
            </a:pPr>
            <a:endParaRPr lang="en-GB" sz="1600">
              <a:latin typeface="Arial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5488480-4D18-D461-18EA-F5745AB537C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8979065" y="2439759"/>
            <a:ext cx="1008112" cy="874532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D275787-F2CD-4456-F803-D3B22561AE61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9551"/>
          <a:stretch/>
        </p:blipFill>
        <p:spPr>
          <a:xfrm flipH="1">
            <a:off x="8539513" y="3639519"/>
            <a:ext cx="1628891" cy="1310435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FB038C32-D7A0-E6B2-CF77-C0A48B49A598}"/>
              </a:ext>
            </a:extLst>
          </p:cNvPr>
          <p:cNvGrpSpPr/>
          <p:nvPr/>
        </p:nvGrpSpPr>
        <p:grpSpPr>
          <a:xfrm>
            <a:off x="8685605" y="5363339"/>
            <a:ext cx="1450033" cy="1170493"/>
            <a:chOff x="6402743" y="3717073"/>
            <a:chExt cx="1197094" cy="911057"/>
          </a:xfrm>
        </p:grpSpPr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87D8ACCF-F96B-5AC5-1D9D-63664A051F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-2678" r="30046" b="53791"/>
            <a:stretch/>
          </p:blipFill>
          <p:spPr>
            <a:xfrm flipH="1">
              <a:off x="6481331" y="3717073"/>
              <a:ext cx="744659" cy="520391"/>
            </a:xfrm>
            <a:prstGeom prst="rect">
              <a:avLst/>
            </a:prstGeom>
          </p:spPr>
        </p:pic>
        <p:pic>
          <p:nvPicPr>
            <p:cNvPr id="20" name="Grafik 19">
              <a:extLst>
                <a:ext uri="{FF2B5EF4-FFF2-40B4-BE49-F238E27FC236}">
                  <a16:creationId xmlns:a16="http://schemas.microsoft.com/office/drawing/2014/main" id="{E1BB8380-A6F9-ADDB-C3FD-49BC4E99E61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2020" t="40925" b="13251"/>
            <a:stretch/>
          </p:blipFill>
          <p:spPr>
            <a:xfrm>
              <a:off x="7065226" y="4117542"/>
              <a:ext cx="534611" cy="510588"/>
            </a:xfrm>
            <a:prstGeom prst="rect">
              <a:avLst/>
            </a:prstGeom>
          </p:spPr>
        </p:pic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FEC8C4F4-986C-FA12-3DE2-36C62024AE75}"/>
                </a:ext>
              </a:extLst>
            </p:cNvPr>
            <p:cNvSpPr/>
            <p:nvPr/>
          </p:nvSpPr>
          <p:spPr>
            <a:xfrm>
              <a:off x="6402743" y="4117542"/>
              <a:ext cx="213647" cy="2552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</p:grpSp>
      <p:grpSp>
        <p:nvGrpSpPr>
          <p:cNvPr id="17" name="Google Shape;397;p38">
            <a:extLst>
              <a:ext uri="{FF2B5EF4-FFF2-40B4-BE49-F238E27FC236}">
                <a16:creationId xmlns:a16="http://schemas.microsoft.com/office/drawing/2014/main" id="{DA37C812-F163-1655-F74E-3FC47732A9DB}"/>
              </a:ext>
            </a:extLst>
          </p:cNvPr>
          <p:cNvGrpSpPr/>
          <p:nvPr/>
        </p:nvGrpSpPr>
        <p:grpSpPr>
          <a:xfrm>
            <a:off x="1360008" y="5806267"/>
            <a:ext cx="826931" cy="863132"/>
            <a:chOff x="1405900" y="238125"/>
            <a:chExt cx="4738875" cy="5219200"/>
          </a:xfrm>
          <a:solidFill>
            <a:srgbClr val="000000"/>
          </a:solidFill>
        </p:grpSpPr>
        <p:sp>
          <p:nvSpPr>
            <p:cNvPr id="18" name="Google Shape;398;p38">
              <a:extLst>
                <a:ext uri="{FF2B5EF4-FFF2-40B4-BE49-F238E27FC236}">
                  <a16:creationId xmlns:a16="http://schemas.microsoft.com/office/drawing/2014/main" id="{7B732C84-0BDC-D62F-ECF3-71019A633CC8}"/>
                </a:ext>
              </a:extLst>
            </p:cNvPr>
            <p:cNvSpPr/>
            <p:nvPr/>
          </p:nvSpPr>
          <p:spPr>
            <a:xfrm>
              <a:off x="1405900" y="238125"/>
              <a:ext cx="4738875" cy="5219200"/>
            </a:xfrm>
            <a:custGeom>
              <a:avLst/>
              <a:gdLst/>
              <a:ahLst/>
              <a:cxnLst/>
              <a:rect l="l" t="t" r="r" b="b"/>
              <a:pathLst>
                <a:path w="189555" h="208768" extrusionOk="0">
                  <a:moveTo>
                    <a:pt x="161012" y="8155"/>
                  </a:moveTo>
                  <a:cubicBezTo>
                    <a:pt x="172266" y="8155"/>
                    <a:pt x="181400" y="17289"/>
                    <a:pt x="181400" y="28542"/>
                  </a:cubicBezTo>
                  <a:cubicBezTo>
                    <a:pt x="181400" y="30793"/>
                    <a:pt x="181008" y="33011"/>
                    <a:pt x="180291" y="35132"/>
                  </a:cubicBezTo>
                  <a:cubicBezTo>
                    <a:pt x="174223" y="24758"/>
                    <a:pt x="162969" y="17778"/>
                    <a:pt x="150117" y="17778"/>
                  </a:cubicBezTo>
                  <a:cubicBezTo>
                    <a:pt x="138309" y="17778"/>
                    <a:pt x="127479" y="23682"/>
                    <a:pt x="121053" y="33272"/>
                  </a:cubicBezTo>
                  <a:cubicBezTo>
                    <a:pt x="118052" y="28477"/>
                    <a:pt x="112343" y="21986"/>
                    <a:pt x="101970" y="21986"/>
                  </a:cubicBezTo>
                  <a:lnTo>
                    <a:pt x="96621" y="21986"/>
                  </a:lnTo>
                  <a:lnTo>
                    <a:pt x="92021" y="19311"/>
                  </a:lnTo>
                  <a:cubicBezTo>
                    <a:pt x="88261" y="17116"/>
                    <a:pt x="84643" y="16311"/>
                    <a:pt x="81337" y="16311"/>
                  </a:cubicBezTo>
                  <a:cubicBezTo>
                    <a:pt x="74375" y="16311"/>
                    <a:pt x="68796" y="19881"/>
                    <a:pt x="66186" y="21562"/>
                  </a:cubicBezTo>
                  <a:cubicBezTo>
                    <a:pt x="65925" y="21725"/>
                    <a:pt x="65632" y="21921"/>
                    <a:pt x="65403" y="22051"/>
                  </a:cubicBezTo>
                  <a:cubicBezTo>
                    <a:pt x="65110" y="22051"/>
                    <a:pt x="64751" y="22018"/>
                    <a:pt x="64425" y="22018"/>
                  </a:cubicBezTo>
                  <a:cubicBezTo>
                    <a:pt x="63604" y="21981"/>
                    <a:pt x="62602" y="21933"/>
                    <a:pt x="61471" y="21933"/>
                  </a:cubicBezTo>
                  <a:cubicBezTo>
                    <a:pt x="55774" y="21933"/>
                    <a:pt x="46806" y="23142"/>
                    <a:pt x="41200" y="32913"/>
                  </a:cubicBezTo>
                  <a:lnTo>
                    <a:pt x="38459" y="37643"/>
                  </a:lnTo>
                  <a:cubicBezTo>
                    <a:pt x="38264" y="37774"/>
                    <a:pt x="38003" y="37904"/>
                    <a:pt x="37807" y="38002"/>
                  </a:cubicBezTo>
                  <a:cubicBezTo>
                    <a:pt x="37579" y="38100"/>
                    <a:pt x="37383" y="38230"/>
                    <a:pt x="37155" y="38328"/>
                  </a:cubicBezTo>
                  <a:cubicBezTo>
                    <a:pt x="35491" y="35360"/>
                    <a:pt x="34610" y="32033"/>
                    <a:pt x="34610" y="28542"/>
                  </a:cubicBezTo>
                  <a:cubicBezTo>
                    <a:pt x="34610" y="17289"/>
                    <a:pt x="43777" y="8155"/>
                    <a:pt x="54998" y="8155"/>
                  </a:cubicBezTo>
                  <a:close/>
                  <a:moveTo>
                    <a:pt x="150117" y="25933"/>
                  </a:moveTo>
                  <a:cubicBezTo>
                    <a:pt x="164894" y="25933"/>
                    <a:pt x="176931" y="37937"/>
                    <a:pt x="176931" y="52746"/>
                  </a:cubicBezTo>
                  <a:cubicBezTo>
                    <a:pt x="176931" y="57183"/>
                    <a:pt x="175822" y="61488"/>
                    <a:pt x="173767" y="65370"/>
                  </a:cubicBezTo>
                  <a:cubicBezTo>
                    <a:pt x="173082" y="64946"/>
                    <a:pt x="172429" y="64555"/>
                    <a:pt x="171744" y="64163"/>
                  </a:cubicBezTo>
                  <a:cubicBezTo>
                    <a:pt x="170994" y="61945"/>
                    <a:pt x="169983" y="59857"/>
                    <a:pt x="168743" y="57933"/>
                  </a:cubicBezTo>
                  <a:cubicBezTo>
                    <a:pt x="168580" y="49158"/>
                    <a:pt x="163394" y="41101"/>
                    <a:pt x="155467" y="37317"/>
                  </a:cubicBezTo>
                  <a:cubicBezTo>
                    <a:pt x="154895" y="37045"/>
                    <a:pt x="154296" y="36917"/>
                    <a:pt x="153708" y="36917"/>
                  </a:cubicBezTo>
                  <a:cubicBezTo>
                    <a:pt x="152180" y="36917"/>
                    <a:pt x="150726" y="37782"/>
                    <a:pt x="150019" y="39242"/>
                  </a:cubicBezTo>
                  <a:cubicBezTo>
                    <a:pt x="149041" y="41264"/>
                    <a:pt x="149922" y="43711"/>
                    <a:pt x="151944" y="44657"/>
                  </a:cubicBezTo>
                  <a:cubicBezTo>
                    <a:pt x="153118" y="45244"/>
                    <a:pt x="154227" y="45961"/>
                    <a:pt x="155206" y="46777"/>
                  </a:cubicBezTo>
                  <a:cubicBezTo>
                    <a:pt x="151944" y="45505"/>
                    <a:pt x="148421" y="44787"/>
                    <a:pt x="144702" y="44787"/>
                  </a:cubicBezTo>
                  <a:lnTo>
                    <a:pt x="133807" y="44787"/>
                  </a:lnTo>
                  <a:cubicBezTo>
                    <a:pt x="132242" y="43026"/>
                    <a:pt x="130350" y="41492"/>
                    <a:pt x="128164" y="40220"/>
                  </a:cubicBezTo>
                  <a:lnTo>
                    <a:pt x="126827" y="39470"/>
                  </a:lnTo>
                  <a:cubicBezTo>
                    <a:pt x="131557" y="31152"/>
                    <a:pt x="140397" y="25933"/>
                    <a:pt x="150117" y="25933"/>
                  </a:cubicBezTo>
                  <a:close/>
                  <a:moveTo>
                    <a:pt x="173180" y="75287"/>
                  </a:moveTo>
                  <a:cubicBezTo>
                    <a:pt x="178366" y="80245"/>
                    <a:pt x="181400" y="87160"/>
                    <a:pt x="181400" y="94630"/>
                  </a:cubicBezTo>
                  <a:cubicBezTo>
                    <a:pt x="181400" y="107026"/>
                    <a:pt x="172723" y="117758"/>
                    <a:pt x="161012" y="120661"/>
                  </a:cubicBezTo>
                  <a:lnTo>
                    <a:pt x="161012" y="101187"/>
                  </a:lnTo>
                  <a:lnTo>
                    <a:pt x="164535" y="102981"/>
                  </a:lnTo>
                  <a:cubicBezTo>
                    <a:pt x="165122" y="103307"/>
                    <a:pt x="165775" y="103438"/>
                    <a:pt x="166395" y="103438"/>
                  </a:cubicBezTo>
                  <a:cubicBezTo>
                    <a:pt x="167862" y="103438"/>
                    <a:pt x="169298" y="102655"/>
                    <a:pt x="170015" y="101252"/>
                  </a:cubicBezTo>
                  <a:cubicBezTo>
                    <a:pt x="171059" y="99230"/>
                    <a:pt x="170276" y="96783"/>
                    <a:pt x="168254" y="95739"/>
                  </a:cubicBezTo>
                  <a:lnTo>
                    <a:pt x="164535" y="93815"/>
                  </a:lnTo>
                  <a:cubicBezTo>
                    <a:pt x="169559" y="88922"/>
                    <a:pt x="172690" y="82333"/>
                    <a:pt x="173180" y="75287"/>
                  </a:cubicBezTo>
                  <a:close/>
                  <a:moveTo>
                    <a:pt x="22378" y="109440"/>
                  </a:moveTo>
                  <a:lnTo>
                    <a:pt x="22378" y="144082"/>
                  </a:lnTo>
                  <a:lnTo>
                    <a:pt x="13701" y="135438"/>
                  </a:lnTo>
                  <a:cubicBezTo>
                    <a:pt x="8938" y="130643"/>
                    <a:pt x="8938" y="122879"/>
                    <a:pt x="13701" y="118117"/>
                  </a:cubicBezTo>
                  <a:lnTo>
                    <a:pt x="22378" y="109440"/>
                  </a:lnTo>
                  <a:close/>
                  <a:moveTo>
                    <a:pt x="167960" y="126924"/>
                  </a:moveTo>
                  <a:lnTo>
                    <a:pt x="167960" y="126924"/>
                  </a:lnTo>
                  <a:cubicBezTo>
                    <a:pt x="167928" y="127837"/>
                    <a:pt x="167960" y="128555"/>
                    <a:pt x="168156" y="129305"/>
                  </a:cubicBezTo>
                  <a:cubicBezTo>
                    <a:pt x="168417" y="130251"/>
                    <a:pt x="168939" y="131067"/>
                    <a:pt x="169624" y="132176"/>
                  </a:cubicBezTo>
                  <a:cubicBezTo>
                    <a:pt x="172429" y="136547"/>
                    <a:pt x="175104" y="141701"/>
                    <a:pt x="171549" y="147801"/>
                  </a:cubicBezTo>
                  <a:lnTo>
                    <a:pt x="168580" y="152922"/>
                  </a:lnTo>
                  <a:cubicBezTo>
                    <a:pt x="168221" y="153574"/>
                    <a:pt x="168026" y="154259"/>
                    <a:pt x="168026" y="154977"/>
                  </a:cubicBezTo>
                  <a:lnTo>
                    <a:pt x="168026" y="160914"/>
                  </a:lnTo>
                  <a:cubicBezTo>
                    <a:pt x="168026" y="166655"/>
                    <a:pt x="164731" y="169786"/>
                    <a:pt x="161012" y="172005"/>
                  </a:cubicBezTo>
                  <a:lnTo>
                    <a:pt x="161012" y="129012"/>
                  </a:lnTo>
                  <a:cubicBezTo>
                    <a:pt x="163426" y="128555"/>
                    <a:pt x="165742" y="127870"/>
                    <a:pt x="167960" y="126924"/>
                  </a:cubicBezTo>
                  <a:close/>
                  <a:moveTo>
                    <a:pt x="81231" y="24448"/>
                  </a:moveTo>
                  <a:cubicBezTo>
                    <a:pt x="83338" y="24448"/>
                    <a:pt x="85572" y="25000"/>
                    <a:pt x="87944" y="26389"/>
                  </a:cubicBezTo>
                  <a:lnTo>
                    <a:pt x="93489" y="29586"/>
                  </a:lnTo>
                  <a:cubicBezTo>
                    <a:pt x="94109" y="29945"/>
                    <a:pt x="94827" y="30141"/>
                    <a:pt x="95544" y="30141"/>
                  </a:cubicBezTo>
                  <a:lnTo>
                    <a:pt x="101970" y="30141"/>
                  </a:lnTo>
                  <a:cubicBezTo>
                    <a:pt x="109766" y="30141"/>
                    <a:pt x="113192" y="35523"/>
                    <a:pt x="115834" y="40579"/>
                  </a:cubicBezTo>
                  <a:cubicBezTo>
                    <a:pt x="116486" y="41851"/>
                    <a:pt x="116943" y="42699"/>
                    <a:pt x="117660" y="43417"/>
                  </a:cubicBezTo>
                  <a:cubicBezTo>
                    <a:pt x="117889" y="43678"/>
                    <a:pt x="118182" y="43906"/>
                    <a:pt x="118509" y="44069"/>
                  </a:cubicBezTo>
                  <a:lnTo>
                    <a:pt x="119716" y="44787"/>
                  </a:lnTo>
                  <a:lnTo>
                    <a:pt x="110060" y="44787"/>
                  </a:lnTo>
                  <a:cubicBezTo>
                    <a:pt x="107809" y="44787"/>
                    <a:pt x="105983" y="46614"/>
                    <a:pt x="105983" y="48865"/>
                  </a:cubicBezTo>
                  <a:cubicBezTo>
                    <a:pt x="105983" y="51115"/>
                    <a:pt x="107809" y="52942"/>
                    <a:pt x="110060" y="52942"/>
                  </a:cubicBezTo>
                  <a:lnTo>
                    <a:pt x="144702" y="52942"/>
                  </a:lnTo>
                  <a:cubicBezTo>
                    <a:pt x="155956" y="52942"/>
                    <a:pt x="165090" y="62076"/>
                    <a:pt x="165090" y="73329"/>
                  </a:cubicBezTo>
                  <a:cubicBezTo>
                    <a:pt x="165090" y="80538"/>
                    <a:pt x="161175" y="87291"/>
                    <a:pt x="154880" y="90944"/>
                  </a:cubicBezTo>
                  <a:cubicBezTo>
                    <a:pt x="153640" y="91694"/>
                    <a:pt x="152857" y="93032"/>
                    <a:pt x="152857" y="94467"/>
                  </a:cubicBezTo>
                  <a:lnTo>
                    <a:pt x="152857" y="188380"/>
                  </a:lnTo>
                  <a:cubicBezTo>
                    <a:pt x="152857" y="195132"/>
                    <a:pt x="147377" y="200612"/>
                    <a:pt x="140625" y="200612"/>
                  </a:cubicBezTo>
                  <a:lnTo>
                    <a:pt x="42765" y="200612"/>
                  </a:lnTo>
                  <a:cubicBezTo>
                    <a:pt x="36013" y="200612"/>
                    <a:pt x="30533" y="195132"/>
                    <a:pt x="30533" y="188380"/>
                  </a:cubicBezTo>
                  <a:lnTo>
                    <a:pt x="30533" y="94467"/>
                  </a:lnTo>
                  <a:cubicBezTo>
                    <a:pt x="30533" y="93032"/>
                    <a:pt x="29750" y="91694"/>
                    <a:pt x="28510" y="90944"/>
                  </a:cubicBezTo>
                  <a:cubicBezTo>
                    <a:pt x="22215" y="87291"/>
                    <a:pt x="18300" y="80538"/>
                    <a:pt x="18300" y="73329"/>
                  </a:cubicBezTo>
                  <a:cubicBezTo>
                    <a:pt x="18300" y="62076"/>
                    <a:pt x="27467" y="52942"/>
                    <a:pt x="38688" y="52942"/>
                  </a:cubicBezTo>
                  <a:lnTo>
                    <a:pt x="73363" y="52942"/>
                  </a:lnTo>
                  <a:cubicBezTo>
                    <a:pt x="75613" y="52942"/>
                    <a:pt x="77440" y="51115"/>
                    <a:pt x="77440" y="48865"/>
                  </a:cubicBezTo>
                  <a:cubicBezTo>
                    <a:pt x="77440" y="46614"/>
                    <a:pt x="75613" y="44787"/>
                    <a:pt x="73363" y="44787"/>
                  </a:cubicBezTo>
                  <a:lnTo>
                    <a:pt x="64523" y="44787"/>
                  </a:lnTo>
                  <a:cubicBezTo>
                    <a:pt x="64947" y="44233"/>
                    <a:pt x="65403" y="43711"/>
                    <a:pt x="65958" y="43254"/>
                  </a:cubicBezTo>
                  <a:cubicBezTo>
                    <a:pt x="67687" y="41819"/>
                    <a:pt x="67915" y="39242"/>
                    <a:pt x="66447" y="37513"/>
                  </a:cubicBezTo>
                  <a:cubicBezTo>
                    <a:pt x="65649" y="36552"/>
                    <a:pt x="64499" y="36054"/>
                    <a:pt x="63337" y="36054"/>
                  </a:cubicBezTo>
                  <a:cubicBezTo>
                    <a:pt x="62409" y="36054"/>
                    <a:pt x="61474" y="36372"/>
                    <a:pt x="60706" y="37024"/>
                  </a:cubicBezTo>
                  <a:cubicBezTo>
                    <a:pt x="58260" y="39079"/>
                    <a:pt x="56368" y="41786"/>
                    <a:pt x="55291" y="44787"/>
                  </a:cubicBezTo>
                  <a:lnTo>
                    <a:pt x="42439" y="44787"/>
                  </a:lnTo>
                  <a:cubicBezTo>
                    <a:pt x="43255" y="44330"/>
                    <a:pt x="43874" y="43972"/>
                    <a:pt x="44396" y="43417"/>
                  </a:cubicBezTo>
                  <a:cubicBezTo>
                    <a:pt x="44657" y="43156"/>
                    <a:pt x="44886" y="42895"/>
                    <a:pt x="45049" y="42569"/>
                  </a:cubicBezTo>
                  <a:lnTo>
                    <a:pt x="48278" y="36991"/>
                  </a:lnTo>
                  <a:cubicBezTo>
                    <a:pt x="51627" y="31158"/>
                    <a:pt x="56695" y="30101"/>
                    <a:pt x="61582" y="30101"/>
                  </a:cubicBezTo>
                  <a:cubicBezTo>
                    <a:pt x="62407" y="30101"/>
                    <a:pt x="63228" y="30131"/>
                    <a:pt x="64033" y="30173"/>
                  </a:cubicBezTo>
                  <a:cubicBezTo>
                    <a:pt x="64594" y="30199"/>
                    <a:pt x="65099" y="30219"/>
                    <a:pt x="65568" y="30219"/>
                  </a:cubicBezTo>
                  <a:cubicBezTo>
                    <a:pt x="66299" y="30219"/>
                    <a:pt x="66940" y="30169"/>
                    <a:pt x="67556" y="30010"/>
                  </a:cubicBezTo>
                  <a:cubicBezTo>
                    <a:pt x="68535" y="29749"/>
                    <a:pt x="69350" y="29227"/>
                    <a:pt x="70590" y="28445"/>
                  </a:cubicBezTo>
                  <a:cubicBezTo>
                    <a:pt x="73725" y="26418"/>
                    <a:pt x="77251" y="24448"/>
                    <a:pt x="81231" y="24448"/>
                  </a:cubicBezTo>
                  <a:close/>
                  <a:moveTo>
                    <a:pt x="54998" y="0"/>
                  </a:moveTo>
                  <a:cubicBezTo>
                    <a:pt x="39275" y="0"/>
                    <a:pt x="26455" y="12820"/>
                    <a:pt x="26455" y="28542"/>
                  </a:cubicBezTo>
                  <a:cubicBezTo>
                    <a:pt x="26455" y="33631"/>
                    <a:pt x="27793" y="38524"/>
                    <a:pt x="30337" y="42863"/>
                  </a:cubicBezTo>
                  <a:cubicBezTo>
                    <a:pt x="28869" y="44167"/>
                    <a:pt x="27401" y="45733"/>
                    <a:pt x="26194" y="47658"/>
                  </a:cubicBezTo>
                  <a:cubicBezTo>
                    <a:pt x="16702" y="52322"/>
                    <a:pt x="10145" y="62076"/>
                    <a:pt x="10145" y="73329"/>
                  </a:cubicBezTo>
                  <a:cubicBezTo>
                    <a:pt x="10145" y="82626"/>
                    <a:pt x="14777" y="91401"/>
                    <a:pt x="22378" y="96718"/>
                  </a:cubicBezTo>
                  <a:lnTo>
                    <a:pt x="22378" y="97925"/>
                  </a:lnTo>
                  <a:lnTo>
                    <a:pt x="7960" y="112343"/>
                  </a:lnTo>
                  <a:cubicBezTo>
                    <a:pt x="1" y="120302"/>
                    <a:pt x="1" y="133252"/>
                    <a:pt x="7960" y="141179"/>
                  </a:cubicBezTo>
                  <a:lnTo>
                    <a:pt x="22378" y="155629"/>
                  </a:lnTo>
                  <a:lnTo>
                    <a:pt x="22378" y="188380"/>
                  </a:lnTo>
                  <a:cubicBezTo>
                    <a:pt x="22378" y="199634"/>
                    <a:pt x="31544" y="208767"/>
                    <a:pt x="42765" y="208767"/>
                  </a:cubicBezTo>
                  <a:lnTo>
                    <a:pt x="140625" y="208767"/>
                  </a:lnTo>
                  <a:cubicBezTo>
                    <a:pt x="151879" y="208767"/>
                    <a:pt x="161012" y="199634"/>
                    <a:pt x="161012" y="188380"/>
                  </a:cubicBezTo>
                  <a:lnTo>
                    <a:pt x="161012" y="182280"/>
                  </a:lnTo>
                  <a:lnTo>
                    <a:pt x="161795" y="180877"/>
                  </a:lnTo>
                  <a:cubicBezTo>
                    <a:pt x="161991" y="180779"/>
                    <a:pt x="162187" y="180681"/>
                    <a:pt x="162350" y="180616"/>
                  </a:cubicBezTo>
                  <a:cubicBezTo>
                    <a:pt x="166134" y="178626"/>
                    <a:pt x="176181" y="173407"/>
                    <a:pt x="176181" y="160881"/>
                  </a:cubicBezTo>
                  <a:lnTo>
                    <a:pt x="176181" y="156086"/>
                  </a:lnTo>
                  <a:lnTo>
                    <a:pt x="178594" y="151911"/>
                  </a:lnTo>
                  <a:cubicBezTo>
                    <a:pt x="184955" y="140983"/>
                    <a:pt x="178823" y="131393"/>
                    <a:pt x="176507" y="127772"/>
                  </a:cubicBezTo>
                  <a:cubicBezTo>
                    <a:pt x="176376" y="127576"/>
                    <a:pt x="176246" y="127348"/>
                    <a:pt x="176115" y="127152"/>
                  </a:cubicBezTo>
                  <a:cubicBezTo>
                    <a:pt x="176115" y="126924"/>
                    <a:pt x="176148" y="126598"/>
                    <a:pt x="176148" y="126337"/>
                  </a:cubicBezTo>
                  <a:cubicBezTo>
                    <a:pt x="176213" y="125260"/>
                    <a:pt x="176278" y="123792"/>
                    <a:pt x="176181" y="122129"/>
                  </a:cubicBezTo>
                  <a:cubicBezTo>
                    <a:pt x="177648" y="120987"/>
                    <a:pt x="179018" y="119715"/>
                    <a:pt x="180291" y="118345"/>
                  </a:cubicBezTo>
                  <a:cubicBezTo>
                    <a:pt x="186260" y="111854"/>
                    <a:pt x="189555" y="103438"/>
                    <a:pt x="189555" y="94630"/>
                  </a:cubicBezTo>
                  <a:cubicBezTo>
                    <a:pt x="189555" y="85529"/>
                    <a:pt x="186097" y="77048"/>
                    <a:pt x="180128" y="70687"/>
                  </a:cubicBezTo>
                  <a:cubicBezTo>
                    <a:pt x="183357" y="65272"/>
                    <a:pt x="185086" y="59140"/>
                    <a:pt x="185086" y="52746"/>
                  </a:cubicBezTo>
                  <a:cubicBezTo>
                    <a:pt x="185086" y="50104"/>
                    <a:pt x="184792" y="47560"/>
                    <a:pt x="184238" y="45113"/>
                  </a:cubicBezTo>
                  <a:cubicBezTo>
                    <a:pt x="187663" y="40286"/>
                    <a:pt x="189555" y="34479"/>
                    <a:pt x="189555" y="28542"/>
                  </a:cubicBezTo>
                  <a:cubicBezTo>
                    <a:pt x="189555" y="12820"/>
                    <a:pt x="176768" y="0"/>
                    <a:pt x="16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" name="Google Shape;399;p38">
              <a:extLst>
                <a:ext uri="{FF2B5EF4-FFF2-40B4-BE49-F238E27FC236}">
                  <a16:creationId xmlns:a16="http://schemas.microsoft.com/office/drawing/2014/main" id="{D460214C-B4AB-4FCE-142F-7A5953AD0F95}"/>
                </a:ext>
              </a:extLst>
            </p:cNvPr>
            <p:cNvSpPr/>
            <p:nvPr/>
          </p:nvSpPr>
          <p:spPr>
            <a:xfrm>
              <a:off x="4066875" y="2239350"/>
              <a:ext cx="662200" cy="662200"/>
            </a:xfrm>
            <a:custGeom>
              <a:avLst/>
              <a:gdLst/>
              <a:ahLst/>
              <a:cxnLst/>
              <a:rect l="l" t="t" r="r" b="b"/>
              <a:pathLst>
                <a:path w="26488" h="26488" extrusionOk="0">
                  <a:moveTo>
                    <a:pt x="13244" y="8155"/>
                  </a:moveTo>
                  <a:cubicBezTo>
                    <a:pt x="16049" y="8155"/>
                    <a:pt x="18333" y="10439"/>
                    <a:pt x="18333" y="13244"/>
                  </a:cubicBezTo>
                  <a:cubicBezTo>
                    <a:pt x="18333" y="16049"/>
                    <a:pt x="16049" y="18333"/>
                    <a:pt x="13244" y="18333"/>
                  </a:cubicBezTo>
                  <a:cubicBezTo>
                    <a:pt x="10439" y="18333"/>
                    <a:pt x="8155" y="16049"/>
                    <a:pt x="8155" y="13244"/>
                  </a:cubicBezTo>
                  <a:cubicBezTo>
                    <a:pt x="8155" y="10439"/>
                    <a:pt x="10439" y="8155"/>
                    <a:pt x="13244" y="8155"/>
                  </a:cubicBezTo>
                  <a:close/>
                  <a:moveTo>
                    <a:pt x="13244" y="0"/>
                  </a:moveTo>
                  <a:cubicBezTo>
                    <a:pt x="5937" y="0"/>
                    <a:pt x="0" y="5937"/>
                    <a:pt x="0" y="13244"/>
                  </a:cubicBezTo>
                  <a:cubicBezTo>
                    <a:pt x="0" y="20551"/>
                    <a:pt x="5937" y="26487"/>
                    <a:pt x="13244" y="26487"/>
                  </a:cubicBezTo>
                  <a:cubicBezTo>
                    <a:pt x="20551" y="26487"/>
                    <a:pt x="26488" y="20551"/>
                    <a:pt x="26488" y="13244"/>
                  </a:cubicBezTo>
                  <a:cubicBezTo>
                    <a:pt x="26488" y="5937"/>
                    <a:pt x="20551" y="0"/>
                    <a:pt x="13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" name="Google Shape;400;p38">
              <a:extLst>
                <a:ext uri="{FF2B5EF4-FFF2-40B4-BE49-F238E27FC236}">
                  <a16:creationId xmlns:a16="http://schemas.microsoft.com/office/drawing/2014/main" id="{9D70A3B4-99AE-AA11-4C12-7C6AE5D7C6CB}"/>
                </a:ext>
              </a:extLst>
            </p:cNvPr>
            <p:cNvSpPr/>
            <p:nvPr/>
          </p:nvSpPr>
          <p:spPr>
            <a:xfrm>
              <a:off x="2687050" y="4016300"/>
              <a:ext cx="815525" cy="815525"/>
            </a:xfrm>
            <a:custGeom>
              <a:avLst/>
              <a:gdLst/>
              <a:ahLst/>
              <a:cxnLst/>
              <a:rect l="l" t="t" r="r" b="b"/>
              <a:pathLst>
                <a:path w="32621" h="32621" extrusionOk="0">
                  <a:moveTo>
                    <a:pt x="16310" y="8156"/>
                  </a:moveTo>
                  <a:cubicBezTo>
                    <a:pt x="20779" y="8156"/>
                    <a:pt x="24465" y="11809"/>
                    <a:pt x="24465" y="16311"/>
                  </a:cubicBezTo>
                  <a:cubicBezTo>
                    <a:pt x="24465" y="20812"/>
                    <a:pt x="20779" y="24466"/>
                    <a:pt x="16310" y="24466"/>
                  </a:cubicBezTo>
                  <a:cubicBezTo>
                    <a:pt x="11809" y="24466"/>
                    <a:pt x="8155" y="20812"/>
                    <a:pt x="8155" y="16311"/>
                  </a:cubicBezTo>
                  <a:cubicBezTo>
                    <a:pt x="8155" y="11809"/>
                    <a:pt x="11809" y="8156"/>
                    <a:pt x="16310" y="8156"/>
                  </a:cubicBezTo>
                  <a:close/>
                  <a:moveTo>
                    <a:pt x="16310" y="1"/>
                  </a:moveTo>
                  <a:cubicBezTo>
                    <a:pt x="7307" y="1"/>
                    <a:pt x="0" y="7340"/>
                    <a:pt x="0" y="16311"/>
                  </a:cubicBezTo>
                  <a:cubicBezTo>
                    <a:pt x="0" y="25314"/>
                    <a:pt x="7307" y="32621"/>
                    <a:pt x="16310" y="32621"/>
                  </a:cubicBezTo>
                  <a:cubicBezTo>
                    <a:pt x="25281" y="32621"/>
                    <a:pt x="32620" y="25314"/>
                    <a:pt x="32620" y="16311"/>
                  </a:cubicBezTo>
                  <a:cubicBezTo>
                    <a:pt x="32620" y="7340"/>
                    <a:pt x="25281" y="1"/>
                    <a:pt x="163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" name="Google Shape;401;p38">
              <a:extLst>
                <a:ext uri="{FF2B5EF4-FFF2-40B4-BE49-F238E27FC236}">
                  <a16:creationId xmlns:a16="http://schemas.microsoft.com/office/drawing/2014/main" id="{B8470B5B-BD6D-620C-6502-5564FB12EA3C}"/>
                </a:ext>
              </a:extLst>
            </p:cNvPr>
            <p:cNvSpPr/>
            <p:nvPr/>
          </p:nvSpPr>
          <p:spPr>
            <a:xfrm>
              <a:off x="2908050" y="2120275"/>
              <a:ext cx="204725" cy="203900"/>
            </a:xfrm>
            <a:custGeom>
              <a:avLst/>
              <a:gdLst/>
              <a:ahLst/>
              <a:cxnLst/>
              <a:rect l="l" t="t" r="r" b="b"/>
              <a:pathLst>
                <a:path w="8189" h="8156" extrusionOk="0">
                  <a:moveTo>
                    <a:pt x="4078" y="1"/>
                  </a:moveTo>
                  <a:cubicBezTo>
                    <a:pt x="1827" y="1"/>
                    <a:pt x="0" y="1827"/>
                    <a:pt x="0" y="4078"/>
                  </a:cubicBezTo>
                  <a:cubicBezTo>
                    <a:pt x="0" y="6329"/>
                    <a:pt x="1860" y="8156"/>
                    <a:pt x="4111" y="8156"/>
                  </a:cubicBezTo>
                  <a:cubicBezTo>
                    <a:pt x="6361" y="8156"/>
                    <a:pt x="8188" y="6329"/>
                    <a:pt x="8188" y="4078"/>
                  </a:cubicBezTo>
                  <a:cubicBezTo>
                    <a:pt x="8188" y="1827"/>
                    <a:pt x="6361" y="1"/>
                    <a:pt x="4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" name="Google Shape;402;p38">
              <a:extLst>
                <a:ext uri="{FF2B5EF4-FFF2-40B4-BE49-F238E27FC236}">
                  <a16:creationId xmlns:a16="http://schemas.microsoft.com/office/drawing/2014/main" id="{A66D6828-DBEA-1F15-5492-BE06DEC3D551}"/>
                </a:ext>
              </a:extLst>
            </p:cNvPr>
            <p:cNvSpPr/>
            <p:nvPr/>
          </p:nvSpPr>
          <p:spPr>
            <a:xfrm>
              <a:off x="3451175" y="290805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0"/>
                  </a:moveTo>
                  <a:cubicBezTo>
                    <a:pt x="1827" y="0"/>
                    <a:pt x="0" y="1827"/>
                    <a:pt x="0" y="4078"/>
                  </a:cubicBezTo>
                  <a:cubicBezTo>
                    <a:pt x="0" y="6329"/>
                    <a:pt x="1827" y="8155"/>
                    <a:pt x="4078" y="8155"/>
                  </a:cubicBezTo>
                  <a:cubicBezTo>
                    <a:pt x="6329" y="8155"/>
                    <a:pt x="8155" y="6329"/>
                    <a:pt x="8155" y="4078"/>
                  </a:cubicBezTo>
                  <a:cubicBezTo>
                    <a:pt x="8155" y="1827"/>
                    <a:pt x="6329" y="0"/>
                    <a:pt x="40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" name="Google Shape;403;p38">
              <a:extLst>
                <a:ext uri="{FF2B5EF4-FFF2-40B4-BE49-F238E27FC236}">
                  <a16:creationId xmlns:a16="http://schemas.microsoft.com/office/drawing/2014/main" id="{AB422562-3195-990F-A31F-9E096491F075}"/>
                </a:ext>
              </a:extLst>
            </p:cNvPr>
            <p:cNvSpPr/>
            <p:nvPr/>
          </p:nvSpPr>
          <p:spPr>
            <a:xfrm>
              <a:off x="2572075" y="330520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0"/>
                  </a:moveTo>
                  <a:cubicBezTo>
                    <a:pt x="1827" y="0"/>
                    <a:pt x="0" y="1827"/>
                    <a:pt x="0" y="4078"/>
                  </a:cubicBezTo>
                  <a:cubicBezTo>
                    <a:pt x="0" y="6329"/>
                    <a:pt x="1827" y="8155"/>
                    <a:pt x="4078" y="8155"/>
                  </a:cubicBezTo>
                  <a:cubicBezTo>
                    <a:pt x="6328" y="8155"/>
                    <a:pt x="8155" y="6329"/>
                    <a:pt x="8155" y="4078"/>
                  </a:cubicBezTo>
                  <a:cubicBezTo>
                    <a:pt x="8155" y="1827"/>
                    <a:pt x="6328" y="0"/>
                    <a:pt x="40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" name="Google Shape;404;p38">
              <a:extLst>
                <a:ext uri="{FF2B5EF4-FFF2-40B4-BE49-F238E27FC236}">
                  <a16:creationId xmlns:a16="http://schemas.microsoft.com/office/drawing/2014/main" id="{F1309C14-F59D-2F82-A0CC-F5B8903716FB}"/>
                </a:ext>
              </a:extLst>
            </p:cNvPr>
            <p:cNvSpPr/>
            <p:nvPr/>
          </p:nvSpPr>
          <p:spPr>
            <a:xfrm>
              <a:off x="3910300" y="372600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0"/>
                  </a:moveTo>
                  <a:cubicBezTo>
                    <a:pt x="1827" y="0"/>
                    <a:pt x="0" y="1827"/>
                    <a:pt x="0" y="4078"/>
                  </a:cubicBezTo>
                  <a:cubicBezTo>
                    <a:pt x="0" y="6328"/>
                    <a:pt x="1827" y="8155"/>
                    <a:pt x="4078" y="8155"/>
                  </a:cubicBezTo>
                  <a:cubicBezTo>
                    <a:pt x="6329" y="8155"/>
                    <a:pt x="8155" y="6328"/>
                    <a:pt x="8155" y="4078"/>
                  </a:cubicBezTo>
                  <a:cubicBezTo>
                    <a:pt x="8155" y="1827"/>
                    <a:pt x="6329" y="0"/>
                    <a:pt x="40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" name="Google Shape;405;p38">
              <a:extLst>
                <a:ext uri="{FF2B5EF4-FFF2-40B4-BE49-F238E27FC236}">
                  <a16:creationId xmlns:a16="http://schemas.microsoft.com/office/drawing/2014/main" id="{73DA4854-0EBE-3DF0-1605-4CBEF2A38070}"/>
                </a:ext>
              </a:extLst>
            </p:cNvPr>
            <p:cNvSpPr/>
            <p:nvPr/>
          </p:nvSpPr>
          <p:spPr>
            <a:xfrm>
              <a:off x="4322925" y="452110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1"/>
                  </a:moveTo>
                  <a:cubicBezTo>
                    <a:pt x="1828" y="1"/>
                    <a:pt x="1" y="1827"/>
                    <a:pt x="1" y="4078"/>
                  </a:cubicBezTo>
                  <a:cubicBezTo>
                    <a:pt x="1" y="6329"/>
                    <a:pt x="1828" y="8155"/>
                    <a:pt x="4078" y="8155"/>
                  </a:cubicBezTo>
                  <a:cubicBezTo>
                    <a:pt x="6329" y="8155"/>
                    <a:pt x="8156" y="6329"/>
                    <a:pt x="8156" y="4078"/>
                  </a:cubicBezTo>
                  <a:cubicBezTo>
                    <a:pt x="8156" y="1827"/>
                    <a:pt x="6329" y="1"/>
                    <a:pt x="40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" name="Google Shape;406;p38">
              <a:extLst>
                <a:ext uri="{FF2B5EF4-FFF2-40B4-BE49-F238E27FC236}">
                  <a16:creationId xmlns:a16="http://schemas.microsoft.com/office/drawing/2014/main" id="{6BF9D14C-12C7-C5A3-9FB6-A25E7A62D1EA}"/>
                </a:ext>
              </a:extLst>
            </p:cNvPr>
            <p:cNvSpPr/>
            <p:nvPr/>
          </p:nvSpPr>
          <p:spPr>
            <a:xfrm>
              <a:off x="4658925" y="3160025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1"/>
                  </a:moveTo>
                  <a:cubicBezTo>
                    <a:pt x="1827" y="1"/>
                    <a:pt x="0" y="1828"/>
                    <a:pt x="0" y="4078"/>
                  </a:cubicBezTo>
                  <a:cubicBezTo>
                    <a:pt x="0" y="6329"/>
                    <a:pt x="1827" y="8156"/>
                    <a:pt x="4078" y="8156"/>
                  </a:cubicBezTo>
                  <a:cubicBezTo>
                    <a:pt x="6329" y="8156"/>
                    <a:pt x="8155" y="6329"/>
                    <a:pt x="8155" y="4078"/>
                  </a:cubicBezTo>
                  <a:cubicBezTo>
                    <a:pt x="8155" y="1828"/>
                    <a:pt x="6329" y="1"/>
                    <a:pt x="40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" name="Google Shape;407;p38">
              <a:extLst>
                <a:ext uri="{FF2B5EF4-FFF2-40B4-BE49-F238E27FC236}">
                  <a16:creationId xmlns:a16="http://schemas.microsoft.com/office/drawing/2014/main" id="{0687C302-E723-EA75-F2F9-1146F7B79F0F}"/>
                </a:ext>
              </a:extLst>
            </p:cNvPr>
            <p:cNvSpPr/>
            <p:nvPr/>
          </p:nvSpPr>
          <p:spPr>
            <a:xfrm>
              <a:off x="3596325" y="1357800"/>
              <a:ext cx="203900" cy="203900"/>
            </a:xfrm>
            <a:custGeom>
              <a:avLst/>
              <a:gdLst/>
              <a:ahLst/>
              <a:cxnLst/>
              <a:rect l="l" t="t" r="r" b="b"/>
              <a:pathLst>
                <a:path w="8156" h="8156" extrusionOk="0">
                  <a:moveTo>
                    <a:pt x="4078" y="0"/>
                  </a:moveTo>
                  <a:cubicBezTo>
                    <a:pt x="1827" y="0"/>
                    <a:pt x="1" y="1827"/>
                    <a:pt x="1" y="4078"/>
                  </a:cubicBezTo>
                  <a:cubicBezTo>
                    <a:pt x="1" y="6328"/>
                    <a:pt x="1827" y="8155"/>
                    <a:pt x="4078" y="8155"/>
                  </a:cubicBezTo>
                  <a:cubicBezTo>
                    <a:pt x="6329" y="8155"/>
                    <a:pt x="8156" y="6328"/>
                    <a:pt x="8156" y="4078"/>
                  </a:cubicBezTo>
                  <a:cubicBezTo>
                    <a:pt x="8156" y="1827"/>
                    <a:pt x="6329" y="0"/>
                    <a:pt x="40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684326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/>
          <p:cNvGrpSpPr/>
          <p:nvPr/>
        </p:nvGrpSpPr>
        <p:grpSpPr>
          <a:xfrm>
            <a:off x="720127" y="690605"/>
            <a:ext cx="10702156" cy="2777200"/>
            <a:chOff x="979525" y="1411100"/>
            <a:chExt cx="7082500" cy="3315656"/>
          </a:xfrm>
        </p:grpSpPr>
        <p:sp>
          <p:nvSpPr>
            <p:cNvPr id="337" name="Google Shape;337;p37"/>
            <p:cNvSpPr/>
            <p:nvPr/>
          </p:nvSpPr>
          <p:spPr>
            <a:xfrm>
              <a:off x="2730500" y="3550156"/>
              <a:ext cx="1776300" cy="11766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8" name="Google Shape;338;p37"/>
            <p:cNvSpPr/>
            <p:nvPr/>
          </p:nvSpPr>
          <p:spPr>
            <a:xfrm>
              <a:off x="6285725" y="3533822"/>
              <a:ext cx="1776300" cy="11766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4523100" y="1411100"/>
              <a:ext cx="1776300" cy="11766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0" name="Google Shape;340;p37"/>
            <p:cNvSpPr/>
            <p:nvPr/>
          </p:nvSpPr>
          <p:spPr>
            <a:xfrm>
              <a:off x="979525" y="1411100"/>
              <a:ext cx="1776300" cy="11766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2" name="Google Shape;342;p37"/>
            <p:cNvSpPr txBox="1"/>
            <p:nvPr/>
          </p:nvSpPr>
          <p:spPr>
            <a:xfrm>
              <a:off x="2893100" y="3771648"/>
              <a:ext cx="1451100" cy="633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lvl="0" algn="ctr">
                <a:lnSpc>
                  <a:spcPct val="80000"/>
                </a:lnSpc>
              </a:pPr>
              <a:r>
                <a:rPr lang="de-DE" sz="2400" dirty="0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Setting </a:t>
              </a:r>
              <a:r>
                <a:rPr lang="de-DE" sz="2400" dirty="0" err="1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 goal</a:t>
              </a:r>
              <a:endParaRPr lang="de-DE" sz="2400" dirty="0">
                <a:solidFill>
                  <a:srgbClr val="2F2F2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44" name="Google Shape;344;p37"/>
            <p:cNvSpPr/>
            <p:nvPr/>
          </p:nvSpPr>
          <p:spPr>
            <a:xfrm>
              <a:off x="1783503" y="2941201"/>
              <a:ext cx="158828" cy="286532"/>
            </a:xfrm>
            <a:custGeom>
              <a:avLst/>
              <a:gdLst/>
              <a:ahLst/>
              <a:cxnLst/>
              <a:rect l="l" t="t" r="r" b="b"/>
              <a:pathLst>
                <a:path w="5959" h="5928" fill="none" extrusionOk="0">
                  <a:moveTo>
                    <a:pt x="5958" y="2979"/>
                  </a:moveTo>
                  <a:cubicBezTo>
                    <a:pt x="5958" y="4620"/>
                    <a:pt x="4621" y="5927"/>
                    <a:pt x="2980" y="5927"/>
                  </a:cubicBezTo>
                  <a:cubicBezTo>
                    <a:pt x="1338" y="5927"/>
                    <a:pt x="1" y="4620"/>
                    <a:pt x="1" y="2979"/>
                  </a:cubicBezTo>
                  <a:cubicBezTo>
                    <a:pt x="1" y="1338"/>
                    <a:pt x="1338" y="0"/>
                    <a:pt x="2980" y="0"/>
                  </a:cubicBezTo>
                  <a:cubicBezTo>
                    <a:pt x="4621" y="0"/>
                    <a:pt x="5958" y="1338"/>
                    <a:pt x="5958" y="297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5" name="Google Shape;345;p37"/>
            <p:cNvSpPr/>
            <p:nvPr/>
          </p:nvSpPr>
          <p:spPr>
            <a:xfrm rot="10800000" flipH="1">
              <a:off x="1938436" y="3122315"/>
              <a:ext cx="1590433" cy="5100"/>
            </a:xfrm>
            <a:custGeom>
              <a:avLst/>
              <a:gdLst/>
              <a:ahLst/>
              <a:cxnLst/>
              <a:rect l="l" t="t" r="r" b="b"/>
              <a:pathLst>
                <a:path w="40518" h="1" fill="none" extrusionOk="0">
                  <a:moveTo>
                    <a:pt x="0" y="1"/>
                  </a:moveTo>
                  <a:lnTo>
                    <a:pt x="40518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6" name="Google Shape;346;p37"/>
            <p:cNvSpPr/>
            <p:nvPr/>
          </p:nvSpPr>
          <p:spPr>
            <a:xfrm>
              <a:off x="3534103" y="2960611"/>
              <a:ext cx="158828" cy="286532"/>
            </a:xfrm>
            <a:custGeom>
              <a:avLst/>
              <a:gdLst/>
              <a:ahLst/>
              <a:cxnLst/>
              <a:rect l="l" t="t" r="r" b="b"/>
              <a:pathLst>
                <a:path w="5928" h="5928" fill="none" extrusionOk="0">
                  <a:moveTo>
                    <a:pt x="5928" y="2979"/>
                  </a:moveTo>
                  <a:cubicBezTo>
                    <a:pt x="5928" y="4620"/>
                    <a:pt x="4591" y="5927"/>
                    <a:pt x="2949" y="5927"/>
                  </a:cubicBezTo>
                  <a:cubicBezTo>
                    <a:pt x="1338" y="5927"/>
                    <a:pt x="1" y="4620"/>
                    <a:pt x="1" y="2979"/>
                  </a:cubicBezTo>
                  <a:cubicBezTo>
                    <a:pt x="1" y="1338"/>
                    <a:pt x="1338" y="0"/>
                    <a:pt x="2949" y="0"/>
                  </a:cubicBezTo>
                  <a:cubicBezTo>
                    <a:pt x="4591" y="0"/>
                    <a:pt x="5928" y="1338"/>
                    <a:pt x="5928" y="297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7" name="Google Shape;347;p37"/>
            <p:cNvSpPr/>
            <p:nvPr/>
          </p:nvSpPr>
          <p:spPr>
            <a:xfrm>
              <a:off x="5317899" y="2960611"/>
              <a:ext cx="158828" cy="286532"/>
            </a:xfrm>
            <a:custGeom>
              <a:avLst/>
              <a:gdLst/>
              <a:ahLst/>
              <a:cxnLst/>
              <a:rect l="l" t="t" r="r" b="b"/>
              <a:pathLst>
                <a:path w="5958" h="5928" fill="none" extrusionOk="0">
                  <a:moveTo>
                    <a:pt x="5958" y="2979"/>
                  </a:moveTo>
                  <a:cubicBezTo>
                    <a:pt x="5958" y="4620"/>
                    <a:pt x="4621" y="5927"/>
                    <a:pt x="2979" y="5927"/>
                  </a:cubicBezTo>
                  <a:cubicBezTo>
                    <a:pt x="1338" y="5927"/>
                    <a:pt x="0" y="4620"/>
                    <a:pt x="0" y="2979"/>
                  </a:cubicBezTo>
                  <a:cubicBezTo>
                    <a:pt x="0" y="1338"/>
                    <a:pt x="1338" y="0"/>
                    <a:pt x="2979" y="0"/>
                  </a:cubicBezTo>
                  <a:cubicBezTo>
                    <a:pt x="4621" y="0"/>
                    <a:pt x="5958" y="1338"/>
                    <a:pt x="5958" y="297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8" name="Google Shape;348;p37"/>
            <p:cNvSpPr/>
            <p:nvPr/>
          </p:nvSpPr>
          <p:spPr>
            <a:xfrm>
              <a:off x="7086541" y="2941203"/>
              <a:ext cx="158828" cy="286532"/>
            </a:xfrm>
            <a:custGeom>
              <a:avLst/>
              <a:gdLst/>
              <a:ahLst/>
              <a:cxnLst/>
              <a:rect l="l" t="t" r="r" b="b"/>
              <a:pathLst>
                <a:path w="5928" h="5928" fill="none" extrusionOk="0">
                  <a:moveTo>
                    <a:pt x="5928" y="2979"/>
                  </a:moveTo>
                  <a:cubicBezTo>
                    <a:pt x="5928" y="4620"/>
                    <a:pt x="4590" y="5927"/>
                    <a:pt x="2949" y="5927"/>
                  </a:cubicBezTo>
                  <a:cubicBezTo>
                    <a:pt x="1338" y="5927"/>
                    <a:pt x="0" y="4620"/>
                    <a:pt x="0" y="2979"/>
                  </a:cubicBezTo>
                  <a:cubicBezTo>
                    <a:pt x="0" y="1338"/>
                    <a:pt x="1338" y="0"/>
                    <a:pt x="2949" y="0"/>
                  </a:cubicBezTo>
                  <a:cubicBezTo>
                    <a:pt x="4590" y="0"/>
                    <a:pt x="5928" y="1338"/>
                    <a:pt x="5928" y="2979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49" name="Google Shape;349;p37"/>
            <p:cNvSpPr/>
            <p:nvPr/>
          </p:nvSpPr>
          <p:spPr>
            <a:xfrm>
              <a:off x="1850217" y="2941204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0" name="Google Shape;350;p37"/>
            <p:cNvSpPr/>
            <p:nvPr/>
          </p:nvSpPr>
          <p:spPr>
            <a:xfrm>
              <a:off x="1850225" y="2587226"/>
              <a:ext cx="30" cy="353988"/>
            </a:xfrm>
            <a:custGeom>
              <a:avLst/>
              <a:gdLst/>
              <a:ahLst/>
              <a:cxnLst/>
              <a:rect l="l" t="t" r="r" b="b"/>
              <a:pathLst>
                <a:path w="1" h="12950" fill="none" extrusionOk="0">
                  <a:moveTo>
                    <a:pt x="1" y="12949"/>
                  </a:moveTo>
                  <a:lnTo>
                    <a:pt x="1" y="1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1" name="Google Shape;351;p37"/>
            <p:cNvSpPr/>
            <p:nvPr/>
          </p:nvSpPr>
          <p:spPr>
            <a:xfrm>
              <a:off x="1850217" y="2469451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2" name="Google Shape;352;p37"/>
            <p:cNvSpPr/>
            <p:nvPr/>
          </p:nvSpPr>
          <p:spPr>
            <a:xfrm>
              <a:off x="5395371" y="2941204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3" name="Google Shape;353;p37"/>
            <p:cNvSpPr/>
            <p:nvPr/>
          </p:nvSpPr>
          <p:spPr>
            <a:xfrm>
              <a:off x="5395370" y="2587226"/>
              <a:ext cx="30" cy="353988"/>
            </a:xfrm>
            <a:custGeom>
              <a:avLst/>
              <a:gdLst/>
              <a:ahLst/>
              <a:cxnLst/>
              <a:rect l="l" t="t" r="r" b="b"/>
              <a:pathLst>
                <a:path w="1" h="12950" fill="none" extrusionOk="0">
                  <a:moveTo>
                    <a:pt x="0" y="12949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4" name="Google Shape;354;p37"/>
            <p:cNvSpPr/>
            <p:nvPr/>
          </p:nvSpPr>
          <p:spPr>
            <a:xfrm>
              <a:off x="5395371" y="2469451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5" name="Google Shape;355;p37"/>
            <p:cNvSpPr/>
            <p:nvPr/>
          </p:nvSpPr>
          <p:spPr>
            <a:xfrm>
              <a:off x="3225799" y="3518492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6" name="Google Shape;356;p37"/>
            <p:cNvSpPr/>
            <p:nvPr/>
          </p:nvSpPr>
          <p:spPr>
            <a:xfrm>
              <a:off x="3610675" y="3253530"/>
              <a:ext cx="30" cy="274681"/>
            </a:xfrm>
            <a:custGeom>
              <a:avLst/>
              <a:gdLst/>
              <a:ahLst/>
              <a:cxnLst/>
              <a:rect l="l" t="t" r="r" b="b"/>
              <a:pathLst>
                <a:path w="1" h="12949" fill="none" extrusionOk="0">
                  <a:moveTo>
                    <a:pt x="0" y="12949"/>
                  </a:moveTo>
                  <a:lnTo>
                    <a:pt x="0" y="0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7"/>
            <p:cNvSpPr/>
            <p:nvPr/>
          </p:nvSpPr>
          <p:spPr>
            <a:xfrm>
              <a:off x="3225799" y="3117637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7"/>
            <p:cNvSpPr/>
            <p:nvPr/>
          </p:nvSpPr>
          <p:spPr>
            <a:xfrm>
              <a:off x="7132485" y="3518492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7"/>
            <p:cNvSpPr/>
            <p:nvPr/>
          </p:nvSpPr>
          <p:spPr>
            <a:xfrm>
              <a:off x="7173845" y="3234122"/>
              <a:ext cx="30" cy="274681"/>
            </a:xfrm>
            <a:custGeom>
              <a:avLst/>
              <a:gdLst/>
              <a:ahLst/>
              <a:cxnLst/>
              <a:rect l="l" t="t" r="r" b="b"/>
              <a:pathLst>
                <a:path w="1" h="12949" fill="none" extrusionOk="0">
                  <a:moveTo>
                    <a:pt x="1" y="12949"/>
                  </a:move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7"/>
            <p:cNvSpPr/>
            <p:nvPr/>
          </p:nvSpPr>
          <p:spPr>
            <a:xfrm>
              <a:off x="7132485" y="3117637"/>
              <a:ext cx="30" cy="30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7"/>
            <p:cNvSpPr txBox="1"/>
            <p:nvPr/>
          </p:nvSpPr>
          <p:spPr>
            <a:xfrm>
              <a:off x="1099167" y="1554261"/>
              <a:ext cx="1502100" cy="8731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lvl="0" algn="ctr">
                <a:lnSpc>
                  <a:spcPct val="150000"/>
                </a:lnSpc>
              </a:pPr>
              <a:r>
                <a:rPr lang="de-DE" sz="2400" dirty="0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Identifying </a:t>
              </a:r>
              <a:r>
                <a:rPr lang="de-DE" sz="2400" dirty="0" err="1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opportunities</a:t>
              </a:r>
              <a:endParaRPr lang="de-DE" sz="2400" dirty="0">
                <a:solidFill>
                  <a:srgbClr val="2F2F2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62" name="Google Shape;362;p37"/>
            <p:cNvSpPr txBox="1"/>
            <p:nvPr/>
          </p:nvSpPr>
          <p:spPr>
            <a:xfrm>
              <a:off x="4460119" y="1716414"/>
              <a:ext cx="1870500" cy="56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lvl="0" algn="ctr">
                <a:lnSpc>
                  <a:spcPct val="80000"/>
                </a:lnSpc>
              </a:pPr>
              <a:r>
                <a:rPr lang="de-DE" sz="2400" dirty="0" err="1">
                  <a:solidFill>
                    <a:srgbClr val="2F2F2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Planning</a:t>
              </a:r>
              <a:endParaRPr lang="de-DE" sz="2400" dirty="0">
                <a:solidFill>
                  <a:srgbClr val="2F2F2F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63" name="Google Shape;363;p37"/>
            <p:cNvSpPr/>
            <p:nvPr/>
          </p:nvSpPr>
          <p:spPr>
            <a:xfrm rot="10800000" flipH="1">
              <a:off x="3697052" y="3093454"/>
              <a:ext cx="1628131" cy="72778"/>
            </a:xfrm>
            <a:custGeom>
              <a:avLst/>
              <a:gdLst/>
              <a:ahLst/>
              <a:cxnLst/>
              <a:rect l="l" t="t" r="r" b="b"/>
              <a:pathLst>
                <a:path w="40518" h="1" fill="none" extrusionOk="0">
                  <a:moveTo>
                    <a:pt x="0" y="1"/>
                  </a:moveTo>
                  <a:lnTo>
                    <a:pt x="40518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7"/>
            <p:cNvSpPr/>
            <p:nvPr/>
          </p:nvSpPr>
          <p:spPr>
            <a:xfrm rot="10800000" flipH="1">
              <a:off x="5492511" y="3122315"/>
              <a:ext cx="1590433" cy="5100"/>
            </a:xfrm>
            <a:custGeom>
              <a:avLst/>
              <a:gdLst/>
              <a:ahLst/>
              <a:cxnLst/>
              <a:rect l="l" t="t" r="r" b="b"/>
              <a:pathLst>
                <a:path w="40518" h="1" fill="none" extrusionOk="0">
                  <a:moveTo>
                    <a:pt x="0" y="1"/>
                  </a:moveTo>
                  <a:lnTo>
                    <a:pt x="40518" y="1"/>
                  </a:ln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5" name="Textfeld 4"/>
          <p:cNvSpPr txBox="1"/>
          <p:nvPr/>
        </p:nvSpPr>
        <p:spPr>
          <a:xfrm>
            <a:off x="412600" y="-85876"/>
            <a:ext cx="3550972" cy="21441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3333" dirty="0">
                <a:solidFill>
                  <a:schemeClr val="accent3"/>
                </a:solidFill>
              </a:rPr>
              <a:t>[      ]</a:t>
            </a:r>
          </a:p>
        </p:txBody>
      </p:sp>
      <p:sp>
        <p:nvSpPr>
          <p:cNvPr id="46" name="Google Shape;341;p37"/>
          <p:cNvSpPr txBox="1"/>
          <p:nvPr/>
        </p:nvSpPr>
        <p:spPr>
          <a:xfrm>
            <a:off x="8957341" y="2296270"/>
            <a:ext cx="2269779" cy="530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" sz="2400" dirty="0">
                <a:solidFill>
                  <a:srgbClr val="2F2F2F"/>
                </a:solidFill>
                <a:latin typeface="Poppins Light"/>
                <a:ea typeface="Poppins Light"/>
                <a:cs typeface="Poppins Light"/>
                <a:sym typeface="Poppins Light"/>
              </a:rPr>
              <a:t>Seeking feedback</a:t>
            </a:r>
            <a:endParaRPr sz="2400" dirty="0">
              <a:solidFill>
                <a:srgbClr val="2F2F2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43" name="Google Shape;343;p37"/>
          <p:cNvSpPr txBox="1">
            <a:spLocks noGrp="1"/>
          </p:cNvSpPr>
          <p:nvPr>
            <p:ph type="title"/>
          </p:nvPr>
        </p:nvSpPr>
        <p:spPr>
          <a:xfrm>
            <a:off x="434523" y="4436191"/>
            <a:ext cx="9358092" cy="7747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fr-FR" altLang="de-DE" sz="3733" dirty="0"/>
              <a:t>INNOVATION AND OPPORTUNITY IDENTIFICATION</a:t>
            </a:r>
            <a:endParaRPr lang="fr-FR" dirty="0"/>
          </a:p>
        </p:txBody>
      </p:sp>
      <p:sp>
        <p:nvSpPr>
          <p:cNvPr id="4" name="Textfeld 3"/>
          <p:cNvSpPr txBox="1"/>
          <p:nvPr/>
        </p:nvSpPr>
        <p:spPr>
          <a:xfrm>
            <a:off x="1330214" y="5770511"/>
            <a:ext cx="9817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latin typeface="Poppins" panose="020B0604020202020204" charset="0"/>
                <a:cs typeface="Poppins" panose="020B0604020202020204" charset="0"/>
              </a:rPr>
              <a:t>Do </a:t>
            </a:r>
            <a:r>
              <a:rPr lang="fr-FR" sz="2400" dirty="0">
                <a:latin typeface="Poppins" panose="020B0604020202020204" charset="0"/>
                <a:cs typeface="Poppins" panose="020B0604020202020204" charset="0"/>
              </a:rPr>
              <a:t>something new that your competitors are not doing!</a:t>
            </a:r>
          </a:p>
          <a:p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 </a:t>
            </a:r>
          </a:p>
        </p:txBody>
      </p:sp>
      <p:pic>
        <p:nvPicPr>
          <p:cNvPr id="47" name="Grafik 4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350"/>
          <a:stretch/>
        </p:blipFill>
        <p:spPr>
          <a:xfrm>
            <a:off x="10278414" y="138881"/>
            <a:ext cx="868577" cy="735247"/>
          </a:xfrm>
          <a:prstGeom prst="rect">
            <a:avLst/>
          </a:prstGeom>
        </p:spPr>
      </p:pic>
      <p:pic>
        <p:nvPicPr>
          <p:cNvPr id="34" name="Grafik 3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350"/>
          <a:stretch/>
        </p:blipFill>
        <p:spPr>
          <a:xfrm>
            <a:off x="9942823" y="4628921"/>
            <a:ext cx="1760675" cy="149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5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9"/>
          <p:cNvSpPr txBox="1">
            <a:spLocks noGrp="1"/>
          </p:cNvSpPr>
          <p:nvPr>
            <p:ph type="ctrTitle" idx="4"/>
          </p:nvPr>
        </p:nvSpPr>
        <p:spPr>
          <a:xfrm>
            <a:off x="971568" y="856624"/>
            <a:ext cx="5286400" cy="363144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>
              <a:spcBef>
                <a:spcPct val="50000"/>
              </a:spcBef>
            </a:pPr>
            <a:r>
              <a:rPr lang="fr-BE" sz="3200" dirty="0"/>
              <a:t>SELF-ASSESSMENT QUESTIONNAIRE </a:t>
            </a:r>
            <a:br>
              <a:rPr lang="fr-BE" sz="3200" dirty="0"/>
            </a:br>
            <a:r>
              <a:rPr lang="fr-BE" sz="3200" dirty="0"/>
              <a:t>"</a:t>
            </a:r>
            <a:r>
              <a:rPr lang="fr-FR" sz="3200" dirty="0"/>
              <a:t>Innovation and </a:t>
            </a:r>
            <a:br>
              <a:rPr lang="fr-FR" sz="3200" dirty="0"/>
            </a:br>
            <a:r>
              <a:rPr lang="fr-FR" sz="3200" dirty="0"/>
              <a:t>and opportunity identification</a:t>
            </a:r>
            <a:br>
              <a:rPr lang="fr-BE" sz="3200" dirty="0"/>
            </a:br>
            <a:br>
              <a:rPr lang="fr-BE" sz="3200" dirty="0"/>
            </a:br>
            <a:br>
              <a:rPr lang="fr-BE" sz="3200" dirty="0"/>
            </a:br>
            <a:br>
              <a:rPr lang="fr-BE" sz="3200" dirty="0"/>
            </a:br>
            <a:endParaRPr lang="fr-BE" sz="3200" dirty="0"/>
          </a:p>
        </p:txBody>
      </p:sp>
      <p:sp>
        <p:nvSpPr>
          <p:cNvPr id="686" name="Google Shape;686;p29"/>
          <p:cNvSpPr/>
          <p:nvPr/>
        </p:nvSpPr>
        <p:spPr>
          <a:xfrm>
            <a:off x="11569833" y="1100667"/>
            <a:ext cx="235641" cy="534293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687" name="Google Shape;687;p29"/>
          <p:cNvSpPr/>
          <p:nvPr/>
        </p:nvSpPr>
        <p:spPr>
          <a:xfrm>
            <a:off x="10871567" y="5398567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75" name="Textfeld 174"/>
          <p:cNvSpPr txBox="1"/>
          <p:nvPr/>
        </p:nvSpPr>
        <p:spPr>
          <a:xfrm>
            <a:off x="959588" y="3223120"/>
            <a:ext cx="48124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Poppins Light" panose="020B0604020202020204" charset="0"/>
                <a:cs typeface="Poppins Light" panose="020B0604020202020204" charset="0"/>
              </a:rPr>
              <a:t>Read the self-assessment questionnaire on "innovation and opportunity identification" and tick the answers.</a:t>
            </a:r>
          </a:p>
        </p:txBody>
      </p:sp>
      <p:pic>
        <p:nvPicPr>
          <p:cNvPr id="174" name="Grafik 17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49603" y="126505"/>
            <a:ext cx="782367" cy="682999"/>
          </a:xfrm>
          <a:prstGeom prst="rect">
            <a:avLst/>
          </a:prstGeom>
        </p:spPr>
      </p:pic>
      <p:grpSp>
        <p:nvGrpSpPr>
          <p:cNvPr id="207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208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4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218" name="Grafik 217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350"/>
          <a:stretch/>
        </p:blipFill>
        <p:spPr>
          <a:xfrm>
            <a:off x="10278414" y="138881"/>
            <a:ext cx="868577" cy="735247"/>
          </a:xfrm>
          <a:prstGeom prst="rect">
            <a:avLst/>
          </a:prstGeom>
        </p:spPr>
      </p:pic>
      <p:grpSp>
        <p:nvGrpSpPr>
          <p:cNvPr id="176" name="Gruppieren 175"/>
          <p:cNvGrpSpPr/>
          <p:nvPr/>
        </p:nvGrpSpPr>
        <p:grpSpPr>
          <a:xfrm>
            <a:off x="5973156" y="1380601"/>
            <a:ext cx="5323745" cy="4983127"/>
            <a:chOff x="4479866" y="1035450"/>
            <a:chExt cx="3992809" cy="3737345"/>
          </a:xfrm>
        </p:grpSpPr>
        <p:sp>
          <p:nvSpPr>
            <p:cNvPr id="177" name="Google Shape;687;p29"/>
            <p:cNvSpPr/>
            <p:nvPr/>
          </p:nvSpPr>
          <p:spPr>
            <a:xfrm>
              <a:off x="8153675" y="4048925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8" name="Google Shape;3979;p60"/>
            <p:cNvSpPr/>
            <p:nvPr/>
          </p:nvSpPr>
          <p:spPr>
            <a:xfrm>
              <a:off x="4516543" y="4523066"/>
              <a:ext cx="115978" cy="229548"/>
            </a:xfrm>
            <a:custGeom>
              <a:avLst/>
              <a:gdLst/>
              <a:ahLst/>
              <a:cxnLst/>
              <a:rect l="l" t="t" r="r" b="b"/>
              <a:pathLst>
                <a:path w="1638" h="3242" extrusionOk="0">
                  <a:moveTo>
                    <a:pt x="0" y="0"/>
                  </a:moveTo>
                  <a:lnTo>
                    <a:pt x="0" y="3242"/>
                  </a:lnTo>
                  <a:lnTo>
                    <a:pt x="752" y="3242"/>
                  </a:lnTo>
                  <a:cubicBezTo>
                    <a:pt x="702" y="2908"/>
                    <a:pt x="702" y="2557"/>
                    <a:pt x="752" y="2206"/>
                  </a:cubicBezTo>
                  <a:cubicBezTo>
                    <a:pt x="819" y="1822"/>
                    <a:pt x="1637" y="836"/>
                    <a:pt x="1604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9" name="Google Shape;3980;p60"/>
            <p:cNvSpPr/>
            <p:nvPr/>
          </p:nvSpPr>
          <p:spPr>
            <a:xfrm>
              <a:off x="4941229" y="4523066"/>
              <a:ext cx="114845" cy="229548"/>
            </a:xfrm>
            <a:custGeom>
              <a:avLst/>
              <a:gdLst/>
              <a:ahLst/>
              <a:cxnLst/>
              <a:rect l="l" t="t" r="r" b="b"/>
              <a:pathLst>
                <a:path w="1622" h="3242" extrusionOk="0">
                  <a:moveTo>
                    <a:pt x="0" y="0"/>
                  </a:moveTo>
                  <a:lnTo>
                    <a:pt x="0" y="3242"/>
                  </a:lnTo>
                  <a:lnTo>
                    <a:pt x="736" y="3242"/>
                  </a:lnTo>
                  <a:cubicBezTo>
                    <a:pt x="702" y="2908"/>
                    <a:pt x="702" y="2557"/>
                    <a:pt x="736" y="2206"/>
                  </a:cubicBezTo>
                  <a:cubicBezTo>
                    <a:pt x="819" y="1822"/>
                    <a:pt x="1621" y="836"/>
                    <a:pt x="1604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0" name="Google Shape;3981;p60"/>
            <p:cNvSpPr/>
            <p:nvPr/>
          </p:nvSpPr>
          <p:spPr>
            <a:xfrm>
              <a:off x="5240519" y="4523066"/>
              <a:ext cx="116049" cy="229548"/>
            </a:xfrm>
            <a:custGeom>
              <a:avLst/>
              <a:gdLst/>
              <a:ahLst/>
              <a:cxnLst/>
              <a:rect l="l" t="t" r="r" b="b"/>
              <a:pathLst>
                <a:path w="1639" h="3242" extrusionOk="0">
                  <a:moveTo>
                    <a:pt x="17" y="0"/>
                  </a:moveTo>
                  <a:cubicBezTo>
                    <a:pt x="1" y="836"/>
                    <a:pt x="819" y="1822"/>
                    <a:pt x="886" y="2206"/>
                  </a:cubicBezTo>
                  <a:cubicBezTo>
                    <a:pt x="920" y="2557"/>
                    <a:pt x="920" y="2908"/>
                    <a:pt x="886" y="3242"/>
                  </a:cubicBezTo>
                  <a:lnTo>
                    <a:pt x="1638" y="3242"/>
                  </a:lnTo>
                  <a:lnTo>
                    <a:pt x="1638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1" name="Google Shape;3982;p60"/>
            <p:cNvSpPr/>
            <p:nvPr/>
          </p:nvSpPr>
          <p:spPr>
            <a:xfrm>
              <a:off x="5608490" y="4523066"/>
              <a:ext cx="115978" cy="229548"/>
            </a:xfrm>
            <a:custGeom>
              <a:avLst/>
              <a:gdLst/>
              <a:ahLst/>
              <a:cxnLst/>
              <a:rect l="l" t="t" r="r" b="b"/>
              <a:pathLst>
                <a:path w="1638" h="3242" extrusionOk="0">
                  <a:moveTo>
                    <a:pt x="17" y="0"/>
                  </a:moveTo>
                  <a:cubicBezTo>
                    <a:pt x="0" y="836"/>
                    <a:pt x="802" y="1822"/>
                    <a:pt x="886" y="2206"/>
                  </a:cubicBezTo>
                  <a:cubicBezTo>
                    <a:pt x="919" y="2557"/>
                    <a:pt x="919" y="2908"/>
                    <a:pt x="886" y="3242"/>
                  </a:cubicBezTo>
                  <a:lnTo>
                    <a:pt x="1637" y="3242"/>
                  </a:lnTo>
                  <a:lnTo>
                    <a:pt x="1637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2" name="Google Shape;3983;p60"/>
            <p:cNvSpPr/>
            <p:nvPr/>
          </p:nvSpPr>
          <p:spPr>
            <a:xfrm>
              <a:off x="4479866" y="3388495"/>
              <a:ext cx="1271790" cy="1141722"/>
            </a:xfrm>
            <a:custGeom>
              <a:avLst/>
              <a:gdLst/>
              <a:ahLst/>
              <a:cxnLst/>
              <a:rect l="l" t="t" r="r" b="b"/>
              <a:pathLst>
                <a:path w="17962" h="16125" extrusionOk="0">
                  <a:moveTo>
                    <a:pt x="0" y="1"/>
                  </a:moveTo>
                  <a:lnTo>
                    <a:pt x="0" y="16125"/>
                  </a:lnTo>
                  <a:lnTo>
                    <a:pt x="17962" y="16125"/>
                  </a:lnTo>
                  <a:lnTo>
                    <a:pt x="1796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3" name="Google Shape;3984;p60"/>
            <p:cNvSpPr/>
            <p:nvPr/>
          </p:nvSpPr>
          <p:spPr>
            <a:xfrm>
              <a:off x="5409672" y="3388495"/>
              <a:ext cx="341985" cy="1141722"/>
            </a:xfrm>
            <a:custGeom>
              <a:avLst/>
              <a:gdLst/>
              <a:ahLst/>
              <a:cxnLst/>
              <a:rect l="l" t="t" r="r" b="b"/>
              <a:pathLst>
                <a:path w="4830" h="16125" extrusionOk="0">
                  <a:moveTo>
                    <a:pt x="1" y="1"/>
                  </a:moveTo>
                  <a:lnTo>
                    <a:pt x="135" y="16125"/>
                  </a:lnTo>
                  <a:lnTo>
                    <a:pt x="4830" y="16125"/>
                  </a:lnTo>
                  <a:lnTo>
                    <a:pt x="483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4" name="Google Shape;3985;p60"/>
            <p:cNvSpPr/>
            <p:nvPr/>
          </p:nvSpPr>
          <p:spPr>
            <a:xfrm>
              <a:off x="4537784" y="3472541"/>
              <a:ext cx="816377" cy="289874"/>
            </a:xfrm>
            <a:custGeom>
              <a:avLst/>
              <a:gdLst/>
              <a:ahLst/>
              <a:cxnLst/>
              <a:rect l="l" t="t" r="r" b="b"/>
              <a:pathLst>
                <a:path w="11530" h="4094" extrusionOk="0">
                  <a:moveTo>
                    <a:pt x="1" y="0"/>
                  </a:moveTo>
                  <a:lnTo>
                    <a:pt x="1" y="4094"/>
                  </a:lnTo>
                  <a:lnTo>
                    <a:pt x="11530" y="4094"/>
                  </a:lnTo>
                  <a:lnTo>
                    <a:pt x="1153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5" name="Google Shape;3986;p60"/>
            <p:cNvSpPr/>
            <p:nvPr/>
          </p:nvSpPr>
          <p:spPr>
            <a:xfrm>
              <a:off x="4537784" y="3820332"/>
              <a:ext cx="816377" cy="291078"/>
            </a:xfrm>
            <a:custGeom>
              <a:avLst/>
              <a:gdLst/>
              <a:ahLst/>
              <a:cxnLst/>
              <a:rect l="l" t="t" r="r" b="b"/>
              <a:pathLst>
                <a:path w="11530" h="4111" extrusionOk="0">
                  <a:moveTo>
                    <a:pt x="1" y="0"/>
                  </a:moveTo>
                  <a:lnTo>
                    <a:pt x="1" y="4111"/>
                  </a:lnTo>
                  <a:lnTo>
                    <a:pt x="11530" y="4111"/>
                  </a:lnTo>
                  <a:lnTo>
                    <a:pt x="1153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6" name="Google Shape;3987;p60"/>
            <p:cNvSpPr/>
            <p:nvPr/>
          </p:nvSpPr>
          <p:spPr>
            <a:xfrm>
              <a:off x="4537784" y="4169328"/>
              <a:ext cx="816377" cy="291078"/>
            </a:xfrm>
            <a:custGeom>
              <a:avLst/>
              <a:gdLst/>
              <a:ahLst/>
              <a:cxnLst/>
              <a:rect l="l" t="t" r="r" b="b"/>
              <a:pathLst>
                <a:path w="11530" h="4111" extrusionOk="0">
                  <a:moveTo>
                    <a:pt x="1" y="0"/>
                  </a:moveTo>
                  <a:lnTo>
                    <a:pt x="1" y="4111"/>
                  </a:lnTo>
                  <a:lnTo>
                    <a:pt x="11530" y="4111"/>
                  </a:lnTo>
                  <a:lnTo>
                    <a:pt x="1153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7" name="Google Shape;3988;p60"/>
            <p:cNvSpPr/>
            <p:nvPr/>
          </p:nvSpPr>
          <p:spPr>
            <a:xfrm>
              <a:off x="4814631" y="3059609"/>
              <a:ext cx="488693" cy="327826"/>
            </a:xfrm>
            <a:custGeom>
              <a:avLst/>
              <a:gdLst/>
              <a:ahLst/>
              <a:cxnLst/>
              <a:rect l="l" t="t" r="r" b="b"/>
              <a:pathLst>
                <a:path w="6902" h="4630" extrusionOk="0">
                  <a:moveTo>
                    <a:pt x="502" y="1"/>
                  </a:moveTo>
                  <a:lnTo>
                    <a:pt x="1" y="4629"/>
                  </a:lnTo>
                  <a:lnTo>
                    <a:pt x="6383" y="4629"/>
                  </a:lnTo>
                  <a:lnTo>
                    <a:pt x="690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" name="Google Shape;3989;p60"/>
            <p:cNvSpPr/>
            <p:nvPr/>
          </p:nvSpPr>
          <p:spPr>
            <a:xfrm>
              <a:off x="4834739" y="3083329"/>
              <a:ext cx="440192" cy="286333"/>
            </a:xfrm>
            <a:custGeom>
              <a:avLst/>
              <a:gdLst/>
              <a:ahLst/>
              <a:cxnLst/>
              <a:rect l="l" t="t" r="r" b="b"/>
              <a:pathLst>
                <a:path w="6217" h="4044" extrusionOk="0">
                  <a:moveTo>
                    <a:pt x="485" y="0"/>
                  </a:moveTo>
                  <a:lnTo>
                    <a:pt x="1" y="4043"/>
                  </a:lnTo>
                  <a:lnTo>
                    <a:pt x="5748" y="4043"/>
                  </a:lnTo>
                  <a:lnTo>
                    <a:pt x="62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" name="Google Shape;3990;p60"/>
            <p:cNvSpPr/>
            <p:nvPr/>
          </p:nvSpPr>
          <p:spPr>
            <a:xfrm>
              <a:off x="4916375" y="3131829"/>
              <a:ext cx="269837" cy="189332"/>
            </a:xfrm>
            <a:custGeom>
              <a:avLst/>
              <a:gdLst/>
              <a:ahLst/>
              <a:cxnLst/>
              <a:rect l="l" t="t" r="r" b="b"/>
              <a:pathLst>
                <a:path w="3811" h="2674" extrusionOk="0">
                  <a:moveTo>
                    <a:pt x="301" y="0"/>
                  </a:moveTo>
                  <a:lnTo>
                    <a:pt x="1" y="2673"/>
                  </a:lnTo>
                  <a:lnTo>
                    <a:pt x="3626" y="2673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" name="Google Shape;3991;p60"/>
            <p:cNvSpPr/>
            <p:nvPr/>
          </p:nvSpPr>
          <p:spPr>
            <a:xfrm>
              <a:off x="5266576" y="3200438"/>
              <a:ext cx="114774" cy="188128"/>
            </a:xfrm>
            <a:custGeom>
              <a:avLst/>
              <a:gdLst/>
              <a:ahLst/>
              <a:cxnLst/>
              <a:rect l="l" t="t" r="r" b="b"/>
              <a:pathLst>
                <a:path w="1621" h="2657" extrusionOk="0">
                  <a:moveTo>
                    <a:pt x="301" y="0"/>
                  </a:moveTo>
                  <a:lnTo>
                    <a:pt x="0" y="2640"/>
                  </a:lnTo>
                  <a:lnTo>
                    <a:pt x="1621" y="2657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" name="Google Shape;3992;p60"/>
            <p:cNvSpPr/>
            <p:nvPr/>
          </p:nvSpPr>
          <p:spPr>
            <a:xfrm>
              <a:off x="4905756" y="3602678"/>
              <a:ext cx="69813" cy="59829"/>
            </a:xfrm>
            <a:custGeom>
              <a:avLst/>
              <a:gdLst/>
              <a:ahLst/>
              <a:cxnLst/>
              <a:rect l="l" t="t" r="r" b="b"/>
              <a:pathLst>
                <a:path w="986" h="845" extrusionOk="0">
                  <a:moveTo>
                    <a:pt x="568" y="0"/>
                  </a:moveTo>
                  <a:cubicBezTo>
                    <a:pt x="184" y="0"/>
                    <a:pt x="0" y="451"/>
                    <a:pt x="267" y="719"/>
                  </a:cubicBezTo>
                  <a:cubicBezTo>
                    <a:pt x="355" y="806"/>
                    <a:pt x="461" y="845"/>
                    <a:pt x="565" y="845"/>
                  </a:cubicBezTo>
                  <a:cubicBezTo>
                    <a:pt x="781" y="845"/>
                    <a:pt x="986" y="677"/>
                    <a:pt x="986" y="418"/>
                  </a:cubicBezTo>
                  <a:cubicBezTo>
                    <a:pt x="986" y="184"/>
                    <a:pt x="802" y="0"/>
                    <a:pt x="5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" name="Google Shape;3993;p60"/>
            <p:cNvSpPr/>
            <p:nvPr/>
          </p:nvSpPr>
          <p:spPr>
            <a:xfrm>
              <a:off x="4905756" y="3955214"/>
              <a:ext cx="69813" cy="59617"/>
            </a:xfrm>
            <a:custGeom>
              <a:avLst/>
              <a:gdLst/>
              <a:ahLst/>
              <a:cxnLst/>
              <a:rect l="l" t="t" r="r" b="b"/>
              <a:pathLst>
                <a:path w="986" h="842" extrusionOk="0">
                  <a:moveTo>
                    <a:pt x="568" y="0"/>
                  </a:moveTo>
                  <a:cubicBezTo>
                    <a:pt x="184" y="0"/>
                    <a:pt x="0" y="451"/>
                    <a:pt x="267" y="719"/>
                  </a:cubicBezTo>
                  <a:cubicBezTo>
                    <a:pt x="353" y="804"/>
                    <a:pt x="456" y="841"/>
                    <a:pt x="558" y="841"/>
                  </a:cubicBezTo>
                  <a:cubicBezTo>
                    <a:pt x="776" y="841"/>
                    <a:pt x="986" y="669"/>
                    <a:pt x="986" y="418"/>
                  </a:cubicBezTo>
                  <a:cubicBezTo>
                    <a:pt x="986" y="184"/>
                    <a:pt x="802" y="0"/>
                    <a:pt x="56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3" name="Google Shape;3994;p60"/>
            <p:cNvSpPr/>
            <p:nvPr/>
          </p:nvSpPr>
          <p:spPr>
            <a:xfrm>
              <a:off x="4905756" y="4306548"/>
              <a:ext cx="69813" cy="59900"/>
            </a:xfrm>
            <a:custGeom>
              <a:avLst/>
              <a:gdLst/>
              <a:ahLst/>
              <a:cxnLst/>
              <a:rect l="l" t="t" r="r" b="b"/>
              <a:pathLst>
                <a:path w="986" h="846" extrusionOk="0">
                  <a:moveTo>
                    <a:pt x="568" y="1"/>
                  </a:moveTo>
                  <a:cubicBezTo>
                    <a:pt x="184" y="1"/>
                    <a:pt x="0" y="452"/>
                    <a:pt x="267" y="719"/>
                  </a:cubicBezTo>
                  <a:cubicBezTo>
                    <a:pt x="355" y="806"/>
                    <a:pt x="461" y="845"/>
                    <a:pt x="565" y="845"/>
                  </a:cubicBezTo>
                  <a:cubicBezTo>
                    <a:pt x="781" y="845"/>
                    <a:pt x="986" y="677"/>
                    <a:pt x="986" y="418"/>
                  </a:cubicBezTo>
                  <a:cubicBezTo>
                    <a:pt x="986" y="184"/>
                    <a:pt x="802" y="1"/>
                    <a:pt x="568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4" name="Google Shape;3995;p60"/>
            <p:cNvSpPr/>
            <p:nvPr/>
          </p:nvSpPr>
          <p:spPr>
            <a:xfrm>
              <a:off x="4631246" y="1525203"/>
              <a:ext cx="741890" cy="941771"/>
            </a:xfrm>
            <a:custGeom>
              <a:avLst/>
              <a:gdLst/>
              <a:ahLst/>
              <a:cxnLst/>
              <a:rect l="l" t="t" r="r" b="b"/>
              <a:pathLst>
                <a:path w="10478" h="13301" extrusionOk="0">
                  <a:moveTo>
                    <a:pt x="1" y="1"/>
                  </a:moveTo>
                  <a:lnTo>
                    <a:pt x="285" y="13267"/>
                  </a:lnTo>
                  <a:lnTo>
                    <a:pt x="10477" y="13301"/>
                  </a:lnTo>
                  <a:lnTo>
                    <a:pt x="10193" y="10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5" name="Google Shape;3996;p60"/>
            <p:cNvSpPr/>
            <p:nvPr/>
          </p:nvSpPr>
          <p:spPr>
            <a:xfrm>
              <a:off x="4675004" y="1557207"/>
              <a:ext cx="649561" cy="860132"/>
            </a:xfrm>
            <a:custGeom>
              <a:avLst/>
              <a:gdLst/>
              <a:ahLst/>
              <a:cxnLst/>
              <a:rect l="l" t="t" r="r" b="b"/>
              <a:pathLst>
                <a:path w="9174" h="12148" extrusionOk="0">
                  <a:moveTo>
                    <a:pt x="1" y="0"/>
                  </a:moveTo>
                  <a:lnTo>
                    <a:pt x="252" y="12030"/>
                  </a:lnTo>
                  <a:lnTo>
                    <a:pt x="9174" y="12147"/>
                  </a:lnTo>
                  <a:lnTo>
                    <a:pt x="8907" y="23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6" name="Google Shape;3997;p60"/>
            <p:cNvSpPr/>
            <p:nvPr/>
          </p:nvSpPr>
          <p:spPr>
            <a:xfrm>
              <a:off x="4779158" y="1694427"/>
              <a:ext cx="431837" cy="595111"/>
            </a:xfrm>
            <a:custGeom>
              <a:avLst/>
              <a:gdLst/>
              <a:ahLst/>
              <a:cxnLst/>
              <a:rect l="l" t="t" r="r" b="b"/>
              <a:pathLst>
                <a:path w="6099" h="8405" extrusionOk="0">
                  <a:moveTo>
                    <a:pt x="0" y="0"/>
                  </a:moveTo>
                  <a:lnTo>
                    <a:pt x="184" y="8405"/>
                  </a:lnTo>
                  <a:lnTo>
                    <a:pt x="6099" y="8288"/>
                  </a:lnTo>
                  <a:lnTo>
                    <a:pt x="5915" y="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" name="Google Shape;3998;p60"/>
            <p:cNvSpPr/>
            <p:nvPr/>
          </p:nvSpPr>
          <p:spPr>
            <a:xfrm>
              <a:off x="4779158" y="1694427"/>
              <a:ext cx="424756" cy="595111"/>
            </a:xfrm>
            <a:custGeom>
              <a:avLst/>
              <a:gdLst/>
              <a:ahLst/>
              <a:cxnLst/>
              <a:rect l="l" t="t" r="r" b="b"/>
              <a:pathLst>
                <a:path w="5999" h="8405" extrusionOk="0">
                  <a:moveTo>
                    <a:pt x="0" y="0"/>
                  </a:moveTo>
                  <a:lnTo>
                    <a:pt x="184" y="8405"/>
                  </a:lnTo>
                  <a:lnTo>
                    <a:pt x="5999" y="39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" name="Google Shape;3999;p60"/>
            <p:cNvSpPr/>
            <p:nvPr/>
          </p:nvSpPr>
          <p:spPr>
            <a:xfrm>
              <a:off x="7823114" y="1035450"/>
              <a:ext cx="649561" cy="826997"/>
            </a:xfrm>
            <a:custGeom>
              <a:avLst/>
              <a:gdLst/>
              <a:ahLst/>
              <a:cxnLst/>
              <a:rect l="l" t="t" r="r" b="b"/>
              <a:pathLst>
                <a:path w="9174" h="11680" extrusionOk="0">
                  <a:moveTo>
                    <a:pt x="0" y="1"/>
                  </a:moveTo>
                  <a:lnTo>
                    <a:pt x="234" y="11646"/>
                  </a:lnTo>
                  <a:lnTo>
                    <a:pt x="9173" y="11680"/>
                  </a:lnTo>
                  <a:lnTo>
                    <a:pt x="9173" y="11680"/>
                  </a:lnTo>
                  <a:lnTo>
                    <a:pt x="8923" y="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" name="Google Shape;4000;p60"/>
            <p:cNvSpPr/>
            <p:nvPr/>
          </p:nvSpPr>
          <p:spPr>
            <a:xfrm>
              <a:off x="7860995" y="1063842"/>
              <a:ext cx="569056" cy="754847"/>
            </a:xfrm>
            <a:custGeom>
              <a:avLst/>
              <a:gdLst/>
              <a:ahLst/>
              <a:cxnLst/>
              <a:rect l="l" t="t" r="r" b="b"/>
              <a:pathLst>
                <a:path w="8037" h="10661" extrusionOk="0">
                  <a:moveTo>
                    <a:pt x="0" y="1"/>
                  </a:moveTo>
                  <a:lnTo>
                    <a:pt x="217" y="10560"/>
                  </a:lnTo>
                  <a:lnTo>
                    <a:pt x="8037" y="10661"/>
                  </a:lnTo>
                  <a:lnTo>
                    <a:pt x="7820" y="2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" name="Google Shape;4001;p60"/>
            <p:cNvSpPr/>
            <p:nvPr/>
          </p:nvSpPr>
          <p:spPr>
            <a:xfrm>
              <a:off x="7952049" y="1184493"/>
              <a:ext cx="378662" cy="523032"/>
            </a:xfrm>
            <a:custGeom>
              <a:avLst/>
              <a:gdLst/>
              <a:ahLst/>
              <a:cxnLst/>
              <a:rect l="l" t="t" r="r" b="b"/>
              <a:pathLst>
                <a:path w="5348" h="7387" extrusionOk="0">
                  <a:moveTo>
                    <a:pt x="1" y="1"/>
                  </a:moveTo>
                  <a:lnTo>
                    <a:pt x="168" y="7386"/>
                  </a:lnTo>
                  <a:lnTo>
                    <a:pt x="5347" y="7269"/>
                  </a:lnTo>
                  <a:lnTo>
                    <a:pt x="5197" y="8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" name="Google Shape;4002;p60"/>
            <p:cNvSpPr/>
            <p:nvPr/>
          </p:nvSpPr>
          <p:spPr>
            <a:xfrm>
              <a:off x="7952049" y="1184493"/>
              <a:ext cx="372715" cy="523032"/>
            </a:xfrm>
            <a:custGeom>
              <a:avLst/>
              <a:gdLst/>
              <a:ahLst/>
              <a:cxnLst/>
              <a:rect l="l" t="t" r="r" b="b"/>
              <a:pathLst>
                <a:path w="5264" h="7387" extrusionOk="0">
                  <a:moveTo>
                    <a:pt x="1" y="1"/>
                  </a:moveTo>
                  <a:lnTo>
                    <a:pt x="168" y="7386"/>
                  </a:lnTo>
                  <a:lnTo>
                    <a:pt x="5264" y="347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" name="Google Shape;4003;p60"/>
            <p:cNvSpPr/>
            <p:nvPr/>
          </p:nvSpPr>
          <p:spPr>
            <a:xfrm>
              <a:off x="7743883" y="4140936"/>
              <a:ext cx="159735" cy="366838"/>
            </a:xfrm>
            <a:custGeom>
              <a:avLst/>
              <a:gdLst/>
              <a:ahLst/>
              <a:cxnLst/>
              <a:rect l="l" t="t" r="r" b="b"/>
              <a:pathLst>
                <a:path w="2256" h="5181" extrusionOk="0">
                  <a:moveTo>
                    <a:pt x="33" y="0"/>
                  </a:moveTo>
                  <a:cubicBezTo>
                    <a:pt x="0" y="117"/>
                    <a:pt x="1337" y="5180"/>
                    <a:pt x="1337" y="5180"/>
                  </a:cubicBezTo>
                  <a:lnTo>
                    <a:pt x="2256" y="4996"/>
                  </a:lnTo>
                  <a:lnTo>
                    <a:pt x="986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" name="Google Shape;4004;p60"/>
            <p:cNvSpPr/>
            <p:nvPr/>
          </p:nvSpPr>
          <p:spPr>
            <a:xfrm>
              <a:off x="8118865" y="4090027"/>
              <a:ext cx="198818" cy="417747"/>
            </a:xfrm>
            <a:custGeom>
              <a:avLst/>
              <a:gdLst/>
              <a:ahLst/>
              <a:cxnLst/>
              <a:rect l="l" t="t" r="r" b="b"/>
              <a:pathLst>
                <a:path w="2808" h="5900" extrusionOk="0">
                  <a:moveTo>
                    <a:pt x="1822" y="1"/>
                  </a:moveTo>
                  <a:lnTo>
                    <a:pt x="1" y="5899"/>
                  </a:lnTo>
                  <a:lnTo>
                    <a:pt x="1070" y="5899"/>
                  </a:lnTo>
                  <a:lnTo>
                    <a:pt x="2808" y="419"/>
                  </a:lnTo>
                  <a:lnTo>
                    <a:pt x="1822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" name="Google Shape;4005;p60"/>
            <p:cNvSpPr/>
            <p:nvPr/>
          </p:nvSpPr>
          <p:spPr>
            <a:xfrm>
              <a:off x="8218274" y="4025029"/>
              <a:ext cx="218928" cy="482745"/>
            </a:xfrm>
            <a:custGeom>
              <a:avLst/>
              <a:gdLst/>
              <a:ahLst/>
              <a:cxnLst/>
              <a:rect l="l" t="t" r="r" b="b"/>
              <a:pathLst>
                <a:path w="3092" h="6818" extrusionOk="0">
                  <a:moveTo>
                    <a:pt x="2089" y="0"/>
                  </a:moveTo>
                  <a:lnTo>
                    <a:pt x="0" y="6817"/>
                  </a:lnTo>
                  <a:lnTo>
                    <a:pt x="1069" y="6817"/>
                  </a:lnTo>
                  <a:lnTo>
                    <a:pt x="3091" y="434"/>
                  </a:lnTo>
                  <a:lnTo>
                    <a:pt x="2089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" name="Google Shape;4006;p60"/>
            <p:cNvSpPr/>
            <p:nvPr/>
          </p:nvSpPr>
          <p:spPr>
            <a:xfrm>
              <a:off x="7792384" y="4478107"/>
              <a:ext cx="525299" cy="261482"/>
            </a:xfrm>
            <a:custGeom>
              <a:avLst/>
              <a:gdLst/>
              <a:ahLst/>
              <a:cxnLst/>
              <a:rect l="l" t="t" r="r" b="b"/>
              <a:pathLst>
                <a:path w="7419" h="3693" extrusionOk="0">
                  <a:moveTo>
                    <a:pt x="0" y="0"/>
                  </a:moveTo>
                  <a:lnTo>
                    <a:pt x="1069" y="3693"/>
                  </a:lnTo>
                  <a:lnTo>
                    <a:pt x="6433" y="3693"/>
                  </a:lnTo>
                  <a:lnTo>
                    <a:pt x="7419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" name="Google Shape;4007;p60"/>
            <p:cNvSpPr/>
            <p:nvPr/>
          </p:nvSpPr>
          <p:spPr>
            <a:xfrm>
              <a:off x="7799464" y="3938647"/>
              <a:ext cx="189332" cy="539530"/>
            </a:xfrm>
            <a:custGeom>
              <a:avLst/>
              <a:gdLst/>
              <a:ahLst/>
              <a:cxnLst/>
              <a:rect l="l" t="t" r="r" b="b"/>
              <a:pathLst>
                <a:path w="2674" h="7620" extrusionOk="0">
                  <a:moveTo>
                    <a:pt x="0" y="0"/>
                  </a:moveTo>
                  <a:lnTo>
                    <a:pt x="17" y="50"/>
                  </a:lnTo>
                  <a:lnTo>
                    <a:pt x="1253" y="5431"/>
                  </a:lnTo>
                  <a:cubicBezTo>
                    <a:pt x="1404" y="6099"/>
                    <a:pt x="1538" y="6650"/>
                    <a:pt x="1621" y="7035"/>
                  </a:cubicBezTo>
                  <a:cubicBezTo>
                    <a:pt x="1671" y="7218"/>
                    <a:pt x="1705" y="7369"/>
                    <a:pt x="1721" y="7469"/>
                  </a:cubicBezTo>
                  <a:cubicBezTo>
                    <a:pt x="1738" y="7519"/>
                    <a:pt x="1755" y="7553"/>
                    <a:pt x="1755" y="7586"/>
                  </a:cubicBezTo>
                  <a:cubicBezTo>
                    <a:pt x="1755" y="7603"/>
                    <a:pt x="1771" y="7619"/>
                    <a:pt x="1771" y="7619"/>
                  </a:cubicBezTo>
                  <a:cubicBezTo>
                    <a:pt x="1771" y="7603"/>
                    <a:pt x="1771" y="7603"/>
                    <a:pt x="1771" y="7586"/>
                  </a:cubicBezTo>
                  <a:cubicBezTo>
                    <a:pt x="1755" y="7553"/>
                    <a:pt x="1755" y="7519"/>
                    <a:pt x="1738" y="7469"/>
                  </a:cubicBezTo>
                  <a:lnTo>
                    <a:pt x="1654" y="7035"/>
                  </a:lnTo>
                  <a:cubicBezTo>
                    <a:pt x="1554" y="6650"/>
                    <a:pt x="1437" y="6099"/>
                    <a:pt x="1287" y="5414"/>
                  </a:cubicBezTo>
                  <a:cubicBezTo>
                    <a:pt x="988" y="4051"/>
                    <a:pt x="556" y="2159"/>
                    <a:pt x="91" y="67"/>
                  </a:cubicBezTo>
                  <a:lnTo>
                    <a:pt x="956" y="67"/>
                  </a:lnTo>
                  <a:lnTo>
                    <a:pt x="2156" y="5431"/>
                  </a:lnTo>
                  <a:cubicBezTo>
                    <a:pt x="2306" y="6099"/>
                    <a:pt x="2440" y="6650"/>
                    <a:pt x="2523" y="7035"/>
                  </a:cubicBezTo>
                  <a:cubicBezTo>
                    <a:pt x="2573" y="7218"/>
                    <a:pt x="2607" y="7369"/>
                    <a:pt x="2624" y="7469"/>
                  </a:cubicBezTo>
                  <a:cubicBezTo>
                    <a:pt x="2640" y="7519"/>
                    <a:pt x="2657" y="7553"/>
                    <a:pt x="2657" y="7586"/>
                  </a:cubicBezTo>
                  <a:cubicBezTo>
                    <a:pt x="2657" y="7603"/>
                    <a:pt x="2657" y="7619"/>
                    <a:pt x="2674" y="7619"/>
                  </a:cubicBezTo>
                  <a:cubicBezTo>
                    <a:pt x="2674" y="7603"/>
                    <a:pt x="2674" y="7603"/>
                    <a:pt x="2674" y="7586"/>
                  </a:cubicBezTo>
                  <a:cubicBezTo>
                    <a:pt x="2657" y="7553"/>
                    <a:pt x="2657" y="7519"/>
                    <a:pt x="2640" y="7469"/>
                  </a:cubicBezTo>
                  <a:cubicBezTo>
                    <a:pt x="2624" y="7369"/>
                    <a:pt x="2590" y="7218"/>
                    <a:pt x="2557" y="7035"/>
                  </a:cubicBezTo>
                  <a:cubicBezTo>
                    <a:pt x="2473" y="6650"/>
                    <a:pt x="2356" y="6099"/>
                    <a:pt x="2206" y="5414"/>
                  </a:cubicBezTo>
                  <a:cubicBezTo>
                    <a:pt x="1905" y="4044"/>
                    <a:pt x="1487" y="2139"/>
                    <a:pt x="1020" y="34"/>
                  </a:cubicBezTo>
                  <a:lnTo>
                    <a:pt x="1020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5" name="Google Shape;4008;p60"/>
            <p:cNvSpPr/>
            <p:nvPr/>
          </p:nvSpPr>
          <p:spPr>
            <a:xfrm>
              <a:off x="5454633" y="1326455"/>
              <a:ext cx="2223050" cy="3046434"/>
            </a:xfrm>
            <a:custGeom>
              <a:avLst/>
              <a:gdLst/>
              <a:ahLst/>
              <a:cxnLst/>
              <a:rect l="l" t="t" r="r" b="b"/>
              <a:pathLst>
                <a:path w="31397" h="43026" extrusionOk="0">
                  <a:moveTo>
                    <a:pt x="1" y="1"/>
                  </a:moveTo>
                  <a:lnTo>
                    <a:pt x="1" y="43025"/>
                  </a:lnTo>
                  <a:lnTo>
                    <a:pt x="31396" y="43025"/>
                  </a:lnTo>
                  <a:lnTo>
                    <a:pt x="31396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6" name="Google Shape;4009;p60"/>
            <p:cNvSpPr/>
            <p:nvPr/>
          </p:nvSpPr>
          <p:spPr>
            <a:xfrm>
              <a:off x="5640424" y="1449514"/>
              <a:ext cx="1949674" cy="2742331"/>
            </a:xfrm>
            <a:custGeom>
              <a:avLst/>
              <a:gdLst/>
              <a:ahLst/>
              <a:cxnLst/>
              <a:rect l="l" t="t" r="r" b="b"/>
              <a:pathLst>
                <a:path w="27536" h="38731" extrusionOk="0">
                  <a:moveTo>
                    <a:pt x="0" y="1"/>
                  </a:moveTo>
                  <a:lnTo>
                    <a:pt x="0" y="38731"/>
                  </a:lnTo>
                  <a:lnTo>
                    <a:pt x="27536" y="38731"/>
                  </a:lnTo>
                  <a:lnTo>
                    <a:pt x="27536" y="33902"/>
                  </a:lnTo>
                  <a:lnTo>
                    <a:pt x="27536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7" name="Google Shape;4010;p60"/>
            <p:cNvSpPr/>
            <p:nvPr/>
          </p:nvSpPr>
          <p:spPr>
            <a:xfrm>
              <a:off x="5626192" y="1412837"/>
              <a:ext cx="1933175" cy="2728170"/>
            </a:xfrm>
            <a:custGeom>
              <a:avLst/>
              <a:gdLst/>
              <a:ahLst/>
              <a:cxnLst/>
              <a:rect l="l" t="t" r="r" b="b"/>
              <a:pathLst>
                <a:path w="27303" h="38531" extrusionOk="0">
                  <a:moveTo>
                    <a:pt x="1" y="1"/>
                  </a:moveTo>
                  <a:lnTo>
                    <a:pt x="1" y="38530"/>
                  </a:lnTo>
                  <a:lnTo>
                    <a:pt x="27302" y="38530"/>
                  </a:lnTo>
                  <a:lnTo>
                    <a:pt x="27302" y="33735"/>
                  </a:lnTo>
                  <a:lnTo>
                    <a:pt x="27302" y="1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9" name="Google Shape;4011;p60"/>
            <p:cNvSpPr/>
            <p:nvPr/>
          </p:nvSpPr>
          <p:spPr>
            <a:xfrm>
              <a:off x="5590719" y="1419917"/>
              <a:ext cx="1949744" cy="2689155"/>
            </a:xfrm>
            <a:custGeom>
              <a:avLst/>
              <a:gdLst/>
              <a:ahLst/>
              <a:cxnLst/>
              <a:rect l="l" t="t" r="r" b="b"/>
              <a:pathLst>
                <a:path w="27537" h="37980" extrusionOk="0">
                  <a:moveTo>
                    <a:pt x="0" y="1"/>
                  </a:moveTo>
                  <a:lnTo>
                    <a:pt x="0" y="37979"/>
                  </a:lnTo>
                  <a:lnTo>
                    <a:pt x="21722" y="37979"/>
                  </a:lnTo>
                  <a:lnTo>
                    <a:pt x="24879" y="35423"/>
                  </a:lnTo>
                  <a:lnTo>
                    <a:pt x="27536" y="33251"/>
                  </a:lnTo>
                  <a:lnTo>
                    <a:pt x="275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0" name="Google Shape;4012;p60"/>
            <p:cNvSpPr/>
            <p:nvPr/>
          </p:nvSpPr>
          <p:spPr>
            <a:xfrm>
              <a:off x="5588311" y="1417580"/>
              <a:ext cx="1954487" cy="2693828"/>
            </a:xfrm>
            <a:custGeom>
              <a:avLst/>
              <a:gdLst/>
              <a:ahLst/>
              <a:cxnLst/>
              <a:rect l="l" t="t" r="r" b="b"/>
              <a:pathLst>
                <a:path w="27604" h="38046" extrusionOk="0">
                  <a:moveTo>
                    <a:pt x="25080" y="35322"/>
                  </a:moveTo>
                  <a:lnTo>
                    <a:pt x="25080" y="35322"/>
                  </a:lnTo>
                  <a:cubicBezTo>
                    <a:pt x="24963" y="35406"/>
                    <a:pt x="24897" y="35456"/>
                    <a:pt x="24897" y="35456"/>
                  </a:cubicBezTo>
                  <a:lnTo>
                    <a:pt x="24913" y="35456"/>
                  </a:lnTo>
                  <a:cubicBezTo>
                    <a:pt x="24913" y="35456"/>
                    <a:pt x="24964" y="35406"/>
                    <a:pt x="25080" y="35322"/>
                  </a:cubicBezTo>
                  <a:close/>
                  <a:moveTo>
                    <a:pt x="24897" y="35456"/>
                  </a:moveTo>
                  <a:lnTo>
                    <a:pt x="24897" y="35456"/>
                  </a:lnTo>
                  <a:cubicBezTo>
                    <a:pt x="24897" y="35456"/>
                    <a:pt x="24830" y="35506"/>
                    <a:pt x="24713" y="35623"/>
                  </a:cubicBezTo>
                  <a:cubicBezTo>
                    <a:pt x="24847" y="35506"/>
                    <a:pt x="24897" y="35456"/>
                    <a:pt x="24897" y="35456"/>
                  </a:cubicBezTo>
                  <a:close/>
                  <a:moveTo>
                    <a:pt x="1" y="0"/>
                  </a:moveTo>
                  <a:lnTo>
                    <a:pt x="1" y="34"/>
                  </a:lnTo>
                  <a:cubicBezTo>
                    <a:pt x="1" y="14320"/>
                    <a:pt x="1" y="27486"/>
                    <a:pt x="1" y="38012"/>
                  </a:cubicBezTo>
                  <a:lnTo>
                    <a:pt x="1" y="38046"/>
                  </a:lnTo>
                  <a:lnTo>
                    <a:pt x="34" y="38046"/>
                  </a:lnTo>
                  <a:lnTo>
                    <a:pt x="21756" y="38029"/>
                  </a:lnTo>
                  <a:lnTo>
                    <a:pt x="21772" y="38029"/>
                  </a:lnTo>
                  <a:lnTo>
                    <a:pt x="24128" y="36108"/>
                  </a:lnTo>
                  <a:lnTo>
                    <a:pt x="24713" y="35623"/>
                  </a:lnTo>
                  <a:lnTo>
                    <a:pt x="24713" y="35623"/>
                  </a:lnTo>
                  <a:lnTo>
                    <a:pt x="24111" y="36091"/>
                  </a:lnTo>
                  <a:lnTo>
                    <a:pt x="21756" y="38012"/>
                  </a:lnTo>
                  <a:lnTo>
                    <a:pt x="68" y="37996"/>
                  </a:lnTo>
                  <a:lnTo>
                    <a:pt x="68" y="37996"/>
                  </a:lnTo>
                  <a:cubicBezTo>
                    <a:pt x="68" y="27480"/>
                    <a:pt x="68" y="14333"/>
                    <a:pt x="68" y="67"/>
                  </a:cubicBezTo>
                  <a:lnTo>
                    <a:pt x="27553" y="67"/>
                  </a:lnTo>
                  <a:cubicBezTo>
                    <a:pt x="27553" y="15707"/>
                    <a:pt x="27570" y="27841"/>
                    <a:pt x="27570" y="33284"/>
                  </a:cubicBezTo>
                  <a:lnTo>
                    <a:pt x="25582" y="34905"/>
                  </a:lnTo>
                  <a:lnTo>
                    <a:pt x="25081" y="35322"/>
                  </a:lnTo>
                  <a:lnTo>
                    <a:pt x="25582" y="34921"/>
                  </a:lnTo>
                  <a:lnTo>
                    <a:pt x="27587" y="33301"/>
                  </a:lnTo>
                  <a:cubicBezTo>
                    <a:pt x="27587" y="27837"/>
                    <a:pt x="27604" y="15690"/>
                    <a:pt x="27604" y="34"/>
                  </a:cubicBezTo>
                  <a:lnTo>
                    <a:pt x="2760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1" name="Google Shape;4013;p60"/>
            <p:cNvSpPr/>
            <p:nvPr/>
          </p:nvSpPr>
          <p:spPr>
            <a:xfrm>
              <a:off x="6166854" y="1231860"/>
              <a:ext cx="798604" cy="273305"/>
            </a:xfrm>
            <a:custGeom>
              <a:avLst/>
              <a:gdLst/>
              <a:ahLst/>
              <a:cxnLst/>
              <a:rect l="l" t="t" r="r" b="b"/>
              <a:pathLst>
                <a:path w="11279" h="3860" extrusionOk="0">
                  <a:moveTo>
                    <a:pt x="1922" y="0"/>
                  </a:moveTo>
                  <a:cubicBezTo>
                    <a:pt x="869" y="0"/>
                    <a:pt x="0" y="852"/>
                    <a:pt x="0" y="1905"/>
                  </a:cubicBezTo>
                  <a:lnTo>
                    <a:pt x="0" y="3860"/>
                  </a:lnTo>
                  <a:lnTo>
                    <a:pt x="11279" y="3860"/>
                  </a:lnTo>
                  <a:lnTo>
                    <a:pt x="11279" y="1838"/>
                  </a:lnTo>
                  <a:cubicBezTo>
                    <a:pt x="11279" y="819"/>
                    <a:pt x="10460" y="0"/>
                    <a:pt x="94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2" name="Google Shape;4014;p60"/>
            <p:cNvSpPr/>
            <p:nvPr/>
          </p:nvSpPr>
          <p:spPr>
            <a:xfrm>
              <a:off x="6333670" y="1083951"/>
              <a:ext cx="459096" cy="147983"/>
            </a:xfrm>
            <a:custGeom>
              <a:avLst/>
              <a:gdLst/>
              <a:ahLst/>
              <a:cxnLst/>
              <a:rect l="l" t="t" r="r" b="b"/>
              <a:pathLst>
                <a:path w="6484" h="2090" extrusionOk="0">
                  <a:moveTo>
                    <a:pt x="0" y="1"/>
                  </a:moveTo>
                  <a:lnTo>
                    <a:pt x="418" y="2089"/>
                  </a:lnTo>
                  <a:lnTo>
                    <a:pt x="6132" y="2089"/>
                  </a:lnTo>
                  <a:lnTo>
                    <a:pt x="648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23" name="Gruppieren 222"/>
            <p:cNvGrpSpPr/>
            <p:nvPr/>
          </p:nvGrpSpPr>
          <p:grpSpPr>
            <a:xfrm>
              <a:off x="5732827" y="1740028"/>
              <a:ext cx="694000" cy="209438"/>
              <a:chOff x="6262653" y="1925108"/>
              <a:chExt cx="1021072" cy="209438"/>
            </a:xfrm>
          </p:grpSpPr>
          <p:sp>
            <p:nvSpPr>
              <p:cNvPr id="342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3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4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5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224" name="Google Shape;4038;p60"/>
            <p:cNvSpPr/>
            <p:nvPr/>
          </p:nvSpPr>
          <p:spPr>
            <a:xfrm>
              <a:off x="6976080" y="3664138"/>
              <a:ext cx="214183" cy="442529"/>
            </a:xfrm>
            <a:custGeom>
              <a:avLst/>
              <a:gdLst/>
              <a:ahLst/>
              <a:cxnLst/>
              <a:rect l="l" t="t" r="r" b="b"/>
              <a:pathLst>
                <a:path w="3025" h="6250" extrusionOk="0">
                  <a:moveTo>
                    <a:pt x="3024" y="1"/>
                  </a:moveTo>
                  <a:lnTo>
                    <a:pt x="0" y="6250"/>
                  </a:lnTo>
                  <a:lnTo>
                    <a:pt x="2156" y="6250"/>
                  </a:lnTo>
                  <a:lnTo>
                    <a:pt x="3024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25" name="Gruppieren 224"/>
            <p:cNvGrpSpPr/>
            <p:nvPr/>
          </p:nvGrpSpPr>
          <p:grpSpPr>
            <a:xfrm>
              <a:off x="6500110" y="3806192"/>
              <a:ext cx="853377" cy="108000"/>
              <a:chOff x="6500110" y="1780140"/>
              <a:chExt cx="853377" cy="108000"/>
            </a:xfrm>
          </p:grpSpPr>
          <p:sp>
            <p:nvSpPr>
              <p:cNvPr id="337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8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9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0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41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226" name="Google Shape;4040;p60"/>
            <p:cNvSpPr/>
            <p:nvPr/>
          </p:nvSpPr>
          <p:spPr>
            <a:xfrm>
              <a:off x="7128664" y="3664138"/>
              <a:ext cx="417676" cy="444935"/>
            </a:xfrm>
            <a:custGeom>
              <a:avLst/>
              <a:gdLst/>
              <a:ahLst/>
              <a:cxnLst/>
              <a:rect l="l" t="t" r="r" b="b"/>
              <a:pathLst>
                <a:path w="5899" h="6284" extrusionOk="0">
                  <a:moveTo>
                    <a:pt x="17" y="6201"/>
                  </a:moveTo>
                  <a:cubicBezTo>
                    <a:pt x="14" y="6220"/>
                    <a:pt x="11" y="6237"/>
                    <a:pt x="8" y="6251"/>
                  </a:cubicBezTo>
                  <a:lnTo>
                    <a:pt x="8" y="6251"/>
                  </a:lnTo>
                  <a:cubicBezTo>
                    <a:pt x="14" y="6235"/>
                    <a:pt x="16" y="6221"/>
                    <a:pt x="17" y="6201"/>
                  </a:cubicBezTo>
                  <a:close/>
                  <a:moveTo>
                    <a:pt x="8" y="6251"/>
                  </a:moveTo>
                  <a:cubicBezTo>
                    <a:pt x="6" y="6256"/>
                    <a:pt x="3" y="6261"/>
                    <a:pt x="1" y="6267"/>
                  </a:cubicBezTo>
                  <a:cubicBezTo>
                    <a:pt x="1" y="6267"/>
                    <a:pt x="1" y="6283"/>
                    <a:pt x="1" y="6283"/>
                  </a:cubicBezTo>
                  <a:cubicBezTo>
                    <a:pt x="3" y="6274"/>
                    <a:pt x="5" y="6263"/>
                    <a:pt x="8" y="6251"/>
                  </a:cubicBezTo>
                  <a:close/>
                  <a:moveTo>
                    <a:pt x="836" y="1"/>
                  </a:moveTo>
                  <a:lnTo>
                    <a:pt x="836" y="34"/>
                  </a:lnTo>
                  <a:cubicBezTo>
                    <a:pt x="585" y="1856"/>
                    <a:pt x="385" y="3426"/>
                    <a:pt x="234" y="4546"/>
                  </a:cubicBezTo>
                  <a:cubicBezTo>
                    <a:pt x="168" y="5097"/>
                    <a:pt x="101" y="5531"/>
                    <a:pt x="67" y="5832"/>
                  </a:cubicBezTo>
                  <a:cubicBezTo>
                    <a:pt x="51" y="5983"/>
                    <a:pt x="34" y="6100"/>
                    <a:pt x="17" y="6166"/>
                  </a:cubicBezTo>
                  <a:cubicBezTo>
                    <a:pt x="17" y="6180"/>
                    <a:pt x="17" y="6192"/>
                    <a:pt x="17" y="6201"/>
                  </a:cubicBezTo>
                  <a:lnTo>
                    <a:pt x="17" y="6201"/>
                  </a:lnTo>
                  <a:cubicBezTo>
                    <a:pt x="55" y="5983"/>
                    <a:pt x="124" y="5445"/>
                    <a:pt x="268" y="4512"/>
                  </a:cubicBezTo>
                  <a:cubicBezTo>
                    <a:pt x="417" y="3419"/>
                    <a:pt x="632" y="1882"/>
                    <a:pt x="896" y="81"/>
                  </a:cubicBezTo>
                  <a:lnTo>
                    <a:pt x="896" y="81"/>
                  </a:lnTo>
                  <a:lnTo>
                    <a:pt x="3894" y="1003"/>
                  </a:lnTo>
                  <a:lnTo>
                    <a:pt x="5758" y="1571"/>
                  </a:lnTo>
                  <a:lnTo>
                    <a:pt x="5758" y="1571"/>
                  </a:lnTo>
                  <a:lnTo>
                    <a:pt x="1671" y="4913"/>
                  </a:lnTo>
                  <a:lnTo>
                    <a:pt x="1" y="6283"/>
                  </a:lnTo>
                  <a:cubicBezTo>
                    <a:pt x="1" y="6283"/>
                    <a:pt x="17" y="6283"/>
                    <a:pt x="34" y="6267"/>
                  </a:cubicBezTo>
                  <a:lnTo>
                    <a:pt x="118" y="6200"/>
                  </a:lnTo>
                  <a:lnTo>
                    <a:pt x="435" y="5949"/>
                  </a:lnTo>
                  <a:lnTo>
                    <a:pt x="1655" y="4963"/>
                  </a:lnTo>
                  <a:lnTo>
                    <a:pt x="5849" y="1588"/>
                  </a:lnTo>
                  <a:lnTo>
                    <a:pt x="5899" y="1555"/>
                  </a:lnTo>
                  <a:lnTo>
                    <a:pt x="5832" y="1538"/>
                  </a:lnTo>
                  <a:lnTo>
                    <a:pt x="3927" y="937"/>
                  </a:lnTo>
                  <a:lnTo>
                    <a:pt x="88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7" name="Google Shape;4041;p60"/>
            <p:cNvSpPr/>
            <p:nvPr/>
          </p:nvSpPr>
          <p:spPr>
            <a:xfrm>
              <a:off x="6735910" y="1083951"/>
              <a:ext cx="56856" cy="147983"/>
            </a:xfrm>
            <a:custGeom>
              <a:avLst/>
              <a:gdLst/>
              <a:ahLst/>
              <a:cxnLst/>
              <a:rect l="l" t="t" r="r" b="b"/>
              <a:pathLst>
                <a:path w="803" h="2090" extrusionOk="0">
                  <a:moveTo>
                    <a:pt x="368" y="1"/>
                  </a:moveTo>
                  <a:lnTo>
                    <a:pt x="0" y="2089"/>
                  </a:lnTo>
                  <a:lnTo>
                    <a:pt x="451" y="2089"/>
                  </a:lnTo>
                  <a:lnTo>
                    <a:pt x="80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8" name="Google Shape;4042;p60"/>
            <p:cNvSpPr/>
            <p:nvPr/>
          </p:nvSpPr>
          <p:spPr>
            <a:xfrm>
              <a:off x="5345806" y="2149984"/>
              <a:ext cx="239036" cy="491171"/>
            </a:xfrm>
            <a:custGeom>
              <a:avLst/>
              <a:gdLst/>
              <a:ahLst/>
              <a:cxnLst/>
              <a:rect l="l" t="t" r="r" b="b"/>
              <a:pathLst>
                <a:path w="3376" h="6937" extrusionOk="0">
                  <a:moveTo>
                    <a:pt x="1863" y="0"/>
                  </a:moveTo>
                  <a:cubicBezTo>
                    <a:pt x="1213" y="0"/>
                    <a:pt x="565" y="191"/>
                    <a:pt x="1" y="567"/>
                  </a:cubicBezTo>
                  <a:lnTo>
                    <a:pt x="68" y="3926"/>
                  </a:lnTo>
                  <a:lnTo>
                    <a:pt x="68" y="5713"/>
                  </a:lnTo>
                  <a:cubicBezTo>
                    <a:pt x="68" y="6315"/>
                    <a:pt x="385" y="6883"/>
                    <a:pt x="987" y="6933"/>
                  </a:cubicBezTo>
                  <a:cubicBezTo>
                    <a:pt x="1017" y="6935"/>
                    <a:pt x="1047" y="6937"/>
                    <a:pt x="1076" y="6937"/>
                  </a:cubicBezTo>
                  <a:cubicBezTo>
                    <a:pt x="1690" y="6937"/>
                    <a:pt x="2208" y="6451"/>
                    <a:pt x="2240" y="5814"/>
                  </a:cubicBezTo>
                  <a:cubicBezTo>
                    <a:pt x="2256" y="5179"/>
                    <a:pt x="2290" y="4544"/>
                    <a:pt x="2290" y="4544"/>
                  </a:cubicBezTo>
                  <a:cubicBezTo>
                    <a:pt x="2290" y="4544"/>
                    <a:pt x="3242" y="4460"/>
                    <a:pt x="3309" y="3508"/>
                  </a:cubicBezTo>
                  <a:cubicBezTo>
                    <a:pt x="3376" y="2555"/>
                    <a:pt x="3342" y="350"/>
                    <a:pt x="3342" y="350"/>
                  </a:cubicBezTo>
                  <a:cubicBezTo>
                    <a:pt x="2874" y="116"/>
                    <a:pt x="2368" y="0"/>
                    <a:pt x="1863" y="0"/>
                  </a:cubicBezTo>
                  <a:close/>
                </a:path>
              </a:pathLst>
            </a:custGeom>
            <a:solidFill>
              <a:srgbClr val="6950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29" name="Google Shape;4043;p60"/>
            <p:cNvSpPr/>
            <p:nvPr/>
          </p:nvSpPr>
          <p:spPr>
            <a:xfrm>
              <a:off x="5310333" y="2094188"/>
              <a:ext cx="330161" cy="398133"/>
            </a:xfrm>
            <a:custGeom>
              <a:avLst/>
              <a:gdLst/>
              <a:ahLst/>
              <a:cxnLst/>
              <a:rect l="l" t="t" r="r" b="b"/>
              <a:pathLst>
                <a:path w="4663" h="5623" extrusionOk="0">
                  <a:moveTo>
                    <a:pt x="2874" y="3126"/>
                  </a:moveTo>
                  <a:lnTo>
                    <a:pt x="2874" y="3126"/>
                  </a:lnTo>
                  <a:cubicBezTo>
                    <a:pt x="2869" y="3126"/>
                    <a:pt x="2863" y="3126"/>
                    <a:pt x="2858" y="3126"/>
                  </a:cubicBezTo>
                  <a:lnTo>
                    <a:pt x="2874" y="3126"/>
                  </a:lnTo>
                  <a:cubicBezTo>
                    <a:pt x="2874" y="3126"/>
                    <a:pt x="2874" y="3126"/>
                    <a:pt x="2874" y="3126"/>
                  </a:cubicBezTo>
                  <a:close/>
                  <a:moveTo>
                    <a:pt x="2759" y="0"/>
                  </a:moveTo>
                  <a:cubicBezTo>
                    <a:pt x="2548" y="0"/>
                    <a:pt x="2340" y="56"/>
                    <a:pt x="2156" y="169"/>
                  </a:cubicBezTo>
                  <a:cubicBezTo>
                    <a:pt x="1872" y="353"/>
                    <a:pt x="1571" y="520"/>
                    <a:pt x="1254" y="653"/>
                  </a:cubicBezTo>
                  <a:cubicBezTo>
                    <a:pt x="986" y="737"/>
                    <a:pt x="686" y="754"/>
                    <a:pt x="452" y="904"/>
                  </a:cubicBezTo>
                  <a:cubicBezTo>
                    <a:pt x="251" y="1054"/>
                    <a:pt x="117" y="1272"/>
                    <a:pt x="67" y="1522"/>
                  </a:cubicBezTo>
                  <a:cubicBezTo>
                    <a:pt x="17" y="1773"/>
                    <a:pt x="0" y="2023"/>
                    <a:pt x="17" y="2274"/>
                  </a:cubicBezTo>
                  <a:cubicBezTo>
                    <a:pt x="34" y="2976"/>
                    <a:pt x="34" y="3678"/>
                    <a:pt x="51" y="4379"/>
                  </a:cubicBezTo>
                  <a:cubicBezTo>
                    <a:pt x="34" y="4680"/>
                    <a:pt x="101" y="4981"/>
                    <a:pt x="251" y="5231"/>
                  </a:cubicBezTo>
                  <a:cubicBezTo>
                    <a:pt x="454" y="5521"/>
                    <a:pt x="833" y="5623"/>
                    <a:pt x="1191" y="5623"/>
                  </a:cubicBezTo>
                  <a:cubicBezTo>
                    <a:pt x="1246" y="5623"/>
                    <a:pt x="1301" y="5620"/>
                    <a:pt x="1354" y="5616"/>
                  </a:cubicBezTo>
                  <a:cubicBezTo>
                    <a:pt x="1772" y="5566"/>
                    <a:pt x="2156" y="5382"/>
                    <a:pt x="2457" y="5081"/>
                  </a:cubicBezTo>
                  <a:cubicBezTo>
                    <a:pt x="2624" y="4914"/>
                    <a:pt x="2741" y="4680"/>
                    <a:pt x="2791" y="4429"/>
                  </a:cubicBezTo>
                  <a:cubicBezTo>
                    <a:pt x="2808" y="4246"/>
                    <a:pt x="2674" y="4079"/>
                    <a:pt x="2507" y="4028"/>
                  </a:cubicBezTo>
                  <a:cubicBezTo>
                    <a:pt x="2306" y="3978"/>
                    <a:pt x="2139" y="3861"/>
                    <a:pt x="2039" y="3678"/>
                  </a:cubicBezTo>
                  <a:cubicBezTo>
                    <a:pt x="1922" y="3427"/>
                    <a:pt x="1989" y="3143"/>
                    <a:pt x="2223" y="2993"/>
                  </a:cubicBezTo>
                  <a:cubicBezTo>
                    <a:pt x="2300" y="2945"/>
                    <a:pt x="2385" y="2923"/>
                    <a:pt x="2470" y="2923"/>
                  </a:cubicBezTo>
                  <a:cubicBezTo>
                    <a:pt x="2624" y="2923"/>
                    <a:pt x="2777" y="2997"/>
                    <a:pt x="2874" y="3126"/>
                  </a:cubicBezTo>
                  <a:lnTo>
                    <a:pt x="2874" y="3126"/>
                  </a:lnTo>
                  <a:cubicBezTo>
                    <a:pt x="3026" y="3115"/>
                    <a:pt x="3043" y="2956"/>
                    <a:pt x="3075" y="2859"/>
                  </a:cubicBezTo>
                  <a:cubicBezTo>
                    <a:pt x="3142" y="2642"/>
                    <a:pt x="3142" y="2408"/>
                    <a:pt x="3092" y="2191"/>
                  </a:cubicBezTo>
                  <a:lnTo>
                    <a:pt x="3092" y="2191"/>
                  </a:lnTo>
                  <a:cubicBezTo>
                    <a:pt x="3251" y="2268"/>
                    <a:pt x="3419" y="2304"/>
                    <a:pt x="3583" y="2304"/>
                  </a:cubicBezTo>
                  <a:cubicBezTo>
                    <a:pt x="4024" y="2304"/>
                    <a:pt x="4442" y="2044"/>
                    <a:pt x="4612" y="1606"/>
                  </a:cubicBezTo>
                  <a:cubicBezTo>
                    <a:pt x="4662" y="1439"/>
                    <a:pt x="4662" y="1272"/>
                    <a:pt x="4612" y="1121"/>
                  </a:cubicBezTo>
                  <a:cubicBezTo>
                    <a:pt x="4478" y="670"/>
                    <a:pt x="4044" y="703"/>
                    <a:pt x="3743" y="520"/>
                  </a:cubicBezTo>
                  <a:cubicBezTo>
                    <a:pt x="3526" y="403"/>
                    <a:pt x="3376" y="186"/>
                    <a:pt x="3158" y="69"/>
                  </a:cubicBezTo>
                  <a:cubicBezTo>
                    <a:pt x="3028" y="23"/>
                    <a:pt x="2893" y="0"/>
                    <a:pt x="275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0" name="Google Shape;4039;p60"/>
            <p:cNvSpPr/>
            <p:nvPr/>
          </p:nvSpPr>
          <p:spPr>
            <a:xfrm>
              <a:off x="7128664" y="3666546"/>
              <a:ext cx="411799" cy="442529"/>
            </a:xfrm>
            <a:custGeom>
              <a:avLst/>
              <a:gdLst/>
              <a:ahLst/>
              <a:cxnLst/>
              <a:rect l="l" t="t" r="r" b="b"/>
              <a:pathLst>
                <a:path w="5816" h="6250" extrusionOk="0">
                  <a:moveTo>
                    <a:pt x="869" y="0"/>
                  </a:moveTo>
                  <a:lnTo>
                    <a:pt x="1" y="6249"/>
                  </a:lnTo>
                  <a:lnTo>
                    <a:pt x="1" y="6249"/>
                  </a:lnTo>
                  <a:lnTo>
                    <a:pt x="5815" y="1538"/>
                  </a:lnTo>
                  <a:lnTo>
                    <a:pt x="8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1" name="Google Shape;4045;p60"/>
            <p:cNvSpPr/>
            <p:nvPr/>
          </p:nvSpPr>
          <p:spPr>
            <a:xfrm>
              <a:off x="5307996" y="2152248"/>
              <a:ext cx="33136" cy="32005"/>
            </a:xfrm>
            <a:custGeom>
              <a:avLst/>
              <a:gdLst/>
              <a:ahLst/>
              <a:cxnLst/>
              <a:rect l="l" t="t" r="r" b="b"/>
              <a:pathLst>
                <a:path w="468" h="452" extrusionOk="0">
                  <a:moveTo>
                    <a:pt x="468" y="0"/>
                  </a:moveTo>
                  <a:cubicBezTo>
                    <a:pt x="434" y="0"/>
                    <a:pt x="401" y="134"/>
                    <a:pt x="267" y="268"/>
                  </a:cubicBezTo>
                  <a:cubicBezTo>
                    <a:pt x="150" y="385"/>
                    <a:pt x="0" y="418"/>
                    <a:pt x="17" y="452"/>
                  </a:cubicBezTo>
                  <a:cubicBezTo>
                    <a:pt x="251" y="435"/>
                    <a:pt x="451" y="251"/>
                    <a:pt x="468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2" name="Google Shape;4048;p60"/>
            <p:cNvSpPr/>
            <p:nvPr/>
          </p:nvSpPr>
          <p:spPr>
            <a:xfrm>
              <a:off x="5136437" y="2811227"/>
              <a:ext cx="179843" cy="305522"/>
            </a:xfrm>
            <a:custGeom>
              <a:avLst/>
              <a:gdLst/>
              <a:ahLst/>
              <a:cxnLst/>
              <a:rect l="l" t="t" r="r" b="b"/>
              <a:pathLst>
                <a:path w="2540" h="4315" extrusionOk="0">
                  <a:moveTo>
                    <a:pt x="485" y="0"/>
                  </a:moveTo>
                  <a:cubicBezTo>
                    <a:pt x="485" y="0"/>
                    <a:pt x="0" y="3542"/>
                    <a:pt x="485" y="3993"/>
                  </a:cubicBezTo>
                  <a:cubicBezTo>
                    <a:pt x="685" y="4207"/>
                    <a:pt x="950" y="4314"/>
                    <a:pt x="1228" y="4314"/>
                  </a:cubicBezTo>
                  <a:cubicBezTo>
                    <a:pt x="1297" y="4314"/>
                    <a:pt x="1367" y="4308"/>
                    <a:pt x="1437" y="4294"/>
                  </a:cubicBezTo>
                  <a:lnTo>
                    <a:pt x="2356" y="3526"/>
                  </a:lnTo>
                  <a:lnTo>
                    <a:pt x="2540" y="0"/>
                  </a:lnTo>
                  <a:close/>
                </a:path>
              </a:pathLst>
            </a:custGeom>
            <a:solidFill>
              <a:srgbClr val="6950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33" name="Gruppieren 232"/>
            <p:cNvGrpSpPr/>
            <p:nvPr/>
          </p:nvGrpSpPr>
          <p:grpSpPr>
            <a:xfrm>
              <a:off x="5727282" y="2241895"/>
              <a:ext cx="694000" cy="209438"/>
              <a:chOff x="6262653" y="1925108"/>
              <a:chExt cx="1021072" cy="209438"/>
            </a:xfrm>
          </p:grpSpPr>
          <p:sp>
            <p:nvSpPr>
              <p:cNvPr id="333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4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5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6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234" name="Google Shape;9650;p71"/>
            <p:cNvSpPr/>
            <p:nvPr/>
          </p:nvSpPr>
          <p:spPr>
            <a:xfrm rot="575160">
              <a:off x="5954079" y="1904077"/>
              <a:ext cx="291966" cy="289050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5" name="Google Shape;4050;p60"/>
            <p:cNvSpPr/>
            <p:nvPr/>
          </p:nvSpPr>
          <p:spPr>
            <a:xfrm>
              <a:off x="5713778" y="2117909"/>
              <a:ext cx="386875" cy="556099"/>
            </a:xfrm>
            <a:custGeom>
              <a:avLst/>
              <a:gdLst/>
              <a:ahLst/>
              <a:cxnLst/>
              <a:rect l="l" t="t" r="r" b="b"/>
              <a:pathLst>
                <a:path w="5464" h="7854" extrusionOk="0">
                  <a:moveTo>
                    <a:pt x="4086" y="0"/>
                  </a:moveTo>
                  <a:cubicBezTo>
                    <a:pt x="4070" y="0"/>
                    <a:pt x="4060" y="16"/>
                    <a:pt x="4060" y="51"/>
                  </a:cubicBezTo>
                  <a:cubicBezTo>
                    <a:pt x="4077" y="218"/>
                    <a:pt x="4077" y="1137"/>
                    <a:pt x="4077" y="1137"/>
                  </a:cubicBezTo>
                  <a:lnTo>
                    <a:pt x="2473" y="4495"/>
                  </a:lnTo>
                  <a:cubicBezTo>
                    <a:pt x="2306" y="4947"/>
                    <a:pt x="1938" y="5281"/>
                    <a:pt x="1487" y="5448"/>
                  </a:cubicBezTo>
                  <a:lnTo>
                    <a:pt x="0" y="5882"/>
                  </a:lnTo>
                  <a:lnTo>
                    <a:pt x="585" y="7854"/>
                  </a:lnTo>
                  <a:lnTo>
                    <a:pt x="2657" y="7169"/>
                  </a:lnTo>
                  <a:cubicBezTo>
                    <a:pt x="3191" y="6985"/>
                    <a:pt x="3609" y="6567"/>
                    <a:pt x="3793" y="6033"/>
                  </a:cubicBezTo>
                  <a:lnTo>
                    <a:pt x="5213" y="1688"/>
                  </a:lnTo>
                  <a:cubicBezTo>
                    <a:pt x="5313" y="1404"/>
                    <a:pt x="5380" y="1120"/>
                    <a:pt x="5447" y="836"/>
                  </a:cubicBezTo>
                  <a:cubicBezTo>
                    <a:pt x="5464" y="536"/>
                    <a:pt x="5397" y="252"/>
                    <a:pt x="5263" y="1"/>
                  </a:cubicBezTo>
                  <a:lnTo>
                    <a:pt x="4361" y="569"/>
                  </a:lnTo>
                  <a:cubicBezTo>
                    <a:pt x="4334" y="285"/>
                    <a:pt x="4153" y="0"/>
                    <a:pt x="4086" y="0"/>
                  </a:cubicBezTo>
                  <a:close/>
                </a:path>
              </a:pathLst>
            </a:custGeom>
            <a:solidFill>
              <a:srgbClr val="69504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6" name="Google Shape;4051;p60"/>
            <p:cNvSpPr/>
            <p:nvPr/>
          </p:nvSpPr>
          <p:spPr>
            <a:xfrm>
              <a:off x="5434523" y="4643719"/>
              <a:ext cx="246188" cy="107128"/>
            </a:xfrm>
            <a:custGeom>
              <a:avLst/>
              <a:gdLst/>
              <a:ahLst/>
              <a:cxnLst/>
              <a:rect l="l" t="t" r="r" b="b"/>
              <a:pathLst>
                <a:path w="3477" h="1513" extrusionOk="0">
                  <a:moveTo>
                    <a:pt x="1856" y="1"/>
                  </a:moveTo>
                  <a:lnTo>
                    <a:pt x="1" y="17"/>
                  </a:lnTo>
                  <a:lnTo>
                    <a:pt x="18" y="1488"/>
                  </a:lnTo>
                  <a:lnTo>
                    <a:pt x="135" y="1488"/>
                  </a:lnTo>
                  <a:cubicBezTo>
                    <a:pt x="394" y="1496"/>
                    <a:pt x="1045" y="1513"/>
                    <a:pt x="1676" y="1513"/>
                  </a:cubicBezTo>
                  <a:cubicBezTo>
                    <a:pt x="2307" y="1513"/>
                    <a:pt x="2917" y="1496"/>
                    <a:pt x="3092" y="1438"/>
                  </a:cubicBezTo>
                  <a:cubicBezTo>
                    <a:pt x="3476" y="1321"/>
                    <a:pt x="1889" y="986"/>
                    <a:pt x="1889" y="986"/>
                  </a:cubicBezTo>
                  <a:lnTo>
                    <a:pt x="1856" y="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7" name="Google Shape;4052;p60"/>
            <p:cNvSpPr/>
            <p:nvPr/>
          </p:nvSpPr>
          <p:spPr>
            <a:xfrm>
              <a:off x="5434523" y="4709778"/>
              <a:ext cx="48571" cy="36960"/>
            </a:xfrm>
            <a:custGeom>
              <a:avLst/>
              <a:gdLst/>
              <a:ahLst/>
              <a:cxnLst/>
              <a:rect l="l" t="t" r="r" b="b"/>
              <a:pathLst>
                <a:path w="686" h="522" extrusionOk="0">
                  <a:moveTo>
                    <a:pt x="65" y="0"/>
                  </a:moveTo>
                  <a:cubicBezTo>
                    <a:pt x="44" y="0"/>
                    <a:pt x="22" y="1"/>
                    <a:pt x="1" y="3"/>
                  </a:cubicBezTo>
                  <a:lnTo>
                    <a:pt x="18" y="521"/>
                  </a:lnTo>
                  <a:lnTo>
                    <a:pt x="686" y="521"/>
                  </a:lnTo>
                  <a:cubicBezTo>
                    <a:pt x="653" y="371"/>
                    <a:pt x="569" y="220"/>
                    <a:pt x="452" y="120"/>
                  </a:cubicBezTo>
                  <a:cubicBezTo>
                    <a:pt x="336" y="47"/>
                    <a:pt x="207" y="0"/>
                    <a:pt x="65" y="0"/>
                  </a:cubicBez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8" name="Google Shape;4053;p60"/>
            <p:cNvSpPr/>
            <p:nvPr/>
          </p:nvSpPr>
          <p:spPr>
            <a:xfrm>
              <a:off x="5435727" y="4727692"/>
              <a:ext cx="226009" cy="23861"/>
            </a:xfrm>
            <a:custGeom>
              <a:avLst/>
              <a:gdLst/>
              <a:ahLst/>
              <a:cxnLst/>
              <a:rect l="l" t="t" r="r" b="b"/>
              <a:pathLst>
                <a:path w="3192" h="337" extrusionOk="0">
                  <a:moveTo>
                    <a:pt x="2641" y="1"/>
                  </a:moveTo>
                  <a:cubicBezTo>
                    <a:pt x="2540" y="1"/>
                    <a:pt x="2473" y="235"/>
                    <a:pt x="2473" y="235"/>
                  </a:cubicBezTo>
                  <a:lnTo>
                    <a:pt x="1" y="252"/>
                  </a:lnTo>
                  <a:lnTo>
                    <a:pt x="1" y="302"/>
                  </a:lnTo>
                  <a:cubicBezTo>
                    <a:pt x="332" y="325"/>
                    <a:pt x="812" y="336"/>
                    <a:pt x="1297" y="336"/>
                  </a:cubicBezTo>
                  <a:cubicBezTo>
                    <a:pt x="2182" y="336"/>
                    <a:pt x="3082" y="300"/>
                    <a:pt x="3125" y="235"/>
                  </a:cubicBezTo>
                  <a:cubicBezTo>
                    <a:pt x="3192" y="151"/>
                    <a:pt x="2641" y="1"/>
                    <a:pt x="2641" y="1"/>
                  </a:cubicBez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9" name="Google Shape;4054;p60"/>
            <p:cNvSpPr/>
            <p:nvPr/>
          </p:nvSpPr>
          <p:spPr>
            <a:xfrm>
              <a:off x="5442807" y="4741924"/>
              <a:ext cx="211848" cy="5311"/>
            </a:xfrm>
            <a:custGeom>
              <a:avLst/>
              <a:gdLst/>
              <a:ahLst/>
              <a:cxnLst/>
              <a:rect l="l" t="t" r="r" b="b"/>
              <a:pathLst>
                <a:path w="2992" h="75" extrusionOk="0">
                  <a:moveTo>
                    <a:pt x="2908" y="0"/>
                  </a:moveTo>
                  <a:lnTo>
                    <a:pt x="2574" y="17"/>
                  </a:lnTo>
                  <a:cubicBezTo>
                    <a:pt x="2290" y="34"/>
                    <a:pt x="1889" y="34"/>
                    <a:pt x="1454" y="51"/>
                  </a:cubicBezTo>
                  <a:lnTo>
                    <a:pt x="1" y="51"/>
                  </a:lnTo>
                  <a:lnTo>
                    <a:pt x="335" y="67"/>
                  </a:lnTo>
                  <a:cubicBezTo>
                    <a:pt x="524" y="67"/>
                    <a:pt x="766" y="75"/>
                    <a:pt x="1034" y="75"/>
                  </a:cubicBezTo>
                  <a:cubicBezTo>
                    <a:pt x="1169" y="75"/>
                    <a:pt x="1310" y="73"/>
                    <a:pt x="1454" y="67"/>
                  </a:cubicBezTo>
                  <a:cubicBezTo>
                    <a:pt x="1889" y="67"/>
                    <a:pt x="2290" y="51"/>
                    <a:pt x="2574" y="34"/>
                  </a:cubicBezTo>
                  <a:lnTo>
                    <a:pt x="2908" y="17"/>
                  </a:lnTo>
                  <a:lnTo>
                    <a:pt x="2992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0" name="Google Shape;4055;p60"/>
            <p:cNvSpPr/>
            <p:nvPr/>
          </p:nvSpPr>
          <p:spPr>
            <a:xfrm>
              <a:off x="5610827" y="4725355"/>
              <a:ext cx="13098" cy="21383"/>
            </a:xfrm>
            <a:custGeom>
              <a:avLst/>
              <a:gdLst/>
              <a:ahLst/>
              <a:cxnLst/>
              <a:rect l="l" t="t" r="r" b="b"/>
              <a:pathLst>
                <a:path w="185" h="302" extrusionOk="0">
                  <a:moveTo>
                    <a:pt x="184" y="0"/>
                  </a:moveTo>
                  <a:lnTo>
                    <a:pt x="184" y="0"/>
                  </a:lnTo>
                  <a:cubicBezTo>
                    <a:pt x="67" y="51"/>
                    <a:pt x="0" y="168"/>
                    <a:pt x="0" y="301"/>
                  </a:cubicBezTo>
                  <a:cubicBezTo>
                    <a:pt x="17" y="234"/>
                    <a:pt x="34" y="184"/>
                    <a:pt x="67" y="134"/>
                  </a:cubicBezTo>
                  <a:cubicBezTo>
                    <a:pt x="101" y="84"/>
                    <a:pt x="134" y="51"/>
                    <a:pt x="1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1" name="Google Shape;4056;p60"/>
            <p:cNvSpPr/>
            <p:nvPr/>
          </p:nvSpPr>
          <p:spPr>
            <a:xfrm>
              <a:off x="5571813" y="4715869"/>
              <a:ext cx="7151" cy="11894"/>
            </a:xfrm>
            <a:custGeom>
              <a:avLst/>
              <a:gdLst/>
              <a:ahLst/>
              <a:cxnLst/>
              <a:rect l="l" t="t" r="r" b="b"/>
              <a:pathLst>
                <a:path w="101" h="168" extrusionOk="0">
                  <a:moveTo>
                    <a:pt x="100" y="1"/>
                  </a:moveTo>
                  <a:cubicBezTo>
                    <a:pt x="100" y="1"/>
                    <a:pt x="67" y="34"/>
                    <a:pt x="50" y="84"/>
                  </a:cubicBezTo>
                  <a:cubicBezTo>
                    <a:pt x="17" y="118"/>
                    <a:pt x="0" y="151"/>
                    <a:pt x="0" y="168"/>
                  </a:cubicBezTo>
                  <a:cubicBezTo>
                    <a:pt x="17" y="168"/>
                    <a:pt x="33" y="134"/>
                    <a:pt x="67" y="84"/>
                  </a:cubicBezTo>
                  <a:cubicBezTo>
                    <a:pt x="84" y="51"/>
                    <a:pt x="100" y="1"/>
                    <a:pt x="10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2" name="Google Shape;4057;p60"/>
            <p:cNvSpPr/>
            <p:nvPr/>
          </p:nvSpPr>
          <p:spPr>
            <a:xfrm>
              <a:off x="5561123" y="4714382"/>
              <a:ext cx="8355" cy="7505"/>
            </a:xfrm>
            <a:custGeom>
              <a:avLst/>
              <a:gdLst/>
              <a:ahLst/>
              <a:cxnLst/>
              <a:rect l="l" t="t" r="r" b="b"/>
              <a:pathLst>
                <a:path w="118" h="106" extrusionOk="0">
                  <a:moveTo>
                    <a:pt x="114" y="1"/>
                  </a:moveTo>
                  <a:cubicBezTo>
                    <a:pt x="105" y="1"/>
                    <a:pt x="78" y="25"/>
                    <a:pt x="51" y="39"/>
                  </a:cubicBezTo>
                  <a:cubicBezTo>
                    <a:pt x="17" y="72"/>
                    <a:pt x="1" y="105"/>
                    <a:pt x="1" y="105"/>
                  </a:cubicBezTo>
                  <a:cubicBezTo>
                    <a:pt x="1" y="105"/>
                    <a:pt x="34" y="89"/>
                    <a:pt x="68" y="55"/>
                  </a:cubicBezTo>
                  <a:cubicBezTo>
                    <a:pt x="101" y="22"/>
                    <a:pt x="118" y="5"/>
                    <a:pt x="118" y="5"/>
                  </a:cubicBezTo>
                  <a:cubicBezTo>
                    <a:pt x="118" y="2"/>
                    <a:pt x="116" y="1"/>
                    <a:pt x="1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3" name="Google Shape;4058;p60"/>
            <p:cNvSpPr/>
            <p:nvPr/>
          </p:nvSpPr>
          <p:spPr>
            <a:xfrm>
              <a:off x="5554042" y="4708788"/>
              <a:ext cx="14232" cy="1275"/>
            </a:xfrm>
            <a:custGeom>
              <a:avLst/>
              <a:gdLst/>
              <a:ahLst/>
              <a:cxnLst/>
              <a:rect l="l" t="t" r="r" b="b"/>
              <a:pathLst>
                <a:path w="201" h="18" extrusionOk="0">
                  <a:moveTo>
                    <a:pt x="0" y="1"/>
                  </a:moveTo>
                  <a:lnTo>
                    <a:pt x="0" y="17"/>
                  </a:lnTo>
                  <a:lnTo>
                    <a:pt x="101" y="17"/>
                  </a:lnTo>
                  <a:cubicBezTo>
                    <a:pt x="134" y="17"/>
                    <a:pt x="168" y="17"/>
                    <a:pt x="2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4" name="Google Shape;4059;p60"/>
            <p:cNvSpPr/>
            <p:nvPr/>
          </p:nvSpPr>
          <p:spPr>
            <a:xfrm>
              <a:off x="5551705" y="4700504"/>
              <a:ext cx="15436" cy="2549"/>
            </a:xfrm>
            <a:custGeom>
              <a:avLst/>
              <a:gdLst/>
              <a:ahLst/>
              <a:cxnLst/>
              <a:rect l="l" t="t" r="r" b="b"/>
              <a:pathLst>
                <a:path w="218" h="36" extrusionOk="0">
                  <a:moveTo>
                    <a:pt x="0" y="1"/>
                  </a:moveTo>
                  <a:cubicBezTo>
                    <a:pt x="41" y="21"/>
                    <a:pt x="89" y="36"/>
                    <a:pt x="135" y="36"/>
                  </a:cubicBezTo>
                  <a:cubicBezTo>
                    <a:pt x="164" y="36"/>
                    <a:pt x="192" y="30"/>
                    <a:pt x="217" y="17"/>
                  </a:cubicBezTo>
                  <a:cubicBezTo>
                    <a:pt x="195" y="17"/>
                    <a:pt x="173" y="10"/>
                    <a:pt x="150" y="10"/>
                  </a:cubicBezTo>
                  <a:cubicBezTo>
                    <a:pt x="139" y="10"/>
                    <a:pt x="128" y="12"/>
                    <a:pt x="117" y="17"/>
                  </a:cubicBezTo>
                  <a:cubicBezTo>
                    <a:pt x="84" y="1"/>
                    <a:pt x="33" y="1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5" name="Google Shape;4060;p60"/>
            <p:cNvSpPr/>
            <p:nvPr/>
          </p:nvSpPr>
          <p:spPr>
            <a:xfrm>
              <a:off x="5576488" y="4703548"/>
              <a:ext cx="24924" cy="14797"/>
            </a:xfrm>
            <a:custGeom>
              <a:avLst/>
              <a:gdLst/>
              <a:ahLst/>
              <a:cxnLst/>
              <a:rect l="l" t="t" r="r" b="b"/>
              <a:pathLst>
                <a:path w="352" h="209" extrusionOk="0">
                  <a:moveTo>
                    <a:pt x="212" y="17"/>
                  </a:moveTo>
                  <a:cubicBezTo>
                    <a:pt x="247" y="17"/>
                    <a:pt x="283" y="29"/>
                    <a:pt x="318" y="41"/>
                  </a:cubicBezTo>
                  <a:cubicBezTo>
                    <a:pt x="335" y="58"/>
                    <a:pt x="318" y="75"/>
                    <a:pt x="302" y="91"/>
                  </a:cubicBezTo>
                  <a:cubicBezTo>
                    <a:pt x="285" y="108"/>
                    <a:pt x="268" y="108"/>
                    <a:pt x="235" y="125"/>
                  </a:cubicBezTo>
                  <a:cubicBezTo>
                    <a:pt x="201" y="141"/>
                    <a:pt x="151" y="141"/>
                    <a:pt x="118" y="158"/>
                  </a:cubicBezTo>
                  <a:cubicBezTo>
                    <a:pt x="82" y="167"/>
                    <a:pt x="51" y="171"/>
                    <a:pt x="30" y="173"/>
                  </a:cubicBezTo>
                  <a:lnTo>
                    <a:pt x="30" y="173"/>
                  </a:lnTo>
                  <a:cubicBezTo>
                    <a:pt x="43" y="142"/>
                    <a:pt x="55" y="120"/>
                    <a:pt x="68" y="108"/>
                  </a:cubicBezTo>
                  <a:cubicBezTo>
                    <a:pt x="101" y="75"/>
                    <a:pt x="135" y="41"/>
                    <a:pt x="168" y="24"/>
                  </a:cubicBezTo>
                  <a:cubicBezTo>
                    <a:pt x="183" y="20"/>
                    <a:pt x="197" y="17"/>
                    <a:pt x="212" y="17"/>
                  </a:cubicBezTo>
                  <a:close/>
                  <a:moveTo>
                    <a:pt x="236" y="1"/>
                  </a:moveTo>
                  <a:cubicBezTo>
                    <a:pt x="165" y="1"/>
                    <a:pt x="96" y="34"/>
                    <a:pt x="51" y="91"/>
                  </a:cubicBezTo>
                  <a:cubicBezTo>
                    <a:pt x="34" y="108"/>
                    <a:pt x="34" y="141"/>
                    <a:pt x="18" y="174"/>
                  </a:cubicBezTo>
                  <a:lnTo>
                    <a:pt x="18" y="174"/>
                  </a:lnTo>
                  <a:cubicBezTo>
                    <a:pt x="7" y="175"/>
                    <a:pt x="1" y="175"/>
                    <a:pt x="1" y="175"/>
                  </a:cubicBezTo>
                  <a:lnTo>
                    <a:pt x="18" y="175"/>
                  </a:lnTo>
                  <a:cubicBezTo>
                    <a:pt x="18" y="192"/>
                    <a:pt x="18" y="208"/>
                    <a:pt x="18" y="208"/>
                  </a:cubicBezTo>
                  <a:cubicBezTo>
                    <a:pt x="22" y="196"/>
                    <a:pt x="26" y="185"/>
                    <a:pt x="30" y="175"/>
                  </a:cubicBezTo>
                  <a:lnTo>
                    <a:pt x="118" y="175"/>
                  </a:lnTo>
                  <a:cubicBezTo>
                    <a:pt x="168" y="158"/>
                    <a:pt x="201" y="158"/>
                    <a:pt x="252" y="141"/>
                  </a:cubicBezTo>
                  <a:cubicBezTo>
                    <a:pt x="268" y="125"/>
                    <a:pt x="302" y="125"/>
                    <a:pt x="318" y="108"/>
                  </a:cubicBezTo>
                  <a:cubicBezTo>
                    <a:pt x="335" y="91"/>
                    <a:pt x="335" y="91"/>
                    <a:pt x="352" y="75"/>
                  </a:cubicBezTo>
                  <a:cubicBezTo>
                    <a:pt x="352" y="58"/>
                    <a:pt x="335" y="41"/>
                    <a:pt x="335" y="24"/>
                  </a:cubicBezTo>
                  <a:cubicBezTo>
                    <a:pt x="303" y="8"/>
                    <a:pt x="269" y="1"/>
                    <a:pt x="23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6" name="Google Shape;4061;p60"/>
            <p:cNvSpPr/>
            <p:nvPr/>
          </p:nvSpPr>
          <p:spPr>
            <a:xfrm>
              <a:off x="5567070" y="4699300"/>
              <a:ext cx="13098" cy="16640"/>
            </a:xfrm>
            <a:custGeom>
              <a:avLst/>
              <a:gdLst/>
              <a:ahLst/>
              <a:cxnLst/>
              <a:rect l="l" t="t" r="r" b="b"/>
              <a:pathLst>
                <a:path w="185" h="235" extrusionOk="0">
                  <a:moveTo>
                    <a:pt x="34" y="1"/>
                  </a:moveTo>
                  <a:cubicBezTo>
                    <a:pt x="17" y="18"/>
                    <a:pt x="0" y="34"/>
                    <a:pt x="0" y="68"/>
                  </a:cubicBezTo>
                  <a:cubicBezTo>
                    <a:pt x="0" y="84"/>
                    <a:pt x="17" y="101"/>
                    <a:pt x="34" y="118"/>
                  </a:cubicBezTo>
                  <a:cubicBezTo>
                    <a:pt x="50" y="135"/>
                    <a:pt x="67" y="168"/>
                    <a:pt x="84" y="185"/>
                  </a:cubicBezTo>
                  <a:cubicBezTo>
                    <a:pt x="100" y="201"/>
                    <a:pt x="134" y="218"/>
                    <a:pt x="151" y="235"/>
                  </a:cubicBezTo>
                  <a:cubicBezTo>
                    <a:pt x="151" y="235"/>
                    <a:pt x="134" y="218"/>
                    <a:pt x="100" y="168"/>
                  </a:cubicBezTo>
                  <a:cubicBezTo>
                    <a:pt x="84" y="151"/>
                    <a:pt x="50" y="135"/>
                    <a:pt x="50" y="101"/>
                  </a:cubicBezTo>
                  <a:cubicBezTo>
                    <a:pt x="34" y="84"/>
                    <a:pt x="17" y="34"/>
                    <a:pt x="50" y="34"/>
                  </a:cubicBezTo>
                  <a:cubicBezTo>
                    <a:pt x="53" y="31"/>
                    <a:pt x="57" y="30"/>
                    <a:pt x="61" y="30"/>
                  </a:cubicBezTo>
                  <a:cubicBezTo>
                    <a:pt x="79" y="30"/>
                    <a:pt x="104" y="57"/>
                    <a:pt x="117" y="84"/>
                  </a:cubicBezTo>
                  <a:cubicBezTo>
                    <a:pt x="134" y="101"/>
                    <a:pt x="151" y="135"/>
                    <a:pt x="167" y="151"/>
                  </a:cubicBezTo>
                  <a:cubicBezTo>
                    <a:pt x="167" y="118"/>
                    <a:pt x="167" y="84"/>
                    <a:pt x="134" y="68"/>
                  </a:cubicBezTo>
                  <a:cubicBezTo>
                    <a:pt x="117" y="34"/>
                    <a:pt x="84" y="1"/>
                    <a:pt x="34" y="1"/>
                  </a:cubicBezTo>
                  <a:close/>
                  <a:moveTo>
                    <a:pt x="167" y="151"/>
                  </a:moveTo>
                  <a:cubicBezTo>
                    <a:pt x="167" y="185"/>
                    <a:pt x="167" y="201"/>
                    <a:pt x="167" y="235"/>
                  </a:cubicBezTo>
                  <a:cubicBezTo>
                    <a:pt x="184" y="218"/>
                    <a:pt x="184" y="185"/>
                    <a:pt x="167" y="15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7" name="Google Shape;4062;p60"/>
            <p:cNvSpPr/>
            <p:nvPr/>
          </p:nvSpPr>
          <p:spPr>
            <a:xfrm>
              <a:off x="5435727" y="4708788"/>
              <a:ext cx="47367" cy="36748"/>
            </a:xfrm>
            <a:custGeom>
              <a:avLst/>
              <a:gdLst/>
              <a:ahLst/>
              <a:cxnLst/>
              <a:rect l="l" t="t" r="r" b="b"/>
              <a:pathLst>
                <a:path w="669" h="519" extrusionOk="0">
                  <a:moveTo>
                    <a:pt x="1" y="1"/>
                  </a:moveTo>
                  <a:cubicBezTo>
                    <a:pt x="1" y="9"/>
                    <a:pt x="13" y="9"/>
                    <a:pt x="36" y="9"/>
                  </a:cubicBezTo>
                  <a:cubicBezTo>
                    <a:pt x="59" y="9"/>
                    <a:pt x="92" y="9"/>
                    <a:pt x="134" y="17"/>
                  </a:cubicBezTo>
                  <a:cubicBezTo>
                    <a:pt x="368" y="34"/>
                    <a:pt x="552" y="184"/>
                    <a:pt x="636" y="385"/>
                  </a:cubicBezTo>
                  <a:cubicBezTo>
                    <a:pt x="669" y="468"/>
                    <a:pt x="669" y="519"/>
                    <a:pt x="669" y="519"/>
                  </a:cubicBezTo>
                  <a:cubicBezTo>
                    <a:pt x="669" y="519"/>
                    <a:pt x="669" y="502"/>
                    <a:pt x="669" y="485"/>
                  </a:cubicBezTo>
                  <a:cubicBezTo>
                    <a:pt x="669" y="452"/>
                    <a:pt x="652" y="418"/>
                    <a:pt x="652" y="385"/>
                  </a:cubicBezTo>
                  <a:cubicBezTo>
                    <a:pt x="569" y="168"/>
                    <a:pt x="368" y="1"/>
                    <a:pt x="1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8" name="Google Shape;4063;p60"/>
            <p:cNvSpPr/>
            <p:nvPr/>
          </p:nvSpPr>
          <p:spPr>
            <a:xfrm>
              <a:off x="5447553" y="4654338"/>
              <a:ext cx="2479" cy="54521"/>
            </a:xfrm>
            <a:custGeom>
              <a:avLst/>
              <a:gdLst/>
              <a:ahLst/>
              <a:cxnLst/>
              <a:rect l="l" t="t" r="r" b="b"/>
              <a:pathLst>
                <a:path w="35" h="770" extrusionOk="0">
                  <a:moveTo>
                    <a:pt x="17" y="1"/>
                  </a:moveTo>
                  <a:cubicBezTo>
                    <a:pt x="1" y="252"/>
                    <a:pt x="1" y="502"/>
                    <a:pt x="17" y="770"/>
                  </a:cubicBezTo>
                  <a:cubicBezTo>
                    <a:pt x="34" y="502"/>
                    <a:pt x="34" y="252"/>
                    <a:pt x="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9" name="Google Shape;4064;p60"/>
            <p:cNvSpPr/>
            <p:nvPr/>
          </p:nvSpPr>
          <p:spPr>
            <a:xfrm>
              <a:off x="5499592" y="4733074"/>
              <a:ext cx="39156" cy="2337"/>
            </a:xfrm>
            <a:custGeom>
              <a:avLst/>
              <a:gdLst/>
              <a:ahLst/>
              <a:cxnLst/>
              <a:rect l="l" t="t" r="r" b="b"/>
              <a:pathLst>
                <a:path w="553" h="33" extrusionOk="0">
                  <a:moveTo>
                    <a:pt x="512" y="1"/>
                  </a:moveTo>
                  <a:cubicBezTo>
                    <a:pt x="461" y="1"/>
                    <a:pt x="368" y="8"/>
                    <a:pt x="268" y="8"/>
                  </a:cubicBezTo>
                  <a:lnTo>
                    <a:pt x="1" y="8"/>
                  </a:lnTo>
                  <a:cubicBezTo>
                    <a:pt x="60" y="20"/>
                    <a:pt x="127" y="32"/>
                    <a:pt x="191" y="32"/>
                  </a:cubicBezTo>
                  <a:cubicBezTo>
                    <a:pt x="218" y="32"/>
                    <a:pt x="244" y="30"/>
                    <a:pt x="268" y="25"/>
                  </a:cubicBezTo>
                  <a:cubicBezTo>
                    <a:pt x="368" y="25"/>
                    <a:pt x="452" y="25"/>
                    <a:pt x="552" y="8"/>
                  </a:cubicBezTo>
                  <a:cubicBezTo>
                    <a:pt x="552" y="3"/>
                    <a:pt x="537" y="1"/>
                    <a:pt x="5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0" name="Google Shape;4065;p60"/>
            <p:cNvSpPr/>
            <p:nvPr/>
          </p:nvSpPr>
          <p:spPr>
            <a:xfrm>
              <a:off x="5473608" y="4733639"/>
              <a:ext cx="4814" cy="8355"/>
            </a:xfrm>
            <a:custGeom>
              <a:avLst/>
              <a:gdLst/>
              <a:ahLst/>
              <a:cxnLst/>
              <a:rect l="l" t="t" r="r" b="b"/>
              <a:pathLst>
                <a:path w="68" h="118" extrusionOk="0">
                  <a:moveTo>
                    <a:pt x="0" y="0"/>
                  </a:moveTo>
                  <a:cubicBezTo>
                    <a:pt x="0" y="17"/>
                    <a:pt x="17" y="34"/>
                    <a:pt x="34" y="51"/>
                  </a:cubicBezTo>
                  <a:cubicBezTo>
                    <a:pt x="34" y="84"/>
                    <a:pt x="50" y="117"/>
                    <a:pt x="50" y="117"/>
                  </a:cubicBezTo>
                  <a:cubicBezTo>
                    <a:pt x="67" y="101"/>
                    <a:pt x="67" y="84"/>
                    <a:pt x="50" y="51"/>
                  </a:cubicBezTo>
                  <a:cubicBezTo>
                    <a:pt x="34" y="1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1" name="Google Shape;4066;p60"/>
            <p:cNvSpPr/>
            <p:nvPr/>
          </p:nvSpPr>
          <p:spPr>
            <a:xfrm>
              <a:off x="5464119" y="4721816"/>
              <a:ext cx="4814" cy="5311"/>
            </a:xfrm>
            <a:custGeom>
              <a:avLst/>
              <a:gdLst/>
              <a:ahLst/>
              <a:cxnLst/>
              <a:rect l="l" t="t" r="r" b="b"/>
              <a:pathLst>
                <a:path w="68" h="75" extrusionOk="0">
                  <a:moveTo>
                    <a:pt x="1" y="0"/>
                  </a:moveTo>
                  <a:cubicBezTo>
                    <a:pt x="1" y="0"/>
                    <a:pt x="1" y="34"/>
                    <a:pt x="17" y="50"/>
                  </a:cubicBezTo>
                  <a:cubicBezTo>
                    <a:pt x="41" y="62"/>
                    <a:pt x="56" y="74"/>
                    <a:pt x="63" y="74"/>
                  </a:cubicBezTo>
                  <a:cubicBezTo>
                    <a:pt x="66" y="74"/>
                    <a:pt x="67" y="72"/>
                    <a:pt x="67" y="67"/>
                  </a:cubicBezTo>
                  <a:cubicBezTo>
                    <a:pt x="67" y="67"/>
                    <a:pt x="67" y="50"/>
                    <a:pt x="34" y="34"/>
                  </a:cubicBezTo>
                  <a:cubicBezTo>
                    <a:pt x="17" y="1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2" name="Google Shape;4067;p60"/>
            <p:cNvSpPr/>
            <p:nvPr/>
          </p:nvSpPr>
          <p:spPr>
            <a:xfrm>
              <a:off x="5449959" y="4715869"/>
              <a:ext cx="8355" cy="3612"/>
            </a:xfrm>
            <a:custGeom>
              <a:avLst/>
              <a:gdLst/>
              <a:ahLst/>
              <a:cxnLst/>
              <a:rect l="l" t="t" r="r" b="b"/>
              <a:pathLst>
                <a:path w="118" h="51" extrusionOk="0">
                  <a:moveTo>
                    <a:pt x="67" y="1"/>
                  </a:moveTo>
                  <a:cubicBezTo>
                    <a:pt x="33" y="1"/>
                    <a:pt x="0" y="1"/>
                    <a:pt x="0" y="18"/>
                  </a:cubicBezTo>
                  <a:cubicBezTo>
                    <a:pt x="0" y="18"/>
                    <a:pt x="33" y="18"/>
                    <a:pt x="50" y="34"/>
                  </a:cubicBezTo>
                  <a:cubicBezTo>
                    <a:pt x="84" y="34"/>
                    <a:pt x="100" y="51"/>
                    <a:pt x="100" y="51"/>
                  </a:cubicBezTo>
                  <a:cubicBezTo>
                    <a:pt x="117" y="34"/>
                    <a:pt x="100" y="18"/>
                    <a:pt x="6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3" name="Google Shape;4068;p60"/>
            <p:cNvSpPr/>
            <p:nvPr/>
          </p:nvSpPr>
          <p:spPr>
            <a:xfrm>
              <a:off x="5439268" y="4713814"/>
              <a:ext cx="4814" cy="2123"/>
            </a:xfrm>
            <a:custGeom>
              <a:avLst/>
              <a:gdLst/>
              <a:ahLst/>
              <a:cxnLst/>
              <a:rect l="l" t="t" r="r" b="b"/>
              <a:pathLst>
                <a:path w="68" h="30" extrusionOk="0">
                  <a:moveTo>
                    <a:pt x="26" y="1"/>
                  </a:moveTo>
                  <a:cubicBezTo>
                    <a:pt x="22" y="1"/>
                    <a:pt x="17" y="5"/>
                    <a:pt x="17" y="13"/>
                  </a:cubicBezTo>
                  <a:cubicBezTo>
                    <a:pt x="1" y="13"/>
                    <a:pt x="17" y="13"/>
                    <a:pt x="34" y="30"/>
                  </a:cubicBezTo>
                  <a:lnTo>
                    <a:pt x="68" y="30"/>
                  </a:lnTo>
                  <a:cubicBezTo>
                    <a:pt x="68" y="13"/>
                    <a:pt x="51" y="13"/>
                    <a:pt x="34" y="13"/>
                  </a:cubicBezTo>
                  <a:cubicBezTo>
                    <a:pt x="34" y="5"/>
                    <a:pt x="30" y="1"/>
                    <a:pt x="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4" name="Google Shape;4069;p60"/>
            <p:cNvSpPr/>
            <p:nvPr/>
          </p:nvSpPr>
          <p:spPr>
            <a:xfrm>
              <a:off x="4979110" y="4552663"/>
              <a:ext cx="185366" cy="219777"/>
            </a:xfrm>
            <a:custGeom>
              <a:avLst/>
              <a:gdLst/>
              <a:ahLst/>
              <a:cxnLst/>
              <a:rect l="l" t="t" r="r" b="b"/>
              <a:pathLst>
                <a:path w="2618" h="3104" extrusionOk="0">
                  <a:moveTo>
                    <a:pt x="936" y="0"/>
                  </a:moveTo>
                  <a:lnTo>
                    <a:pt x="0" y="1119"/>
                  </a:lnTo>
                  <a:lnTo>
                    <a:pt x="84" y="1186"/>
                  </a:lnTo>
                  <a:cubicBezTo>
                    <a:pt x="468" y="1537"/>
                    <a:pt x="2022" y="2941"/>
                    <a:pt x="2356" y="3091"/>
                  </a:cubicBezTo>
                  <a:cubicBezTo>
                    <a:pt x="2376" y="3099"/>
                    <a:pt x="2392" y="3103"/>
                    <a:pt x="2405" y="3103"/>
                  </a:cubicBezTo>
                  <a:cubicBezTo>
                    <a:pt x="2618" y="3103"/>
                    <a:pt x="1738" y="1955"/>
                    <a:pt x="1738" y="1955"/>
                  </a:cubicBezTo>
                  <a:lnTo>
                    <a:pt x="2373" y="1186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5" name="Google Shape;4070;p60"/>
            <p:cNvSpPr/>
            <p:nvPr/>
          </p:nvSpPr>
          <p:spPr>
            <a:xfrm>
              <a:off x="4980243" y="4601165"/>
              <a:ext cx="43828" cy="60397"/>
            </a:xfrm>
            <a:custGeom>
              <a:avLst/>
              <a:gdLst/>
              <a:ahLst/>
              <a:cxnLst/>
              <a:rect l="l" t="t" r="r" b="b"/>
              <a:pathLst>
                <a:path w="619" h="853" extrusionOk="0">
                  <a:moveTo>
                    <a:pt x="335" y="0"/>
                  </a:moveTo>
                  <a:lnTo>
                    <a:pt x="1" y="401"/>
                  </a:lnTo>
                  <a:lnTo>
                    <a:pt x="519" y="852"/>
                  </a:lnTo>
                  <a:cubicBezTo>
                    <a:pt x="602" y="702"/>
                    <a:pt x="619" y="551"/>
                    <a:pt x="586" y="384"/>
                  </a:cubicBezTo>
                  <a:cubicBezTo>
                    <a:pt x="552" y="234"/>
                    <a:pt x="469" y="100"/>
                    <a:pt x="335" y="0"/>
                  </a:cubicBez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6" name="Google Shape;4071;p60"/>
            <p:cNvSpPr/>
            <p:nvPr/>
          </p:nvSpPr>
          <p:spPr>
            <a:xfrm>
              <a:off x="4979110" y="4629558"/>
              <a:ext cx="178710" cy="143237"/>
            </a:xfrm>
            <a:custGeom>
              <a:avLst/>
              <a:gdLst/>
              <a:ahLst/>
              <a:cxnLst/>
              <a:rect l="l" t="t" r="r" b="b"/>
              <a:pathLst>
                <a:path w="2524" h="2023" extrusionOk="0">
                  <a:moveTo>
                    <a:pt x="33" y="0"/>
                  </a:moveTo>
                  <a:lnTo>
                    <a:pt x="0" y="17"/>
                  </a:lnTo>
                  <a:cubicBezTo>
                    <a:pt x="660" y="677"/>
                    <a:pt x="2267" y="2022"/>
                    <a:pt x="2418" y="2022"/>
                  </a:cubicBezTo>
                  <a:cubicBezTo>
                    <a:pt x="2420" y="2022"/>
                    <a:pt x="2421" y="2022"/>
                    <a:pt x="2423" y="2022"/>
                  </a:cubicBezTo>
                  <a:cubicBezTo>
                    <a:pt x="2523" y="2005"/>
                    <a:pt x="2206" y="1521"/>
                    <a:pt x="2206" y="1521"/>
                  </a:cubicBezTo>
                  <a:cubicBezTo>
                    <a:pt x="2190" y="1508"/>
                    <a:pt x="2171" y="1503"/>
                    <a:pt x="2150" y="1503"/>
                  </a:cubicBezTo>
                  <a:cubicBezTo>
                    <a:pt x="2056" y="1503"/>
                    <a:pt x="1922" y="1604"/>
                    <a:pt x="1922" y="1604"/>
                  </a:cubicBezTo>
                  <a:lnTo>
                    <a:pt x="33" y="0"/>
                  </a:ln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7" name="Google Shape;4072;p60"/>
            <p:cNvSpPr/>
            <p:nvPr/>
          </p:nvSpPr>
          <p:spPr>
            <a:xfrm>
              <a:off x="4980243" y="4627150"/>
              <a:ext cx="170923" cy="143449"/>
            </a:xfrm>
            <a:custGeom>
              <a:avLst/>
              <a:gdLst/>
              <a:ahLst/>
              <a:cxnLst/>
              <a:rect l="l" t="t" r="r" b="b"/>
              <a:pathLst>
                <a:path w="2414" h="2026" extrusionOk="0">
                  <a:moveTo>
                    <a:pt x="1" y="1"/>
                  </a:moveTo>
                  <a:lnTo>
                    <a:pt x="1" y="17"/>
                  </a:lnTo>
                  <a:cubicBezTo>
                    <a:pt x="1" y="17"/>
                    <a:pt x="17" y="17"/>
                    <a:pt x="17" y="34"/>
                  </a:cubicBezTo>
                  <a:cubicBezTo>
                    <a:pt x="17" y="17"/>
                    <a:pt x="1" y="17"/>
                    <a:pt x="1" y="1"/>
                  </a:cubicBezTo>
                  <a:close/>
                  <a:moveTo>
                    <a:pt x="17" y="34"/>
                  </a:moveTo>
                  <a:lnTo>
                    <a:pt x="84" y="101"/>
                  </a:lnTo>
                  <a:lnTo>
                    <a:pt x="335" y="318"/>
                  </a:lnTo>
                  <a:cubicBezTo>
                    <a:pt x="552" y="519"/>
                    <a:pt x="853" y="769"/>
                    <a:pt x="1187" y="1053"/>
                  </a:cubicBezTo>
                  <a:cubicBezTo>
                    <a:pt x="1521" y="1337"/>
                    <a:pt x="1822" y="1588"/>
                    <a:pt x="2056" y="1755"/>
                  </a:cubicBezTo>
                  <a:lnTo>
                    <a:pt x="2323" y="1956"/>
                  </a:lnTo>
                  <a:lnTo>
                    <a:pt x="2056" y="1738"/>
                  </a:lnTo>
                  <a:cubicBezTo>
                    <a:pt x="1839" y="1571"/>
                    <a:pt x="1538" y="1321"/>
                    <a:pt x="1204" y="1037"/>
                  </a:cubicBezTo>
                  <a:cubicBezTo>
                    <a:pt x="870" y="753"/>
                    <a:pt x="569" y="502"/>
                    <a:pt x="352" y="318"/>
                  </a:cubicBezTo>
                  <a:lnTo>
                    <a:pt x="101" y="84"/>
                  </a:lnTo>
                  <a:lnTo>
                    <a:pt x="17" y="34"/>
                  </a:lnTo>
                  <a:close/>
                  <a:moveTo>
                    <a:pt x="2323" y="1956"/>
                  </a:moveTo>
                  <a:lnTo>
                    <a:pt x="2390" y="2022"/>
                  </a:lnTo>
                  <a:cubicBezTo>
                    <a:pt x="2390" y="2025"/>
                    <a:pt x="2391" y="2026"/>
                    <a:pt x="2392" y="2026"/>
                  </a:cubicBezTo>
                  <a:cubicBezTo>
                    <a:pt x="2398" y="2026"/>
                    <a:pt x="2414" y="2002"/>
                    <a:pt x="2411" y="2002"/>
                  </a:cubicBezTo>
                  <a:lnTo>
                    <a:pt x="2411" y="2002"/>
                  </a:lnTo>
                  <a:cubicBezTo>
                    <a:pt x="2411" y="2002"/>
                    <a:pt x="2409" y="2003"/>
                    <a:pt x="2407" y="2006"/>
                  </a:cubicBezTo>
                  <a:lnTo>
                    <a:pt x="2323" y="1956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8" name="Google Shape;4073;p60"/>
            <p:cNvSpPr/>
            <p:nvPr/>
          </p:nvSpPr>
          <p:spPr>
            <a:xfrm>
              <a:off x="5113921" y="4735765"/>
              <a:ext cx="23791" cy="8567"/>
            </a:xfrm>
            <a:custGeom>
              <a:avLst/>
              <a:gdLst/>
              <a:ahLst/>
              <a:cxnLst/>
              <a:rect l="l" t="t" r="r" b="b"/>
              <a:pathLst>
                <a:path w="336" h="121" extrusionOk="0">
                  <a:moveTo>
                    <a:pt x="231" y="1"/>
                  </a:moveTo>
                  <a:cubicBezTo>
                    <a:pt x="141" y="1"/>
                    <a:pt x="62" y="47"/>
                    <a:pt x="1" y="121"/>
                  </a:cubicBezTo>
                  <a:cubicBezTo>
                    <a:pt x="88" y="63"/>
                    <a:pt x="188" y="17"/>
                    <a:pt x="289" y="17"/>
                  </a:cubicBezTo>
                  <a:cubicBezTo>
                    <a:pt x="304" y="17"/>
                    <a:pt x="320" y="18"/>
                    <a:pt x="335" y="21"/>
                  </a:cubicBezTo>
                  <a:cubicBezTo>
                    <a:pt x="299" y="7"/>
                    <a:pt x="265" y="1"/>
                    <a:pt x="23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9" name="Google Shape;4074;p60"/>
            <p:cNvSpPr/>
            <p:nvPr/>
          </p:nvSpPr>
          <p:spPr>
            <a:xfrm>
              <a:off x="5096219" y="4700504"/>
              <a:ext cx="13028" cy="3612"/>
            </a:xfrm>
            <a:custGeom>
              <a:avLst/>
              <a:gdLst/>
              <a:ahLst/>
              <a:cxnLst/>
              <a:rect l="l" t="t" r="r" b="b"/>
              <a:pathLst>
                <a:path w="184" h="51" extrusionOk="0">
                  <a:moveTo>
                    <a:pt x="184" y="1"/>
                  </a:moveTo>
                  <a:cubicBezTo>
                    <a:pt x="151" y="1"/>
                    <a:pt x="117" y="1"/>
                    <a:pt x="100" y="17"/>
                  </a:cubicBezTo>
                  <a:cubicBezTo>
                    <a:pt x="50" y="34"/>
                    <a:pt x="0" y="51"/>
                    <a:pt x="17" y="51"/>
                  </a:cubicBezTo>
                  <a:cubicBezTo>
                    <a:pt x="34" y="51"/>
                    <a:pt x="67" y="51"/>
                    <a:pt x="100" y="34"/>
                  </a:cubicBezTo>
                  <a:cubicBezTo>
                    <a:pt x="151" y="17"/>
                    <a:pt x="184" y="1"/>
                    <a:pt x="1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" name="Google Shape;4075;p60"/>
            <p:cNvSpPr/>
            <p:nvPr/>
          </p:nvSpPr>
          <p:spPr>
            <a:xfrm>
              <a:off x="5092680" y="4692219"/>
              <a:ext cx="10692" cy="1275"/>
            </a:xfrm>
            <a:custGeom>
              <a:avLst/>
              <a:gdLst/>
              <a:ahLst/>
              <a:cxnLst/>
              <a:rect l="l" t="t" r="r" b="b"/>
              <a:pathLst>
                <a:path w="151" h="18" extrusionOk="0">
                  <a:moveTo>
                    <a:pt x="67" y="1"/>
                  </a:moveTo>
                  <a:cubicBezTo>
                    <a:pt x="34" y="1"/>
                    <a:pt x="0" y="1"/>
                    <a:pt x="0" y="17"/>
                  </a:cubicBezTo>
                  <a:lnTo>
                    <a:pt x="67" y="17"/>
                  </a:lnTo>
                  <a:cubicBezTo>
                    <a:pt x="117" y="17"/>
                    <a:pt x="150" y="17"/>
                    <a:pt x="15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" name="Google Shape;4076;p60"/>
            <p:cNvSpPr/>
            <p:nvPr/>
          </p:nvSpPr>
          <p:spPr>
            <a:xfrm>
              <a:off x="5095017" y="4679192"/>
              <a:ext cx="10692" cy="9559"/>
            </a:xfrm>
            <a:custGeom>
              <a:avLst/>
              <a:gdLst/>
              <a:ahLst/>
              <a:cxnLst/>
              <a:rect l="l" t="t" r="r" b="b"/>
              <a:pathLst>
                <a:path w="151" h="135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34" y="34"/>
                    <a:pt x="67" y="68"/>
                  </a:cubicBezTo>
                  <a:cubicBezTo>
                    <a:pt x="117" y="101"/>
                    <a:pt x="151" y="134"/>
                    <a:pt x="151" y="134"/>
                  </a:cubicBezTo>
                  <a:cubicBezTo>
                    <a:pt x="151" y="118"/>
                    <a:pt x="117" y="84"/>
                    <a:pt x="84" y="51"/>
                  </a:cubicBezTo>
                  <a:cubicBezTo>
                    <a:pt x="51" y="18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" name="Google Shape;4077;p60"/>
            <p:cNvSpPr/>
            <p:nvPr/>
          </p:nvSpPr>
          <p:spPr>
            <a:xfrm>
              <a:off x="5098556" y="4670907"/>
              <a:ext cx="11894" cy="10763"/>
            </a:xfrm>
            <a:custGeom>
              <a:avLst/>
              <a:gdLst/>
              <a:ahLst/>
              <a:cxnLst/>
              <a:rect l="l" t="t" r="r" b="b"/>
              <a:pathLst>
                <a:path w="168" h="152" extrusionOk="0">
                  <a:moveTo>
                    <a:pt x="1" y="1"/>
                  </a:moveTo>
                  <a:cubicBezTo>
                    <a:pt x="34" y="68"/>
                    <a:pt x="101" y="135"/>
                    <a:pt x="168" y="151"/>
                  </a:cubicBezTo>
                  <a:cubicBezTo>
                    <a:pt x="168" y="151"/>
                    <a:pt x="134" y="118"/>
                    <a:pt x="84" y="84"/>
                  </a:cubicBezTo>
                  <a:cubicBezTo>
                    <a:pt x="34" y="34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" name="Google Shape;4078;p60"/>
            <p:cNvSpPr/>
            <p:nvPr/>
          </p:nvSpPr>
          <p:spPr>
            <a:xfrm>
              <a:off x="5106841" y="4696255"/>
              <a:ext cx="26126" cy="13807"/>
            </a:xfrm>
            <a:custGeom>
              <a:avLst/>
              <a:gdLst/>
              <a:ahLst/>
              <a:cxnLst/>
              <a:rect l="l" t="t" r="r" b="b"/>
              <a:pathLst>
                <a:path w="369" h="195" extrusionOk="0">
                  <a:moveTo>
                    <a:pt x="150" y="20"/>
                  </a:moveTo>
                  <a:cubicBezTo>
                    <a:pt x="179" y="20"/>
                    <a:pt x="211" y="32"/>
                    <a:pt x="235" y="44"/>
                  </a:cubicBezTo>
                  <a:cubicBezTo>
                    <a:pt x="285" y="61"/>
                    <a:pt x="318" y="94"/>
                    <a:pt x="335" y="127"/>
                  </a:cubicBezTo>
                  <a:cubicBezTo>
                    <a:pt x="335" y="152"/>
                    <a:pt x="326" y="167"/>
                    <a:pt x="314" y="167"/>
                  </a:cubicBezTo>
                  <a:cubicBezTo>
                    <a:pt x="310" y="167"/>
                    <a:pt x="306" y="165"/>
                    <a:pt x="301" y="161"/>
                  </a:cubicBezTo>
                  <a:cubicBezTo>
                    <a:pt x="268" y="161"/>
                    <a:pt x="251" y="161"/>
                    <a:pt x="235" y="144"/>
                  </a:cubicBezTo>
                  <a:cubicBezTo>
                    <a:pt x="184" y="127"/>
                    <a:pt x="151" y="111"/>
                    <a:pt x="118" y="94"/>
                  </a:cubicBezTo>
                  <a:cubicBezTo>
                    <a:pt x="80" y="75"/>
                    <a:pt x="53" y="57"/>
                    <a:pt x="37" y="44"/>
                  </a:cubicBezTo>
                  <a:lnTo>
                    <a:pt x="37" y="44"/>
                  </a:lnTo>
                  <a:cubicBezTo>
                    <a:pt x="60" y="34"/>
                    <a:pt x="85" y="27"/>
                    <a:pt x="118" y="27"/>
                  </a:cubicBezTo>
                  <a:cubicBezTo>
                    <a:pt x="127" y="22"/>
                    <a:pt x="139" y="20"/>
                    <a:pt x="150" y="20"/>
                  </a:cubicBezTo>
                  <a:close/>
                  <a:moveTo>
                    <a:pt x="171" y="0"/>
                  </a:moveTo>
                  <a:cubicBezTo>
                    <a:pt x="149" y="0"/>
                    <a:pt x="125" y="3"/>
                    <a:pt x="101" y="10"/>
                  </a:cubicBezTo>
                  <a:cubicBezTo>
                    <a:pt x="85" y="10"/>
                    <a:pt x="52" y="26"/>
                    <a:pt x="35" y="43"/>
                  </a:cubicBezTo>
                  <a:lnTo>
                    <a:pt x="35" y="43"/>
                  </a:lnTo>
                  <a:cubicBezTo>
                    <a:pt x="23" y="33"/>
                    <a:pt x="17" y="27"/>
                    <a:pt x="17" y="27"/>
                  </a:cubicBezTo>
                  <a:lnTo>
                    <a:pt x="17" y="27"/>
                  </a:lnTo>
                  <a:cubicBezTo>
                    <a:pt x="21" y="34"/>
                    <a:pt x="25" y="40"/>
                    <a:pt x="29" y="47"/>
                  </a:cubicBezTo>
                  <a:lnTo>
                    <a:pt x="29" y="47"/>
                  </a:lnTo>
                  <a:cubicBezTo>
                    <a:pt x="30" y="46"/>
                    <a:pt x="31" y="46"/>
                    <a:pt x="32" y="45"/>
                  </a:cubicBezTo>
                  <a:lnTo>
                    <a:pt x="32" y="45"/>
                  </a:lnTo>
                  <a:cubicBezTo>
                    <a:pt x="31" y="46"/>
                    <a:pt x="31" y="47"/>
                    <a:pt x="30" y="48"/>
                  </a:cubicBezTo>
                  <a:lnTo>
                    <a:pt x="30" y="48"/>
                  </a:lnTo>
                  <a:cubicBezTo>
                    <a:pt x="29" y="48"/>
                    <a:pt x="29" y="47"/>
                    <a:pt x="29" y="47"/>
                  </a:cubicBezTo>
                  <a:lnTo>
                    <a:pt x="29" y="47"/>
                  </a:lnTo>
                  <a:cubicBezTo>
                    <a:pt x="19" y="51"/>
                    <a:pt x="10" y="56"/>
                    <a:pt x="1" y="61"/>
                  </a:cubicBezTo>
                  <a:cubicBezTo>
                    <a:pt x="1" y="61"/>
                    <a:pt x="15" y="61"/>
                    <a:pt x="30" y="48"/>
                  </a:cubicBezTo>
                  <a:lnTo>
                    <a:pt x="30" y="48"/>
                  </a:lnTo>
                  <a:cubicBezTo>
                    <a:pt x="48" y="74"/>
                    <a:pt x="74" y="97"/>
                    <a:pt x="101" y="111"/>
                  </a:cubicBezTo>
                  <a:cubicBezTo>
                    <a:pt x="134" y="127"/>
                    <a:pt x="184" y="144"/>
                    <a:pt x="218" y="161"/>
                  </a:cubicBezTo>
                  <a:cubicBezTo>
                    <a:pt x="251" y="178"/>
                    <a:pt x="268" y="178"/>
                    <a:pt x="301" y="194"/>
                  </a:cubicBezTo>
                  <a:cubicBezTo>
                    <a:pt x="318" y="194"/>
                    <a:pt x="335" y="194"/>
                    <a:pt x="351" y="178"/>
                  </a:cubicBezTo>
                  <a:cubicBezTo>
                    <a:pt x="351" y="161"/>
                    <a:pt x="368" y="144"/>
                    <a:pt x="351" y="127"/>
                  </a:cubicBezTo>
                  <a:cubicBezTo>
                    <a:pt x="325" y="48"/>
                    <a:pt x="257" y="0"/>
                    <a:pt x="17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" name="Google Shape;4079;p60"/>
            <p:cNvSpPr/>
            <p:nvPr/>
          </p:nvSpPr>
          <p:spPr>
            <a:xfrm>
              <a:off x="5106841" y="4681597"/>
              <a:ext cx="9559" cy="18975"/>
            </a:xfrm>
            <a:custGeom>
              <a:avLst/>
              <a:gdLst/>
              <a:ahLst/>
              <a:cxnLst/>
              <a:rect l="l" t="t" r="r" b="b"/>
              <a:pathLst>
                <a:path w="135" h="268" extrusionOk="0">
                  <a:moveTo>
                    <a:pt x="84" y="0"/>
                  </a:moveTo>
                  <a:cubicBezTo>
                    <a:pt x="67" y="0"/>
                    <a:pt x="34" y="0"/>
                    <a:pt x="34" y="34"/>
                  </a:cubicBezTo>
                  <a:cubicBezTo>
                    <a:pt x="17" y="50"/>
                    <a:pt x="17" y="67"/>
                    <a:pt x="1" y="84"/>
                  </a:cubicBezTo>
                  <a:cubicBezTo>
                    <a:pt x="1" y="117"/>
                    <a:pt x="1" y="134"/>
                    <a:pt x="1" y="167"/>
                  </a:cubicBezTo>
                  <a:cubicBezTo>
                    <a:pt x="1" y="201"/>
                    <a:pt x="17" y="234"/>
                    <a:pt x="34" y="251"/>
                  </a:cubicBezTo>
                  <a:cubicBezTo>
                    <a:pt x="34" y="251"/>
                    <a:pt x="17" y="217"/>
                    <a:pt x="17" y="167"/>
                  </a:cubicBezTo>
                  <a:cubicBezTo>
                    <a:pt x="17" y="134"/>
                    <a:pt x="17" y="117"/>
                    <a:pt x="34" y="84"/>
                  </a:cubicBezTo>
                  <a:cubicBezTo>
                    <a:pt x="34" y="57"/>
                    <a:pt x="45" y="29"/>
                    <a:pt x="67" y="29"/>
                  </a:cubicBezTo>
                  <a:cubicBezTo>
                    <a:pt x="72" y="29"/>
                    <a:pt x="78" y="31"/>
                    <a:pt x="84" y="34"/>
                  </a:cubicBezTo>
                  <a:cubicBezTo>
                    <a:pt x="101" y="50"/>
                    <a:pt x="118" y="84"/>
                    <a:pt x="101" y="117"/>
                  </a:cubicBezTo>
                  <a:cubicBezTo>
                    <a:pt x="101" y="151"/>
                    <a:pt x="101" y="167"/>
                    <a:pt x="84" y="201"/>
                  </a:cubicBezTo>
                  <a:cubicBezTo>
                    <a:pt x="67" y="217"/>
                    <a:pt x="51" y="234"/>
                    <a:pt x="34" y="268"/>
                  </a:cubicBezTo>
                  <a:cubicBezTo>
                    <a:pt x="34" y="268"/>
                    <a:pt x="67" y="251"/>
                    <a:pt x="101" y="201"/>
                  </a:cubicBezTo>
                  <a:cubicBezTo>
                    <a:pt x="118" y="184"/>
                    <a:pt x="118" y="151"/>
                    <a:pt x="134" y="117"/>
                  </a:cubicBezTo>
                  <a:cubicBezTo>
                    <a:pt x="134" y="84"/>
                    <a:pt x="118" y="34"/>
                    <a:pt x="8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" name="Google Shape;4080;p60"/>
            <p:cNvSpPr/>
            <p:nvPr/>
          </p:nvSpPr>
          <p:spPr>
            <a:xfrm>
              <a:off x="5005094" y="4602296"/>
              <a:ext cx="23720" cy="58060"/>
            </a:xfrm>
            <a:custGeom>
              <a:avLst/>
              <a:gdLst/>
              <a:ahLst/>
              <a:cxnLst/>
              <a:rect l="l" t="t" r="r" b="b"/>
              <a:pathLst>
                <a:path w="335" h="820" extrusionOk="0">
                  <a:moveTo>
                    <a:pt x="1" y="1"/>
                  </a:moveTo>
                  <a:cubicBezTo>
                    <a:pt x="1" y="1"/>
                    <a:pt x="51" y="17"/>
                    <a:pt x="101" y="84"/>
                  </a:cubicBezTo>
                  <a:cubicBezTo>
                    <a:pt x="268" y="251"/>
                    <a:pt x="301" y="485"/>
                    <a:pt x="235" y="703"/>
                  </a:cubicBezTo>
                  <a:cubicBezTo>
                    <a:pt x="201" y="769"/>
                    <a:pt x="168" y="819"/>
                    <a:pt x="168" y="819"/>
                  </a:cubicBezTo>
                  <a:cubicBezTo>
                    <a:pt x="184" y="819"/>
                    <a:pt x="184" y="803"/>
                    <a:pt x="201" y="786"/>
                  </a:cubicBezTo>
                  <a:cubicBezTo>
                    <a:pt x="218" y="769"/>
                    <a:pt x="235" y="736"/>
                    <a:pt x="251" y="703"/>
                  </a:cubicBezTo>
                  <a:cubicBezTo>
                    <a:pt x="335" y="485"/>
                    <a:pt x="285" y="235"/>
                    <a:pt x="118" y="68"/>
                  </a:cubicBezTo>
                  <a:cubicBezTo>
                    <a:pt x="84" y="51"/>
                    <a:pt x="67" y="34"/>
                    <a:pt x="34" y="17"/>
                  </a:cubicBezTo>
                  <a:cubicBezTo>
                    <a:pt x="17" y="1"/>
                    <a:pt x="17" y="1"/>
                    <a:pt x="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" name="Google Shape;4081;p60"/>
            <p:cNvSpPr/>
            <p:nvPr/>
          </p:nvSpPr>
          <p:spPr>
            <a:xfrm>
              <a:off x="5015787" y="4568027"/>
              <a:ext cx="35544" cy="41491"/>
            </a:xfrm>
            <a:custGeom>
              <a:avLst/>
              <a:gdLst/>
              <a:ahLst/>
              <a:cxnLst/>
              <a:rect l="l" t="t" r="r" b="b"/>
              <a:pathLst>
                <a:path w="502" h="586" extrusionOk="0">
                  <a:moveTo>
                    <a:pt x="501" y="0"/>
                  </a:moveTo>
                  <a:cubicBezTo>
                    <a:pt x="401" y="100"/>
                    <a:pt x="317" y="184"/>
                    <a:pt x="234" y="284"/>
                  </a:cubicBezTo>
                  <a:cubicBezTo>
                    <a:pt x="150" y="385"/>
                    <a:pt x="67" y="485"/>
                    <a:pt x="0" y="585"/>
                  </a:cubicBezTo>
                  <a:cubicBezTo>
                    <a:pt x="167" y="401"/>
                    <a:pt x="334" y="217"/>
                    <a:pt x="5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7" name="Google Shape;4082;p60"/>
            <p:cNvSpPr/>
            <p:nvPr/>
          </p:nvSpPr>
          <p:spPr>
            <a:xfrm>
              <a:off x="5038230" y="4661489"/>
              <a:ext cx="29667" cy="24924"/>
            </a:xfrm>
            <a:custGeom>
              <a:avLst/>
              <a:gdLst/>
              <a:ahLst/>
              <a:cxnLst/>
              <a:rect l="l" t="t" r="r" b="b"/>
              <a:pathLst>
                <a:path w="419" h="352" extrusionOk="0">
                  <a:moveTo>
                    <a:pt x="0" y="0"/>
                  </a:moveTo>
                  <a:lnTo>
                    <a:pt x="0" y="0"/>
                  </a:lnTo>
                  <a:cubicBezTo>
                    <a:pt x="117" y="151"/>
                    <a:pt x="251" y="268"/>
                    <a:pt x="418" y="351"/>
                  </a:cubicBezTo>
                  <a:cubicBezTo>
                    <a:pt x="418" y="351"/>
                    <a:pt x="318" y="284"/>
                    <a:pt x="201" y="184"/>
                  </a:cubicBezTo>
                  <a:cubicBezTo>
                    <a:pt x="84" y="84"/>
                    <a:pt x="1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" name="Google Shape;4083;p60"/>
            <p:cNvSpPr/>
            <p:nvPr/>
          </p:nvSpPr>
          <p:spPr>
            <a:xfrm>
              <a:off x="5015787" y="4644921"/>
              <a:ext cx="3612" cy="8355"/>
            </a:xfrm>
            <a:custGeom>
              <a:avLst/>
              <a:gdLst/>
              <a:ahLst/>
              <a:cxnLst/>
              <a:rect l="l" t="t" r="r" b="b"/>
              <a:pathLst>
                <a:path w="51" h="118" extrusionOk="0">
                  <a:moveTo>
                    <a:pt x="33" y="0"/>
                  </a:moveTo>
                  <a:cubicBezTo>
                    <a:pt x="33" y="0"/>
                    <a:pt x="17" y="34"/>
                    <a:pt x="17" y="67"/>
                  </a:cubicBezTo>
                  <a:cubicBezTo>
                    <a:pt x="0" y="84"/>
                    <a:pt x="0" y="117"/>
                    <a:pt x="0" y="117"/>
                  </a:cubicBezTo>
                  <a:cubicBezTo>
                    <a:pt x="0" y="117"/>
                    <a:pt x="33" y="101"/>
                    <a:pt x="33" y="67"/>
                  </a:cubicBezTo>
                  <a:cubicBezTo>
                    <a:pt x="50" y="34"/>
                    <a:pt x="33" y="0"/>
                    <a:pt x="3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" name="Google Shape;4084;p60"/>
            <p:cNvSpPr/>
            <p:nvPr/>
          </p:nvSpPr>
          <p:spPr>
            <a:xfrm>
              <a:off x="5018122" y="4629558"/>
              <a:ext cx="1275" cy="7151"/>
            </a:xfrm>
            <a:custGeom>
              <a:avLst/>
              <a:gdLst/>
              <a:ahLst/>
              <a:cxnLst/>
              <a:rect l="l" t="t" r="r" b="b"/>
              <a:pathLst>
                <a:path w="18" h="101" extrusionOk="0">
                  <a:moveTo>
                    <a:pt x="0" y="0"/>
                  </a:moveTo>
                  <a:cubicBezTo>
                    <a:pt x="0" y="0"/>
                    <a:pt x="0" y="33"/>
                    <a:pt x="0" y="50"/>
                  </a:cubicBezTo>
                  <a:cubicBezTo>
                    <a:pt x="0" y="84"/>
                    <a:pt x="0" y="100"/>
                    <a:pt x="17" y="100"/>
                  </a:cubicBezTo>
                  <a:cubicBezTo>
                    <a:pt x="17" y="100"/>
                    <a:pt x="17" y="84"/>
                    <a:pt x="17" y="50"/>
                  </a:cubicBezTo>
                  <a:cubicBezTo>
                    <a:pt x="17" y="17"/>
                    <a:pt x="17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" name="Google Shape;4085;p60"/>
            <p:cNvSpPr/>
            <p:nvPr/>
          </p:nvSpPr>
          <p:spPr>
            <a:xfrm>
              <a:off x="5011041" y="4616528"/>
              <a:ext cx="4814" cy="7151"/>
            </a:xfrm>
            <a:custGeom>
              <a:avLst/>
              <a:gdLst/>
              <a:ahLst/>
              <a:cxnLst/>
              <a:rect l="l" t="t" r="r" b="b"/>
              <a:pathLst>
                <a:path w="68" h="101" extrusionOk="0">
                  <a:moveTo>
                    <a:pt x="0" y="0"/>
                  </a:moveTo>
                  <a:cubicBezTo>
                    <a:pt x="0" y="0"/>
                    <a:pt x="17" y="17"/>
                    <a:pt x="34" y="50"/>
                  </a:cubicBezTo>
                  <a:cubicBezTo>
                    <a:pt x="50" y="67"/>
                    <a:pt x="50" y="101"/>
                    <a:pt x="67" y="101"/>
                  </a:cubicBezTo>
                  <a:cubicBezTo>
                    <a:pt x="67" y="101"/>
                    <a:pt x="67" y="67"/>
                    <a:pt x="50" y="34"/>
                  </a:cubicBezTo>
                  <a:cubicBezTo>
                    <a:pt x="34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1" name="Google Shape;4086;p60"/>
            <p:cNvSpPr/>
            <p:nvPr/>
          </p:nvSpPr>
          <p:spPr>
            <a:xfrm>
              <a:off x="5005094" y="4608246"/>
              <a:ext cx="2479" cy="3612"/>
            </a:xfrm>
            <a:custGeom>
              <a:avLst/>
              <a:gdLst/>
              <a:ahLst/>
              <a:cxnLst/>
              <a:rect l="l" t="t" r="r" b="b"/>
              <a:pathLst>
                <a:path w="35" h="51" extrusionOk="0">
                  <a:moveTo>
                    <a:pt x="1" y="0"/>
                  </a:moveTo>
                  <a:cubicBezTo>
                    <a:pt x="1" y="0"/>
                    <a:pt x="1" y="17"/>
                    <a:pt x="1" y="34"/>
                  </a:cubicBezTo>
                  <a:cubicBezTo>
                    <a:pt x="17" y="50"/>
                    <a:pt x="34" y="50"/>
                    <a:pt x="34" y="50"/>
                  </a:cubicBezTo>
                  <a:cubicBezTo>
                    <a:pt x="34" y="50"/>
                    <a:pt x="34" y="34"/>
                    <a:pt x="34" y="17"/>
                  </a:cubicBezTo>
                  <a:cubicBezTo>
                    <a:pt x="17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2" name="Google Shape;4087;p60"/>
            <p:cNvSpPr/>
            <p:nvPr/>
          </p:nvSpPr>
          <p:spPr>
            <a:xfrm>
              <a:off x="4990933" y="3209856"/>
              <a:ext cx="729993" cy="1482434"/>
            </a:xfrm>
            <a:custGeom>
              <a:avLst/>
              <a:gdLst/>
              <a:ahLst/>
              <a:cxnLst/>
              <a:rect l="l" t="t" r="r" b="b"/>
              <a:pathLst>
                <a:path w="10310" h="20937" extrusionOk="0">
                  <a:moveTo>
                    <a:pt x="9340" y="1"/>
                  </a:moveTo>
                  <a:lnTo>
                    <a:pt x="5447" y="118"/>
                  </a:lnTo>
                  <a:cubicBezTo>
                    <a:pt x="5447" y="118"/>
                    <a:pt x="4829" y="2741"/>
                    <a:pt x="5013" y="3259"/>
                  </a:cubicBezTo>
                  <a:cubicBezTo>
                    <a:pt x="5180" y="3777"/>
                    <a:pt x="6316" y="4078"/>
                    <a:pt x="6316" y="4078"/>
                  </a:cubicBezTo>
                  <a:lnTo>
                    <a:pt x="6283" y="11262"/>
                  </a:lnTo>
                  <a:lnTo>
                    <a:pt x="0" y="19032"/>
                  </a:lnTo>
                  <a:lnTo>
                    <a:pt x="2323" y="20937"/>
                  </a:lnTo>
                  <a:cubicBezTo>
                    <a:pt x="2323" y="20937"/>
                    <a:pt x="9123" y="13150"/>
                    <a:pt x="9725" y="11747"/>
                  </a:cubicBezTo>
                  <a:cubicBezTo>
                    <a:pt x="10309" y="10327"/>
                    <a:pt x="9340" y="1"/>
                    <a:pt x="934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3" name="Google Shape;4088;p60"/>
            <p:cNvSpPr/>
            <p:nvPr/>
          </p:nvSpPr>
          <p:spPr>
            <a:xfrm>
              <a:off x="5228695" y="3142449"/>
              <a:ext cx="397568" cy="1546300"/>
            </a:xfrm>
            <a:custGeom>
              <a:avLst/>
              <a:gdLst/>
              <a:ahLst/>
              <a:cxnLst/>
              <a:rect l="l" t="t" r="r" b="b"/>
              <a:pathLst>
                <a:path w="5615" h="21839" extrusionOk="0">
                  <a:moveTo>
                    <a:pt x="5297" y="0"/>
                  </a:moveTo>
                  <a:lnTo>
                    <a:pt x="134" y="518"/>
                  </a:lnTo>
                  <a:lnTo>
                    <a:pt x="67" y="1955"/>
                  </a:lnTo>
                  <a:cubicBezTo>
                    <a:pt x="1" y="3192"/>
                    <a:pt x="468" y="3743"/>
                    <a:pt x="803" y="4061"/>
                  </a:cubicBezTo>
                  <a:lnTo>
                    <a:pt x="2407" y="21838"/>
                  </a:lnTo>
                  <a:lnTo>
                    <a:pt x="5615" y="21822"/>
                  </a:lnTo>
                  <a:lnTo>
                    <a:pt x="529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4" name="Google Shape;4089;p60"/>
            <p:cNvSpPr/>
            <p:nvPr/>
          </p:nvSpPr>
          <p:spPr>
            <a:xfrm>
              <a:off x="5364781" y="3454768"/>
              <a:ext cx="87586" cy="638939"/>
            </a:xfrm>
            <a:custGeom>
              <a:avLst/>
              <a:gdLst/>
              <a:ahLst/>
              <a:cxnLst/>
              <a:rect l="l" t="t" r="r" b="b"/>
              <a:pathLst>
                <a:path w="1237" h="9024" extrusionOk="0">
                  <a:moveTo>
                    <a:pt x="618" y="1"/>
                  </a:moveTo>
                  <a:cubicBezTo>
                    <a:pt x="602" y="34"/>
                    <a:pt x="602" y="67"/>
                    <a:pt x="618" y="101"/>
                  </a:cubicBezTo>
                  <a:cubicBezTo>
                    <a:pt x="618" y="67"/>
                    <a:pt x="618" y="34"/>
                    <a:pt x="618" y="1"/>
                  </a:cubicBezTo>
                  <a:close/>
                  <a:moveTo>
                    <a:pt x="618" y="101"/>
                  </a:moveTo>
                  <a:cubicBezTo>
                    <a:pt x="618" y="168"/>
                    <a:pt x="618" y="268"/>
                    <a:pt x="618" y="385"/>
                  </a:cubicBezTo>
                  <a:cubicBezTo>
                    <a:pt x="635" y="619"/>
                    <a:pt x="652" y="953"/>
                    <a:pt x="685" y="1387"/>
                  </a:cubicBezTo>
                  <a:cubicBezTo>
                    <a:pt x="735" y="2239"/>
                    <a:pt x="819" y="3409"/>
                    <a:pt x="936" y="4712"/>
                  </a:cubicBezTo>
                  <a:cubicBezTo>
                    <a:pt x="1035" y="5692"/>
                    <a:pt x="1118" y="6605"/>
                    <a:pt x="1185" y="7371"/>
                  </a:cubicBezTo>
                  <a:lnTo>
                    <a:pt x="1185" y="7371"/>
                  </a:lnTo>
                  <a:lnTo>
                    <a:pt x="334" y="8555"/>
                  </a:lnTo>
                  <a:lnTo>
                    <a:pt x="84" y="8906"/>
                  </a:lnTo>
                  <a:lnTo>
                    <a:pt x="33" y="8990"/>
                  </a:lnTo>
                  <a:lnTo>
                    <a:pt x="33" y="8990"/>
                  </a:lnTo>
                  <a:lnTo>
                    <a:pt x="100" y="8906"/>
                  </a:lnTo>
                  <a:lnTo>
                    <a:pt x="351" y="8589"/>
                  </a:lnTo>
                  <a:cubicBezTo>
                    <a:pt x="568" y="8288"/>
                    <a:pt x="869" y="7887"/>
                    <a:pt x="1236" y="7402"/>
                  </a:cubicBezTo>
                  <a:lnTo>
                    <a:pt x="1236" y="7386"/>
                  </a:lnTo>
                  <a:cubicBezTo>
                    <a:pt x="1186" y="6617"/>
                    <a:pt x="1103" y="5698"/>
                    <a:pt x="1003" y="4712"/>
                  </a:cubicBezTo>
                  <a:cubicBezTo>
                    <a:pt x="902" y="3409"/>
                    <a:pt x="785" y="2239"/>
                    <a:pt x="719" y="1387"/>
                  </a:cubicBezTo>
                  <a:cubicBezTo>
                    <a:pt x="685" y="970"/>
                    <a:pt x="668" y="619"/>
                    <a:pt x="652" y="368"/>
                  </a:cubicBezTo>
                  <a:cubicBezTo>
                    <a:pt x="635" y="268"/>
                    <a:pt x="635" y="168"/>
                    <a:pt x="618" y="101"/>
                  </a:cubicBezTo>
                  <a:close/>
                  <a:moveTo>
                    <a:pt x="33" y="8990"/>
                  </a:moveTo>
                  <a:cubicBezTo>
                    <a:pt x="20" y="8990"/>
                    <a:pt x="18" y="9000"/>
                    <a:pt x="17" y="9012"/>
                  </a:cubicBezTo>
                  <a:lnTo>
                    <a:pt x="17" y="9012"/>
                  </a:lnTo>
                  <a:cubicBezTo>
                    <a:pt x="21" y="9006"/>
                    <a:pt x="25" y="8998"/>
                    <a:pt x="33" y="8990"/>
                  </a:cubicBezTo>
                  <a:close/>
                  <a:moveTo>
                    <a:pt x="17" y="9012"/>
                  </a:moveTo>
                  <a:cubicBezTo>
                    <a:pt x="13" y="9019"/>
                    <a:pt x="9" y="9023"/>
                    <a:pt x="0" y="9023"/>
                  </a:cubicBezTo>
                  <a:lnTo>
                    <a:pt x="17" y="9023"/>
                  </a:lnTo>
                  <a:cubicBezTo>
                    <a:pt x="17" y="9019"/>
                    <a:pt x="17" y="9016"/>
                    <a:pt x="17" y="9012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5" name="Google Shape;4090;p60"/>
            <p:cNvSpPr/>
            <p:nvPr/>
          </p:nvSpPr>
          <p:spPr>
            <a:xfrm>
              <a:off x="5316280" y="3429915"/>
              <a:ext cx="118315" cy="24924"/>
            </a:xfrm>
            <a:custGeom>
              <a:avLst/>
              <a:gdLst/>
              <a:ahLst/>
              <a:cxnLst/>
              <a:rect l="l" t="t" r="r" b="b"/>
              <a:pathLst>
                <a:path w="1671" h="352" extrusionOk="0">
                  <a:moveTo>
                    <a:pt x="0" y="1"/>
                  </a:moveTo>
                  <a:cubicBezTo>
                    <a:pt x="551" y="184"/>
                    <a:pt x="1103" y="301"/>
                    <a:pt x="1671" y="352"/>
                  </a:cubicBezTo>
                  <a:cubicBezTo>
                    <a:pt x="1119" y="218"/>
                    <a:pt x="568" y="101"/>
                    <a:pt x="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6" name="Google Shape;4091;p60"/>
            <p:cNvSpPr/>
            <p:nvPr/>
          </p:nvSpPr>
          <p:spPr>
            <a:xfrm>
              <a:off x="5466457" y="3961305"/>
              <a:ext cx="123129" cy="21171"/>
            </a:xfrm>
            <a:custGeom>
              <a:avLst/>
              <a:gdLst/>
              <a:ahLst/>
              <a:cxnLst/>
              <a:rect l="l" t="t" r="r" b="b"/>
              <a:pathLst>
                <a:path w="1739" h="299" extrusionOk="0">
                  <a:moveTo>
                    <a:pt x="721" y="1"/>
                  </a:moveTo>
                  <a:cubicBezTo>
                    <a:pt x="559" y="1"/>
                    <a:pt x="396" y="21"/>
                    <a:pt x="235" y="65"/>
                  </a:cubicBezTo>
                  <a:cubicBezTo>
                    <a:pt x="151" y="81"/>
                    <a:pt x="68" y="115"/>
                    <a:pt x="1" y="165"/>
                  </a:cubicBezTo>
                  <a:cubicBezTo>
                    <a:pt x="223" y="100"/>
                    <a:pt x="452" y="67"/>
                    <a:pt x="682" y="67"/>
                  </a:cubicBezTo>
                  <a:cubicBezTo>
                    <a:pt x="1042" y="67"/>
                    <a:pt x="1403" y="146"/>
                    <a:pt x="1739" y="299"/>
                  </a:cubicBezTo>
                  <a:cubicBezTo>
                    <a:pt x="1672" y="248"/>
                    <a:pt x="1605" y="198"/>
                    <a:pt x="1521" y="165"/>
                  </a:cubicBezTo>
                  <a:cubicBezTo>
                    <a:pt x="1269" y="60"/>
                    <a:pt x="997" y="1"/>
                    <a:pt x="72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7" name="Google Shape;4092;p60"/>
            <p:cNvSpPr/>
            <p:nvPr/>
          </p:nvSpPr>
          <p:spPr>
            <a:xfrm>
              <a:off x="5380146" y="4054554"/>
              <a:ext cx="291078" cy="378662"/>
            </a:xfrm>
            <a:custGeom>
              <a:avLst/>
              <a:gdLst/>
              <a:ahLst/>
              <a:cxnLst/>
              <a:rect l="l" t="t" r="r" b="b"/>
              <a:pathLst>
                <a:path w="4111" h="5348" extrusionOk="0">
                  <a:moveTo>
                    <a:pt x="4093" y="1"/>
                  </a:moveTo>
                  <a:cubicBezTo>
                    <a:pt x="4064" y="1"/>
                    <a:pt x="3150" y="1181"/>
                    <a:pt x="2022" y="2657"/>
                  </a:cubicBezTo>
                  <a:cubicBezTo>
                    <a:pt x="903" y="4128"/>
                    <a:pt x="0" y="5331"/>
                    <a:pt x="17" y="5347"/>
                  </a:cubicBezTo>
                  <a:cubicBezTo>
                    <a:pt x="34" y="5347"/>
                    <a:pt x="953" y="4161"/>
                    <a:pt x="2089" y="2691"/>
                  </a:cubicBezTo>
                  <a:cubicBezTo>
                    <a:pt x="3208" y="1220"/>
                    <a:pt x="4111" y="1"/>
                    <a:pt x="4094" y="1"/>
                  </a:cubicBezTo>
                  <a:cubicBezTo>
                    <a:pt x="4094" y="1"/>
                    <a:pt x="4094" y="1"/>
                    <a:pt x="409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8" name="Google Shape;4093;p60"/>
            <p:cNvSpPr/>
            <p:nvPr/>
          </p:nvSpPr>
          <p:spPr>
            <a:xfrm>
              <a:off x="5525650" y="3245399"/>
              <a:ext cx="113641" cy="44464"/>
            </a:xfrm>
            <a:custGeom>
              <a:avLst/>
              <a:gdLst/>
              <a:ahLst/>
              <a:cxnLst/>
              <a:rect l="l" t="t" r="r" b="b"/>
              <a:pathLst>
                <a:path w="1605" h="628" extrusionOk="0">
                  <a:moveTo>
                    <a:pt x="0" y="0"/>
                  </a:moveTo>
                  <a:lnTo>
                    <a:pt x="0" y="0"/>
                  </a:lnTo>
                  <a:cubicBezTo>
                    <a:pt x="17" y="100"/>
                    <a:pt x="51" y="184"/>
                    <a:pt x="117" y="267"/>
                  </a:cubicBezTo>
                  <a:cubicBezTo>
                    <a:pt x="297" y="503"/>
                    <a:pt x="567" y="627"/>
                    <a:pt x="837" y="627"/>
                  </a:cubicBezTo>
                  <a:cubicBezTo>
                    <a:pt x="1045" y="627"/>
                    <a:pt x="1253" y="554"/>
                    <a:pt x="1421" y="401"/>
                  </a:cubicBezTo>
                  <a:cubicBezTo>
                    <a:pt x="1504" y="351"/>
                    <a:pt x="1571" y="267"/>
                    <a:pt x="1604" y="167"/>
                  </a:cubicBezTo>
                  <a:lnTo>
                    <a:pt x="1604" y="167"/>
                  </a:lnTo>
                  <a:cubicBezTo>
                    <a:pt x="1538" y="234"/>
                    <a:pt x="1471" y="301"/>
                    <a:pt x="1387" y="368"/>
                  </a:cubicBezTo>
                  <a:cubicBezTo>
                    <a:pt x="1231" y="496"/>
                    <a:pt x="1041" y="557"/>
                    <a:pt x="850" y="557"/>
                  </a:cubicBezTo>
                  <a:cubicBezTo>
                    <a:pt x="593" y="557"/>
                    <a:pt x="333" y="445"/>
                    <a:pt x="151" y="234"/>
                  </a:cubicBezTo>
                  <a:cubicBezTo>
                    <a:pt x="101" y="167"/>
                    <a:pt x="51" y="84"/>
                    <a:pt x="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9" name="Google Shape;4094;p60"/>
            <p:cNvSpPr/>
            <p:nvPr/>
          </p:nvSpPr>
          <p:spPr>
            <a:xfrm>
              <a:off x="5247599" y="2186517"/>
              <a:ext cx="82913" cy="275784"/>
            </a:xfrm>
            <a:custGeom>
              <a:avLst/>
              <a:gdLst/>
              <a:ahLst/>
              <a:cxnLst/>
              <a:rect l="l" t="t" r="r" b="b"/>
              <a:pathLst>
                <a:path w="1171" h="3895" extrusionOk="0">
                  <a:moveTo>
                    <a:pt x="1003" y="1"/>
                  </a:moveTo>
                  <a:lnTo>
                    <a:pt x="1003" y="1"/>
                  </a:lnTo>
                  <a:cubicBezTo>
                    <a:pt x="1" y="1137"/>
                    <a:pt x="68" y="2858"/>
                    <a:pt x="1171" y="3894"/>
                  </a:cubicBezTo>
                  <a:lnTo>
                    <a:pt x="100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0" name="Google Shape;4095;p60"/>
            <p:cNvSpPr/>
            <p:nvPr/>
          </p:nvSpPr>
          <p:spPr>
            <a:xfrm>
              <a:off x="5143517" y="2606530"/>
              <a:ext cx="145575" cy="287961"/>
            </a:xfrm>
            <a:custGeom>
              <a:avLst/>
              <a:gdLst/>
              <a:ahLst/>
              <a:cxnLst/>
              <a:rect l="l" t="t" r="r" b="b"/>
              <a:pathLst>
                <a:path w="2056" h="4067" extrusionOk="0">
                  <a:moveTo>
                    <a:pt x="836" y="1"/>
                  </a:moveTo>
                  <a:cubicBezTo>
                    <a:pt x="836" y="1"/>
                    <a:pt x="134" y="786"/>
                    <a:pt x="1" y="3777"/>
                  </a:cubicBezTo>
                  <a:cubicBezTo>
                    <a:pt x="1" y="3777"/>
                    <a:pt x="1486" y="4066"/>
                    <a:pt x="1900" y="4066"/>
                  </a:cubicBezTo>
                  <a:cubicBezTo>
                    <a:pt x="1963" y="4066"/>
                    <a:pt x="2001" y="4059"/>
                    <a:pt x="2006" y="4044"/>
                  </a:cubicBezTo>
                  <a:cubicBezTo>
                    <a:pt x="2056" y="3944"/>
                    <a:pt x="836" y="1"/>
                    <a:pt x="8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1" name="Google Shape;4096;p60"/>
            <p:cNvSpPr/>
            <p:nvPr/>
          </p:nvSpPr>
          <p:spPr>
            <a:xfrm>
              <a:off x="5178990" y="2502449"/>
              <a:ext cx="641277" cy="722915"/>
            </a:xfrm>
            <a:custGeom>
              <a:avLst/>
              <a:gdLst/>
              <a:ahLst/>
              <a:cxnLst/>
              <a:rect l="l" t="t" r="r" b="b"/>
              <a:pathLst>
                <a:path w="9057" h="10210" extrusionOk="0">
                  <a:moveTo>
                    <a:pt x="8322" y="0"/>
                  </a:moveTo>
                  <a:cubicBezTo>
                    <a:pt x="6968" y="217"/>
                    <a:pt x="4930" y="485"/>
                    <a:pt x="4930" y="485"/>
                  </a:cubicBezTo>
                  <a:lnTo>
                    <a:pt x="4629" y="501"/>
                  </a:lnTo>
                  <a:cubicBezTo>
                    <a:pt x="4629" y="501"/>
                    <a:pt x="2524" y="618"/>
                    <a:pt x="2474" y="618"/>
                  </a:cubicBezTo>
                  <a:cubicBezTo>
                    <a:pt x="1605" y="719"/>
                    <a:pt x="569" y="785"/>
                    <a:pt x="201" y="1738"/>
                  </a:cubicBezTo>
                  <a:cubicBezTo>
                    <a:pt x="1" y="2239"/>
                    <a:pt x="185" y="2991"/>
                    <a:pt x="519" y="3776"/>
                  </a:cubicBezTo>
                  <a:lnTo>
                    <a:pt x="1304" y="6166"/>
                  </a:lnTo>
                  <a:cubicBezTo>
                    <a:pt x="1605" y="7486"/>
                    <a:pt x="1104" y="7419"/>
                    <a:pt x="836" y="8739"/>
                  </a:cubicBezTo>
                  <a:cubicBezTo>
                    <a:pt x="803" y="8939"/>
                    <a:pt x="652" y="10025"/>
                    <a:pt x="652" y="10209"/>
                  </a:cubicBezTo>
                  <a:lnTo>
                    <a:pt x="6734" y="10209"/>
                  </a:lnTo>
                  <a:lnTo>
                    <a:pt x="6634" y="9257"/>
                  </a:lnTo>
                  <a:cubicBezTo>
                    <a:pt x="6634" y="9257"/>
                    <a:pt x="5932" y="5648"/>
                    <a:pt x="5932" y="5598"/>
                  </a:cubicBezTo>
                  <a:lnTo>
                    <a:pt x="6049" y="5380"/>
                  </a:lnTo>
                  <a:cubicBezTo>
                    <a:pt x="6333" y="4779"/>
                    <a:pt x="6350" y="4077"/>
                    <a:pt x="6083" y="3459"/>
                  </a:cubicBezTo>
                  <a:lnTo>
                    <a:pt x="9057" y="2456"/>
                  </a:lnTo>
                  <a:lnTo>
                    <a:pt x="832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2" name="Google Shape;4097;p60"/>
            <p:cNvSpPr/>
            <p:nvPr/>
          </p:nvSpPr>
          <p:spPr>
            <a:xfrm>
              <a:off x="5574009" y="2678680"/>
              <a:ext cx="243921" cy="88292"/>
            </a:xfrm>
            <a:custGeom>
              <a:avLst/>
              <a:gdLst/>
              <a:ahLst/>
              <a:cxnLst/>
              <a:rect l="l" t="t" r="r" b="b"/>
              <a:pathLst>
                <a:path w="3445" h="1247" extrusionOk="0">
                  <a:moveTo>
                    <a:pt x="3444" y="1"/>
                  </a:moveTo>
                  <a:cubicBezTo>
                    <a:pt x="3394" y="1"/>
                    <a:pt x="3344" y="17"/>
                    <a:pt x="3294" y="34"/>
                  </a:cubicBezTo>
                  <a:cubicBezTo>
                    <a:pt x="3211" y="51"/>
                    <a:pt x="3094" y="84"/>
                    <a:pt x="2926" y="134"/>
                  </a:cubicBezTo>
                  <a:cubicBezTo>
                    <a:pt x="2609" y="235"/>
                    <a:pt x="2175" y="368"/>
                    <a:pt x="1707" y="519"/>
                  </a:cubicBezTo>
                  <a:cubicBezTo>
                    <a:pt x="1289" y="636"/>
                    <a:pt x="888" y="786"/>
                    <a:pt x="504" y="970"/>
                  </a:cubicBezTo>
                  <a:cubicBezTo>
                    <a:pt x="353" y="1037"/>
                    <a:pt x="236" y="1087"/>
                    <a:pt x="153" y="1137"/>
                  </a:cubicBezTo>
                  <a:cubicBezTo>
                    <a:pt x="138" y="1117"/>
                    <a:pt x="118" y="1109"/>
                    <a:pt x="97" y="1109"/>
                  </a:cubicBezTo>
                  <a:cubicBezTo>
                    <a:pt x="49" y="1109"/>
                    <a:pt x="0" y="1156"/>
                    <a:pt x="36" y="1204"/>
                  </a:cubicBezTo>
                  <a:cubicBezTo>
                    <a:pt x="48" y="1234"/>
                    <a:pt x="71" y="1247"/>
                    <a:pt x="95" y="1247"/>
                  </a:cubicBezTo>
                  <a:cubicBezTo>
                    <a:pt x="136" y="1247"/>
                    <a:pt x="180" y="1207"/>
                    <a:pt x="170" y="1154"/>
                  </a:cubicBezTo>
                  <a:cubicBezTo>
                    <a:pt x="253" y="1120"/>
                    <a:pt x="370" y="1070"/>
                    <a:pt x="520" y="1003"/>
                  </a:cubicBezTo>
                  <a:cubicBezTo>
                    <a:pt x="821" y="886"/>
                    <a:pt x="1256" y="736"/>
                    <a:pt x="1723" y="586"/>
                  </a:cubicBezTo>
                  <a:cubicBezTo>
                    <a:pt x="2208" y="418"/>
                    <a:pt x="2626" y="285"/>
                    <a:pt x="2943" y="185"/>
                  </a:cubicBezTo>
                  <a:cubicBezTo>
                    <a:pt x="3094" y="134"/>
                    <a:pt x="3227" y="84"/>
                    <a:pt x="3311" y="51"/>
                  </a:cubicBezTo>
                  <a:cubicBezTo>
                    <a:pt x="3361" y="34"/>
                    <a:pt x="3394" y="17"/>
                    <a:pt x="34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3" name="Google Shape;4098;p60"/>
            <p:cNvSpPr/>
            <p:nvPr/>
          </p:nvSpPr>
          <p:spPr>
            <a:xfrm>
              <a:off x="5225154" y="2584085"/>
              <a:ext cx="567923" cy="4743"/>
            </a:xfrm>
            <a:custGeom>
              <a:avLst/>
              <a:gdLst/>
              <a:ahLst/>
              <a:cxnLst/>
              <a:rect l="l" t="t" r="r" b="b"/>
              <a:pathLst>
                <a:path w="8021" h="67" extrusionOk="0">
                  <a:moveTo>
                    <a:pt x="4011" y="0"/>
                  </a:moveTo>
                  <a:cubicBezTo>
                    <a:pt x="1788" y="0"/>
                    <a:pt x="0" y="17"/>
                    <a:pt x="0" y="33"/>
                  </a:cubicBezTo>
                  <a:cubicBezTo>
                    <a:pt x="0" y="50"/>
                    <a:pt x="1788" y="67"/>
                    <a:pt x="4011" y="67"/>
                  </a:cubicBezTo>
                  <a:cubicBezTo>
                    <a:pt x="6216" y="67"/>
                    <a:pt x="8021" y="50"/>
                    <a:pt x="8021" y="33"/>
                  </a:cubicBezTo>
                  <a:cubicBezTo>
                    <a:pt x="8021" y="17"/>
                    <a:pt x="6216" y="0"/>
                    <a:pt x="40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4" name="Google Shape;4099;p60"/>
            <p:cNvSpPr/>
            <p:nvPr/>
          </p:nvSpPr>
          <p:spPr>
            <a:xfrm>
              <a:off x="5174247" y="2668058"/>
              <a:ext cx="631859" cy="4814"/>
            </a:xfrm>
            <a:custGeom>
              <a:avLst/>
              <a:gdLst/>
              <a:ahLst/>
              <a:cxnLst/>
              <a:rect l="l" t="t" r="r" b="b"/>
              <a:pathLst>
                <a:path w="8924" h="68" extrusionOk="0">
                  <a:moveTo>
                    <a:pt x="4462" y="0"/>
                  </a:moveTo>
                  <a:cubicBezTo>
                    <a:pt x="1989" y="0"/>
                    <a:pt x="1" y="17"/>
                    <a:pt x="1" y="34"/>
                  </a:cubicBezTo>
                  <a:cubicBezTo>
                    <a:pt x="1" y="50"/>
                    <a:pt x="1989" y="67"/>
                    <a:pt x="4462" y="67"/>
                  </a:cubicBezTo>
                  <a:cubicBezTo>
                    <a:pt x="6918" y="67"/>
                    <a:pt x="8923" y="50"/>
                    <a:pt x="8923" y="34"/>
                  </a:cubicBezTo>
                  <a:cubicBezTo>
                    <a:pt x="8923" y="17"/>
                    <a:pt x="6918" y="0"/>
                    <a:pt x="44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5" name="Google Shape;4100;p60"/>
            <p:cNvSpPr/>
            <p:nvPr/>
          </p:nvSpPr>
          <p:spPr>
            <a:xfrm>
              <a:off x="5156545" y="2764496"/>
              <a:ext cx="53317" cy="4460"/>
            </a:xfrm>
            <a:custGeom>
              <a:avLst/>
              <a:gdLst/>
              <a:ahLst/>
              <a:cxnLst/>
              <a:rect l="l" t="t" r="r" b="b"/>
              <a:pathLst>
                <a:path w="753" h="63" extrusionOk="0">
                  <a:moveTo>
                    <a:pt x="376" y="0"/>
                  </a:moveTo>
                  <a:cubicBezTo>
                    <a:pt x="251" y="0"/>
                    <a:pt x="126" y="8"/>
                    <a:pt x="0" y="25"/>
                  </a:cubicBezTo>
                  <a:cubicBezTo>
                    <a:pt x="126" y="50"/>
                    <a:pt x="251" y="63"/>
                    <a:pt x="376" y="63"/>
                  </a:cubicBezTo>
                  <a:cubicBezTo>
                    <a:pt x="502" y="63"/>
                    <a:pt x="627" y="50"/>
                    <a:pt x="752" y="25"/>
                  </a:cubicBezTo>
                  <a:cubicBezTo>
                    <a:pt x="627" y="8"/>
                    <a:pt x="502" y="0"/>
                    <a:pt x="3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6" name="Google Shape;4101;p60"/>
            <p:cNvSpPr/>
            <p:nvPr/>
          </p:nvSpPr>
          <p:spPr>
            <a:xfrm>
              <a:off x="5209791" y="2767399"/>
              <a:ext cx="412933" cy="4814"/>
            </a:xfrm>
            <a:custGeom>
              <a:avLst/>
              <a:gdLst/>
              <a:ahLst/>
              <a:cxnLst/>
              <a:rect l="l" t="t" r="r" b="b"/>
              <a:pathLst>
                <a:path w="5832" h="68" extrusionOk="0">
                  <a:moveTo>
                    <a:pt x="2908" y="1"/>
                  </a:moveTo>
                  <a:cubicBezTo>
                    <a:pt x="1304" y="1"/>
                    <a:pt x="0" y="18"/>
                    <a:pt x="0" y="34"/>
                  </a:cubicBezTo>
                  <a:cubicBezTo>
                    <a:pt x="0" y="51"/>
                    <a:pt x="1304" y="68"/>
                    <a:pt x="2908" y="68"/>
                  </a:cubicBezTo>
                  <a:cubicBezTo>
                    <a:pt x="4528" y="68"/>
                    <a:pt x="5832" y="51"/>
                    <a:pt x="5832" y="34"/>
                  </a:cubicBezTo>
                  <a:cubicBezTo>
                    <a:pt x="5832" y="18"/>
                    <a:pt x="4528" y="1"/>
                    <a:pt x="29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4102;p60"/>
            <p:cNvSpPr/>
            <p:nvPr/>
          </p:nvSpPr>
          <p:spPr>
            <a:xfrm>
              <a:off x="5242927" y="2865604"/>
              <a:ext cx="370307" cy="4814"/>
            </a:xfrm>
            <a:custGeom>
              <a:avLst/>
              <a:gdLst/>
              <a:ahLst/>
              <a:cxnLst/>
              <a:rect l="l" t="t" r="r" b="b"/>
              <a:pathLst>
                <a:path w="5230" h="68" extrusionOk="0">
                  <a:moveTo>
                    <a:pt x="2607" y="1"/>
                  </a:moveTo>
                  <a:cubicBezTo>
                    <a:pt x="1170" y="1"/>
                    <a:pt x="0" y="17"/>
                    <a:pt x="0" y="34"/>
                  </a:cubicBezTo>
                  <a:cubicBezTo>
                    <a:pt x="0" y="51"/>
                    <a:pt x="1170" y="68"/>
                    <a:pt x="2607" y="68"/>
                  </a:cubicBezTo>
                  <a:cubicBezTo>
                    <a:pt x="4060" y="68"/>
                    <a:pt x="5230" y="51"/>
                    <a:pt x="5230" y="34"/>
                  </a:cubicBezTo>
                  <a:cubicBezTo>
                    <a:pt x="5230" y="17"/>
                    <a:pt x="4060" y="1"/>
                    <a:pt x="26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8" name="Google Shape;4103;p60"/>
            <p:cNvSpPr/>
            <p:nvPr/>
          </p:nvSpPr>
          <p:spPr>
            <a:xfrm>
              <a:off x="5274860" y="2957862"/>
              <a:ext cx="336038" cy="4814"/>
            </a:xfrm>
            <a:custGeom>
              <a:avLst/>
              <a:gdLst/>
              <a:ahLst/>
              <a:cxnLst/>
              <a:rect l="l" t="t" r="r" b="b"/>
              <a:pathLst>
                <a:path w="4746" h="68" extrusionOk="0">
                  <a:moveTo>
                    <a:pt x="2373" y="1"/>
                  </a:moveTo>
                  <a:cubicBezTo>
                    <a:pt x="1053" y="1"/>
                    <a:pt x="0" y="18"/>
                    <a:pt x="0" y="34"/>
                  </a:cubicBezTo>
                  <a:cubicBezTo>
                    <a:pt x="0" y="51"/>
                    <a:pt x="1053" y="68"/>
                    <a:pt x="2373" y="68"/>
                  </a:cubicBezTo>
                  <a:cubicBezTo>
                    <a:pt x="3676" y="68"/>
                    <a:pt x="4745" y="51"/>
                    <a:pt x="4745" y="34"/>
                  </a:cubicBezTo>
                  <a:cubicBezTo>
                    <a:pt x="4745" y="18"/>
                    <a:pt x="3676" y="1"/>
                    <a:pt x="23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9" name="Google Shape;4104;p60"/>
            <p:cNvSpPr/>
            <p:nvPr/>
          </p:nvSpPr>
          <p:spPr>
            <a:xfrm>
              <a:off x="5265372" y="3032420"/>
              <a:ext cx="359687" cy="4814"/>
            </a:xfrm>
            <a:custGeom>
              <a:avLst/>
              <a:gdLst/>
              <a:ahLst/>
              <a:cxnLst/>
              <a:rect l="l" t="t" r="r" b="b"/>
              <a:pathLst>
                <a:path w="5080" h="68" extrusionOk="0">
                  <a:moveTo>
                    <a:pt x="2540" y="1"/>
                  </a:moveTo>
                  <a:cubicBezTo>
                    <a:pt x="1137" y="1"/>
                    <a:pt x="1" y="1"/>
                    <a:pt x="1" y="34"/>
                  </a:cubicBezTo>
                  <a:cubicBezTo>
                    <a:pt x="1" y="51"/>
                    <a:pt x="1137" y="67"/>
                    <a:pt x="2540" y="67"/>
                  </a:cubicBezTo>
                  <a:cubicBezTo>
                    <a:pt x="3944" y="67"/>
                    <a:pt x="5080" y="51"/>
                    <a:pt x="5080" y="34"/>
                  </a:cubicBezTo>
                  <a:cubicBezTo>
                    <a:pt x="5080" y="17"/>
                    <a:pt x="3944" y="1"/>
                    <a:pt x="25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0" name="Google Shape;4105;p60"/>
            <p:cNvSpPr/>
            <p:nvPr/>
          </p:nvSpPr>
          <p:spPr>
            <a:xfrm>
              <a:off x="5239315" y="3127086"/>
              <a:ext cx="409462" cy="4814"/>
            </a:xfrm>
            <a:custGeom>
              <a:avLst/>
              <a:gdLst/>
              <a:ahLst/>
              <a:cxnLst/>
              <a:rect l="l" t="t" r="r" b="b"/>
              <a:pathLst>
                <a:path w="5783" h="68" extrusionOk="0">
                  <a:moveTo>
                    <a:pt x="2892" y="0"/>
                  </a:moveTo>
                  <a:cubicBezTo>
                    <a:pt x="1304" y="0"/>
                    <a:pt x="1" y="0"/>
                    <a:pt x="1" y="34"/>
                  </a:cubicBezTo>
                  <a:cubicBezTo>
                    <a:pt x="1" y="50"/>
                    <a:pt x="1304" y="67"/>
                    <a:pt x="2892" y="67"/>
                  </a:cubicBezTo>
                  <a:cubicBezTo>
                    <a:pt x="4496" y="67"/>
                    <a:pt x="5782" y="50"/>
                    <a:pt x="5782" y="34"/>
                  </a:cubicBezTo>
                  <a:cubicBezTo>
                    <a:pt x="5782" y="0"/>
                    <a:pt x="4496" y="0"/>
                    <a:pt x="28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1" name="Google Shape;4106;p60"/>
            <p:cNvSpPr/>
            <p:nvPr/>
          </p:nvSpPr>
          <p:spPr>
            <a:xfrm>
              <a:off x="5192018" y="2709481"/>
              <a:ext cx="75760" cy="221264"/>
            </a:xfrm>
            <a:custGeom>
              <a:avLst/>
              <a:gdLst/>
              <a:ahLst/>
              <a:cxnLst/>
              <a:rect l="l" t="t" r="r" b="b"/>
              <a:pathLst>
                <a:path w="1070" h="3125" extrusionOk="0">
                  <a:moveTo>
                    <a:pt x="1" y="0"/>
                  </a:moveTo>
                  <a:cubicBezTo>
                    <a:pt x="1" y="34"/>
                    <a:pt x="17" y="84"/>
                    <a:pt x="17" y="134"/>
                  </a:cubicBezTo>
                  <a:cubicBezTo>
                    <a:pt x="34" y="201"/>
                    <a:pt x="67" y="318"/>
                    <a:pt x="118" y="468"/>
                  </a:cubicBezTo>
                  <a:cubicBezTo>
                    <a:pt x="201" y="752"/>
                    <a:pt x="318" y="1153"/>
                    <a:pt x="485" y="1587"/>
                  </a:cubicBezTo>
                  <a:cubicBezTo>
                    <a:pt x="636" y="2022"/>
                    <a:pt x="786" y="2406"/>
                    <a:pt x="886" y="2674"/>
                  </a:cubicBezTo>
                  <a:cubicBezTo>
                    <a:pt x="936" y="2807"/>
                    <a:pt x="986" y="2924"/>
                    <a:pt x="1020" y="3008"/>
                  </a:cubicBezTo>
                  <a:cubicBezTo>
                    <a:pt x="1037" y="3058"/>
                    <a:pt x="1053" y="3091"/>
                    <a:pt x="1070" y="3125"/>
                  </a:cubicBezTo>
                  <a:cubicBezTo>
                    <a:pt x="1070" y="3091"/>
                    <a:pt x="1053" y="3041"/>
                    <a:pt x="1053" y="3008"/>
                  </a:cubicBezTo>
                  <a:cubicBezTo>
                    <a:pt x="1020" y="2924"/>
                    <a:pt x="986" y="2807"/>
                    <a:pt x="936" y="2657"/>
                  </a:cubicBezTo>
                  <a:cubicBezTo>
                    <a:pt x="836" y="2373"/>
                    <a:pt x="702" y="1988"/>
                    <a:pt x="552" y="1554"/>
                  </a:cubicBezTo>
                  <a:cubicBezTo>
                    <a:pt x="385" y="1136"/>
                    <a:pt x="251" y="735"/>
                    <a:pt x="151" y="451"/>
                  </a:cubicBezTo>
                  <a:cubicBezTo>
                    <a:pt x="118" y="301"/>
                    <a:pt x="67" y="151"/>
                    <a:pt x="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292" name="Gruppieren 291"/>
            <p:cNvGrpSpPr/>
            <p:nvPr/>
          </p:nvGrpSpPr>
          <p:grpSpPr>
            <a:xfrm>
              <a:off x="5735882" y="2778194"/>
              <a:ext cx="694000" cy="209438"/>
              <a:chOff x="6262653" y="1925108"/>
              <a:chExt cx="1021072" cy="209438"/>
            </a:xfrm>
          </p:grpSpPr>
          <p:sp>
            <p:nvSpPr>
              <p:cNvPr id="329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0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1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2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3" name="Gruppieren 292"/>
            <p:cNvGrpSpPr/>
            <p:nvPr/>
          </p:nvGrpSpPr>
          <p:grpSpPr>
            <a:xfrm>
              <a:off x="5740964" y="3279011"/>
              <a:ext cx="694000" cy="209438"/>
              <a:chOff x="6262653" y="1925108"/>
              <a:chExt cx="1021072" cy="209438"/>
            </a:xfrm>
          </p:grpSpPr>
          <p:sp>
            <p:nvSpPr>
              <p:cNvPr id="325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6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7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8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4" name="Gruppieren 293"/>
            <p:cNvGrpSpPr/>
            <p:nvPr/>
          </p:nvGrpSpPr>
          <p:grpSpPr>
            <a:xfrm>
              <a:off x="5727282" y="3744414"/>
              <a:ext cx="694000" cy="209438"/>
              <a:chOff x="6262653" y="1925108"/>
              <a:chExt cx="1021072" cy="209438"/>
            </a:xfrm>
          </p:grpSpPr>
          <p:sp>
            <p:nvSpPr>
              <p:cNvPr id="321" name="Google Shape;4016;p60"/>
              <p:cNvSpPr/>
              <p:nvPr/>
            </p:nvSpPr>
            <p:spPr>
              <a:xfrm>
                <a:off x="6262653" y="192510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2" name="Google Shape;4017;p60"/>
              <p:cNvSpPr/>
              <p:nvPr/>
            </p:nvSpPr>
            <p:spPr>
              <a:xfrm>
                <a:off x="6262653" y="1993717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0"/>
                    </a:moveTo>
                    <a:cubicBezTo>
                      <a:pt x="3226" y="0"/>
                      <a:pt x="1" y="17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7"/>
                      <a:pt x="11196" y="0"/>
                      <a:pt x="7219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3" name="Google Shape;4018;p60"/>
              <p:cNvSpPr/>
              <p:nvPr/>
            </p:nvSpPr>
            <p:spPr>
              <a:xfrm>
                <a:off x="6262653" y="2062328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"/>
                      <a:pt x="1" y="34"/>
                    </a:cubicBezTo>
                    <a:cubicBezTo>
                      <a:pt x="1" y="51"/>
                      <a:pt x="3226" y="67"/>
                      <a:pt x="7219" y="67"/>
                    </a:cubicBezTo>
                    <a:cubicBezTo>
                      <a:pt x="11196" y="67"/>
                      <a:pt x="14420" y="51"/>
                      <a:pt x="14420" y="34"/>
                    </a:cubicBezTo>
                    <a:cubicBezTo>
                      <a:pt x="14420" y="1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4" name="Google Shape;4019;p60"/>
              <p:cNvSpPr/>
              <p:nvPr/>
            </p:nvSpPr>
            <p:spPr>
              <a:xfrm>
                <a:off x="6262653" y="2129732"/>
                <a:ext cx="1021072" cy="4814"/>
              </a:xfrm>
              <a:custGeom>
                <a:avLst/>
                <a:gdLst/>
                <a:ahLst/>
                <a:cxnLst/>
                <a:rect l="l" t="t" r="r" b="b"/>
                <a:pathLst>
                  <a:path w="14421" h="68" extrusionOk="0">
                    <a:moveTo>
                      <a:pt x="7219" y="1"/>
                    </a:moveTo>
                    <a:cubicBezTo>
                      <a:pt x="3226" y="1"/>
                      <a:pt x="1" y="18"/>
                      <a:pt x="1" y="34"/>
                    </a:cubicBezTo>
                    <a:cubicBezTo>
                      <a:pt x="1" y="51"/>
                      <a:pt x="3226" y="68"/>
                      <a:pt x="7219" y="68"/>
                    </a:cubicBezTo>
                    <a:cubicBezTo>
                      <a:pt x="11196" y="68"/>
                      <a:pt x="14420" y="51"/>
                      <a:pt x="14420" y="34"/>
                    </a:cubicBezTo>
                    <a:cubicBezTo>
                      <a:pt x="14420" y="18"/>
                      <a:pt x="11196" y="1"/>
                      <a:pt x="7219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5" name="Gruppieren 294"/>
            <p:cNvGrpSpPr/>
            <p:nvPr/>
          </p:nvGrpSpPr>
          <p:grpSpPr>
            <a:xfrm>
              <a:off x="6500110" y="1780140"/>
              <a:ext cx="853377" cy="108000"/>
              <a:chOff x="6500110" y="1780140"/>
              <a:chExt cx="853377" cy="108000"/>
            </a:xfrm>
          </p:grpSpPr>
          <p:sp>
            <p:nvSpPr>
              <p:cNvPr id="316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7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8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9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0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6" name="Gruppieren 295"/>
            <p:cNvGrpSpPr/>
            <p:nvPr/>
          </p:nvGrpSpPr>
          <p:grpSpPr>
            <a:xfrm>
              <a:off x="6500110" y="2288400"/>
              <a:ext cx="853377" cy="108000"/>
              <a:chOff x="6500110" y="1780140"/>
              <a:chExt cx="853377" cy="108000"/>
            </a:xfrm>
          </p:grpSpPr>
          <p:sp>
            <p:nvSpPr>
              <p:cNvPr id="311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2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3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4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5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7" name="Gruppieren 296"/>
            <p:cNvGrpSpPr/>
            <p:nvPr/>
          </p:nvGrpSpPr>
          <p:grpSpPr>
            <a:xfrm>
              <a:off x="6495391" y="2822745"/>
              <a:ext cx="853377" cy="108000"/>
              <a:chOff x="6500110" y="1780140"/>
              <a:chExt cx="853377" cy="108000"/>
            </a:xfrm>
          </p:grpSpPr>
          <p:sp>
            <p:nvSpPr>
              <p:cNvPr id="306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7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8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9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10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298" name="Gruppieren 297"/>
            <p:cNvGrpSpPr/>
            <p:nvPr/>
          </p:nvGrpSpPr>
          <p:grpSpPr>
            <a:xfrm>
              <a:off x="6495391" y="3327595"/>
              <a:ext cx="853377" cy="108000"/>
              <a:chOff x="6500110" y="1780140"/>
              <a:chExt cx="853377" cy="108000"/>
            </a:xfrm>
          </p:grpSpPr>
          <p:sp>
            <p:nvSpPr>
              <p:cNvPr id="301" name="Google Shape;4026;p60"/>
              <p:cNvSpPr/>
              <p:nvPr/>
            </p:nvSpPr>
            <p:spPr>
              <a:xfrm>
                <a:off x="650011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2" name="Google Shape;4026;p60"/>
              <p:cNvSpPr/>
              <p:nvPr/>
            </p:nvSpPr>
            <p:spPr>
              <a:xfrm>
                <a:off x="668643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3" name="Google Shape;4026;p60"/>
              <p:cNvSpPr/>
              <p:nvPr/>
            </p:nvSpPr>
            <p:spPr>
              <a:xfrm>
                <a:off x="6868080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4" name="Google Shape;4026;p60"/>
              <p:cNvSpPr/>
              <p:nvPr/>
            </p:nvSpPr>
            <p:spPr>
              <a:xfrm>
                <a:off x="7054402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05" name="Google Shape;4026;p60"/>
              <p:cNvSpPr/>
              <p:nvPr/>
            </p:nvSpPr>
            <p:spPr>
              <a:xfrm>
                <a:off x="7245487" y="1780140"/>
                <a:ext cx="108000" cy="108000"/>
              </a:xfrm>
              <a:custGeom>
                <a:avLst/>
                <a:gdLst/>
                <a:ahLst/>
                <a:cxnLst/>
                <a:rect l="l" t="t" r="r" b="b"/>
                <a:pathLst>
                  <a:path w="4646" h="4646" extrusionOk="0">
                    <a:moveTo>
                      <a:pt x="4512" y="135"/>
                    </a:moveTo>
                    <a:lnTo>
                      <a:pt x="4512" y="4512"/>
                    </a:lnTo>
                    <a:lnTo>
                      <a:pt x="134" y="4512"/>
                    </a:lnTo>
                    <a:lnTo>
                      <a:pt x="134" y="135"/>
                    </a:lnTo>
                    <a:close/>
                    <a:moveTo>
                      <a:pt x="0" y="1"/>
                    </a:moveTo>
                    <a:lnTo>
                      <a:pt x="0" y="4646"/>
                    </a:lnTo>
                    <a:lnTo>
                      <a:pt x="4645" y="4646"/>
                    </a:lnTo>
                    <a:lnTo>
                      <a:pt x="4645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9525">
                <a:solidFill>
                  <a:schemeClr val="tx1"/>
                </a:solidFill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299" name="Google Shape;9650;p71"/>
            <p:cNvSpPr>
              <a:spLocks noChangeAspect="1"/>
            </p:cNvSpPr>
            <p:nvPr/>
          </p:nvSpPr>
          <p:spPr>
            <a:xfrm>
              <a:off x="6655337" y="2829961"/>
              <a:ext cx="138848" cy="137461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0" name="Google Shape;9650;p71"/>
            <p:cNvSpPr>
              <a:spLocks noChangeAspect="1"/>
            </p:cNvSpPr>
            <p:nvPr/>
          </p:nvSpPr>
          <p:spPr>
            <a:xfrm>
              <a:off x="7068515" y="2302135"/>
              <a:ext cx="138848" cy="137461"/>
            </a:xfrm>
            <a:custGeom>
              <a:avLst/>
              <a:gdLst/>
              <a:ahLst/>
              <a:cxnLst/>
              <a:rect l="l" t="t" r="r" b="b"/>
              <a:pathLst>
                <a:path w="11113" h="11002" extrusionOk="0">
                  <a:moveTo>
                    <a:pt x="2619" y="0"/>
                  </a:moveTo>
                  <a:cubicBezTo>
                    <a:pt x="2492" y="0"/>
                    <a:pt x="2366" y="49"/>
                    <a:pt x="2268" y="146"/>
                  </a:cubicBezTo>
                  <a:lnTo>
                    <a:pt x="201" y="2213"/>
                  </a:lnTo>
                  <a:cubicBezTo>
                    <a:pt x="7" y="2407"/>
                    <a:pt x="7" y="2719"/>
                    <a:pt x="201" y="2914"/>
                  </a:cubicBezTo>
                  <a:lnTo>
                    <a:pt x="2782" y="5501"/>
                  </a:lnTo>
                  <a:lnTo>
                    <a:pt x="195" y="8081"/>
                  </a:lnTo>
                  <a:cubicBezTo>
                    <a:pt x="0" y="8275"/>
                    <a:pt x="0" y="8587"/>
                    <a:pt x="195" y="8782"/>
                  </a:cubicBezTo>
                  <a:lnTo>
                    <a:pt x="2268" y="10856"/>
                  </a:lnTo>
                  <a:cubicBezTo>
                    <a:pt x="2366" y="10953"/>
                    <a:pt x="2492" y="11001"/>
                    <a:pt x="2619" y="11001"/>
                  </a:cubicBezTo>
                  <a:cubicBezTo>
                    <a:pt x="2745" y="11001"/>
                    <a:pt x="2872" y="10953"/>
                    <a:pt x="2969" y="10856"/>
                  </a:cubicBezTo>
                  <a:lnTo>
                    <a:pt x="5556" y="8268"/>
                  </a:lnTo>
                  <a:lnTo>
                    <a:pt x="8143" y="10856"/>
                  </a:lnTo>
                  <a:cubicBezTo>
                    <a:pt x="8241" y="10953"/>
                    <a:pt x="8367" y="11001"/>
                    <a:pt x="8494" y="11001"/>
                  </a:cubicBezTo>
                  <a:cubicBezTo>
                    <a:pt x="8620" y="11001"/>
                    <a:pt x="8747" y="10953"/>
                    <a:pt x="8844" y="10856"/>
                  </a:cubicBezTo>
                  <a:lnTo>
                    <a:pt x="10911" y="8789"/>
                  </a:lnTo>
                  <a:cubicBezTo>
                    <a:pt x="11105" y="8594"/>
                    <a:pt x="11105" y="8275"/>
                    <a:pt x="10911" y="8081"/>
                  </a:cubicBezTo>
                  <a:lnTo>
                    <a:pt x="8331" y="5501"/>
                  </a:lnTo>
                  <a:lnTo>
                    <a:pt x="10918" y="2914"/>
                  </a:lnTo>
                  <a:cubicBezTo>
                    <a:pt x="11112" y="2719"/>
                    <a:pt x="11112" y="2407"/>
                    <a:pt x="10918" y="2213"/>
                  </a:cubicBezTo>
                  <a:lnTo>
                    <a:pt x="8844" y="146"/>
                  </a:lnTo>
                  <a:cubicBezTo>
                    <a:pt x="8747" y="49"/>
                    <a:pt x="8620" y="0"/>
                    <a:pt x="8494" y="0"/>
                  </a:cubicBezTo>
                  <a:cubicBezTo>
                    <a:pt x="8367" y="0"/>
                    <a:pt x="8241" y="49"/>
                    <a:pt x="8143" y="146"/>
                  </a:cubicBezTo>
                  <a:lnTo>
                    <a:pt x="5556" y="2726"/>
                  </a:lnTo>
                  <a:lnTo>
                    <a:pt x="2969" y="146"/>
                  </a:lnTo>
                  <a:cubicBezTo>
                    <a:pt x="2872" y="49"/>
                    <a:pt x="2745" y="0"/>
                    <a:pt x="2619" y="0"/>
                  </a:cubicBezTo>
                  <a:close/>
                </a:path>
              </a:pathLst>
            </a:cu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" name="Textfeld 27">
            <a:extLst>
              <a:ext uri="{FF2B5EF4-FFF2-40B4-BE49-F238E27FC236}">
                <a16:creationId xmlns:a16="http://schemas.microsoft.com/office/drawing/2014/main" id="{88B93DB5-89C4-9530-1573-5C7CC8967CED}"/>
              </a:ext>
            </a:extLst>
          </p:cNvPr>
          <p:cNvSpPr txBox="1"/>
          <p:nvPr/>
        </p:nvSpPr>
        <p:spPr>
          <a:xfrm>
            <a:off x="485622" y="394959"/>
            <a:ext cx="1913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WS 7</a:t>
            </a:r>
            <a:endParaRPr lang="en-GB" sz="2400" dirty="0">
              <a:latin typeface="Poppins" panose="020B0604020202020204" charset="0"/>
              <a:cs typeface="Poppi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011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Inhaltsplatzhalter 2"/>
          <p:cNvSpPr>
            <a:spLocks noGrp="1"/>
          </p:cNvSpPr>
          <p:nvPr>
            <p:ph idx="4294967295"/>
          </p:nvPr>
        </p:nvSpPr>
        <p:spPr>
          <a:xfrm>
            <a:off x="863601" y="1473200"/>
            <a:ext cx="8642351" cy="1949451"/>
          </a:xfrm>
        </p:spPr>
        <p:txBody>
          <a:bodyPr/>
          <a:lstStyle/>
          <a:p>
            <a:pPr>
              <a:spcAft>
                <a:spcPts val="400"/>
              </a:spcAft>
              <a:buClr>
                <a:schemeClr val="accent5"/>
              </a:buClr>
              <a:buFont typeface="Courier New" panose="02070309020205020404" pitchFamily="49" charset="0"/>
              <a:buChar char="o"/>
              <a:defRPr/>
            </a:pPr>
            <a:r>
              <a:rPr lang="fr-FR" altLang="de-DE" sz="1867" dirty="0">
                <a:latin typeface="Poppins" panose="020B0604020202020204" charset="0"/>
                <a:cs typeface="Poppins" panose="020B0604020202020204" charset="0"/>
              </a:rPr>
              <a:t>To improve your business, you need to be innovative.  </a:t>
            </a:r>
            <a:r>
              <a:rPr lang="fr-FR" altLang="de-DE" sz="1867" dirty="0" err="1">
                <a:latin typeface="Poppins" panose="020B0604020202020204" charset="0"/>
                <a:cs typeface="Poppins" panose="020B0604020202020204" charset="0"/>
              </a:rPr>
              <a:t>Being</a:t>
            </a:r>
            <a:r>
              <a:rPr lang="fr-FR" altLang="de-DE" sz="1867" dirty="0">
                <a:latin typeface="Poppins" panose="020B0604020202020204" charset="0"/>
                <a:cs typeface="Poppins" panose="020B0604020202020204" charset="0"/>
              </a:rPr>
              <a:t> innovative </a:t>
            </a:r>
            <a:r>
              <a:rPr lang="fr-FR" altLang="de-DE" sz="1867" dirty="0" err="1">
                <a:latin typeface="Poppins" panose="020B0604020202020204" charset="0"/>
                <a:cs typeface="Poppins" panose="020B0604020202020204" charset="0"/>
              </a:rPr>
              <a:t>means</a:t>
            </a:r>
            <a:r>
              <a:rPr lang="fr-FR" altLang="de-DE" sz="1867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fr-FR" altLang="de-DE" sz="1867" dirty="0" err="1">
                <a:latin typeface="Poppins" panose="020B0604020202020204" charset="0"/>
                <a:cs typeface="Poppins" panose="020B0604020202020204" charset="0"/>
              </a:rPr>
              <a:t>creating</a:t>
            </a:r>
            <a:r>
              <a:rPr lang="fr-FR" altLang="de-DE" sz="1867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fr-FR" altLang="de-DE" sz="1867" dirty="0" err="1">
                <a:latin typeface="Poppins" panose="020B0604020202020204" charset="0"/>
                <a:cs typeface="Poppins" panose="020B0604020202020204" charset="0"/>
              </a:rPr>
              <a:t>ideas</a:t>
            </a:r>
            <a:r>
              <a:rPr lang="fr-FR" altLang="de-DE" sz="1867" dirty="0"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fr-FR" altLang="de-DE" sz="1867" dirty="0" err="1">
                <a:latin typeface="Poppins" panose="020B0604020202020204" charset="0"/>
                <a:cs typeface="Poppins" panose="020B0604020202020204" charset="0"/>
              </a:rPr>
              <a:t>which</a:t>
            </a:r>
            <a:r>
              <a:rPr lang="fr-FR" altLang="de-DE" sz="1867" dirty="0">
                <a:latin typeface="Poppins" panose="020B0604020202020204" charset="0"/>
                <a:cs typeface="Poppins" panose="020B0604020202020204" charset="0"/>
              </a:rPr>
              <a:t> are both new and useful.</a:t>
            </a:r>
          </a:p>
          <a:p>
            <a:pPr>
              <a:spcAft>
                <a:spcPts val="400"/>
              </a:spcAft>
              <a:buClr>
                <a:schemeClr val="accent5"/>
              </a:buClr>
              <a:buFont typeface="Courier New" panose="02070309020205020404" pitchFamily="49" charset="0"/>
              <a:buChar char="o"/>
              <a:defRPr/>
            </a:pPr>
            <a:r>
              <a:rPr lang="fr-FR" sz="1867" dirty="0">
                <a:latin typeface="Poppins" panose="020B0604020202020204" charset="0"/>
                <a:cs typeface="Poppins" panose="020B0604020202020204" charset="0"/>
              </a:rPr>
              <a:t>There are </a:t>
            </a:r>
            <a:r>
              <a:rPr lang="fr-FR" sz="1867" dirty="0">
                <a:solidFill>
                  <a:srgbClr val="47362D"/>
                </a:solidFill>
                <a:latin typeface="Poppins" panose="020B0604020202020204" charset="0"/>
                <a:cs typeface="Poppins" panose="020B0604020202020204" charset="0"/>
              </a:rPr>
              <a:t>3 areas where you can be innovative to create opportunities</a:t>
            </a:r>
            <a:endParaRPr lang="fr-FR" altLang="de-DE" sz="1867" dirty="0">
              <a:solidFill>
                <a:srgbClr val="47362D"/>
              </a:solidFill>
              <a:latin typeface="Poppins" panose="020B0604020202020204" charset="0"/>
              <a:cs typeface="Poppins" panose="020B0604020202020204" charset="0"/>
            </a:endParaRPr>
          </a:p>
          <a:p>
            <a:pPr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endParaRPr lang="fr-FR" altLang="de-DE" sz="2000" dirty="0">
              <a:solidFill>
                <a:srgbClr val="92D050"/>
              </a:solidFill>
            </a:endParaRPr>
          </a:p>
          <a:p>
            <a:pPr>
              <a:spcAft>
                <a:spcPts val="40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/>
            </a:pPr>
            <a:endParaRPr lang="fr-FR" altLang="de-DE" sz="2000" dirty="0"/>
          </a:p>
        </p:txBody>
      </p:sp>
      <p:sp>
        <p:nvSpPr>
          <p:cNvPr id="58" name="Titel 4"/>
          <p:cNvSpPr>
            <a:spLocks noGrp="1"/>
          </p:cNvSpPr>
          <p:nvPr>
            <p:ph type="title"/>
          </p:nvPr>
        </p:nvSpPr>
        <p:spPr>
          <a:xfrm>
            <a:off x="736600" y="194733"/>
            <a:ext cx="9499600" cy="762000"/>
          </a:xfrm>
        </p:spPr>
        <p:txBody>
          <a:bodyPr/>
          <a:lstStyle/>
          <a:p>
            <a:r>
              <a:rPr lang="fr-FR" altLang="de-DE" sz="3200" dirty="0"/>
              <a:t>EVERY BUSINESS CAN AND SHOULD </a:t>
            </a:r>
            <a:br>
              <a:rPr lang="fr-FR" altLang="de-DE" sz="3200" dirty="0"/>
            </a:br>
            <a:r>
              <a:rPr lang="fr-FR" altLang="de-DE" sz="3200" dirty="0"/>
              <a:t>BE IMPROVED</a:t>
            </a:r>
            <a:br>
              <a:rPr lang="fr-FR" altLang="de-DE" sz="3200" dirty="0"/>
            </a:br>
            <a:endParaRPr lang="fr-FR" sz="3200" dirty="0"/>
          </a:p>
        </p:txBody>
      </p:sp>
      <p:cxnSp>
        <p:nvCxnSpPr>
          <p:cNvPr id="5" name="Gerade Verbindung mit Pfeil 4"/>
          <p:cNvCxnSpPr>
            <a:cxnSpLocks/>
          </p:cNvCxnSpPr>
          <p:nvPr/>
        </p:nvCxnSpPr>
        <p:spPr bwMode="auto">
          <a:xfrm>
            <a:off x="5933489" y="4307294"/>
            <a:ext cx="1" cy="292703"/>
          </a:xfrm>
          <a:prstGeom prst="straightConnector1">
            <a:avLst/>
          </a:prstGeom>
          <a:noFill/>
          <a:ln w="127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Rectangle 5">
            <a:extLst>
              <a:ext uri="{FF2B5EF4-FFF2-40B4-BE49-F238E27FC236}">
                <a16:creationId xmlns:a16="http://schemas.microsoft.com/office/drawing/2014/main" id="{E74AF7B9-A4BE-4AF1-9929-47ACBEEB9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351" y="4786852"/>
            <a:ext cx="24160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de-DE" sz="1800" b="1" dirty="0">
                <a:latin typeface="Poppins" panose="020B0604020202020204" charset="0"/>
                <a:cs typeface="Poppins" panose="020B0604020202020204" charset="0"/>
              </a:rPr>
              <a:t>The Product/Service</a:t>
            </a:r>
            <a:endParaRPr lang="de-DE" altLang="de-DE" sz="18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4AA8599B-FB2B-42BD-90D2-991B5284E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5712" y="4684697"/>
            <a:ext cx="18133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de-DE" sz="1800" b="1" dirty="0">
                <a:latin typeface="Poppins" panose="020B0604020202020204" charset="0"/>
                <a:cs typeface="Poppins" panose="020B0604020202020204" charset="0"/>
              </a:rPr>
              <a:t>The P</a:t>
            </a:r>
            <a:r>
              <a:rPr lang="fr-FR" altLang="de-DE" sz="1800" b="1" dirty="0" err="1">
                <a:latin typeface="Poppins" panose="020B0604020202020204" charset="0"/>
                <a:cs typeface="Poppins" panose="020B0604020202020204" charset="0"/>
              </a:rPr>
              <a:t>rocesses</a:t>
            </a:r>
            <a:endParaRPr lang="fr-FR" altLang="de-DE" sz="18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32CE7A89-93A3-416B-9CD0-208107E1F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9445" y="4650843"/>
            <a:ext cx="249572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GB" altLang="de-DE" sz="1800" b="1" dirty="0">
                <a:latin typeface="Poppins" panose="020B0604020202020204" charset="0"/>
                <a:cs typeface="Poppins" panose="020B0604020202020204" charset="0"/>
              </a:rPr>
              <a:t>Communication</a:t>
            </a:r>
            <a:endParaRPr lang="fr-FR" altLang="de-DE" sz="1800" b="1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54090CA9-0C4B-4CB4-BEAA-39E6D4917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2771" y="4653420"/>
            <a:ext cx="2743200" cy="180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228E1D20-1C5C-41E7-9EA7-1DCB2B612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771" y="4653420"/>
            <a:ext cx="2743200" cy="180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76CEF791-461F-4F66-B789-C13B76595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1971" y="4653420"/>
            <a:ext cx="2743200" cy="1800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de-DE" altLang="de-DE"/>
          </a:p>
        </p:txBody>
      </p:sp>
      <p:sp>
        <p:nvSpPr>
          <p:cNvPr id="29" name="Text Box 13">
            <a:extLst>
              <a:ext uri="{FF2B5EF4-FFF2-40B4-BE49-F238E27FC236}">
                <a16:creationId xmlns:a16="http://schemas.microsoft.com/office/drawing/2014/main" id="{3754CAC5-7307-4ACD-9F5D-98AE089E3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1131" y="3672992"/>
            <a:ext cx="17424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fr-FR" altLang="de-DE" sz="1800" b="1" dirty="0">
                <a:latin typeface="Poppins" panose="020B0604020202020204" charset="0"/>
                <a:cs typeface="Poppins" panose="020B0604020202020204" charset="0"/>
              </a:rPr>
              <a:t>Innovation </a:t>
            </a:r>
          </a:p>
          <a:p>
            <a:pPr algn="ctr"/>
            <a:r>
              <a:rPr lang="fr-FR" altLang="de-DE" sz="1800" dirty="0">
                <a:latin typeface="Poppins" panose="020B0604020202020204" charset="0"/>
                <a:cs typeface="Poppins" panose="020B0604020202020204" charset="0"/>
              </a:rPr>
              <a:t>is about :</a:t>
            </a:r>
          </a:p>
        </p:txBody>
      </p:sp>
      <p:cxnSp>
        <p:nvCxnSpPr>
          <p:cNvPr id="34" name="Gerade Verbindung mit Pfeil 33">
            <a:extLst>
              <a:ext uri="{FF2B5EF4-FFF2-40B4-BE49-F238E27FC236}">
                <a16:creationId xmlns:a16="http://schemas.microsoft.com/office/drawing/2014/main" id="{86AF9641-AC28-41BF-BFDA-A7018139E560}"/>
              </a:ext>
            </a:extLst>
          </p:cNvPr>
          <p:cNvCxnSpPr/>
          <p:nvPr/>
        </p:nvCxnSpPr>
        <p:spPr bwMode="auto">
          <a:xfrm flipH="1">
            <a:off x="2984373" y="4080233"/>
            <a:ext cx="2183879" cy="354529"/>
          </a:xfrm>
          <a:prstGeom prst="straightConnector1">
            <a:avLst/>
          </a:prstGeom>
          <a:noFill/>
          <a:ln w="127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3D3D31A5-0045-4FEA-9941-0962DD95819B}"/>
              </a:ext>
            </a:extLst>
          </p:cNvPr>
          <p:cNvCxnSpPr>
            <a:cxnSpLocks/>
          </p:cNvCxnSpPr>
          <p:nvPr/>
        </p:nvCxnSpPr>
        <p:spPr bwMode="auto">
          <a:xfrm>
            <a:off x="6775320" y="4080233"/>
            <a:ext cx="2137451" cy="354529"/>
          </a:xfrm>
          <a:prstGeom prst="straightConnector1">
            <a:avLst/>
          </a:prstGeom>
          <a:noFill/>
          <a:ln w="12700" cap="flat" cmpd="sng" algn="ctr">
            <a:solidFill>
              <a:schemeClr val="accent5"/>
            </a:solidFill>
            <a:prstDash val="solid"/>
            <a:round/>
            <a:headEnd type="none" w="med" len="med"/>
            <a:tailEnd type="arrow"/>
          </a:ln>
          <a:effectLst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="" xmlns:a16="http://schemas.microsoft.com/office/drawing/2014/main" xmlns:p14="http://schemas.microsoft.com/office/powerpoint/2010/main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19782" y="5186961"/>
            <a:ext cx="1329177" cy="1136200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2403" y="5163562"/>
            <a:ext cx="1264855" cy="1094333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65669" y="5084807"/>
            <a:ext cx="1399001" cy="1173088"/>
          </a:xfrm>
          <a:prstGeom prst="rect">
            <a:avLst/>
          </a:prstGeom>
        </p:spPr>
      </p:pic>
      <p:pic>
        <p:nvPicPr>
          <p:cNvPr id="72" name="Grafik 71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350"/>
          <a:stretch/>
        </p:blipFill>
        <p:spPr>
          <a:xfrm>
            <a:off x="10278414" y="138881"/>
            <a:ext cx="868577" cy="73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188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3A094-0F13-70FC-5F28-E2C8F001B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1" y="2831467"/>
            <a:ext cx="3343700" cy="1292400"/>
          </a:xfrm>
        </p:spPr>
        <p:txBody>
          <a:bodyPr/>
          <a:lstStyle/>
          <a:p>
            <a:r>
              <a:rPr lang="en-GB" dirty="0"/>
              <a:t>INNOVATIVE</a:t>
            </a:r>
            <a:br>
              <a:rPr lang="en-GB" dirty="0"/>
            </a:br>
            <a:r>
              <a:rPr lang="en-GB" dirty="0"/>
              <a:t>SOLUTIONS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9540E53-9B95-05C6-5B84-CE89BCFEE58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4030532" y="287263"/>
            <a:ext cx="8276217" cy="34828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A74CA0-B649-4692-51C2-D29ACC91732D}"/>
              </a:ext>
            </a:extLst>
          </p:cNvPr>
          <p:cNvSpPr txBox="1"/>
          <p:nvPr/>
        </p:nvSpPr>
        <p:spPr>
          <a:xfrm>
            <a:off x="3906399" y="4123867"/>
            <a:ext cx="7869639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Josefin Sans" pitchFamily="2" charset="0"/>
              </a:rPr>
              <a:t>That evening quail came and covered the camp, and in the morning there was a layer of dew around the camp. When the dew was gone, thin flakes like frost on the ground appeared on the desert floor. </a:t>
            </a:r>
            <a:r>
              <a:rPr lang="en-US" sz="1400" baseline="30000" dirty="0">
                <a:latin typeface="Josefin Sans" pitchFamily="2" charset="0"/>
              </a:rPr>
              <a:t> </a:t>
            </a:r>
            <a:r>
              <a:rPr lang="en-US" sz="1400" dirty="0">
                <a:latin typeface="Josefin Sans" pitchFamily="2" charset="0"/>
              </a:rPr>
              <a:t>When the Israelites saw it, they said to each other, “What is it?” For they did not know what it was.</a:t>
            </a:r>
          </a:p>
          <a:p>
            <a:r>
              <a:rPr lang="en-US" sz="1400" dirty="0">
                <a:latin typeface="Josefin Sans" pitchFamily="2" charset="0"/>
              </a:rPr>
              <a:t>Moses said to them, “It is the bread the </a:t>
            </a:r>
            <a:r>
              <a:rPr lang="en-US" sz="1400" cap="small" dirty="0">
                <a:latin typeface="Josefin Sans" pitchFamily="2" charset="0"/>
              </a:rPr>
              <a:t>Lord</a:t>
            </a:r>
            <a:r>
              <a:rPr lang="en-US" sz="1400" dirty="0">
                <a:latin typeface="Josefin Sans" pitchFamily="2" charset="0"/>
              </a:rPr>
              <a:t> has given you to eat. </a:t>
            </a:r>
          </a:p>
          <a:p>
            <a:endParaRPr lang="en-US" sz="1400" dirty="0">
              <a:latin typeface="Josefin Sans" pitchFamily="2" charset="0"/>
            </a:endParaRPr>
          </a:p>
          <a:p>
            <a:r>
              <a:rPr lang="en-US" sz="1400" dirty="0">
                <a:latin typeface="Josefin Sans" pitchFamily="2" charset="0"/>
              </a:rPr>
              <a:t>Exodus 16: 13-15</a:t>
            </a:r>
          </a:p>
        </p:txBody>
      </p:sp>
    </p:spTree>
    <p:extLst>
      <p:ext uri="{BB962C8B-B14F-4D97-AF65-F5344CB8AC3E}">
        <p14:creationId xmlns:p14="http://schemas.microsoft.com/office/powerpoint/2010/main" val="2223424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el 1"/>
          <p:cNvSpPr>
            <a:spLocks noGrp="1"/>
          </p:cNvSpPr>
          <p:nvPr>
            <p:ph type="title"/>
          </p:nvPr>
        </p:nvSpPr>
        <p:spPr>
          <a:xfrm>
            <a:off x="728134" y="592667"/>
            <a:ext cx="10634133" cy="764117"/>
          </a:xfrm>
        </p:spPr>
        <p:txBody>
          <a:bodyPr/>
          <a:lstStyle/>
          <a:p>
            <a:r>
              <a:rPr lang="fr-FR" altLang="de-DE" sz="3200" dirty="0">
                <a:solidFill>
                  <a:srgbClr val="47362D"/>
                </a:solidFill>
              </a:rPr>
              <a:t>THE IMPORTANCE OF INNOVATION</a:t>
            </a:r>
          </a:p>
        </p:txBody>
      </p:sp>
      <p:sp>
        <p:nvSpPr>
          <p:cNvPr id="9219" name="Inhaltsplatzhalter 2"/>
          <p:cNvSpPr>
            <a:spLocks noGrp="1"/>
          </p:cNvSpPr>
          <p:nvPr>
            <p:ph idx="4294967295"/>
          </p:nvPr>
        </p:nvSpPr>
        <p:spPr>
          <a:xfrm>
            <a:off x="1202267" y="1557867"/>
            <a:ext cx="10989733" cy="4897967"/>
          </a:xfrm>
        </p:spPr>
        <p:txBody>
          <a:bodyPr/>
          <a:lstStyle/>
          <a:p>
            <a:pPr>
              <a:buClr>
                <a:schemeClr val="accent3"/>
              </a:buClr>
              <a:buFont typeface="Courier New" panose="02070309020205020404" pitchFamily="49" charset="0"/>
              <a:buChar char="o"/>
              <a:defRPr/>
            </a:pPr>
            <a:r>
              <a:rPr lang="de-DE" sz="2000" b="1" dirty="0">
                <a:solidFill>
                  <a:schemeClr val="accent3">
                    <a:lumMod val="7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Do </a:t>
            </a:r>
            <a:r>
              <a:rPr lang="fr-FR" sz="2000" b="1" dirty="0" err="1">
                <a:solidFill>
                  <a:schemeClr val="accent3">
                    <a:lumMod val="7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something</a:t>
            </a:r>
            <a:r>
              <a:rPr lang="fr-FR" sz="2000" b="1" dirty="0">
                <a:solidFill>
                  <a:schemeClr val="accent3">
                    <a:lumMod val="7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 new </a:t>
            </a:r>
            <a:r>
              <a:rPr lang="fr-FR" sz="2000" b="1" dirty="0" err="1">
                <a:solidFill>
                  <a:schemeClr val="accent3">
                    <a:lumMod val="7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that</a:t>
            </a:r>
            <a:r>
              <a:rPr lang="fr-FR" sz="2000" b="1" dirty="0">
                <a:solidFill>
                  <a:schemeClr val="accent3">
                    <a:lumMod val="7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fr-FR" sz="2000" b="1" dirty="0" err="1">
                <a:solidFill>
                  <a:schemeClr val="accent3">
                    <a:lumMod val="7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your</a:t>
            </a:r>
            <a:r>
              <a:rPr lang="fr-FR" sz="2000" b="1" dirty="0">
                <a:solidFill>
                  <a:schemeClr val="accent3">
                    <a:lumMod val="7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 </a:t>
            </a:r>
            <a:r>
              <a:rPr lang="fr-FR" sz="2000" b="1" dirty="0" err="1">
                <a:solidFill>
                  <a:schemeClr val="accent3">
                    <a:lumMod val="7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competitors</a:t>
            </a:r>
            <a:r>
              <a:rPr lang="fr-FR" sz="2000" b="1" dirty="0">
                <a:solidFill>
                  <a:schemeClr val="accent3">
                    <a:lumMod val="7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 are not </a:t>
            </a:r>
            <a:r>
              <a:rPr lang="fr-FR" sz="2000" b="1" dirty="0" err="1">
                <a:solidFill>
                  <a:schemeClr val="accent3">
                    <a:lumMod val="7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doing</a:t>
            </a:r>
            <a:r>
              <a:rPr lang="fr-FR" sz="2000" b="1" dirty="0">
                <a:solidFill>
                  <a:schemeClr val="accent3">
                    <a:lumMod val="7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!</a:t>
            </a:r>
          </a:p>
          <a:p>
            <a:pPr>
              <a:buClr>
                <a:schemeClr val="accent3"/>
              </a:buClr>
              <a:buFont typeface="Courier New" panose="02070309020205020404" pitchFamily="49" charset="0"/>
              <a:buChar char="o"/>
              <a:defRPr/>
            </a:pPr>
            <a:endParaRPr lang="fr-FR" altLang="de-DE" sz="2000" dirty="0"/>
          </a:p>
          <a:p>
            <a:pPr>
              <a:buClr>
                <a:schemeClr val="accent3"/>
              </a:buClr>
              <a:buFont typeface="Courier New" panose="02070309020205020404" pitchFamily="49" charset="0"/>
              <a:buChar char="o"/>
              <a:defRPr/>
            </a:pPr>
            <a:r>
              <a:rPr lang="fr-FR" altLang="de-DE" sz="2000" dirty="0"/>
              <a:t>Vital Importance: </a:t>
            </a:r>
            <a:r>
              <a:rPr lang="fr-FR" altLang="de-DE" sz="2000" b="1" dirty="0">
                <a:solidFill>
                  <a:schemeClr val="accent3">
                    <a:lumMod val="75000"/>
                  </a:schemeClr>
                </a:solidFill>
              </a:rPr>
              <a:t>Never stand </a:t>
            </a:r>
            <a:r>
              <a:rPr lang="fr-FR" altLang="de-DE" sz="2000" b="1" dirty="0" err="1">
                <a:solidFill>
                  <a:schemeClr val="accent3">
                    <a:lumMod val="75000"/>
                  </a:schemeClr>
                </a:solidFill>
              </a:rPr>
              <a:t>still</a:t>
            </a:r>
            <a:r>
              <a:rPr lang="fr-FR" altLang="de-DE" sz="2000" b="1" dirty="0">
                <a:solidFill>
                  <a:schemeClr val="accent3">
                    <a:lumMod val="75000"/>
                  </a:schemeClr>
                </a:solidFill>
              </a:rPr>
              <a:t> - </a:t>
            </a:r>
            <a:r>
              <a:rPr lang="fr-FR" altLang="de-DE" sz="2000" b="1" dirty="0" err="1">
                <a:solidFill>
                  <a:schemeClr val="accent3">
                    <a:lumMod val="75000"/>
                  </a:schemeClr>
                </a:solidFill>
              </a:rPr>
              <a:t>stay</a:t>
            </a:r>
            <a:r>
              <a:rPr lang="fr-FR" altLang="de-DE" sz="2000" b="1" dirty="0">
                <a:solidFill>
                  <a:schemeClr val="accent3">
                    <a:lumMod val="75000"/>
                  </a:schemeClr>
                </a:solidFill>
              </a:rPr>
              <a:t> ahead of </a:t>
            </a:r>
            <a:r>
              <a:rPr lang="fr-FR" altLang="de-DE" sz="2000" dirty="0"/>
              <a:t>your </a:t>
            </a:r>
            <a:r>
              <a:rPr lang="fr-FR" altLang="de-DE" sz="2000" dirty="0" err="1"/>
              <a:t>competitors</a:t>
            </a:r>
            <a:r>
              <a:rPr lang="fr-FR" altLang="de-DE" sz="2000" dirty="0"/>
              <a:t> to help </a:t>
            </a:r>
            <a:r>
              <a:rPr lang="fr-FR" altLang="de-DE" sz="2000" dirty="0" err="1"/>
              <a:t>your</a:t>
            </a:r>
            <a:r>
              <a:rPr lang="fr-FR" altLang="de-DE" sz="2000" dirty="0"/>
              <a:t> business </a:t>
            </a:r>
            <a:r>
              <a:rPr lang="fr-FR" altLang="de-DE" sz="2000" dirty="0" err="1"/>
              <a:t>succeed</a:t>
            </a:r>
            <a:endParaRPr lang="fr-FR" altLang="de-DE" sz="2000" dirty="0">
              <a:solidFill>
                <a:srgbClr val="47362D"/>
              </a:solidFill>
            </a:endParaRPr>
          </a:p>
          <a:p>
            <a:pPr>
              <a:buClr>
                <a:schemeClr val="accent3"/>
              </a:buClr>
              <a:buFont typeface="Courier New" panose="02070309020205020404" pitchFamily="49" charset="0"/>
              <a:buChar char="o"/>
              <a:defRPr/>
            </a:pPr>
            <a:endParaRPr lang="fr-FR" altLang="de-DE" sz="2000" dirty="0">
              <a:solidFill>
                <a:srgbClr val="47362D"/>
              </a:solidFill>
            </a:endParaRPr>
          </a:p>
          <a:p>
            <a:pPr>
              <a:buClr>
                <a:schemeClr val="accent3"/>
              </a:buClr>
              <a:buFont typeface="Courier New" panose="02070309020205020404" pitchFamily="49" charset="0"/>
              <a:buChar char="o"/>
              <a:defRPr/>
            </a:pPr>
            <a:r>
              <a:rPr lang="fr-FR" altLang="de-DE" sz="2000" dirty="0">
                <a:solidFill>
                  <a:srgbClr val="47362D"/>
                </a:solidFill>
              </a:rPr>
              <a:t>When competitors try to copy you, think of new </a:t>
            </a:r>
            <a:r>
              <a:rPr lang="fr-FR" altLang="de-DE" sz="2000" dirty="0" err="1">
                <a:solidFill>
                  <a:srgbClr val="47362D"/>
                </a:solidFill>
              </a:rPr>
              <a:t>ideas</a:t>
            </a:r>
            <a:r>
              <a:rPr lang="fr-FR" altLang="de-DE" sz="2000" dirty="0">
                <a:solidFill>
                  <a:srgbClr val="47362D"/>
                </a:solidFill>
              </a:rPr>
              <a:t> to </a:t>
            </a:r>
            <a:r>
              <a:rPr lang="fr-FR" altLang="de-DE" sz="2000" dirty="0" err="1">
                <a:solidFill>
                  <a:srgbClr val="47362D"/>
                </a:solidFill>
              </a:rPr>
              <a:t>ensure</a:t>
            </a:r>
            <a:r>
              <a:rPr lang="fr-FR" altLang="de-DE" sz="2000" dirty="0">
                <a:solidFill>
                  <a:srgbClr val="47362D"/>
                </a:solidFill>
              </a:rPr>
              <a:t> </a:t>
            </a:r>
            <a:r>
              <a:rPr lang="fr-FR" altLang="de-DE" sz="2000" dirty="0" err="1">
                <a:solidFill>
                  <a:srgbClr val="47362D"/>
                </a:solidFill>
              </a:rPr>
              <a:t>your</a:t>
            </a:r>
            <a:r>
              <a:rPr lang="fr-FR" altLang="de-DE" sz="2000" dirty="0">
                <a:solidFill>
                  <a:srgbClr val="47362D"/>
                </a:solidFill>
              </a:rPr>
              <a:t> business </a:t>
            </a:r>
            <a:r>
              <a:rPr lang="fr-FR" altLang="de-DE" sz="2000" dirty="0" err="1">
                <a:solidFill>
                  <a:srgbClr val="47362D"/>
                </a:solidFill>
              </a:rPr>
              <a:t>remains</a:t>
            </a:r>
            <a:r>
              <a:rPr lang="fr-FR" altLang="de-DE" sz="2000" dirty="0">
                <a:solidFill>
                  <a:srgbClr val="47362D"/>
                </a:solidFill>
              </a:rPr>
              <a:t> unique!</a:t>
            </a:r>
          </a:p>
          <a:p>
            <a:pPr>
              <a:buClr>
                <a:schemeClr val="accent3"/>
              </a:buClr>
              <a:buFont typeface="Courier New" panose="02070309020205020404" pitchFamily="49" charset="0"/>
              <a:buChar char="o"/>
              <a:defRPr/>
            </a:pPr>
            <a:endParaRPr lang="fr-FR" altLang="de-DE" sz="2000" dirty="0">
              <a:solidFill>
                <a:srgbClr val="47362D"/>
              </a:solidFill>
            </a:endParaRPr>
          </a:p>
          <a:p>
            <a:pPr>
              <a:buClr>
                <a:schemeClr val="accent3"/>
              </a:buClr>
              <a:buFont typeface="Courier New" panose="02070309020205020404" pitchFamily="49" charset="0"/>
              <a:buChar char="o"/>
              <a:defRPr/>
            </a:pPr>
            <a:r>
              <a:rPr lang="fr-FR" altLang="de-DE" sz="2000" dirty="0">
                <a:solidFill>
                  <a:srgbClr val="47362D"/>
                </a:solidFill>
              </a:rPr>
              <a:t>To be innovative you need to identify new </a:t>
            </a:r>
            <a:r>
              <a:rPr lang="fr-FR" altLang="de-DE" sz="2000" dirty="0"/>
              <a:t>business opportunities!</a:t>
            </a:r>
          </a:p>
        </p:txBody>
      </p:sp>
      <p:pic>
        <p:nvPicPr>
          <p:cNvPr id="18" name="Grafik 17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350"/>
          <a:stretch/>
        </p:blipFill>
        <p:spPr>
          <a:xfrm>
            <a:off x="10278414" y="138881"/>
            <a:ext cx="868577" cy="735247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 rotWithShape="1">
          <a:blip r:embed="rId4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9872918" y="3946112"/>
            <a:ext cx="2103021" cy="18243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F79297A-BB0E-A573-EDA2-3BE764589F81}"/>
              </a:ext>
            </a:extLst>
          </p:cNvPr>
          <p:cNvGrpSpPr/>
          <p:nvPr/>
        </p:nvGrpSpPr>
        <p:grpSpPr>
          <a:xfrm>
            <a:off x="3810604" y="4954880"/>
            <a:ext cx="3726649" cy="1564689"/>
            <a:chOff x="1087026" y="3388629"/>
            <a:chExt cx="3684998" cy="1604058"/>
          </a:xfrm>
        </p:grpSpPr>
        <p:pic>
          <p:nvPicPr>
            <p:cNvPr id="8" name="Grafik 7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3250"/>
            <a:stretch/>
          </p:blipFill>
          <p:spPr>
            <a:xfrm>
              <a:off x="1087026" y="3388629"/>
              <a:ext cx="1675223" cy="1453246"/>
            </a:xfrm>
            <a:prstGeom prst="rect">
              <a:avLst/>
            </a:prstGeom>
          </p:spPr>
        </p:pic>
        <p:pic>
          <p:nvPicPr>
            <p:cNvPr id="9" name="Grafik 8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3250"/>
            <a:stretch/>
          </p:blipFill>
          <p:spPr>
            <a:xfrm>
              <a:off x="3096801" y="3388629"/>
              <a:ext cx="1675223" cy="1453246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3250"/>
            <a:stretch/>
          </p:blipFill>
          <p:spPr>
            <a:xfrm>
              <a:off x="2091914" y="3539441"/>
              <a:ext cx="1675223" cy="14532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631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el 1"/>
          <p:cNvSpPr>
            <a:spLocks noGrp="1"/>
          </p:cNvSpPr>
          <p:nvPr>
            <p:ph type="title"/>
          </p:nvPr>
        </p:nvSpPr>
        <p:spPr>
          <a:xfrm>
            <a:off x="728134" y="592667"/>
            <a:ext cx="10634133" cy="764117"/>
          </a:xfrm>
        </p:spPr>
        <p:txBody>
          <a:bodyPr/>
          <a:lstStyle/>
          <a:p>
            <a:r>
              <a:rPr lang="fr-FR" altLang="de-DE" sz="3200" dirty="0">
                <a:solidFill>
                  <a:srgbClr val="47362D"/>
                </a:solidFill>
              </a:rPr>
              <a:t>THE IMPORTANCE OF INNOVATION</a:t>
            </a:r>
          </a:p>
        </p:txBody>
      </p:sp>
      <p:sp>
        <p:nvSpPr>
          <p:cNvPr id="9219" name="Inhaltsplatzhalter 2"/>
          <p:cNvSpPr>
            <a:spLocks noGrp="1"/>
          </p:cNvSpPr>
          <p:nvPr>
            <p:ph idx="4294967295"/>
          </p:nvPr>
        </p:nvSpPr>
        <p:spPr>
          <a:xfrm>
            <a:off x="831865" y="1231296"/>
            <a:ext cx="10989733" cy="4897967"/>
          </a:xfrm>
        </p:spPr>
        <p:txBody>
          <a:bodyPr/>
          <a:lstStyle/>
          <a:p>
            <a:pPr marL="0" indent="0">
              <a:buClr>
                <a:schemeClr val="accent3"/>
              </a:buClr>
              <a:buNone/>
              <a:defRPr/>
            </a:pPr>
            <a:r>
              <a:rPr lang="fr-FR" altLang="de-DE" sz="2400" b="1" dirty="0"/>
              <a:t>EXERCISE</a:t>
            </a:r>
          </a:p>
          <a:p>
            <a:pPr marL="457200" lvl="1" indent="0">
              <a:buClr>
                <a:schemeClr val="accent3"/>
              </a:buClr>
              <a:buNone/>
              <a:defRPr/>
            </a:pPr>
            <a:r>
              <a:rPr lang="fr-FR" altLang="de-DE" dirty="0"/>
              <a:t>Instruction:</a:t>
            </a:r>
          </a:p>
          <a:p>
            <a:pPr marL="457200" lvl="1" indent="0">
              <a:buClr>
                <a:schemeClr val="accent3"/>
              </a:buClr>
              <a:buNone/>
              <a:defRPr/>
            </a:pPr>
            <a:endParaRPr lang="fr-FR" altLang="de-DE" dirty="0"/>
          </a:p>
          <a:p>
            <a:pPr marL="457200" lvl="1" indent="0">
              <a:buClr>
                <a:schemeClr val="accent3"/>
              </a:buClr>
              <a:buNone/>
              <a:defRPr/>
            </a:pPr>
            <a:r>
              <a:rPr lang="fr-FR" altLang="de-DE" sz="2200" dirty="0"/>
              <a:t>In groups of 4 identify why it’s so important to innovate in business using one example from all the three areas of innovation in any business:</a:t>
            </a:r>
          </a:p>
          <a:p>
            <a:pPr marL="457200" lvl="1" indent="0">
              <a:buClr>
                <a:schemeClr val="accent3"/>
              </a:buClr>
              <a:buNone/>
              <a:defRPr/>
            </a:pPr>
            <a:endParaRPr lang="fr-FR" altLang="de-DE" sz="2200" dirty="0"/>
          </a:p>
          <a:p>
            <a:pPr lvl="2">
              <a:buClr>
                <a:schemeClr val="accent3"/>
              </a:buClr>
              <a:defRPr/>
            </a:pPr>
            <a:r>
              <a:rPr lang="fr-FR" altLang="de-DE" dirty="0"/>
              <a:t>The Product/Service</a:t>
            </a:r>
          </a:p>
          <a:p>
            <a:pPr lvl="2">
              <a:buClr>
                <a:schemeClr val="accent3"/>
              </a:buClr>
              <a:defRPr/>
            </a:pPr>
            <a:r>
              <a:rPr lang="fr-FR" altLang="de-DE" dirty="0"/>
              <a:t>The Processes</a:t>
            </a:r>
          </a:p>
          <a:p>
            <a:pPr lvl="2">
              <a:buClr>
                <a:schemeClr val="accent3"/>
              </a:buClr>
              <a:defRPr/>
            </a:pPr>
            <a:r>
              <a:rPr lang="fr-FR" altLang="de-DE" dirty="0"/>
              <a:t>Communication</a:t>
            </a:r>
          </a:p>
          <a:p>
            <a:pPr marL="457200" lvl="1" indent="0">
              <a:buClr>
                <a:schemeClr val="accent3"/>
              </a:buClr>
              <a:buNone/>
              <a:defRPr/>
            </a:pPr>
            <a:endParaRPr lang="fr-FR" altLang="de-DE" dirty="0"/>
          </a:p>
        </p:txBody>
      </p:sp>
      <p:pic>
        <p:nvPicPr>
          <p:cNvPr id="18" name="Grafik 17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350"/>
          <a:stretch/>
        </p:blipFill>
        <p:spPr>
          <a:xfrm>
            <a:off x="10278414" y="138881"/>
            <a:ext cx="868577" cy="735247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 rotWithShape="1">
          <a:blip r:embed="rId4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9872918" y="3946112"/>
            <a:ext cx="2103021" cy="18243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F79297A-BB0E-A573-EDA2-3BE764589F81}"/>
              </a:ext>
            </a:extLst>
          </p:cNvPr>
          <p:cNvGrpSpPr/>
          <p:nvPr/>
        </p:nvGrpSpPr>
        <p:grpSpPr>
          <a:xfrm>
            <a:off x="3810604" y="4954880"/>
            <a:ext cx="3726649" cy="1564689"/>
            <a:chOff x="1087026" y="3388629"/>
            <a:chExt cx="3684998" cy="1604058"/>
          </a:xfrm>
        </p:grpSpPr>
        <p:pic>
          <p:nvPicPr>
            <p:cNvPr id="8" name="Grafik 7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3250"/>
            <a:stretch/>
          </p:blipFill>
          <p:spPr>
            <a:xfrm>
              <a:off x="1087026" y="3388629"/>
              <a:ext cx="1675223" cy="1453246"/>
            </a:xfrm>
            <a:prstGeom prst="rect">
              <a:avLst/>
            </a:prstGeom>
          </p:spPr>
        </p:pic>
        <p:pic>
          <p:nvPicPr>
            <p:cNvPr id="9" name="Grafik 8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3250"/>
            <a:stretch/>
          </p:blipFill>
          <p:spPr>
            <a:xfrm>
              <a:off x="3096801" y="3388629"/>
              <a:ext cx="1675223" cy="1453246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3250"/>
            <a:stretch/>
          </p:blipFill>
          <p:spPr>
            <a:xfrm>
              <a:off x="2091914" y="3539441"/>
              <a:ext cx="1675223" cy="14532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5346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de-DE" dirty="0"/>
              <a:t>Process of Opportunity Identification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B8376E-7F0E-4E8B-89BF-38FA73E7CC53}" type="slidenum">
              <a:rPr lang="de-DE" smtClean="0"/>
              <a:pPr>
                <a:defRPr/>
              </a:pPr>
              <a:t>9</a:t>
            </a:fld>
            <a:endParaRPr lang="de-DE" dirty="0"/>
          </a:p>
        </p:txBody>
      </p:sp>
      <p:sp>
        <p:nvSpPr>
          <p:cNvPr id="13315" name="Rechteck 1"/>
          <p:cNvSpPr>
            <a:spLocks noChangeArrowheads="1"/>
          </p:cNvSpPr>
          <p:nvPr/>
        </p:nvSpPr>
        <p:spPr bwMode="auto">
          <a:xfrm>
            <a:off x="2994036" y="1725305"/>
            <a:ext cx="2674937" cy="1949451"/>
          </a:xfrm>
          <a:prstGeom prst="rect">
            <a:avLst/>
          </a:prstGeom>
          <a:noFill/>
          <a:ln w="38100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sz="1800" b="1" dirty="0">
                <a:ln>
                  <a:solidFill>
                    <a:srgbClr val="FF3300"/>
                  </a:solidFill>
                </a:ln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13321" name="Rechteck 9"/>
          <p:cNvSpPr>
            <a:spLocks noChangeArrowheads="1"/>
          </p:cNvSpPr>
          <p:nvPr/>
        </p:nvSpPr>
        <p:spPr bwMode="auto">
          <a:xfrm>
            <a:off x="4505655" y="5975220"/>
            <a:ext cx="85407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social</a:t>
            </a:r>
          </a:p>
        </p:txBody>
      </p:sp>
      <p:sp>
        <p:nvSpPr>
          <p:cNvPr id="13322" name="Rechteck 10"/>
          <p:cNvSpPr>
            <a:spLocks noChangeArrowheads="1"/>
          </p:cNvSpPr>
          <p:nvPr/>
        </p:nvSpPr>
        <p:spPr bwMode="auto">
          <a:xfrm>
            <a:off x="226905" y="4800343"/>
            <a:ext cx="2089151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skills and knowledge</a:t>
            </a:r>
          </a:p>
        </p:txBody>
      </p:sp>
      <p:sp>
        <p:nvSpPr>
          <p:cNvPr id="13332" name="Rechteck 64"/>
          <p:cNvSpPr>
            <a:spLocks noChangeArrowheads="1"/>
          </p:cNvSpPr>
          <p:nvPr/>
        </p:nvSpPr>
        <p:spPr bwMode="auto">
          <a:xfrm>
            <a:off x="3247989" y="5966957"/>
            <a:ext cx="1073151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financial</a:t>
            </a:r>
          </a:p>
        </p:txBody>
      </p:sp>
      <p:sp>
        <p:nvSpPr>
          <p:cNvPr id="13333" name="Rechteck 65"/>
          <p:cNvSpPr>
            <a:spLocks noChangeArrowheads="1"/>
          </p:cNvSpPr>
          <p:nvPr/>
        </p:nvSpPr>
        <p:spPr bwMode="auto">
          <a:xfrm>
            <a:off x="3025893" y="1308167"/>
            <a:ext cx="1218159" cy="260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problems</a:t>
            </a:r>
          </a:p>
        </p:txBody>
      </p:sp>
      <p:sp>
        <p:nvSpPr>
          <p:cNvPr id="13334" name="Rechteck 66"/>
          <p:cNvSpPr>
            <a:spLocks noChangeArrowheads="1"/>
          </p:cNvSpPr>
          <p:nvPr/>
        </p:nvSpPr>
        <p:spPr bwMode="auto">
          <a:xfrm>
            <a:off x="9606937" y="978248"/>
            <a:ext cx="1647031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own / others</a:t>
            </a:r>
          </a:p>
        </p:txBody>
      </p:sp>
      <p:sp>
        <p:nvSpPr>
          <p:cNvPr id="13335" name="Rechteck 67"/>
          <p:cNvSpPr>
            <a:spLocks noChangeArrowheads="1"/>
          </p:cNvSpPr>
          <p:nvPr/>
        </p:nvSpPr>
        <p:spPr bwMode="auto">
          <a:xfrm>
            <a:off x="4696406" y="1308376"/>
            <a:ext cx="1073151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needs</a:t>
            </a:r>
          </a:p>
        </p:txBody>
      </p:sp>
      <p:sp>
        <p:nvSpPr>
          <p:cNvPr id="13336" name="Rechteck 64"/>
          <p:cNvSpPr>
            <a:spLocks noChangeArrowheads="1"/>
          </p:cNvSpPr>
          <p:nvPr/>
        </p:nvSpPr>
        <p:spPr bwMode="auto">
          <a:xfrm>
            <a:off x="1643729" y="4883435"/>
            <a:ext cx="1073151" cy="328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creativity</a:t>
            </a:r>
          </a:p>
        </p:txBody>
      </p:sp>
      <p:sp>
        <p:nvSpPr>
          <p:cNvPr id="39" name="Rechteck 1"/>
          <p:cNvSpPr>
            <a:spLocks noChangeArrowheads="1"/>
          </p:cNvSpPr>
          <p:nvPr/>
        </p:nvSpPr>
        <p:spPr bwMode="auto">
          <a:xfrm>
            <a:off x="2983669" y="3868253"/>
            <a:ext cx="2674939" cy="1949451"/>
          </a:xfrm>
          <a:prstGeom prst="rect">
            <a:avLst/>
          </a:prstGeom>
          <a:noFill/>
          <a:ln w="38100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sz="1800" b="1" dirty="0"/>
          </a:p>
        </p:txBody>
      </p:sp>
      <p:sp>
        <p:nvSpPr>
          <p:cNvPr id="14" name="Textfeld 13"/>
          <p:cNvSpPr txBox="1">
            <a:spLocks noChangeArrowheads="1"/>
          </p:cNvSpPr>
          <p:nvPr/>
        </p:nvSpPr>
        <p:spPr bwMode="auto">
          <a:xfrm>
            <a:off x="3711237" y="1862631"/>
            <a:ext cx="14398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de-DE" sz="1800" b="1" dirty="0"/>
              <a:t>MARKET</a:t>
            </a:r>
          </a:p>
        </p:txBody>
      </p:sp>
      <p:sp>
        <p:nvSpPr>
          <p:cNvPr id="41" name="Textfeld 40"/>
          <p:cNvSpPr txBox="1">
            <a:spLocks noChangeArrowheads="1"/>
          </p:cNvSpPr>
          <p:nvPr/>
        </p:nvSpPr>
        <p:spPr bwMode="auto">
          <a:xfrm>
            <a:off x="3539787" y="3907638"/>
            <a:ext cx="17827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sz="1800" b="1" dirty="0"/>
              <a:t>RESOURCES</a:t>
            </a:r>
          </a:p>
        </p:txBody>
      </p:sp>
      <p:sp>
        <p:nvSpPr>
          <p:cNvPr id="42" name="Rechteck 1"/>
          <p:cNvSpPr>
            <a:spLocks noChangeArrowheads="1"/>
          </p:cNvSpPr>
          <p:nvPr/>
        </p:nvSpPr>
        <p:spPr bwMode="auto">
          <a:xfrm>
            <a:off x="6136017" y="2964273"/>
            <a:ext cx="2674937" cy="1949451"/>
          </a:xfrm>
          <a:prstGeom prst="rect">
            <a:avLst/>
          </a:prstGeom>
          <a:noFill/>
          <a:ln w="38100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sz="1800" b="1" dirty="0"/>
          </a:p>
        </p:txBody>
      </p:sp>
      <p:sp>
        <p:nvSpPr>
          <p:cNvPr id="44" name="Textfeld 43"/>
          <p:cNvSpPr txBox="1">
            <a:spLocks noChangeArrowheads="1"/>
          </p:cNvSpPr>
          <p:nvPr/>
        </p:nvSpPr>
        <p:spPr bwMode="auto">
          <a:xfrm>
            <a:off x="6497891" y="3106679"/>
            <a:ext cx="25193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sz="1800" b="1" dirty="0"/>
              <a:t>BUSINESS IDEA</a:t>
            </a:r>
          </a:p>
        </p:txBody>
      </p:sp>
      <p:sp>
        <p:nvSpPr>
          <p:cNvPr id="47" name="Rechteck 1"/>
          <p:cNvSpPr>
            <a:spLocks noChangeArrowheads="1"/>
          </p:cNvSpPr>
          <p:nvPr/>
        </p:nvSpPr>
        <p:spPr bwMode="auto">
          <a:xfrm>
            <a:off x="9305926" y="1381445"/>
            <a:ext cx="2676525" cy="2047555"/>
          </a:xfrm>
          <a:prstGeom prst="rect">
            <a:avLst/>
          </a:prstGeom>
          <a:noFill/>
          <a:ln w="38100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sz="1800" b="1" dirty="0"/>
          </a:p>
        </p:txBody>
      </p:sp>
      <p:sp>
        <p:nvSpPr>
          <p:cNvPr id="48" name="Textfeld 47"/>
          <p:cNvSpPr txBox="1">
            <a:spLocks noChangeArrowheads="1"/>
          </p:cNvSpPr>
          <p:nvPr/>
        </p:nvSpPr>
        <p:spPr bwMode="auto">
          <a:xfrm>
            <a:off x="9672637" y="1465793"/>
            <a:ext cx="25193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sz="1800" b="1" dirty="0"/>
              <a:t>EVALUATION  </a:t>
            </a:r>
          </a:p>
        </p:txBody>
      </p:sp>
      <p:sp>
        <p:nvSpPr>
          <p:cNvPr id="50" name="Rechteck 1"/>
          <p:cNvSpPr>
            <a:spLocks noChangeArrowheads="1"/>
          </p:cNvSpPr>
          <p:nvPr/>
        </p:nvSpPr>
        <p:spPr bwMode="auto">
          <a:xfrm>
            <a:off x="9344534" y="4124253"/>
            <a:ext cx="2674937" cy="1949451"/>
          </a:xfrm>
          <a:prstGeom prst="rect">
            <a:avLst/>
          </a:prstGeom>
          <a:noFill/>
          <a:ln w="38100" algn="ctr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sz="1800" b="1" dirty="0"/>
          </a:p>
        </p:txBody>
      </p:sp>
      <p:sp>
        <p:nvSpPr>
          <p:cNvPr id="51" name="Textfeld 50"/>
          <p:cNvSpPr txBox="1">
            <a:spLocks noChangeArrowheads="1"/>
          </p:cNvSpPr>
          <p:nvPr/>
        </p:nvSpPr>
        <p:spPr bwMode="auto">
          <a:xfrm>
            <a:off x="9993493" y="4273421"/>
            <a:ext cx="25209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sz="1800" b="1" dirty="0">
                <a:solidFill>
                  <a:schemeClr val="bg1">
                    <a:lumMod val="25000"/>
                  </a:schemeClr>
                </a:solidFill>
              </a:rPr>
              <a:t>ACTION!</a:t>
            </a:r>
          </a:p>
        </p:txBody>
      </p:sp>
      <p:cxnSp>
        <p:nvCxnSpPr>
          <p:cNvPr id="17" name="Gerade Verbindung mit Pfeil 16"/>
          <p:cNvCxnSpPr>
            <a:stCxn id="13315" idx="3"/>
            <a:endCxn id="42" idx="1"/>
          </p:cNvCxnSpPr>
          <p:nvPr/>
        </p:nvCxnSpPr>
        <p:spPr bwMode="auto">
          <a:xfrm>
            <a:off x="5668973" y="2700031"/>
            <a:ext cx="467044" cy="1238968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Gerade Verbindung mit Pfeil 18"/>
          <p:cNvCxnSpPr>
            <a:stCxn id="39" idx="3"/>
            <a:endCxn id="42" idx="1"/>
          </p:cNvCxnSpPr>
          <p:nvPr/>
        </p:nvCxnSpPr>
        <p:spPr bwMode="auto">
          <a:xfrm flipV="1">
            <a:off x="5658608" y="3938999"/>
            <a:ext cx="477408" cy="903980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Gewinkelte Verbindung 24"/>
          <p:cNvCxnSpPr/>
          <p:nvPr/>
        </p:nvCxnSpPr>
        <p:spPr bwMode="auto">
          <a:xfrm rot="5400000" flipH="1" flipV="1">
            <a:off x="8082471" y="1689972"/>
            <a:ext cx="400051" cy="2124075"/>
          </a:xfrm>
          <a:prstGeom prst="bentConnector2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Gerade Verbindung mit Pfeil 27"/>
          <p:cNvCxnSpPr>
            <a:stCxn id="47" idx="2"/>
          </p:cNvCxnSpPr>
          <p:nvPr/>
        </p:nvCxnSpPr>
        <p:spPr bwMode="auto">
          <a:xfrm>
            <a:off x="10644188" y="3429000"/>
            <a:ext cx="2427" cy="711307"/>
          </a:xfrm>
          <a:prstGeom prst="straightConnector1">
            <a:avLst/>
          </a:prstGeom>
          <a:noFill/>
          <a:ln w="3810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3" name="Picture 5" descr="Incandescent Light Bul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587" y="3639637"/>
            <a:ext cx="923795" cy="923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cdn4.iconfinder.com/data/icons/commerce-2/500/market_marketplace_shop_shopping_stand_fruit-512.pn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444444">
                  <a:alpha val="5882"/>
                </a:srgbClr>
              </a:clrFrom>
              <a:clrTo>
                <a:srgbClr val="444444">
                  <a:alpha val="0"/>
                </a:srgbClr>
              </a:clrTo>
            </a:clrChange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533" y="2230970"/>
            <a:ext cx="1428751" cy="142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Imbalanced scal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8889" y="2052221"/>
            <a:ext cx="1106079" cy="1106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5" descr="C:\Users\Kathrin Wolf\Dropbox\_promotion\Training Material\Bilder\student42 neu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550" y="44530"/>
            <a:ext cx="792111" cy="79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phic 3" descr="Cheers with solid fill">
            <a:extLst>
              <a:ext uri="{FF2B5EF4-FFF2-40B4-BE49-F238E27FC236}">
                <a16:creationId xmlns:a16="http://schemas.microsoft.com/office/drawing/2014/main" id="{8EA071D7-1E3F-385D-F839-729DFDF3D1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3492" y="4412172"/>
            <a:ext cx="1219200" cy="1219200"/>
          </a:xfrm>
          <a:prstGeom prst="rect">
            <a:avLst/>
          </a:prstGeom>
        </p:spPr>
      </p:pic>
      <p:pic>
        <p:nvPicPr>
          <p:cNvPr id="7" name="Grafik 9">
            <a:extLst>
              <a:ext uri="{FF2B5EF4-FFF2-40B4-BE49-F238E27FC236}">
                <a16:creationId xmlns:a16="http://schemas.microsoft.com/office/drawing/2014/main" id="{26AF3BB7-17A9-F9EB-6D7E-3C5A23DE083B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9872918" y="4669060"/>
            <a:ext cx="1269645" cy="1101409"/>
          </a:xfrm>
          <a:prstGeom prst="rect">
            <a:avLst/>
          </a:prstGeom>
        </p:spPr>
      </p:pic>
      <p:sp>
        <p:nvSpPr>
          <p:cNvPr id="21" name="Rechteck 1">
            <a:extLst>
              <a:ext uri="{FF2B5EF4-FFF2-40B4-BE49-F238E27FC236}">
                <a16:creationId xmlns:a16="http://schemas.microsoft.com/office/drawing/2014/main" id="{10CBFE59-57F2-CA95-8A8E-B1BAAED19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530" y="2700031"/>
            <a:ext cx="2674937" cy="194945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sz="1800" b="1" dirty="0">
              <a:ln>
                <a:solidFill>
                  <a:srgbClr val="FF33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22" name="Textfeld 13">
            <a:extLst>
              <a:ext uri="{FF2B5EF4-FFF2-40B4-BE49-F238E27FC236}">
                <a16:creationId xmlns:a16="http://schemas.microsoft.com/office/drawing/2014/main" id="{7A39E872-1A33-5554-CE8D-8E503D53C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17" y="2795629"/>
            <a:ext cx="17719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de-DE" sz="1800" b="1" dirty="0">
                <a:solidFill>
                  <a:srgbClr val="FF0000"/>
                </a:solidFill>
              </a:rPr>
              <a:t>CREATIVITY</a:t>
            </a:r>
          </a:p>
        </p:txBody>
      </p:sp>
      <p:pic>
        <p:nvPicPr>
          <p:cNvPr id="35" name="Graphic 34" descr="Fireworks with solid fill">
            <a:extLst>
              <a:ext uri="{FF2B5EF4-FFF2-40B4-BE49-F238E27FC236}">
                <a16:creationId xmlns:a16="http://schemas.microsoft.com/office/drawing/2014/main" id="{770AFA7F-60FA-B1C6-0DC3-86EB8B73CE4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35785" y="3291335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962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nimBg="1"/>
      <p:bldP spid="13321" grpId="0"/>
      <p:bldP spid="13322" grpId="0"/>
      <p:bldP spid="13332" grpId="0"/>
      <p:bldP spid="13333" grpId="0"/>
      <p:bldP spid="13334" grpId="0"/>
      <p:bldP spid="13335" grpId="0"/>
      <p:bldP spid="13336" grpId="0"/>
      <p:bldP spid="39" grpId="0" animBg="1"/>
      <p:bldP spid="14" grpId="0"/>
      <p:bldP spid="41" grpId="0"/>
      <p:bldP spid="42" grpId="0" animBg="1"/>
      <p:bldP spid="44" grpId="0"/>
      <p:bldP spid="47" grpId="0" animBg="1"/>
      <p:bldP spid="48" grpId="0"/>
      <p:bldP spid="50" grpId="0" animBg="1"/>
      <p:bldP spid="51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el 1"/>
          <p:cNvSpPr>
            <a:spLocks noGrp="1"/>
          </p:cNvSpPr>
          <p:nvPr>
            <p:ph type="title"/>
          </p:nvPr>
        </p:nvSpPr>
        <p:spPr>
          <a:xfrm>
            <a:off x="728134" y="592667"/>
            <a:ext cx="10634133" cy="764117"/>
          </a:xfrm>
        </p:spPr>
        <p:txBody>
          <a:bodyPr/>
          <a:lstStyle/>
          <a:p>
            <a:r>
              <a:rPr lang="fr-FR" altLang="de-DE" sz="3200" dirty="0">
                <a:solidFill>
                  <a:srgbClr val="47362D"/>
                </a:solidFill>
              </a:rPr>
              <a:t>THE IMPORTANCE OF INNOVATION</a:t>
            </a:r>
          </a:p>
        </p:txBody>
      </p:sp>
      <p:sp>
        <p:nvSpPr>
          <p:cNvPr id="9219" name="Inhaltsplatzhalter 2"/>
          <p:cNvSpPr>
            <a:spLocks noGrp="1"/>
          </p:cNvSpPr>
          <p:nvPr>
            <p:ph idx="4294967295"/>
          </p:nvPr>
        </p:nvSpPr>
        <p:spPr>
          <a:xfrm>
            <a:off x="831865" y="1231296"/>
            <a:ext cx="10989733" cy="4897967"/>
          </a:xfrm>
        </p:spPr>
        <p:txBody>
          <a:bodyPr/>
          <a:lstStyle/>
          <a:p>
            <a:pPr marL="0" indent="0">
              <a:buClr>
                <a:schemeClr val="accent3"/>
              </a:buClr>
              <a:buNone/>
              <a:defRPr/>
            </a:pPr>
            <a:r>
              <a:rPr lang="fr-FR" altLang="de-DE" sz="2400" b="1" dirty="0"/>
              <a:t>EXERCISE</a:t>
            </a:r>
          </a:p>
          <a:p>
            <a:pPr marL="457200" lvl="1" indent="0">
              <a:buClr>
                <a:schemeClr val="accent3"/>
              </a:buClr>
              <a:buNone/>
              <a:defRPr/>
            </a:pPr>
            <a:r>
              <a:rPr lang="fr-FR" altLang="de-DE" dirty="0"/>
              <a:t>Instruction:</a:t>
            </a:r>
          </a:p>
          <a:p>
            <a:pPr marL="457200" lvl="1" indent="0">
              <a:buClr>
                <a:schemeClr val="accent3"/>
              </a:buClr>
              <a:buNone/>
              <a:defRPr/>
            </a:pPr>
            <a:r>
              <a:rPr lang="fr-FR" altLang="de-DE" dirty="0"/>
              <a:t>In groups of 4 identify how you can identify a business opportunty.</a:t>
            </a:r>
          </a:p>
          <a:p>
            <a:pPr marL="457200" lvl="1" indent="0">
              <a:buClr>
                <a:schemeClr val="accent3"/>
              </a:buClr>
              <a:buNone/>
              <a:defRPr/>
            </a:pPr>
            <a:r>
              <a:rPr lang="fr-FR" altLang="de-DE" dirty="0"/>
              <a:t>Include all forms of research you can think of as well as ways of coming up with ideas yourself.  </a:t>
            </a:r>
          </a:p>
          <a:p>
            <a:pPr marL="457200" lvl="1" indent="0">
              <a:buClr>
                <a:schemeClr val="accent3"/>
              </a:buClr>
              <a:buNone/>
              <a:defRPr/>
            </a:pPr>
            <a:endParaRPr lang="fr-FR" altLang="de-DE" dirty="0"/>
          </a:p>
          <a:p>
            <a:pPr marL="457200" lvl="1" indent="0">
              <a:buClr>
                <a:schemeClr val="accent3"/>
              </a:buClr>
              <a:buNone/>
              <a:defRPr/>
            </a:pPr>
            <a:r>
              <a:rPr lang="fr-FR" altLang="de-DE" dirty="0"/>
              <a:t>This step is just about HOW you come up with an idea, don’t try to evaluate it, that comes at a later stage.  </a:t>
            </a:r>
          </a:p>
        </p:txBody>
      </p:sp>
      <p:pic>
        <p:nvPicPr>
          <p:cNvPr id="18" name="Grafik 17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5350"/>
          <a:stretch/>
        </p:blipFill>
        <p:spPr>
          <a:xfrm>
            <a:off x="10278414" y="138881"/>
            <a:ext cx="868577" cy="735247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 rotWithShape="1">
          <a:blip r:embed="rId4" cstate="email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250"/>
          <a:stretch/>
        </p:blipFill>
        <p:spPr>
          <a:xfrm>
            <a:off x="9872918" y="3946112"/>
            <a:ext cx="2103021" cy="1824357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F79297A-BB0E-A573-EDA2-3BE764589F81}"/>
              </a:ext>
            </a:extLst>
          </p:cNvPr>
          <p:cNvGrpSpPr/>
          <p:nvPr/>
        </p:nvGrpSpPr>
        <p:grpSpPr>
          <a:xfrm>
            <a:off x="3810604" y="4954880"/>
            <a:ext cx="3726649" cy="1564689"/>
            <a:chOff x="1087026" y="3388629"/>
            <a:chExt cx="3684998" cy="1604058"/>
          </a:xfrm>
        </p:grpSpPr>
        <p:pic>
          <p:nvPicPr>
            <p:cNvPr id="8" name="Grafik 7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3250"/>
            <a:stretch/>
          </p:blipFill>
          <p:spPr>
            <a:xfrm>
              <a:off x="1087026" y="3388629"/>
              <a:ext cx="1675223" cy="1453246"/>
            </a:xfrm>
            <a:prstGeom prst="rect">
              <a:avLst/>
            </a:prstGeom>
          </p:spPr>
        </p:pic>
        <p:pic>
          <p:nvPicPr>
            <p:cNvPr id="9" name="Grafik 8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3250"/>
            <a:stretch/>
          </p:blipFill>
          <p:spPr>
            <a:xfrm>
              <a:off x="3096801" y="3388629"/>
              <a:ext cx="1675223" cy="1453246"/>
            </a:xfrm>
            <a:prstGeom prst="rect">
              <a:avLst/>
            </a:prstGeom>
          </p:spPr>
        </p:pic>
        <p:pic>
          <p:nvPicPr>
            <p:cNvPr id="11" name="Grafik 10"/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13250"/>
            <a:stretch/>
          </p:blipFill>
          <p:spPr>
            <a:xfrm>
              <a:off x="2091914" y="3539441"/>
              <a:ext cx="1675223" cy="145324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590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63492" y="255568"/>
            <a:ext cx="9508211" cy="700088"/>
          </a:xfrm>
        </p:spPr>
        <p:txBody>
          <a:bodyPr/>
          <a:lstStyle/>
          <a:p>
            <a:r>
              <a:rPr lang="fr-FR" b="0" dirty="0">
                <a:solidFill>
                  <a:schemeClr val="accent3"/>
                </a:solidFill>
              </a:rPr>
              <a:t>WHAT YOU NEED TO DO </a:t>
            </a:r>
            <a:r>
              <a:rPr lang="fr-FR" b="0" dirty="0">
                <a:solidFill>
                  <a:schemeClr val="tx1"/>
                </a:solidFill>
              </a:rPr>
              <a:t>Be Creative</a:t>
            </a:r>
            <a:endParaRPr lang="fr-FR" b="0" dirty="0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190867" y="183379"/>
            <a:ext cx="894391" cy="775624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863492" y="1075470"/>
            <a:ext cx="10467277" cy="559340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sz="2400"/>
          </a:p>
        </p:txBody>
      </p:sp>
      <p:sp>
        <p:nvSpPr>
          <p:cNvPr id="14" name="Google Shape;480;p42"/>
          <p:cNvSpPr/>
          <p:nvPr/>
        </p:nvSpPr>
        <p:spPr>
          <a:xfrm>
            <a:off x="2530689" y="1299901"/>
            <a:ext cx="232724" cy="158588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" name="Google Shape;496;p42"/>
          <p:cNvSpPr txBox="1">
            <a:spLocks/>
          </p:cNvSpPr>
          <p:nvPr/>
        </p:nvSpPr>
        <p:spPr>
          <a:xfrm>
            <a:off x="1064291" y="1254003"/>
            <a:ext cx="10454731" cy="346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1000"/>
              </a:spcAft>
              <a:buClr>
                <a:schemeClr val="accent3"/>
              </a:buClr>
            </a:pPr>
            <a:r>
              <a:rPr lang="fr-FR" sz="1867" dirty="0"/>
              <a:t>Self-</a:t>
            </a:r>
            <a:r>
              <a:rPr lang="fr-FR" sz="1867" dirty="0" err="1"/>
              <a:t>Starting</a:t>
            </a:r>
            <a:endParaRPr lang="fr-FR" sz="1867" b="0" dirty="0"/>
          </a:p>
        </p:txBody>
      </p:sp>
      <p:sp>
        <p:nvSpPr>
          <p:cNvPr id="16" name="Google Shape;497;p42"/>
          <p:cNvSpPr txBox="1">
            <a:spLocks/>
          </p:cNvSpPr>
          <p:nvPr/>
        </p:nvSpPr>
        <p:spPr>
          <a:xfrm>
            <a:off x="1629953" y="1650563"/>
            <a:ext cx="9915444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600"/>
              </a:spcAft>
              <a:buClr>
                <a:schemeClr val="accent3"/>
              </a:buClr>
            </a:pPr>
            <a:r>
              <a:rPr lang="fr-FR" sz="1867" b="0" dirty="0">
                <a:solidFill>
                  <a:srgbClr val="47362D"/>
                </a:solidFill>
              </a:rPr>
              <a:t>Actively reasearch and brainstorm ideas, look at the needs in the market and where other solutions can be improved on</a:t>
            </a:r>
          </a:p>
        </p:txBody>
      </p:sp>
      <p:sp>
        <p:nvSpPr>
          <p:cNvPr id="17" name="Google Shape;498;p42"/>
          <p:cNvSpPr txBox="1">
            <a:spLocks/>
          </p:cNvSpPr>
          <p:nvPr/>
        </p:nvSpPr>
        <p:spPr>
          <a:xfrm>
            <a:off x="1686590" y="2284272"/>
            <a:ext cx="9886996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600"/>
              </a:spcAft>
              <a:buClr>
                <a:schemeClr val="accent3"/>
              </a:buClr>
            </a:pPr>
            <a:r>
              <a:rPr lang="fr-FR" sz="1867" b="0" dirty="0"/>
              <a:t>Avoid "me too" ideas unless you are offering something unique  Generate NEW ideas!</a:t>
            </a:r>
          </a:p>
        </p:txBody>
      </p:sp>
      <p:sp>
        <p:nvSpPr>
          <p:cNvPr id="18" name="Google Shape;499;p42"/>
          <p:cNvSpPr txBox="1">
            <a:spLocks/>
          </p:cNvSpPr>
          <p:nvPr/>
        </p:nvSpPr>
        <p:spPr>
          <a:xfrm>
            <a:off x="1737078" y="3012710"/>
            <a:ext cx="9347236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1200"/>
              </a:spcAft>
              <a:buClr>
                <a:schemeClr val="accent3"/>
              </a:buClr>
            </a:pPr>
            <a:r>
              <a:rPr lang="fr-FR" sz="1867" b="0" dirty="0"/>
              <a:t>Think outside the box.  Don't let your current knowledge limit </a:t>
            </a:r>
            <a:r>
              <a:rPr lang="fr-FR" sz="1867" b="0" dirty="0" err="1"/>
              <a:t>your</a:t>
            </a:r>
            <a:r>
              <a:rPr lang="fr-FR" sz="1867" b="0" dirty="0"/>
              <a:t> </a:t>
            </a:r>
            <a:r>
              <a:rPr lang="fr-FR" sz="1867" b="0" dirty="0" err="1"/>
              <a:t>thoughts</a:t>
            </a:r>
            <a:endParaRPr lang="fr-FR" sz="1867" b="0" dirty="0"/>
          </a:p>
        </p:txBody>
      </p:sp>
      <p:sp>
        <p:nvSpPr>
          <p:cNvPr id="19" name="Google Shape;500;p42"/>
          <p:cNvSpPr txBox="1">
            <a:spLocks/>
          </p:cNvSpPr>
          <p:nvPr/>
        </p:nvSpPr>
        <p:spPr>
          <a:xfrm>
            <a:off x="1060186" y="3620837"/>
            <a:ext cx="10454731" cy="372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600"/>
              </a:spcAft>
              <a:buClr>
                <a:srgbClr val="FF0000"/>
              </a:buClr>
            </a:pPr>
            <a:r>
              <a:rPr lang="fr-FR" sz="1867" dirty="0"/>
              <a:t>Future-Oriented</a:t>
            </a:r>
          </a:p>
        </p:txBody>
      </p:sp>
      <p:sp>
        <p:nvSpPr>
          <p:cNvPr id="20" name="Google Shape;501;p42"/>
          <p:cNvSpPr txBox="1">
            <a:spLocks/>
          </p:cNvSpPr>
          <p:nvPr/>
        </p:nvSpPr>
        <p:spPr>
          <a:xfrm>
            <a:off x="1660433" y="4038188"/>
            <a:ext cx="9854484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600"/>
              </a:spcAft>
              <a:buClr>
                <a:schemeClr val="accent3"/>
              </a:buClr>
            </a:pPr>
            <a:r>
              <a:rPr lang="fr-FR" sz="1867" b="0" dirty="0" err="1"/>
              <a:t>Avoid</a:t>
            </a:r>
            <a:r>
              <a:rPr lang="fr-FR" sz="1867" b="0" dirty="0"/>
              <a:t> </a:t>
            </a:r>
            <a:r>
              <a:rPr lang="fr-FR" sz="1867" b="0" dirty="0" err="1"/>
              <a:t>keeping</a:t>
            </a:r>
            <a:r>
              <a:rPr lang="fr-FR" sz="1867" b="0" dirty="0"/>
              <a:t> </a:t>
            </a:r>
            <a:r>
              <a:rPr lang="fr-FR" sz="1867" b="0" dirty="0" err="1"/>
              <a:t>things</a:t>
            </a:r>
            <a:r>
              <a:rPr lang="fr-FR" sz="1867" b="0" dirty="0"/>
              <a:t> the </a:t>
            </a:r>
            <a:r>
              <a:rPr lang="fr-FR" sz="1867" b="0" dirty="0" err="1"/>
              <a:t>same</a:t>
            </a:r>
            <a:r>
              <a:rPr lang="fr-FR" sz="1867" b="0" dirty="0"/>
              <a:t>.  </a:t>
            </a:r>
            <a:r>
              <a:rPr lang="fr-FR" sz="1867" b="0" dirty="0" err="1"/>
              <a:t>Think</a:t>
            </a:r>
            <a:r>
              <a:rPr lang="fr-FR" sz="1867" b="0" dirty="0"/>
              <a:t> about what might be needed in the future </a:t>
            </a:r>
          </a:p>
        </p:txBody>
      </p:sp>
      <p:sp>
        <p:nvSpPr>
          <p:cNvPr id="73" name="Google Shape;501;p42"/>
          <p:cNvSpPr txBox="1">
            <a:spLocks/>
          </p:cNvSpPr>
          <p:nvPr/>
        </p:nvSpPr>
        <p:spPr>
          <a:xfrm>
            <a:off x="1681553" y="4639798"/>
            <a:ext cx="9875152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1200"/>
              </a:spcAft>
              <a:buClr>
                <a:schemeClr val="accent3"/>
              </a:buClr>
            </a:pPr>
            <a:r>
              <a:rPr lang="fr-FR" sz="1867" b="0" dirty="0"/>
              <a:t>Think of a </a:t>
            </a:r>
            <a:r>
              <a:rPr lang="fr-FR" sz="1867" b="0" dirty="0" err="1"/>
              <a:t>way</a:t>
            </a:r>
            <a:r>
              <a:rPr lang="fr-FR" sz="1867" b="0" dirty="0"/>
              <a:t> to record the creative ideas you want to pursue in the future</a:t>
            </a:r>
          </a:p>
        </p:txBody>
      </p:sp>
      <p:cxnSp>
        <p:nvCxnSpPr>
          <p:cNvPr id="116" name="Google Shape;472;p42"/>
          <p:cNvCxnSpPr/>
          <p:nvPr/>
        </p:nvCxnSpPr>
        <p:spPr>
          <a:xfrm>
            <a:off x="1086873" y="1495457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6" name="Grafik 135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7791" y="1572323"/>
            <a:ext cx="534875" cy="463848"/>
          </a:xfrm>
          <a:prstGeom prst="rect">
            <a:avLst/>
          </a:prstGeom>
        </p:spPr>
      </p:pic>
      <p:pic>
        <p:nvPicPr>
          <p:cNvPr id="137" name="Grafik 136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68584" y="2188475"/>
            <a:ext cx="534875" cy="463848"/>
          </a:xfrm>
          <a:prstGeom prst="rect">
            <a:avLst/>
          </a:prstGeom>
        </p:spPr>
      </p:pic>
      <p:pic>
        <p:nvPicPr>
          <p:cNvPr id="138" name="Grafik 137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7791" y="2887897"/>
            <a:ext cx="534875" cy="463848"/>
          </a:xfrm>
          <a:prstGeom prst="rect">
            <a:avLst/>
          </a:prstGeom>
        </p:spPr>
      </p:pic>
      <p:pic>
        <p:nvPicPr>
          <p:cNvPr id="140" name="Grafik 139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0309" y="3900540"/>
            <a:ext cx="534875" cy="463848"/>
          </a:xfrm>
          <a:prstGeom prst="rect">
            <a:avLst/>
          </a:prstGeom>
        </p:spPr>
      </p:pic>
      <p:pic>
        <p:nvPicPr>
          <p:cNvPr id="141" name="Grafik 140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91245" y="4499769"/>
            <a:ext cx="534875" cy="463848"/>
          </a:xfrm>
          <a:prstGeom prst="rect">
            <a:avLst/>
          </a:prstGeom>
        </p:spPr>
      </p:pic>
      <p:cxnSp>
        <p:nvCxnSpPr>
          <p:cNvPr id="143" name="Google Shape;472;p42"/>
          <p:cNvCxnSpPr/>
          <p:nvPr/>
        </p:nvCxnSpPr>
        <p:spPr>
          <a:xfrm>
            <a:off x="1070617" y="2106136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472;p42"/>
          <p:cNvCxnSpPr/>
          <p:nvPr/>
        </p:nvCxnSpPr>
        <p:spPr>
          <a:xfrm>
            <a:off x="1070613" y="2746973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472;p42"/>
          <p:cNvCxnSpPr/>
          <p:nvPr/>
        </p:nvCxnSpPr>
        <p:spPr>
          <a:xfrm>
            <a:off x="1061292" y="3510039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" name="Google Shape;472;p42"/>
          <p:cNvCxnSpPr/>
          <p:nvPr/>
        </p:nvCxnSpPr>
        <p:spPr>
          <a:xfrm>
            <a:off x="1061290" y="3839075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472;p42"/>
          <p:cNvCxnSpPr/>
          <p:nvPr/>
        </p:nvCxnSpPr>
        <p:spPr>
          <a:xfrm>
            <a:off x="1075916" y="4429701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Google Shape;501;p42"/>
          <p:cNvSpPr txBox="1">
            <a:spLocks/>
          </p:cNvSpPr>
          <p:nvPr/>
        </p:nvSpPr>
        <p:spPr>
          <a:xfrm>
            <a:off x="1021163" y="5090091"/>
            <a:ext cx="9875152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1200"/>
              </a:spcAft>
              <a:buClr>
                <a:schemeClr val="accent3"/>
              </a:buClr>
            </a:pPr>
            <a:r>
              <a:rPr lang="fr-FR" sz="1867" dirty="0" err="1"/>
              <a:t>Overcoming</a:t>
            </a:r>
            <a:r>
              <a:rPr lang="fr-FR" sz="1867" dirty="0"/>
              <a:t> </a:t>
            </a:r>
            <a:r>
              <a:rPr lang="fr-FR" sz="1867" dirty="0" err="1"/>
              <a:t>Barriers</a:t>
            </a:r>
            <a:endParaRPr lang="fr-FR" sz="1867" b="0" dirty="0"/>
          </a:p>
        </p:txBody>
      </p:sp>
      <p:sp>
        <p:nvSpPr>
          <p:cNvPr id="28" name="Google Shape;501;p42"/>
          <p:cNvSpPr txBox="1">
            <a:spLocks/>
          </p:cNvSpPr>
          <p:nvPr/>
        </p:nvSpPr>
        <p:spPr>
          <a:xfrm>
            <a:off x="1672845" y="5476027"/>
            <a:ext cx="9875152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600"/>
              </a:spcAft>
              <a:buClr>
                <a:schemeClr val="accent3"/>
              </a:buClr>
            </a:pPr>
            <a:r>
              <a:rPr lang="fr-FR" sz="1867" b="0" dirty="0"/>
              <a:t>Don’t give up on ideas because you aren’t sure if they are feasible </a:t>
            </a:r>
          </a:p>
        </p:txBody>
      </p:sp>
      <p:sp>
        <p:nvSpPr>
          <p:cNvPr id="29" name="Google Shape;501;p42"/>
          <p:cNvSpPr txBox="1">
            <a:spLocks/>
          </p:cNvSpPr>
          <p:nvPr/>
        </p:nvSpPr>
        <p:spPr>
          <a:xfrm>
            <a:off x="1692511" y="6089278"/>
            <a:ext cx="9875152" cy="40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spcAft>
                <a:spcPts val="600"/>
              </a:spcAft>
              <a:buClr>
                <a:schemeClr val="accent3"/>
              </a:buClr>
            </a:pPr>
            <a:r>
              <a:rPr lang="fr-FR" sz="1867" b="0" dirty="0"/>
              <a:t>Don’t allow tradition or convention to get in your way </a:t>
            </a:r>
          </a:p>
        </p:txBody>
      </p:sp>
      <p:pic>
        <p:nvPicPr>
          <p:cNvPr id="31" name="Grafik 30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8209" y="6054973"/>
            <a:ext cx="534875" cy="463848"/>
          </a:xfrm>
          <a:prstGeom prst="rect">
            <a:avLst/>
          </a:prstGeom>
        </p:spPr>
      </p:pic>
      <p:pic>
        <p:nvPicPr>
          <p:cNvPr id="32" name="Grafik 31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25557" y="5446641"/>
            <a:ext cx="534875" cy="463848"/>
          </a:xfrm>
          <a:prstGeom prst="rect">
            <a:avLst/>
          </a:prstGeom>
        </p:spPr>
      </p:pic>
      <p:cxnSp>
        <p:nvCxnSpPr>
          <p:cNvPr id="33" name="Google Shape;472;p42"/>
          <p:cNvCxnSpPr/>
          <p:nvPr/>
        </p:nvCxnSpPr>
        <p:spPr>
          <a:xfrm>
            <a:off x="1015858" y="4998811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" name="Google Shape;472;p42"/>
          <p:cNvCxnSpPr/>
          <p:nvPr/>
        </p:nvCxnSpPr>
        <p:spPr>
          <a:xfrm>
            <a:off x="1032374" y="5365356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" name="Google Shape;472;p42"/>
          <p:cNvCxnSpPr/>
          <p:nvPr/>
        </p:nvCxnSpPr>
        <p:spPr>
          <a:xfrm>
            <a:off x="1015858" y="5983524"/>
            <a:ext cx="9997441" cy="24171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6" name="Grafik 35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95070" y="258313"/>
            <a:ext cx="695797" cy="60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42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4"/>
          <p:cNvSpPr txBox="1">
            <a:spLocks noGrp="1"/>
          </p:cNvSpPr>
          <p:nvPr>
            <p:ph type="body" idx="4294967295"/>
          </p:nvPr>
        </p:nvSpPr>
        <p:spPr>
          <a:xfrm>
            <a:off x="1126067" y="3746616"/>
            <a:ext cx="5655733" cy="19981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just">
              <a:lnSpc>
                <a:spcPct val="100000"/>
              </a:lnSpc>
              <a:buSzPts val="1100"/>
              <a:buNone/>
            </a:pPr>
            <a:r>
              <a:rPr lang="en-GB" sz="2133" b="1" dirty="0">
                <a:latin typeface="Josefin Sans"/>
                <a:ea typeface="Josefin Sans"/>
                <a:cs typeface="Josefin Sans"/>
                <a:sym typeface="Josefin Sans"/>
              </a:rPr>
              <a:t>Instruction</a:t>
            </a:r>
          </a:p>
          <a:p>
            <a:pPr marL="0" indent="0" algn="just">
              <a:lnSpc>
                <a:spcPct val="100000"/>
              </a:lnSpc>
              <a:buSzPts val="1100"/>
              <a:buNone/>
            </a:pPr>
            <a:r>
              <a:rPr lang="fr-FR" sz="2133" dirty="0"/>
              <a:t>Think of as many alternative uses of a brick as you can.  Be creative!</a:t>
            </a:r>
          </a:p>
        </p:txBody>
      </p:sp>
      <p:sp>
        <p:nvSpPr>
          <p:cNvPr id="26" name="Rectangle 1026"/>
          <p:cNvSpPr txBox="1">
            <a:spLocks noChangeArrowheads="1"/>
          </p:cNvSpPr>
          <p:nvPr/>
        </p:nvSpPr>
        <p:spPr>
          <a:xfrm>
            <a:off x="1433827" y="221162"/>
            <a:ext cx="9223375" cy="700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buClr>
                <a:schemeClr val="accent5"/>
              </a:buClr>
            </a:pPr>
            <a:r>
              <a:rPr lang="fr-FR" sz="3467" dirty="0"/>
              <a:t>EXERCISE I: </a:t>
            </a:r>
            <a:r>
              <a:rPr lang="fr-FR" sz="3467" b="0" dirty="0" err="1"/>
              <a:t>Think</a:t>
            </a:r>
            <a:r>
              <a:rPr lang="fr-FR" sz="3467" b="0" dirty="0"/>
              <a:t> </a:t>
            </a:r>
            <a:r>
              <a:rPr lang="fr-FR" sz="3467" b="0" dirty="0" err="1"/>
              <a:t>Differently</a:t>
            </a:r>
            <a:r>
              <a:rPr lang="fr-FR" sz="3467" b="0" dirty="0"/>
              <a:t> and </a:t>
            </a:r>
            <a:r>
              <a:rPr lang="fr-FR" sz="3467" b="0" dirty="0" err="1"/>
              <a:t>Unconventionally</a:t>
            </a:r>
            <a:endParaRPr lang="fr-FR" sz="3467" b="0" dirty="0">
              <a:solidFill>
                <a:schemeClr val="tx1"/>
              </a:solidFill>
            </a:endParaRPr>
          </a:p>
        </p:txBody>
      </p:sp>
      <p:pic>
        <p:nvPicPr>
          <p:cNvPr id="29" name="Grafik 28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86167" y="174884"/>
            <a:ext cx="695797" cy="608179"/>
          </a:xfrm>
          <a:prstGeom prst="rect">
            <a:avLst/>
          </a:prstGeom>
        </p:spPr>
      </p:pic>
      <p:pic>
        <p:nvPicPr>
          <p:cNvPr id="5" name="Graphic 4" descr="Building Brick Wall with solid fill">
            <a:extLst>
              <a:ext uri="{FF2B5EF4-FFF2-40B4-BE49-F238E27FC236}">
                <a16:creationId xmlns:a16="http://schemas.microsoft.com/office/drawing/2014/main" id="{F1CB4322-E128-EF49-9E4D-5D8D0C723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8739" y="2963119"/>
            <a:ext cx="2392164" cy="239216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648AC1-1FB3-0575-94BE-F428BE4D7B46}"/>
              </a:ext>
            </a:extLst>
          </p:cNvPr>
          <p:cNvCxnSpPr>
            <a:cxnSpLocks/>
          </p:cNvCxnSpPr>
          <p:nvPr/>
        </p:nvCxnSpPr>
        <p:spPr>
          <a:xfrm flipH="1">
            <a:off x="9892497" y="2407535"/>
            <a:ext cx="1743919" cy="771645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82401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9419B6-3726-F4BB-3D6B-A24D6CE41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2000" y="3790267"/>
            <a:ext cx="4006517" cy="2810000"/>
          </a:xfrm>
        </p:spPr>
        <p:txBody>
          <a:bodyPr/>
          <a:lstStyle/>
          <a:p>
            <a:r>
              <a:rPr lang="en-US" b="1" baseline="30000" dirty="0"/>
              <a:t> </a:t>
            </a:r>
            <a:r>
              <a:rPr lang="en-US" b="1" dirty="0"/>
              <a:t>Shortly before dawn Jesus went out to them, walking on the lake. </a:t>
            </a:r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pPr marL="186262" indent="0">
              <a:buNone/>
            </a:pPr>
            <a:r>
              <a:rPr lang="en-US" dirty="0"/>
              <a:t>Matthew 14: 25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A96909-D561-0771-85B3-4CFFA628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865" y="1206900"/>
            <a:ext cx="4867203" cy="1266800"/>
          </a:xfrm>
        </p:spPr>
        <p:txBody>
          <a:bodyPr/>
          <a:lstStyle/>
          <a:p>
            <a:r>
              <a:rPr lang="en-GB" dirty="0"/>
              <a:t>DIFFERENT</a:t>
            </a:r>
            <a:br>
              <a:rPr lang="en-GB" dirty="0"/>
            </a:br>
            <a:r>
              <a:rPr lang="en-GB" dirty="0"/>
              <a:t>UNCONVENTIONAL</a:t>
            </a:r>
          </a:p>
        </p:txBody>
      </p:sp>
    </p:spTree>
    <p:extLst>
      <p:ext uri="{BB962C8B-B14F-4D97-AF65-F5344CB8AC3E}">
        <p14:creationId xmlns:p14="http://schemas.microsoft.com/office/powerpoint/2010/main" val="2122609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9466;p65"/>
          <p:cNvGrpSpPr/>
          <p:nvPr/>
        </p:nvGrpSpPr>
        <p:grpSpPr>
          <a:xfrm>
            <a:off x="10634961" y="3054525"/>
            <a:ext cx="876199" cy="798777"/>
            <a:chOff x="2612597" y="3367075"/>
            <a:chExt cx="376271" cy="337982"/>
          </a:xfrm>
          <a:solidFill>
            <a:srgbClr val="000000"/>
          </a:solidFill>
        </p:grpSpPr>
        <p:sp>
          <p:nvSpPr>
            <p:cNvPr id="26" name="Google Shape;9467;p65"/>
            <p:cNvSpPr/>
            <p:nvPr/>
          </p:nvSpPr>
          <p:spPr>
            <a:xfrm>
              <a:off x="2612597" y="3367075"/>
              <a:ext cx="376271" cy="337982"/>
            </a:xfrm>
            <a:custGeom>
              <a:avLst/>
              <a:gdLst/>
              <a:ahLst/>
              <a:cxnLst/>
              <a:rect l="l" t="t" r="r" b="b"/>
              <a:pathLst>
                <a:path w="11812" h="10610" extrusionOk="0">
                  <a:moveTo>
                    <a:pt x="7561" y="346"/>
                  </a:moveTo>
                  <a:cubicBezTo>
                    <a:pt x="7490" y="668"/>
                    <a:pt x="7192" y="918"/>
                    <a:pt x="6835" y="918"/>
                  </a:cubicBezTo>
                  <a:lnTo>
                    <a:pt x="4966" y="918"/>
                  </a:lnTo>
                  <a:cubicBezTo>
                    <a:pt x="4609" y="918"/>
                    <a:pt x="4311" y="668"/>
                    <a:pt x="4228" y="346"/>
                  </a:cubicBezTo>
                  <a:close/>
                  <a:moveTo>
                    <a:pt x="7918" y="358"/>
                  </a:moveTo>
                  <a:cubicBezTo>
                    <a:pt x="8264" y="418"/>
                    <a:pt x="8526" y="727"/>
                    <a:pt x="8526" y="1108"/>
                  </a:cubicBezTo>
                  <a:lnTo>
                    <a:pt x="8526" y="1918"/>
                  </a:lnTo>
                  <a:lnTo>
                    <a:pt x="3263" y="1918"/>
                  </a:lnTo>
                  <a:lnTo>
                    <a:pt x="3263" y="1108"/>
                  </a:lnTo>
                  <a:cubicBezTo>
                    <a:pt x="3263" y="727"/>
                    <a:pt x="3525" y="429"/>
                    <a:pt x="3870" y="358"/>
                  </a:cubicBezTo>
                  <a:cubicBezTo>
                    <a:pt x="3966" y="882"/>
                    <a:pt x="4406" y="1287"/>
                    <a:pt x="4954" y="1287"/>
                  </a:cubicBezTo>
                  <a:lnTo>
                    <a:pt x="6835" y="1287"/>
                  </a:lnTo>
                  <a:cubicBezTo>
                    <a:pt x="7383" y="1287"/>
                    <a:pt x="7835" y="882"/>
                    <a:pt x="7918" y="358"/>
                  </a:cubicBezTo>
                  <a:close/>
                  <a:moveTo>
                    <a:pt x="7502" y="5180"/>
                  </a:moveTo>
                  <a:cubicBezTo>
                    <a:pt x="7835" y="5180"/>
                    <a:pt x="8097" y="5454"/>
                    <a:pt x="8097" y="5775"/>
                  </a:cubicBezTo>
                  <a:lnTo>
                    <a:pt x="8097" y="7323"/>
                  </a:lnTo>
                  <a:cubicBezTo>
                    <a:pt x="7764" y="7395"/>
                    <a:pt x="7430" y="7442"/>
                    <a:pt x="7073" y="7478"/>
                  </a:cubicBezTo>
                  <a:lnTo>
                    <a:pt x="7073" y="6942"/>
                  </a:lnTo>
                  <a:cubicBezTo>
                    <a:pt x="7085" y="6561"/>
                    <a:pt x="6764" y="6240"/>
                    <a:pt x="6371" y="6240"/>
                  </a:cubicBezTo>
                  <a:lnTo>
                    <a:pt x="5406" y="6240"/>
                  </a:lnTo>
                  <a:cubicBezTo>
                    <a:pt x="5025" y="6240"/>
                    <a:pt x="4704" y="6549"/>
                    <a:pt x="4704" y="6942"/>
                  </a:cubicBezTo>
                  <a:lnTo>
                    <a:pt x="4704" y="7478"/>
                  </a:lnTo>
                  <a:cubicBezTo>
                    <a:pt x="4370" y="7442"/>
                    <a:pt x="4025" y="7383"/>
                    <a:pt x="3680" y="7323"/>
                  </a:cubicBezTo>
                  <a:lnTo>
                    <a:pt x="3680" y="5775"/>
                  </a:lnTo>
                  <a:cubicBezTo>
                    <a:pt x="3680" y="5454"/>
                    <a:pt x="3954" y="5180"/>
                    <a:pt x="4275" y="5180"/>
                  </a:cubicBezTo>
                  <a:close/>
                  <a:moveTo>
                    <a:pt x="6371" y="6585"/>
                  </a:moveTo>
                  <a:cubicBezTo>
                    <a:pt x="6573" y="6585"/>
                    <a:pt x="6728" y="6740"/>
                    <a:pt x="6728" y="6942"/>
                  </a:cubicBezTo>
                  <a:lnTo>
                    <a:pt x="6728" y="8430"/>
                  </a:lnTo>
                  <a:cubicBezTo>
                    <a:pt x="6728" y="8621"/>
                    <a:pt x="6573" y="8788"/>
                    <a:pt x="6371" y="8788"/>
                  </a:cubicBezTo>
                  <a:lnTo>
                    <a:pt x="5406" y="8788"/>
                  </a:lnTo>
                  <a:cubicBezTo>
                    <a:pt x="5216" y="8788"/>
                    <a:pt x="5049" y="8621"/>
                    <a:pt x="5049" y="8430"/>
                  </a:cubicBezTo>
                  <a:lnTo>
                    <a:pt x="5049" y="6942"/>
                  </a:lnTo>
                  <a:cubicBezTo>
                    <a:pt x="5049" y="6740"/>
                    <a:pt x="5216" y="6585"/>
                    <a:pt x="5406" y="6585"/>
                  </a:cubicBezTo>
                  <a:close/>
                  <a:moveTo>
                    <a:pt x="4025" y="1"/>
                  </a:moveTo>
                  <a:cubicBezTo>
                    <a:pt x="3406" y="1"/>
                    <a:pt x="2918" y="489"/>
                    <a:pt x="2918" y="1108"/>
                  </a:cubicBezTo>
                  <a:lnTo>
                    <a:pt x="2918" y="1918"/>
                  </a:lnTo>
                  <a:lnTo>
                    <a:pt x="1084" y="1918"/>
                  </a:lnTo>
                  <a:cubicBezTo>
                    <a:pt x="489" y="1918"/>
                    <a:pt x="1" y="2418"/>
                    <a:pt x="1" y="3013"/>
                  </a:cubicBezTo>
                  <a:lnTo>
                    <a:pt x="1" y="6168"/>
                  </a:lnTo>
                  <a:cubicBezTo>
                    <a:pt x="1" y="6228"/>
                    <a:pt x="37" y="6287"/>
                    <a:pt x="96" y="6311"/>
                  </a:cubicBezTo>
                  <a:cubicBezTo>
                    <a:pt x="203" y="6371"/>
                    <a:pt x="322" y="6430"/>
                    <a:pt x="418" y="6490"/>
                  </a:cubicBezTo>
                  <a:lnTo>
                    <a:pt x="418" y="7311"/>
                  </a:lnTo>
                  <a:cubicBezTo>
                    <a:pt x="418" y="7418"/>
                    <a:pt x="501" y="7490"/>
                    <a:pt x="596" y="7490"/>
                  </a:cubicBezTo>
                  <a:cubicBezTo>
                    <a:pt x="703" y="7490"/>
                    <a:pt x="775" y="7418"/>
                    <a:pt x="775" y="7311"/>
                  </a:cubicBezTo>
                  <a:lnTo>
                    <a:pt x="775" y="6668"/>
                  </a:lnTo>
                  <a:cubicBezTo>
                    <a:pt x="2013" y="7299"/>
                    <a:pt x="3358" y="7668"/>
                    <a:pt x="4740" y="7811"/>
                  </a:cubicBezTo>
                  <a:lnTo>
                    <a:pt x="4740" y="8407"/>
                  </a:lnTo>
                  <a:cubicBezTo>
                    <a:pt x="4740" y="8800"/>
                    <a:pt x="5049" y="9109"/>
                    <a:pt x="5442" y="9109"/>
                  </a:cubicBezTo>
                  <a:lnTo>
                    <a:pt x="6406" y="9109"/>
                  </a:lnTo>
                  <a:cubicBezTo>
                    <a:pt x="6787" y="9109"/>
                    <a:pt x="7109" y="8800"/>
                    <a:pt x="7109" y="8407"/>
                  </a:cubicBezTo>
                  <a:lnTo>
                    <a:pt x="7109" y="7811"/>
                  </a:lnTo>
                  <a:cubicBezTo>
                    <a:pt x="8490" y="7668"/>
                    <a:pt x="9812" y="7299"/>
                    <a:pt x="11062" y="6668"/>
                  </a:cubicBezTo>
                  <a:lnTo>
                    <a:pt x="11062" y="9526"/>
                  </a:lnTo>
                  <a:cubicBezTo>
                    <a:pt x="11062" y="9931"/>
                    <a:pt x="10740" y="10276"/>
                    <a:pt x="10324" y="10276"/>
                  </a:cubicBezTo>
                  <a:lnTo>
                    <a:pt x="1489" y="10276"/>
                  </a:lnTo>
                  <a:cubicBezTo>
                    <a:pt x="1096" y="10276"/>
                    <a:pt x="751" y="9943"/>
                    <a:pt x="751" y="9526"/>
                  </a:cubicBezTo>
                  <a:lnTo>
                    <a:pt x="751" y="8026"/>
                  </a:lnTo>
                  <a:cubicBezTo>
                    <a:pt x="751" y="7918"/>
                    <a:pt x="679" y="7847"/>
                    <a:pt x="572" y="7847"/>
                  </a:cubicBezTo>
                  <a:cubicBezTo>
                    <a:pt x="465" y="7847"/>
                    <a:pt x="394" y="7918"/>
                    <a:pt x="394" y="8026"/>
                  </a:cubicBezTo>
                  <a:lnTo>
                    <a:pt x="394" y="9526"/>
                  </a:lnTo>
                  <a:cubicBezTo>
                    <a:pt x="394" y="10121"/>
                    <a:pt x="882" y="10609"/>
                    <a:pt x="1477" y="10609"/>
                  </a:cubicBezTo>
                  <a:lnTo>
                    <a:pt x="10300" y="10609"/>
                  </a:lnTo>
                  <a:cubicBezTo>
                    <a:pt x="10895" y="10609"/>
                    <a:pt x="11395" y="10121"/>
                    <a:pt x="11395" y="9526"/>
                  </a:cubicBezTo>
                  <a:lnTo>
                    <a:pt x="11395" y="6490"/>
                  </a:lnTo>
                  <a:cubicBezTo>
                    <a:pt x="11490" y="6430"/>
                    <a:pt x="11609" y="6371"/>
                    <a:pt x="11717" y="6311"/>
                  </a:cubicBezTo>
                  <a:cubicBezTo>
                    <a:pt x="11776" y="6287"/>
                    <a:pt x="11812" y="6228"/>
                    <a:pt x="11812" y="6168"/>
                  </a:cubicBezTo>
                  <a:lnTo>
                    <a:pt x="11812" y="3013"/>
                  </a:lnTo>
                  <a:cubicBezTo>
                    <a:pt x="11812" y="2394"/>
                    <a:pt x="11312" y="1918"/>
                    <a:pt x="10716" y="1918"/>
                  </a:cubicBezTo>
                  <a:lnTo>
                    <a:pt x="10276" y="1918"/>
                  </a:lnTo>
                  <a:cubicBezTo>
                    <a:pt x="10169" y="1918"/>
                    <a:pt x="10097" y="2001"/>
                    <a:pt x="10097" y="2096"/>
                  </a:cubicBezTo>
                  <a:cubicBezTo>
                    <a:pt x="10097" y="2203"/>
                    <a:pt x="10169" y="2275"/>
                    <a:pt x="10276" y="2275"/>
                  </a:cubicBezTo>
                  <a:lnTo>
                    <a:pt x="10716" y="2275"/>
                  </a:lnTo>
                  <a:cubicBezTo>
                    <a:pt x="11121" y="2275"/>
                    <a:pt x="11467" y="2608"/>
                    <a:pt x="11467" y="3025"/>
                  </a:cubicBezTo>
                  <a:lnTo>
                    <a:pt x="11467" y="6073"/>
                  </a:lnTo>
                  <a:cubicBezTo>
                    <a:pt x="11359" y="6133"/>
                    <a:pt x="11252" y="6192"/>
                    <a:pt x="11133" y="6252"/>
                  </a:cubicBezTo>
                  <a:cubicBezTo>
                    <a:pt x="10288" y="6704"/>
                    <a:pt x="9395" y="7037"/>
                    <a:pt x="8454" y="7252"/>
                  </a:cubicBezTo>
                  <a:lnTo>
                    <a:pt x="8454" y="5775"/>
                  </a:lnTo>
                  <a:cubicBezTo>
                    <a:pt x="8454" y="5251"/>
                    <a:pt x="8026" y="4823"/>
                    <a:pt x="7502" y="4823"/>
                  </a:cubicBezTo>
                  <a:lnTo>
                    <a:pt x="4275" y="4823"/>
                  </a:lnTo>
                  <a:cubicBezTo>
                    <a:pt x="3751" y="4823"/>
                    <a:pt x="3323" y="5251"/>
                    <a:pt x="3323" y="5775"/>
                  </a:cubicBezTo>
                  <a:lnTo>
                    <a:pt x="3323" y="7252"/>
                  </a:lnTo>
                  <a:cubicBezTo>
                    <a:pt x="2275" y="7014"/>
                    <a:pt x="1275" y="6609"/>
                    <a:pt x="334" y="6073"/>
                  </a:cubicBezTo>
                  <a:lnTo>
                    <a:pt x="334" y="3025"/>
                  </a:lnTo>
                  <a:cubicBezTo>
                    <a:pt x="334" y="2620"/>
                    <a:pt x="656" y="2275"/>
                    <a:pt x="1072" y="2275"/>
                  </a:cubicBezTo>
                  <a:lnTo>
                    <a:pt x="9562" y="2275"/>
                  </a:lnTo>
                  <a:cubicBezTo>
                    <a:pt x="9657" y="2275"/>
                    <a:pt x="9740" y="2203"/>
                    <a:pt x="9740" y="2096"/>
                  </a:cubicBezTo>
                  <a:cubicBezTo>
                    <a:pt x="9740" y="2001"/>
                    <a:pt x="9657" y="1918"/>
                    <a:pt x="9562" y="1918"/>
                  </a:cubicBezTo>
                  <a:lnTo>
                    <a:pt x="8871" y="1918"/>
                  </a:lnTo>
                  <a:lnTo>
                    <a:pt x="8871" y="1108"/>
                  </a:lnTo>
                  <a:cubicBezTo>
                    <a:pt x="8871" y="489"/>
                    <a:pt x="8383" y="1"/>
                    <a:pt x="77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" name="Google Shape;9468;p65"/>
            <p:cNvSpPr/>
            <p:nvPr/>
          </p:nvSpPr>
          <p:spPr>
            <a:xfrm>
              <a:off x="2784805" y="3588212"/>
              <a:ext cx="31505" cy="47432"/>
            </a:xfrm>
            <a:custGeom>
              <a:avLst/>
              <a:gdLst/>
              <a:ahLst/>
              <a:cxnLst/>
              <a:rect l="l" t="t" r="r" b="b"/>
              <a:pathLst>
                <a:path w="989" h="1489" extrusionOk="0">
                  <a:moveTo>
                    <a:pt x="631" y="357"/>
                  </a:moveTo>
                  <a:lnTo>
                    <a:pt x="631" y="1143"/>
                  </a:lnTo>
                  <a:lnTo>
                    <a:pt x="346" y="1143"/>
                  </a:lnTo>
                  <a:lnTo>
                    <a:pt x="346" y="357"/>
                  </a:lnTo>
                  <a:close/>
                  <a:moveTo>
                    <a:pt x="179" y="0"/>
                  </a:moveTo>
                  <a:cubicBezTo>
                    <a:pt x="72" y="0"/>
                    <a:pt x="0" y="72"/>
                    <a:pt x="0" y="179"/>
                  </a:cubicBezTo>
                  <a:lnTo>
                    <a:pt x="0" y="1310"/>
                  </a:lnTo>
                  <a:cubicBezTo>
                    <a:pt x="0" y="1405"/>
                    <a:pt x="72" y="1488"/>
                    <a:pt x="179" y="1488"/>
                  </a:cubicBezTo>
                  <a:lnTo>
                    <a:pt x="810" y="1488"/>
                  </a:lnTo>
                  <a:cubicBezTo>
                    <a:pt x="905" y="1488"/>
                    <a:pt x="988" y="1405"/>
                    <a:pt x="988" y="1310"/>
                  </a:cubicBezTo>
                  <a:lnTo>
                    <a:pt x="988" y="179"/>
                  </a:lnTo>
                  <a:cubicBezTo>
                    <a:pt x="965" y="83"/>
                    <a:pt x="893" y="0"/>
                    <a:pt x="8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8" name="Google Shape;12126;p69"/>
          <p:cNvGrpSpPr/>
          <p:nvPr/>
        </p:nvGrpSpPr>
        <p:grpSpPr>
          <a:xfrm>
            <a:off x="9291983" y="3113199"/>
            <a:ext cx="1042461" cy="740103"/>
            <a:chOff x="4150669" y="2466770"/>
            <a:chExt cx="355104" cy="259584"/>
          </a:xfrm>
          <a:solidFill>
            <a:srgbClr val="000000"/>
          </a:solidFill>
        </p:grpSpPr>
        <p:sp>
          <p:nvSpPr>
            <p:cNvPr id="29" name="Google Shape;12127;p69"/>
            <p:cNvSpPr/>
            <p:nvPr/>
          </p:nvSpPr>
          <p:spPr>
            <a:xfrm>
              <a:off x="4150669" y="2466770"/>
              <a:ext cx="355104" cy="259584"/>
            </a:xfrm>
            <a:custGeom>
              <a:avLst/>
              <a:gdLst/>
              <a:ahLst/>
              <a:cxnLst/>
              <a:rect l="l" t="t" r="r" b="b"/>
              <a:pathLst>
                <a:path w="11097" h="8112" extrusionOk="0">
                  <a:moveTo>
                    <a:pt x="4060" y="349"/>
                  </a:moveTo>
                  <a:cubicBezTo>
                    <a:pt x="5489" y="718"/>
                    <a:pt x="6632" y="1504"/>
                    <a:pt x="7382" y="2266"/>
                  </a:cubicBezTo>
                  <a:cubicBezTo>
                    <a:pt x="6965" y="2051"/>
                    <a:pt x="6560" y="1897"/>
                    <a:pt x="6263" y="1766"/>
                  </a:cubicBezTo>
                  <a:cubicBezTo>
                    <a:pt x="5322" y="1420"/>
                    <a:pt x="4298" y="1170"/>
                    <a:pt x="3560" y="1123"/>
                  </a:cubicBezTo>
                  <a:lnTo>
                    <a:pt x="4060" y="349"/>
                  </a:lnTo>
                  <a:close/>
                  <a:moveTo>
                    <a:pt x="3322" y="1397"/>
                  </a:moveTo>
                  <a:cubicBezTo>
                    <a:pt x="4036" y="1409"/>
                    <a:pt x="5144" y="1647"/>
                    <a:pt x="6144" y="2040"/>
                  </a:cubicBezTo>
                  <a:cubicBezTo>
                    <a:pt x="7370" y="2504"/>
                    <a:pt x="8275" y="3052"/>
                    <a:pt x="8704" y="3635"/>
                  </a:cubicBezTo>
                  <a:cubicBezTo>
                    <a:pt x="8737" y="3676"/>
                    <a:pt x="8783" y="3697"/>
                    <a:pt x="8829" y="3697"/>
                  </a:cubicBezTo>
                  <a:cubicBezTo>
                    <a:pt x="8864" y="3697"/>
                    <a:pt x="8899" y="3685"/>
                    <a:pt x="8930" y="3659"/>
                  </a:cubicBezTo>
                  <a:cubicBezTo>
                    <a:pt x="9001" y="3599"/>
                    <a:pt x="9013" y="3516"/>
                    <a:pt x="8954" y="3433"/>
                  </a:cubicBezTo>
                  <a:cubicBezTo>
                    <a:pt x="8930" y="3397"/>
                    <a:pt x="8882" y="3349"/>
                    <a:pt x="8858" y="3314"/>
                  </a:cubicBezTo>
                  <a:cubicBezTo>
                    <a:pt x="9668" y="3004"/>
                    <a:pt x="10240" y="2480"/>
                    <a:pt x="10597" y="2087"/>
                  </a:cubicBezTo>
                  <a:lnTo>
                    <a:pt x="10597" y="2087"/>
                  </a:lnTo>
                  <a:lnTo>
                    <a:pt x="10251" y="3956"/>
                  </a:lnTo>
                  <a:cubicBezTo>
                    <a:pt x="10204" y="4230"/>
                    <a:pt x="10204" y="4504"/>
                    <a:pt x="10251" y="4778"/>
                  </a:cubicBezTo>
                  <a:lnTo>
                    <a:pt x="10597" y="6647"/>
                  </a:lnTo>
                  <a:cubicBezTo>
                    <a:pt x="10251" y="6266"/>
                    <a:pt x="9692" y="5742"/>
                    <a:pt x="8870" y="5433"/>
                  </a:cubicBezTo>
                  <a:cubicBezTo>
                    <a:pt x="9132" y="5123"/>
                    <a:pt x="9335" y="4766"/>
                    <a:pt x="9335" y="4373"/>
                  </a:cubicBezTo>
                  <a:cubicBezTo>
                    <a:pt x="9335" y="4302"/>
                    <a:pt x="9311" y="4207"/>
                    <a:pt x="9299" y="4135"/>
                  </a:cubicBezTo>
                  <a:cubicBezTo>
                    <a:pt x="9288" y="4059"/>
                    <a:pt x="9207" y="4003"/>
                    <a:pt x="9130" y="4003"/>
                  </a:cubicBezTo>
                  <a:cubicBezTo>
                    <a:pt x="9123" y="4003"/>
                    <a:pt x="9116" y="4003"/>
                    <a:pt x="9108" y="4004"/>
                  </a:cubicBezTo>
                  <a:cubicBezTo>
                    <a:pt x="9013" y="4016"/>
                    <a:pt x="8954" y="4111"/>
                    <a:pt x="8977" y="4195"/>
                  </a:cubicBezTo>
                  <a:cubicBezTo>
                    <a:pt x="8989" y="4254"/>
                    <a:pt x="8989" y="4314"/>
                    <a:pt x="8989" y="4373"/>
                  </a:cubicBezTo>
                  <a:cubicBezTo>
                    <a:pt x="8989" y="4730"/>
                    <a:pt x="8775" y="5099"/>
                    <a:pt x="8358" y="5469"/>
                  </a:cubicBezTo>
                  <a:cubicBezTo>
                    <a:pt x="7989" y="5802"/>
                    <a:pt x="7442" y="6135"/>
                    <a:pt x="6787" y="6433"/>
                  </a:cubicBezTo>
                  <a:cubicBezTo>
                    <a:pt x="5620" y="6957"/>
                    <a:pt x="4215" y="7302"/>
                    <a:pt x="3322" y="7326"/>
                  </a:cubicBezTo>
                  <a:cubicBezTo>
                    <a:pt x="4155" y="6576"/>
                    <a:pt x="4644" y="5492"/>
                    <a:pt x="4644" y="4361"/>
                  </a:cubicBezTo>
                  <a:cubicBezTo>
                    <a:pt x="4644" y="4004"/>
                    <a:pt x="4596" y="3647"/>
                    <a:pt x="4513" y="3302"/>
                  </a:cubicBezTo>
                  <a:cubicBezTo>
                    <a:pt x="4481" y="3227"/>
                    <a:pt x="4410" y="3181"/>
                    <a:pt x="4336" y="3181"/>
                  </a:cubicBezTo>
                  <a:cubicBezTo>
                    <a:pt x="4327" y="3181"/>
                    <a:pt x="4319" y="3181"/>
                    <a:pt x="4310" y="3183"/>
                  </a:cubicBezTo>
                  <a:cubicBezTo>
                    <a:pt x="4227" y="3218"/>
                    <a:pt x="4179" y="3302"/>
                    <a:pt x="4191" y="3385"/>
                  </a:cubicBezTo>
                  <a:cubicBezTo>
                    <a:pt x="4286" y="3695"/>
                    <a:pt x="4334" y="4016"/>
                    <a:pt x="4334" y="4349"/>
                  </a:cubicBezTo>
                  <a:cubicBezTo>
                    <a:pt x="4334" y="5504"/>
                    <a:pt x="3774" y="6600"/>
                    <a:pt x="2858" y="7278"/>
                  </a:cubicBezTo>
                  <a:cubicBezTo>
                    <a:pt x="2096" y="7183"/>
                    <a:pt x="1512" y="6862"/>
                    <a:pt x="1096" y="6290"/>
                  </a:cubicBezTo>
                  <a:cubicBezTo>
                    <a:pt x="857" y="5957"/>
                    <a:pt x="738" y="5623"/>
                    <a:pt x="679" y="5433"/>
                  </a:cubicBezTo>
                  <a:cubicBezTo>
                    <a:pt x="1072" y="5338"/>
                    <a:pt x="1500" y="5099"/>
                    <a:pt x="1727" y="4718"/>
                  </a:cubicBezTo>
                  <a:cubicBezTo>
                    <a:pt x="1750" y="4718"/>
                    <a:pt x="1786" y="4707"/>
                    <a:pt x="1810" y="4707"/>
                  </a:cubicBezTo>
                  <a:cubicBezTo>
                    <a:pt x="1905" y="4683"/>
                    <a:pt x="1965" y="4599"/>
                    <a:pt x="1953" y="4504"/>
                  </a:cubicBezTo>
                  <a:cubicBezTo>
                    <a:pt x="1931" y="4428"/>
                    <a:pt x="1859" y="4372"/>
                    <a:pt x="1775" y="4372"/>
                  </a:cubicBezTo>
                  <a:cubicBezTo>
                    <a:pt x="1767" y="4372"/>
                    <a:pt x="1759" y="4372"/>
                    <a:pt x="1750" y="4373"/>
                  </a:cubicBezTo>
                  <a:cubicBezTo>
                    <a:pt x="1571" y="4402"/>
                    <a:pt x="1406" y="4413"/>
                    <a:pt x="1255" y="4413"/>
                  </a:cubicBezTo>
                  <a:cubicBezTo>
                    <a:pt x="775" y="4413"/>
                    <a:pt x="446" y="4297"/>
                    <a:pt x="310" y="4242"/>
                  </a:cubicBezTo>
                  <a:cubicBezTo>
                    <a:pt x="357" y="2802"/>
                    <a:pt x="1441" y="1611"/>
                    <a:pt x="2846" y="1409"/>
                  </a:cubicBezTo>
                  <a:cubicBezTo>
                    <a:pt x="3036" y="1551"/>
                    <a:pt x="3203" y="1706"/>
                    <a:pt x="3358" y="1885"/>
                  </a:cubicBezTo>
                  <a:cubicBezTo>
                    <a:pt x="3393" y="1921"/>
                    <a:pt x="3441" y="1944"/>
                    <a:pt x="3477" y="1944"/>
                  </a:cubicBezTo>
                  <a:cubicBezTo>
                    <a:pt x="3524" y="1944"/>
                    <a:pt x="3560" y="1932"/>
                    <a:pt x="3584" y="1909"/>
                  </a:cubicBezTo>
                  <a:cubicBezTo>
                    <a:pt x="3643" y="1849"/>
                    <a:pt x="3655" y="1742"/>
                    <a:pt x="3596" y="1682"/>
                  </a:cubicBezTo>
                  <a:cubicBezTo>
                    <a:pt x="3512" y="1575"/>
                    <a:pt x="3417" y="1492"/>
                    <a:pt x="3322" y="1397"/>
                  </a:cubicBezTo>
                  <a:close/>
                  <a:moveTo>
                    <a:pt x="6489" y="6933"/>
                  </a:moveTo>
                  <a:cubicBezTo>
                    <a:pt x="6489" y="7278"/>
                    <a:pt x="6608" y="7576"/>
                    <a:pt x="6691" y="7766"/>
                  </a:cubicBezTo>
                  <a:cubicBezTo>
                    <a:pt x="6546" y="7784"/>
                    <a:pt x="6400" y="7792"/>
                    <a:pt x="6256" y="7792"/>
                  </a:cubicBezTo>
                  <a:cubicBezTo>
                    <a:pt x="5624" y="7792"/>
                    <a:pt x="5025" y="7640"/>
                    <a:pt x="4608" y="7505"/>
                  </a:cubicBezTo>
                  <a:cubicBezTo>
                    <a:pt x="5227" y="7374"/>
                    <a:pt x="5882" y="7171"/>
                    <a:pt x="6489" y="6933"/>
                  </a:cubicBezTo>
                  <a:close/>
                  <a:moveTo>
                    <a:pt x="4030" y="1"/>
                  </a:moveTo>
                  <a:cubicBezTo>
                    <a:pt x="3977" y="1"/>
                    <a:pt x="3921" y="25"/>
                    <a:pt x="3882" y="75"/>
                  </a:cubicBezTo>
                  <a:lnTo>
                    <a:pt x="3203" y="1123"/>
                  </a:lnTo>
                  <a:cubicBezTo>
                    <a:pt x="1429" y="1159"/>
                    <a:pt x="0" y="2623"/>
                    <a:pt x="0" y="4397"/>
                  </a:cubicBezTo>
                  <a:cubicBezTo>
                    <a:pt x="0" y="4457"/>
                    <a:pt x="24" y="4492"/>
                    <a:pt x="72" y="4528"/>
                  </a:cubicBezTo>
                  <a:cubicBezTo>
                    <a:pt x="83" y="4540"/>
                    <a:pt x="524" y="4790"/>
                    <a:pt x="1250" y="4790"/>
                  </a:cubicBezTo>
                  <a:lnTo>
                    <a:pt x="1274" y="4790"/>
                  </a:lnTo>
                  <a:cubicBezTo>
                    <a:pt x="1060" y="5016"/>
                    <a:pt x="726" y="5147"/>
                    <a:pt x="464" y="5183"/>
                  </a:cubicBezTo>
                  <a:cubicBezTo>
                    <a:pt x="417" y="5183"/>
                    <a:pt x="369" y="5207"/>
                    <a:pt x="357" y="5242"/>
                  </a:cubicBezTo>
                  <a:cubicBezTo>
                    <a:pt x="322" y="5266"/>
                    <a:pt x="310" y="5314"/>
                    <a:pt x="322" y="5361"/>
                  </a:cubicBezTo>
                  <a:cubicBezTo>
                    <a:pt x="322" y="5385"/>
                    <a:pt x="417" y="5945"/>
                    <a:pt x="834" y="6516"/>
                  </a:cubicBezTo>
                  <a:cubicBezTo>
                    <a:pt x="1203" y="7040"/>
                    <a:pt x="1953" y="7671"/>
                    <a:pt x="3286" y="7671"/>
                  </a:cubicBezTo>
                  <a:cubicBezTo>
                    <a:pt x="3512" y="7671"/>
                    <a:pt x="3751" y="7647"/>
                    <a:pt x="4013" y="7612"/>
                  </a:cubicBezTo>
                  <a:cubicBezTo>
                    <a:pt x="4203" y="7695"/>
                    <a:pt x="5179" y="8112"/>
                    <a:pt x="6251" y="8112"/>
                  </a:cubicBezTo>
                  <a:cubicBezTo>
                    <a:pt x="6489" y="8112"/>
                    <a:pt x="6739" y="8100"/>
                    <a:pt x="6977" y="8040"/>
                  </a:cubicBezTo>
                  <a:cubicBezTo>
                    <a:pt x="7025" y="8028"/>
                    <a:pt x="7072" y="7993"/>
                    <a:pt x="7096" y="7945"/>
                  </a:cubicBezTo>
                  <a:cubicBezTo>
                    <a:pt x="7108" y="7909"/>
                    <a:pt x="7108" y="7850"/>
                    <a:pt x="7084" y="7802"/>
                  </a:cubicBezTo>
                  <a:cubicBezTo>
                    <a:pt x="7084" y="7802"/>
                    <a:pt x="6787" y="7314"/>
                    <a:pt x="6822" y="6790"/>
                  </a:cubicBezTo>
                  <a:cubicBezTo>
                    <a:pt x="6870" y="6778"/>
                    <a:pt x="6906" y="6754"/>
                    <a:pt x="6941" y="6743"/>
                  </a:cubicBezTo>
                  <a:cubicBezTo>
                    <a:pt x="7442" y="6516"/>
                    <a:pt x="8120" y="6159"/>
                    <a:pt x="8632" y="5707"/>
                  </a:cubicBezTo>
                  <a:cubicBezTo>
                    <a:pt x="10073" y="6183"/>
                    <a:pt x="10751" y="7433"/>
                    <a:pt x="10775" y="7445"/>
                  </a:cubicBezTo>
                  <a:cubicBezTo>
                    <a:pt x="10799" y="7505"/>
                    <a:pt x="10859" y="7528"/>
                    <a:pt x="10918" y="7528"/>
                  </a:cubicBezTo>
                  <a:cubicBezTo>
                    <a:pt x="10930" y="7528"/>
                    <a:pt x="10954" y="7528"/>
                    <a:pt x="10978" y="7516"/>
                  </a:cubicBezTo>
                  <a:cubicBezTo>
                    <a:pt x="11049" y="7493"/>
                    <a:pt x="11097" y="7409"/>
                    <a:pt x="11085" y="7338"/>
                  </a:cubicBezTo>
                  <a:lnTo>
                    <a:pt x="10597" y="4754"/>
                  </a:lnTo>
                  <a:cubicBezTo>
                    <a:pt x="10561" y="4516"/>
                    <a:pt x="10561" y="4278"/>
                    <a:pt x="10597" y="4040"/>
                  </a:cubicBezTo>
                  <a:lnTo>
                    <a:pt x="11061" y="1444"/>
                  </a:lnTo>
                  <a:cubicBezTo>
                    <a:pt x="11073" y="1373"/>
                    <a:pt x="11025" y="1301"/>
                    <a:pt x="10954" y="1266"/>
                  </a:cubicBezTo>
                  <a:cubicBezTo>
                    <a:pt x="10936" y="1260"/>
                    <a:pt x="10917" y="1257"/>
                    <a:pt x="10897" y="1257"/>
                  </a:cubicBezTo>
                  <a:cubicBezTo>
                    <a:pt x="10839" y="1257"/>
                    <a:pt x="10781" y="1284"/>
                    <a:pt x="10763" y="1337"/>
                  </a:cubicBezTo>
                  <a:cubicBezTo>
                    <a:pt x="10763" y="1361"/>
                    <a:pt x="10073" y="2611"/>
                    <a:pt x="8632" y="3087"/>
                  </a:cubicBezTo>
                  <a:cubicBezTo>
                    <a:pt x="8525" y="2980"/>
                    <a:pt x="8406" y="2885"/>
                    <a:pt x="8287" y="2802"/>
                  </a:cubicBezTo>
                  <a:cubicBezTo>
                    <a:pt x="8120" y="2563"/>
                    <a:pt x="7644" y="1956"/>
                    <a:pt x="6834" y="1325"/>
                  </a:cubicBezTo>
                  <a:cubicBezTo>
                    <a:pt x="6001" y="682"/>
                    <a:pt x="5060" y="242"/>
                    <a:pt x="4060" y="4"/>
                  </a:cubicBezTo>
                  <a:cubicBezTo>
                    <a:pt x="4050" y="2"/>
                    <a:pt x="4040" y="1"/>
                    <a:pt x="40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" name="Google Shape;12128;p69"/>
            <p:cNvSpPr/>
            <p:nvPr/>
          </p:nvSpPr>
          <p:spPr>
            <a:xfrm>
              <a:off x="4270285" y="2538098"/>
              <a:ext cx="17184" cy="19872"/>
            </a:xfrm>
            <a:custGeom>
              <a:avLst/>
              <a:gdLst/>
              <a:ahLst/>
              <a:cxnLst/>
              <a:rect l="l" t="t" r="r" b="b"/>
              <a:pathLst>
                <a:path w="537" h="621" extrusionOk="0">
                  <a:moveTo>
                    <a:pt x="184" y="1"/>
                  </a:moveTo>
                  <a:cubicBezTo>
                    <a:pt x="155" y="1"/>
                    <a:pt x="125" y="9"/>
                    <a:pt x="96" y="25"/>
                  </a:cubicBezTo>
                  <a:cubicBezTo>
                    <a:pt x="25" y="61"/>
                    <a:pt x="1" y="168"/>
                    <a:pt x="36" y="239"/>
                  </a:cubicBezTo>
                  <a:cubicBezTo>
                    <a:pt x="96" y="334"/>
                    <a:pt x="144" y="418"/>
                    <a:pt x="191" y="525"/>
                  </a:cubicBezTo>
                  <a:cubicBezTo>
                    <a:pt x="215" y="584"/>
                    <a:pt x="275" y="620"/>
                    <a:pt x="334" y="620"/>
                  </a:cubicBezTo>
                  <a:cubicBezTo>
                    <a:pt x="370" y="620"/>
                    <a:pt x="382" y="620"/>
                    <a:pt x="417" y="596"/>
                  </a:cubicBezTo>
                  <a:cubicBezTo>
                    <a:pt x="489" y="561"/>
                    <a:pt x="536" y="454"/>
                    <a:pt x="489" y="382"/>
                  </a:cubicBezTo>
                  <a:cubicBezTo>
                    <a:pt x="441" y="275"/>
                    <a:pt x="382" y="168"/>
                    <a:pt x="322" y="84"/>
                  </a:cubicBezTo>
                  <a:cubicBezTo>
                    <a:pt x="291" y="30"/>
                    <a:pt x="239" y="1"/>
                    <a:pt x="1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1" name="Google Shape;12129;p69"/>
            <p:cNvSpPr/>
            <p:nvPr/>
          </p:nvSpPr>
          <p:spPr>
            <a:xfrm>
              <a:off x="4183437" y="2557170"/>
              <a:ext cx="32416" cy="38144"/>
            </a:xfrm>
            <a:custGeom>
              <a:avLst/>
              <a:gdLst/>
              <a:ahLst/>
              <a:cxnLst/>
              <a:rect l="l" t="t" r="r" b="b"/>
              <a:pathLst>
                <a:path w="1013" h="1192" extrusionOk="0">
                  <a:moveTo>
                    <a:pt x="500" y="334"/>
                  </a:moveTo>
                  <a:cubicBezTo>
                    <a:pt x="607" y="334"/>
                    <a:pt x="691" y="417"/>
                    <a:pt x="691" y="512"/>
                  </a:cubicBezTo>
                  <a:lnTo>
                    <a:pt x="691" y="691"/>
                  </a:lnTo>
                  <a:cubicBezTo>
                    <a:pt x="691" y="798"/>
                    <a:pt x="595" y="870"/>
                    <a:pt x="500" y="870"/>
                  </a:cubicBezTo>
                  <a:cubicBezTo>
                    <a:pt x="405" y="870"/>
                    <a:pt x="322" y="774"/>
                    <a:pt x="322" y="691"/>
                  </a:cubicBezTo>
                  <a:lnTo>
                    <a:pt x="322" y="512"/>
                  </a:lnTo>
                  <a:cubicBezTo>
                    <a:pt x="322" y="405"/>
                    <a:pt x="417" y="334"/>
                    <a:pt x="500" y="334"/>
                  </a:cubicBezTo>
                  <a:close/>
                  <a:moveTo>
                    <a:pt x="512" y="0"/>
                  </a:moveTo>
                  <a:cubicBezTo>
                    <a:pt x="226" y="0"/>
                    <a:pt x="0" y="227"/>
                    <a:pt x="0" y="512"/>
                  </a:cubicBezTo>
                  <a:lnTo>
                    <a:pt x="0" y="691"/>
                  </a:lnTo>
                  <a:cubicBezTo>
                    <a:pt x="0" y="965"/>
                    <a:pt x="226" y="1191"/>
                    <a:pt x="512" y="1191"/>
                  </a:cubicBezTo>
                  <a:cubicBezTo>
                    <a:pt x="786" y="1191"/>
                    <a:pt x="1012" y="965"/>
                    <a:pt x="1012" y="691"/>
                  </a:cubicBezTo>
                  <a:lnTo>
                    <a:pt x="1012" y="512"/>
                  </a:lnTo>
                  <a:cubicBezTo>
                    <a:pt x="1012" y="239"/>
                    <a:pt x="786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2" name="Google Shape;12130;p69"/>
            <p:cNvSpPr/>
            <p:nvPr/>
          </p:nvSpPr>
          <p:spPr>
            <a:xfrm>
              <a:off x="4309901" y="2589490"/>
              <a:ext cx="82720" cy="60672"/>
            </a:xfrm>
            <a:custGeom>
              <a:avLst/>
              <a:gdLst/>
              <a:ahLst/>
              <a:cxnLst/>
              <a:rect l="l" t="t" r="r" b="b"/>
              <a:pathLst>
                <a:path w="2585" h="1896" extrusionOk="0">
                  <a:moveTo>
                    <a:pt x="1005" y="1"/>
                  </a:moveTo>
                  <a:cubicBezTo>
                    <a:pt x="911" y="1"/>
                    <a:pt x="851" y="2"/>
                    <a:pt x="846" y="2"/>
                  </a:cubicBezTo>
                  <a:cubicBezTo>
                    <a:pt x="751" y="2"/>
                    <a:pt x="680" y="86"/>
                    <a:pt x="680" y="169"/>
                  </a:cubicBezTo>
                  <a:cubicBezTo>
                    <a:pt x="680" y="264"/>
                    <a:pt x="751" y="336"/>
                    <a:pt x="846" y="336"/>
                  </a:cubicBezTo>
                  <a:cubicBezTo>
                    <a:pt x="899" y="335"/>
                    <a:pt x="953" y="334"/>
                    <a:pt x="1006" y="334"/>
                  </a:cubicBezTo>
                  <a:cubicBezTo>
                    <a:pt x="1570" y="334"/>
                    <a:pt x="2108" y="391"/>
                    <a:pt x="2227" y="467"/>
                  </a:cubicBezTo>
                  <a:cubicBezTo>
                    <a:pt x="2204" y="514"/>
                    <a:pt x="2180" y="633"/>
                    <a:pt x="2120" y="764"/>
                  </a:cubicBezTo>
                  <a:lnTo>
                    <a:pt x="1465" y="657"/>
                  </a:lnTo>
                  <a:cubicBezTo>
                    <a:pt x="1457" y="656"/>
                    <a:pt x="1449" y="656"/>
                    <a:pt x="1441" y="656"/>
                  </a:cubicBezTo>
                  <a:cubicBezTo>
                    <a:pt x="1357" y="656"/>
                    <a:pt x="1287" y="713"/>
                    <a:pt x="1287" y="800"/>
                  </a:cubicBezTo>
                  <a:cubicBezTo>
                    <a:pt x="1275" y="883"/>
                    <a:pt x="1334" y="979"/>
                    <a:pt x="1418" y="979"/>
                  </a:cubicBezTo>
                  <a:lnTo>
                    <a:pt x="1954" y="1062"/>
                  </a:lnTo>
                  <a:cubicBezTo>
                    <a:pt x="1763" y="1372"/>
                    <a:pt x="1584" y="1550"/>
                    <a:pt x="1489" y="1574"/>
                  </a:cubicBezTo>
                  <a:cubicBezTo>
                    <a:pt x="1476" y="1578"/>
                    <a:pt x="1462" y="1580"/>
                    <a:pt x="1445" y="1580"/>
                  </a:cubicBezTo>
                  <a:cubicBezTo>
                    <a:pt x="1220" y="1580"/>
                    <a:pt x="687" y="1209"/>
                    <a:pt x="299" y="776"/>
                  </a:cubicBezTo>
                  <a:cubicBezTo>
                    <a:pt x="267" y="739"/>
                    <a:pt x="227" y="721"/>
                    <a:pt x="186" y="721"/>
                  </a:cubicBezTo>
                  <a:cubicBezTo>
                    <a:pt x="149" y="721"/>
                    <a:pt x="113" y="736"/>
                    <a:pt x="84" y="764"/>
                  </a:cubicBezTo>
                  <a:cubicBezTo>
                    <a:pt x="25" y="824"/>
                    <a:pt x="1" y="931"/>
                    <a:pt x="60" y="991"/>
                  </a:cubicBezTo>
                  <a:cubicBezTo>
                    <a:pt x="275" y="1205"/>
                    <a:pt x="537" y="1455"/>
                    <a:pt x="775" y="1634"/>
                  </a:cubicBezTo>
                  <a:cubicBezTo>
                    <a:pt x="1049" y="1800"/>
                    <a:pt x="1275" y="1896"/>
                    <a:pt x="1454" y="1896"/>
                  </a:cubicBezTo>
                  <a:cubicBezTo>
                    <a:pt x="1489" y="1896"/>
                    <a:pt x="1549" y="1896"/>
                    <a:pt x="1596" y="1884"/>
                  </a:cubicBezTo>
                  <a:cubicBezTo>
                    <a:pt x="1751" y="1836"/>
                    <a:pt x="1930" y="1669"/>
                    <a:pt x="2108" y="1407"/>
                  </a:cubicBezTo>
                  <a:cubicBezTo>
                    <a:pt x="2251" y="1193"/>
                    <a:pt x="2382" y="943"/>
                    <a:pt x="2477" y="741"/>
                  </a:cubicBezTo>
                  <a:cubicBezTo>
                    <a:pt x="2573" y="526"/>
                    <a:pt x="2585" y="395"/>
                    <a:pt x="2537" y="300"/>
                  </a:cubicBezTo>
                  <a:cubicBezTo>
                    <a:pt x="2454" y="145"/>
                    <a:pt x="2180" y="50"/>
                    <a:pt x="1584" y="26"/>
                  </a:cubicBezTo>
                  <a:cubicBezTo>
                    <a:pt x="1363" y="5"/>
                    <a:pt x="1146" y="1"/>
                    <a:pt x="10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" name="Rechteck 1"/>
          <p:cNvSpPr/>
          <p:nvPr/>
        </p:nvSpPr>
        <p:spPr>
          <a:xfrm>
            <a:off x="1488839" y="1406002"/>
            <a:ext cx="94253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39828"/>
            <a:r>
              <a:rPr lang="fr-FR" sz="2400" dirty="0">
                <a:solidFill>
                  <a:schemeClr val="bg1">
                    <a:lumMod val="10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To avoid the seemingly obvious, you can combine different ideas.</a:t>
            </a:r>
          </a:p>
        </p:txBody>
      </p:sp>
      <p:grpSp>
        <p:nvGrpSpPr>
          <p:cNvPr id="33" name="Google Shape;12862;p70"/>
          <p:cNvGrpSpPr/>
          <p:nvPr/>
        </p:nvGrpSpPr>
        <p:grpSpPr>
          <a:xfrm>
            <a:off x="10634960" y="4111125"/>
            <a:ext cx="876200" cy="856816"/>
            <a:chOff x="2302788" y="1505981"/>
            <a:chExt cx="336188" cy="335425"/>
          </a:xfrm>
          <a:solidFill>
            <a:srgbClr val="000000"/>
          </a:solidFill>
        </p:grpSpPr>
        <p:sp>
          <p:nvSpPr>
            <p:cNvPr id="34" name="Google Shape;12863;p70"/>
            <p:cNvSpPr/>
            <p:nvPr/>
          </p:nvSpPr>
          <p:spPr>
            <a:xfrm>
              <a:off x="2302788" y="1505981"/>
              <a:ext cx="336188" cy="335425"/>
            </a:xfrm>
            <a:custGeom>
              <a:avLst/>
              <a:gdLst/>
              <a:ahLst/>
              <a:cxnLst/>
              <a:rect l="l" t="t" r="r" b="b"/>
              <a:pathLst>
                <a:path w="10562" h="10538" extrusionOk="0">
                  <a:moveTo>
                    <a:pt x="5275" y="1"/>
                  </a:moveTo>
                  <a:cubicBezTo>
                    <a:pt x="3858" y="1"/>
                    <a:pt x="2536" y="548"/>
                    <a:pt x="1548" y="1548"/>
                  </a:cubicBezTo>
                  <a:cubicBezTo>
                    <a:pt x="548" y="2549"/>
                    <a:pt x="0" y="3870"/>
                    <a:pt x="0" y="5263"/>
                  </a:cubicBezTo>
                  <a:cubicBezTo>
                    <a:pt x="0" y="6668"/>
                    <a:pt x="548" y="8002"/>
                    <a:pt x="1548" y="8990"/>
                  </a:cubicBezTo>
                  <a:cubicBezTo>
                    <a:pt x="2548" y="9990"/>
                    <a:pt x="3870" y="10538"/>
                    <a:pt x="5275" y="10538"/>
                  </a:cubicBezTo>
                  <a:cubicBezTo>
                    <a:pt x="6680" y="10538"/>
                    <a:pt x="8013" y="9990"/>
                    <a:pt x="8989" y="8990"/>
                  </a:cubicBezTo>
                  <a:cubicBezTo>
                    <a:pt x="9990" y="7990"/>
                    <a:pt x="10537" y="6668"/>
                    <a:pt x="10537" y="5263"/>
                  </a:cubicBezTo>
                  <a:cubicBezTo>
                    <a:pt x="10561" y="5192"/>
                    <a:pt x="10549" y="5085"/>
                    <a:pt x="10549" y="5001"/>
                  </a:cubicBezTo>
                  <a:cubicBezTo>
                    <a:pt x="10549" y="4906"/>
                    <a:pt x="10478" y="4847"/>
                    <a:pt x="10394" y="4847"/>
                  </a:cubicBezTo>
                  <a:cubicBezTo>
                    <a:pt x="10299" y="4847"/>
                    <a:pt x="10240" y="4930"/>
                    <a:pt x="10240" y="5013"/>
                  </a:cubicBezTo>
                  <a:lnTo>
                    <a:pt x="10240" y="5287"/>
                  </a:lnTo>
                  <a:cubicBezTo>
                    <a:pt x="10240" y="6609"/>
                    <a:pt x="9716" y="7859"/>
                    <a:pt x="8787" y="8799"/>
                  </a:cubicBezTo>
                  <a:cubicBezTo>
                    <a:pt x="7846" y="9728"/>
                    <a:pt x="6596" y="10252"/>
                    <a:pt x="5275" y="10252"/>
                  </a:cubicBezTo>
                  <a:cubicBezTo>
                    <a:pt x="3941" y="10252"/>
                    <a:pt x="2691" y="9728"/>
                    <a:pt x="1762" y="8799"/>
                  </a:cubicBezTo>
                  <a:cubicBezTo>
                    <a:pt x="822" y="7859"/>
                    <a:pt x="298" y="6609"/>
                    <a:pt x="298" y="5287"/>
                  </a:cubicBezTo>
                  <a:cubicBezTo>
                    <a:pt x="298" y="3954"/>
                    <a:pt x="822" y="2703"/>
                    <a:pt x="1762" y="1775"/>
                  </a:cubicBezTo>
                  <a:cubicBezTo>
                    <a:pt x="2691" y="834"/>
                    <a:pt x="3941" y="310"/>
                    <a:pt x="5275" y="310"/>
                  </a:cubicBezTo>
                  <a:cubicBezTo>
                    <a:pt x="6442" y="310"/>
                    <a:pt x="7573" y="727"/>
                    <a:pt x="8466" y="1477"/>
                  </a:cubicBezTo>
                  <a:cubicBezTo>
                    <a:pt x="9347" y="2215"/>
                    <a:pt x="9942" y="3239"/>
                    <a:pt x="10156" y="4370"/>
                  </a:cubicBezTo>
                  <a:cubicBezTo>
                    <a:pt x="10167" y="4454"/>
                    <a:pt x="10223" y="4492"/>
                    <a:pt x="10301" y="4492"/>
                  </a:cubicBezTo>
                  <a:cubicBezTo>
                    <a:pt x="10312" y="4492"/>
                    <a:pt x="10323" y="4491"/>
                    <a:pt x="10335" y="4489"/>
                  </a:cubicBezTo>
                  <a:cubicBezTo>
                    <a:pt x="10418" y="4477"/>
                    <a:pt x="10466" y="4406"/>
                    <a:pt x="10454" y="4311"/>
                  </a:cubicBezTo>
                  <a:cubicBezTo>
                    <a:pt x="10228" y="3108"/>
                    <a:pt x="9597" y="2025"/>
                    <a:pt x="8668" y="1239"/>
                  </a:cubicBezTo>
                  <a:cubicBezTo>
                    <a:pt x="7716" y="429"/>
                    <a:pt x="6501" y="1"/>
                    <a:pt x="52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" name="Google Shape;12864;p70"/>
            <p:cNvSpPr/>
            <p:nvPr/>
          </p:nvSpPr>
          <p:spPr>
            <a:xfrm>
              <a:off x="2327806" y="1530618"/>
              <a:ext cx="287266" cy="286916"/>
            </a:xfrm>
            <a:custGeom>
              <a:avLst/>
              <a:gdLst/>
              <a:ahLst/>
              <a:cxnLst/>
              <a:rect l="l" t="t" r="r" b="b"/>
              <a:pathLst>
                <a:path w="9025" h="9014" extrusionOk="0">
                  <a:moveTo>
                    <a:pt x="4513" y="1"/>
                  </a:moveTo>
                  <a:cubicBezTo>
                    <a:pt x="3870" y="1"/>
                    <a:pt x="3262" y="132"/>
                    <a:pt x="2679" y="382"/>
                  </a:cubicBezTo>
                  <a:cubicBezTo>
                    <a:pt x="2119" y="644"/>
                    <a:pt x="1619" y="1001"/>
                    <a:pt x="1215" y="1441"/>
                  </a:cubicBezTo>
                  <a:cubicBezTo>
                    <a:pt x="1155" y="1501"/>
                    <a:pt x="1155" y="1608"/>
                    <a:pt x="1226" y="1667"/>
                  </a:cubicBezTo>
                  <a:cubicBezTo>
                    <a:pt x="1255" y="1696"/>
                    <a:pt x="1294" y="1711"/>
                    <a:pt x="1334" y="1711"/>
                  </a:cubicBezTo>
                  <a:cubicBezTo>
                    <a:pt x="1377" y="1711"/>
                    <a:pt x="1422" y="1693"/>
                    <a:pt x="1453" y="1656"/>
                  </a:cubicBezTo>
                  <a:cubicBezTo>
                    <a:pt x="1834" y="1239"/>
                    <a:pt x="2298" y="894"/>
                    <a:pt x="2822" y="667"/>
                  </a:cubicBezTo>
                  <a:cubicBezTo>
                    <a:pt x="3358" y="429"/>
                    <a:pt x="3929" y="310"/>
                    <a:pt x="4524" y="310"/>
                  </a:cubicBezTo>
                  <a:cubicBezTo>
                    <a:pt x="6834" y="310"/>
                    <a:pt x="8727" y="2191"/>
                    <a:pt x="8727" y="4513"/>
                  </a:cubicBezTo>
                  <a:cubicBezTo>
                    <a:pt x="8727" y="6811"/>
                    <a:pt x="6846" y="8704"/>
                    <a:pt x="4524" y="8704"/>
                  </a:cubicBezTo>
                  <a:cubicBezTo>
                    <a:pt x="2227" y="8704"/>
                    <a:pt x="333" y="6835"/>
                    <a:pt x="333" y="4513"/>
                  </a:cubicBezTo>
                  <a:cubicBezTo>
                    <a:pt x="333" y="3692"/>
                    <a:pt x="572" y="2882"/>
                    <a:pt x="1036" y="2203"/>
                  </a:cubicBezTo>
                  <a:cubicBezTo>
                    <a:pt x="1048" y="2132"/>
                    <a:pt x="1036" y="2037"/>
                    <a:pt x="953" y="1977"/>
                  </a:cubicBezTo>
                  <a:cubicBezTo>
                    <a:pt x="927" y="1960"/>
                    <a:pt x="900" y="1952"/>
                    <a:pt x="874" y="1952"/>
                  </a:cubicBezTo>
                  <a:cubicBezTo>
                    <a:pt x="827" y="1952"/>
                    <a:pt x="781" y="1979"/>
                    <a:pt x="750" y="2025"/>
                  </a:cubicBezTo>
                  <a:cubicBezTo>
                    <a:pt x="262" y="2751"/>
                    <a:pt x="0" y="3620"/>
                    <a:pt x="0" y="4513"/>
                  </a:cubicBezTo>
                  <a:cubicBezTo>
                    <a:pt x="0" y="5716"/>
                    <a:pt x="464" y="6847"/>
                    <a:pt x="1334" y="7692"/>
                  </a:cubicBezTo>
                  <a:cubicBezTo>
                    <a:pt x="2191" y="8537"/>
                    <a:pt x="3310" y="9014"/>
                    <a:pt x="4513" y="9014"/>
                  </a:cubicBezTo>
                  <a:cubicBezTo>
                    <a:pt x="5715" y="9014"/>
                    <a:pt x="6846" y="8549"/>
                    <a:pt x="7692" y="7692"/>
                  </a:cubicBezTo>
                  <a:cubicBezTo>
                    <a:pt x="8549" y="6835"/>
                    <a:pt x="9025" y="5716"/>
                    <a:pt x="9025" y="4513"/>
                  </a:cubicBezTo>
                  <a:cubicBezTo>
                    <a:pt x="9025" y="3299"/>
                    <a:pt x="8561" y="2168"/>
                    <a:pt x="7692" y="1322"/>
                  </a:cubicBezTo>
                  <a:cubicBezTo>
                    <a:pt x="6846" y="477"/>
                    <a:pt x="5715" y="1"/>
                    <a:pt x="45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" name="Google Shape;12865;p70"/>
            <p:cNvSpPr/>
            <p:nvPr/>
          </p:nvSpPr>
          <p:spPr>
            <a:xfrm>
              <a:off x="2352061" y="1669333"/>
              <a:ext cx="16679" cy="9485"/>
            </a:xfrm>
            <a:custGeom>
              <a:avLst/>
              <a:gdLst/>
              <a:ahLst/>
              <a:cxnLst/>
              <a:rect l="l" t="t" r="r" b="b"/>
              <a:pathLst>
                <a:path w="524" h="298" extrusionOk="0">
                  <a:moveTo>
                    <a:pt x="155" y="0"/>
                  </a:moveTo>
                  <a:cubicBezTo>
                    <a:pt x="60" y="0"/>
                    <a:pt x="0" y="60"/>
                    <a:pt x="0" y="155"/>
                  </a:cubicBezTo>
                  <a:cubicBezTo>
                    <a:pt x="0" y="238"/>
                    <a:pt x="72" y="298"/>
                    <a:pt x="155" y="298"/>
                  </a:cubicBezTo>
                  <a:lnTo>
                    <a:pt x="369" y="298"/>
                  </a:lnTo>
                  <a:cubicBezTo>
                    <a:pt x="464" y="298"/>
                    <a:pt x="524" y="226"/>
                    <a:pt x="524" y="155"/>
                  </a:cubicBezTo>
                  <a:cubicBezTo>
                    <a:pt x="524" y="60"/>
                    <a:pt x="453" y="0"/>
                    <a:pt x="3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" name="Google Shape;12866;p70"/>
            <p:cNvSpPr/>
            <p:nvPr/>
          </p:nvSpPr>
          <p:spPr>
            <a:xfrm>
              <a:off x="2466871" y="1554490"/>
              <a:ext cx="123946" cy="124328"/>
            </a:xfrm>
            <a:custGeom>
              <a:avLst/>
              <a:gdLst/>
              <a:ahLst/>
              <a:cxnLst/>
              <a:rect l="l" t="t" r="r" b="b"/>
              <a:pathLst>
                <a:path w="3894" h="3906" extrusionOk="0">
                  <a:moveTo>
                    <a:pt x="144" y="1"/>
                  </a:moveTo>
                  <a:cubicBezTo>
                    <a:pt x="48" y="1"/>
                    <a:pt x="1" y="84"/>
                    <a:pt x="1" y="155"/>
                  </a:cubicBezTo>
                  <a:lnTo>
                    <a:pt x="1" y="3751"/>
                  </a:lnTo>
                  <a:cubicBezTo>
                    <a:pt x="1" y="3846"/>
                    <a:pt x="72" y="3906"/>
                    <a:pt x="144" y="3906"/>
                  </a:cubicBezTo>
                  <a:lnTo>
                    <a:pt x="3751" y="3906"/>
                  </a:lnTo>
                  <a:cubicBezTo>
                    <a:pt x="3834" y="3906"/>
                    <a:pt x="3894" y="3834"/>
                    <a:pt x="3894" y="3751"/>
                  </a:cubicBezTo>
                  <a:cubicBezTo>
                    <a:pt x="3894" y="3668"/>
                    <a:pt x="3823" y="3608"/>
                    <a:pt x="3751" y="3608"/>
                  </a:cubicBezTo>
                  <a:lnTo>
                    <a:pt x="310" y="3608"/>
                  </a:lnTo>
                  <a:lnTo>
                    <a:pt x="310" y="155"/>
                  </a:lnTo>
                  <a:lnTo>
                    <a:pt x="298" y="155"/>
                  </a:lnTo>
                  <a:cubicBezTo>
                    <a:pt x="298" y="72"/>
                    <a:pt x="215" y="1"/>
                    <a:pt x="1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" name="Google Shape;12867;p70"/>
            <p:cNvSpPr/>
            <p:nvPr/>
          </p:nvSpPr>
          <p:spPr>
            <a:xfrm>
              <a:off x="2466107" y="1776950"/>
              <a:ext cx="9517" cy="16711"/>
            </a:xfrm>
            <a:custGeom>
              <a:avLst/>
              <a:gdLst/>
              <a:ahLst/>
              <a:cxnLst/>
              <a:rect l="l" t="t" r="r" b="b"/>
              <a:pathLst>
                <a:path w="299" h="525" extrusionOk="0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370"/>
                  </a:lnTo>
                  <a:cubicBezTo>
                    <a:pt x="1" y="465"/>
                    <a:pt x="84" y="525"/>
                    <a:pt x="156" y="525"/>
                  </a:cubicBezTo>
                  <a:cubicBezTo>
                    <a:pt x="239" y="525"/>
                    <a:pt x="299" y="441"/>
                    <a:pt x="299" y="370"/>
                  </a:cubicBezTo>
                  <a:lnTo>
                    <a:pt x="299" y="144"/>
                  </a:lnTo>
                  <a:cubicBezTo>
                    <a:pt x="299" y="60"/>
                    <a:pt x="227" y="1"/>
                    <a:pt x="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" name="Google Shape;12868;p70"/>
            <p:cNvSpPr/>
            <p:nvPr/>
          </p:nvSpPr>
          <p:spPr>
            <a:xfrm>
              <a:off x="2384272" y="1587944"/>
              <a:ext cx="16329" cy="15087"/>
            </a:xfrm>
            <a:custGeom>
              <a:avLst/>
              <a:gdLst/>
              <a:ahLst/>
              <a:cxnLst/>
              <a:rect l="l" t="t" r="r" b="b"/>
              <a:pathLst>
                <a:path w="513" h="474" extrusionOk="0">
                  <a:moveTo>
                    <a:pt x="173" y="0"/>
                  </a:moveTo>
                  <a:cubicBezTo>
                    <a:pt x="131" y="0"/>
                    <a:pt x="89" y="15"/>
                    <a:pt x="60" y="45"/>
                  </a:cubicBezTo>
                  <a:cubicBezTo>
                    <a:pt x="0" y="105"/>
                    <a:pt x="0" y="212"/>
                    <a:pt x="60" y="271"/>
                  </a:cubicBezTo>
                  <a:lnTo>
                    <a:pt x="238" y="426"/>
                  </a:lnTo>
                  <a:cubicBezTo>
                    <a:pt x="274" y="462"/>
                    <a:pt x="310" y="474"/>
                    <a:pt x="345" y="474"/>
                  </a:cubicBezTo>
                  <a:cubicBezTo>
                    <a:pt x="393" y="474"/>
                    <a:pt x="417" y="462"/>
                    <a:pt x="453" y="426"/>
                  </a:cubicBezTo>
                  <a:cubicBezTo>
                    <a:pt x="512" y="367"/>
                    <a:pt x="512" y="271"/>
                    <a:pt x="453" y="212"/>
                  </a:cubicBezTo>
                  <a:lnTo>
                    <a:pt x="286" y="45"/>
                  </a:lnTo>
                  <a:cubicBezTo>
                    <a:pt x="256" y="15"/>
                    <a:pt x="214" y="0"/>
                    <a:pt x="1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" name="Google Shape;12869;p70"/>
            <p:cNvSpPr/>
            <p:nvPr/>
          </p:nvSpPr>
          <p:spPr>
            <a:xfrm>
              <a:off x="2541544" y="1745216"/>
              <a:ext cx="15565" cy="15087"/>
            </a:xfrm>
            <a:custGeom>
              <a:avLst/>
              <a:gdLst/>
              <a:ahLst/>
              <a:cxnLst/>
              <a:rect l="l" t="t" r="r" b="b"/>
              <a:pathLst>
                <a:path w="489" h="474" extrusionOk="0">
                  <a:moveTo>
                    <a:pt x="171" y="0"/>
                  </a:moveTo>
                  <a:cubicBezTo>
                    <a:pt x="131" y="0"/>
                    <a:pt x="89" y="15"/>
                    <a:pt x="60" y="45"/>
                  </a:cubicBezTo>
                  <a:cubicBezTo>
                    <a:pt x="0" y="105"/>
                    <a:pt x="0" y="212"/>
                    <a:pt x="60" y="259"/>
                  </a:cubicBezTo>
                  <a:lnTo>
                    <a:pt x="226" y="426"/>
                  </a:lnTo>
                  <a:cubicBezTo>
                    <a:pt x="250" y="462"/>
                    <a:pt x="298" y="474"/>
                    <a:pt x="334" y="474"/>
                  </a:cubicBezTo>
                  <a:cubicBezTo>
                    <a:pt x="369" y="474"/>
                    <a:pt x="405" y="462"/>
                    <a:pt x="429" y="426"/>
                  </a:cubicBezTo>
                  <a:cubicBezTo>
                    <a:pt x="488" y="367"/>
                    <a:pt x="488" y="259"/>
                    <a:pt x="429" y="212"/>
                  </a:cubicBezTo>
                  <a:lnTo>
                    <a:pt x="274" y="45"/>
                  </a:lnTo>
                  <a:cubicBezTo>
                    <a:pt x="250" y="15"/>
                    <a:pt x="212" y="0"/>
                    <a:pt x="1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" name="Google Shape;12870;p70"/>
            <p:cNvSpPr/>
            <p:nvPr/>
          </p:nvSpPr>
          <p:spPr>
            <a:xfrm>
              <a:off x="2541544" y="1587944"/>
              <a:ext cx="16329" cy="15087"/>
            </a:xfrm>
            <a:custGeom>
              <a:avLst/>
              <a:gdLst/>
              <a:ahLst/>
              <a:cxnLst/>
              <a:rect l="l" t="t" r="r" b="b"/>
              <a:pathLst>
                <a:path w="513" h="474" extrusionOk="0">
                  <a:moveTo>
                    <a:pt x="340" y="0"/>
                  </a:moveTo>
                  <a:cubicBezTo>
                    <a:pt x="298" y="0"/>
                    <a:pt x="256" y="15"/>
                    <a:pt x="226" y="45"/>
                  </a:cubicBezTo>
                  <a:lnTo>
                    <a:pt x="60" y="212"/>
                  </a:lnTo>
                  <a:cubicBezTo>
                    <a:pt x="0" y="271"/>
                    <a:pt x="0" y="367"/>
                    <a:pt x="60" y="426"/>
                  </a:cubicBezTo>
                  <a:cubicBezTo>
                    <a:pt x="95" y="462"/>
                    <a:pt x="131" y="474"/>
                    <a:pt x="167" y="474"/>
                  </a:cubicBezTo>
                  <a:cubicBezTo>
                    <a:pt x="215" y="474"/>
                    <a:pt x="250" y="462"/>
                    <a:pt x="286" y="426"/>
                  </a:cubicBezTo>
                  <a:lnTo>
                    <a:pt x="453" y="271"/>
                  </a:lnTo>
                  <a:cubicBezTo>
                    <a:pt x="512" y="212"/>
                    <a:pt x="512" y="105"/>
                    <a:pt x="453" y="45"/>
                  </a:cubicBezTo>
                  <a:cubicBezTo>
                    <a:pt x="423" y="15"/>
                    <a:pt x="381" y="0"/>
                    <a:pt x="3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2" name="Google Shape;12871;p70"/>
            <p:cNvSpPr/>
            <p:nvPr/>
          </p:nvSpPr>
          <p:spPr>
            <a:xfrm>
              <a:off x="2384654" y="1744452"/>
              <a:ext cx="15947" cy="15469"/>
            </a:xfrm>
            <a:custGeom>
              <a:avLst/>
              <a:gdLst/>
              <a:ahLst/>
              <a:cxnLst/>
              <a:rect l="l" t="t" r="r" b="b"/>
              <a:pathLst>
                <a:path w="501" h="486" extrusionOk="0">
                  <a:moveTo>
                    <a:pt x="327" y="1"/>
                  </a:moveTo>
                  <a:cubicBezTo>
                    <a:pt x="286" y="1"/>
                    <a:pt x="244" y="16"/>
                    <a:pt x="214" y="45"/>
                  </a:cubicBezTo>
                  <a:lnTo>
                    <a:pt x="48" y="212"/>
                  </a:lnTo>
                  <a:cubicBezTo>
                    <a:pt x="0" y="272"/>
                    <a:pt x="0" y="379"/>
                    <a:pt x="60" y="438"/>
                  </a:cubicBezTo>
                  <a:cubicBezTo>
                    <a:pt x="95" y="462"/>
                    <a:pt x="143" y="486"/>
                    <a:pt x="167" y="486"/>
                  </a:cubicBezTo>
                  <a:cubicBezTo>
                    <a:pt x="202" y="486"/>
                    <a:pt x="238" y="462"/>
                    <a:pt x="274" y="438"/>
                  </a:cubicBezTo>
                  <a:lnTo>
                    <a:pt x="441" y="272"/>
                  </a:lnTo>
                  <a:cubicBezTo>
                    <a:pt x="500" y="212"/>
                    <a:pt x="500" y="105"/>
                    <a:pt x="441" y="45"/>
                  </a:cubicBezTo>
                  <a:cubicBezTo>
                    <a:pt x="411" y="16"/>
                    <a:pt x="369" y="1"/>
                    <a:pt x="3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" name="Google Shape;12872;p70"/>
            <p:cNvSpPr/>
            <p:nvPr/>
          </p:nvSpPr>
          <p:spPr>
            <a:xfrm>
              <a:off x="2360018" y="1624548"/>
              <a:ext cx="18207" cy="12605"/>
            </a:xfrm>
            <a:custGeom>
              <a:avLst/>
              <a:gdLst/>
              <a:ahLst/>
              <a:cxnLst/>
              <a:rect l="l" t="t" r="r" b="b"/>
              <a:pathLst>
                <a:path w="572" h="396" extrusionOk="0">
                  <a:moveTo>
                    <a:pt x="179" y="0"/>
                  </a:moveTo>
                  <a:cubicBezTo>
                    <a:pt x="125" y="0"/>
                    <a:pt x="71" y="33"/>
                    <a:pt x="36" y="86"/>
                  </a:cubicBezTo>
                  <a:cubicBezTo>
                    <a:pt x="0" y="157"/>
                    <a:pt x="36" y="252"/>
                    <a:pt x="107" y="288"/>
                  </a:cubicBezTo>
                  <a:lnTo>
                    <a:pt x="322" y="383"/>
                  </a:lnTo>
                  <a:cubicBezTo>
                    <a:pt x="333" y="395"/>
                    <a:pt x="357" y="395"/>
                    <a:pt x="381" y="395"/>
                  </a:cubicBezTo>
                  <a:cubicBezTo>
                    <a:pt x="429" y="395"/>
                    <a:pt x="500" y="371"/>
                    <a:pt x="524" y="312"/>
                  </a:cubicBezTo>
                  <a:cubicBezTo>
                    <a:pt x="572" y="217"/>
                    <a:pt x="524" y="133"/>
                    <a:pt x="453" y="98"/>
                  </a:cubicBezTo>
                  <a:lnTo>
                    <a:pt x="238" y="14"/>
                  </a:lnTo>
                  <a:cubicBezTo>
                    <a:pt x="219" y="5"/>
                    <a:pt x="199" y="0"/>
                    <a:pt x="1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" name="Google Shape;12873;p70"/>
            <p:cNvSpPr/>
            <p:nvPr/>
          </p:nvSpPr>
          <p:spPr>
            <a:xfrm>
              <a:off x="2564271" y="1711126"/>
              <a:ext cx="17475" cy="12796"/>
            </a:xfrm>
            <a:custGeom>
              <a:avLst/>
              <a:gdLst/>
              <a:ahLst/>
              <a:cxnLst/>
              <a:rect l="l" t="t" r="r" b="b"/>
              <a:pathLst>
                <a:path w="549" h="402" extrusionOk="0">
                  <a:moveTo>
                    <a:pt x="184" y="0"/>
                  </a:moveTo>
                  <a:cubicBezTo>
                    <a:pt x="125" y="0"/>
                    <a:pt x="63" y="29"/>
                    <a:pt x="36" y="92"/>
                  </a:cubicBezTo>
                  <a:cubicBezTo>
                    <a:pt x="1" y="164"/>
                    <a:pt x="36" y="247"/>
                    <a:pt x="108" y="295"/>
                  </a:cubicBezTo>
                  <a:lnTo>
                    <a:pt x="310" y="390"/>
                  </a:lnTo>
                  <a:cubicBezTo>
                    <a:pt x="334" y="402"/>
                    <a:pt x="358" y="402"/>
                    <a:pt x="370" y="402"/>
                  </a:cubicBezTo>
                  <a:cubicBezTo>
                    <a:pt x="429" y="402"/>
                    <a:pt x="489" y="366"/>
                    <a:pt x="524" y="307"/>
                  </a:cubicBezTo>
                  <a:cubicBezTo>
                    <a:pt x="548" y="235"/>
                    <a:pt x="524" y="140"/>
                    <a:pt x="453" y="104"/>
                  </a:cubicBezTo>
                  <a:lnTo>
                    <a:pt x="239" y="9"/>
                  </a:lnTo>
                  <a:cubicBezTo>
                    <a:pt x="221" y="3"/>
                    <a:pt x="203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" name="Google Shape;12874;p70"/>
            <p:cNvSpPr/>
            <p:nvPr/>
          </p:nvSpPr>
          <p:spPr>
            <a:xfrm>
              <a:off x="2507805" y="1563912"/>
              <a:ext cx="14069" cy="16392"/>
            </a:xfrm>
            <a:custGeom>
              <a:avLst/>
              <a:gdLst/>
              <a:ahLst/>
              <a:cxnLst/>
              <a:rect l="l" t="t" r="r" b="b"/>
              <a:pathLst>
                <a:path w="442" h="515" extrusionOk="0">
                  <a:moveTo>
                    <a:pt x="273" y="0"/>
                  </a:moveTo>
                  <a:cubicBezTo>
                    <a:pt x="215" y="0"/>
                    <a:pt x="154" y="33"/>
                    <a:pt x="120" y="86"/>
                  </a:cubicBezTo>
                  <a:lnTo>
                    <a:pt x="36" y="288"/>
                  </a:lnTo>
                  <a:cubicBezTo>
                    <a:pt x="1" y="371"/>
                    <a:pt x="36" y="455"/>
                    <a:pt x="108" y="502"/>
                  </a:cubicBezTo>
                  <a:cubicBezTo>
                    <a:pt x="120" y="514"/>
                    <a:pt x="155" y="514"/>
                    <a:pt x="167" y="514"/>
                  </a:cubicBezTo>
                  <a:cubicBezTo>
                    <a:pt x="227" y="514"/>
                    <a:pt x="286" y="490"/>
                    <a:pt x="322" y="431"/>
                  </a:cubicBezTo>
                  <a:lnTo>
                    <a:pt x="405" y="217"/>
                  </a:lnTo>
                  <a:cubicBezTo>
                    <a:pt x="441" y="145"/>
                    <a:pt x="405" y="50"/>
                    <a:pt x="334" y="14"/>
                  </a:cubicBezTo>
                  <a:cubicBezTo>
                    <a:pt x="315" y="5"/>
                    <a:pt x="294" y="0"/>
                    <a:pt x="2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6" name="Google Shape;12875;p70"/>
            <p:cNvSpPr/>
            <p:nvPr/>
          </p:nvSpPr>
          <p:spPr>
            <a:xfrm>
              <a:off x="2420654" y="1767974"/>
              <a:ext cx="14419" cy="16583"/>
            </a:xfrm>
            <a:custGeom>
              <a:avLst/>
              <a:gdLst/>
              <a:ahLst/>
              <a:cxnLst/>
              <a:rect l="l" t="t" r="r" b="b"/>
              <a:pathLst>
                <a:path w="453" h="521" extrusionOk="0">
                  <a:moveTo>
                    <a:pt x="290" y="0"/>
                  </a:moveTo>
                  <a:cubicBezTo>
                    <a:pt x="231" y="0"/>
                    <a:pt x="170" y="29"/>
                    <a:pt x="143" y="92"/>
                  </a:cubicBezTo>
                  <a:lnTo>
                    <a:pt x="48" y="295"/>
                  </a:lnTo>
                  <a:cubicBezTo>
                    <a:pt x="0" y="366"/>
                    <a:pt x="48" y="473"/>
                    <a:pt x="119" y="509"/>
                  </a:cubicBezTo>
                  <a:cubicBezTo>
                    <a:pt x="143" y="521"/>
                    <a:pt x="167" y="521"/>
                    <a:pt x="179" y="521"/>
                  </a:cubicBezTo>
                  <a:cubicBezTo>
                    <a:pt x="238" y="521"/>
                    <a:pt x="298" y="485"/>
                    <a:pt x="333" y="426"/>
                  </a:cubicBezTo>
                  <a:lnTo>
                    <a:pt x="417" y="223"/>
                  </a:lnTo>
                  <a:cubicBezTo>
                    <a:pt x="453" y="152"/>
                    <a:pt x="417" y="56"/>
                    <a:pt x="345" y="9"/>
                  </a:cubicBezTo>
                  <a:cubicBezTo>
                    <a:pt x="328" y="3"/>
                    <a:pt x="309" y="0"/>
                    <a:pt x="2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7" name="Google Shape;12876;p70"/>
            <p:cNvSpPr/>
            <p:nvPr/>
          </p:nvSpPr>
          <p:spPr>
            <a:xfrm>
              <a:off x="2422532" y="1562448"/>
              <a:ext cx="14451" cy="17093"/>
            </a:xfrm>
            <a:custGeom>
              <a:avLst/>
              <a:gdLst/>
              <a:ahLst/>
              <a:cxnLst/>
              <a:rect l="l" t="t" r="r" b="b"/>
              <a:pathLst>
                <a:path w="454" h="537" extrusionOk="0">
                  <a:moveTo>
                    <a:pt x="184" y="0"/>
                  </a:moveTo>
                  <a:cubicBezTo>
                    <a:pt x="164" y="0"/>
                    <a:pt x="142" y="4"/>
                    <a:pt x="120" y="13"/>
                  </a:cubicBezTo>
                  <a:cubicBezTo>
                    <a:pt x="48" y="36"/>
                    <a:pt x="1" y="132"/>
                    <a:pt x="36" y="215"/>
                  </a:cubicBezTo>
                  <a:lnTo>
                    <a:pt x="120" y="429"/>
                  </a:lnTo>
                  <a:cubicBezTo>
                    <a:pt x="155" y="501"/>
                    <a:pt x="215" y="536"/>
                    <a:pt x="274" y="536"/>
                  </a:cubicBezTo>
                  <a:cubicBezTo>
                    <a:pt x="286" y="536"/>
                    <a:pt x="322" y="536"/>
                    <a:pt x="334" y="513"/>
                  </a:cubicBezTo>
                  <a:cubicBezTo>
                    <a:pt x="405" y="489"/>
                    <a:pt x="453" y="394"/>
                    <a:pt x="417" y="310"/>
                  </a:cubicBezTo>
                  <a:lnTo>
                    <a:pt x="334" y="96"/>
                  </a:lnTo>
                  <a:cubicBezTo>
                    <a:pt x="307" y="41"/>
                    <a:pt x="251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8" name="Google Shape;12877;p70"/>
            <p:cNvSpPr/>
            <p:nvPr/>
          </p:nvSpPr>
          <p:spPr>
            <a:xfrm>
              <a:off x="2505545" y="1768770"/>
              <a:ext cx="14037" cy="16552"/>
            </a:xfrm>
            <a:custGeom>
              <a:avLst/>
              <a:gdLst/>
              <a:ahLst/>
              <a:cxnLst/>
              <a:rect l="l" t="t" r="r" b="b"/>
              <a:pathLst>
                <a:path w="441" h="520" extrusionOk="0">
                  <a:moveTo>
                    <a:pt x="195" y="0"/>
                  </a:moveTo>
                  <a:cubicBezTo>
                    <a:pt x="171" y="0"/>
                    <a:pt x="146" y="6"/>
                    <a:pt x="119" y="20"/>
                  </a:cubicBezTo>
                  <a:cubicBezTo>
                    <a:pt x="48" y="43"/>
                    <a:pt x="0" y="139"/>
                    <a:pt x="24" y="222"/>
                  </a:cubicBezTo>
                  <a:lnTo>
                    <a:pt x="119" y="436"/>
                  </a:lnTo>
                  <a:cubicBezTo>
                    <a:pt x="155" y="496"/>
                    <a:pt x="214" y="520"/>
                    <a:pt x="274" y="520"/>
                  </a:cubicBezTo>
                  <a:cubicBezTo>
                    <a:pt x="286" y="520"/>
                    <a:pt x="310" y="520"/>
                    <a:pt x="322" y="508"/>
                  </a:cubicBezTo>
                  <a:cubicBezTo>
                    <a:pt x="405" y="472"/>
                    <a:pt x="441" y="389"/>
                    <a:pt x="417" y="293"/>
                  </a:cubicBezTo>
                  <a:lnTo>
                    <a:pt x="322" y="91"/>
                  </a:lnTo>
                  <a:cubicBezTo>
                    <a:pt x="304" y="39"/>
                    <a:pt x="256" y="0"/>
                    <a:pt x="1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9" name="Google Shape;12878;p70"/>
            <p:cNvSpPr/>
            <p:nvPr/>
          </p:nvSpPr>
          <p:spPr>
            <a:xfrm>
              <a:off x="2565417" y="1625885"/>
              <a:ext cx="17825" cy="13146"/>
            </a:xfrm>
            <a:custGeom>
              <a:avLst/>
              <a:gdLst/>
              <a:ahLst/>
              <a:cxnLst/>
              <a:rect l="l" t="t" r="r" b="b"/>
              <a:pathLst>
                <a:path w="560" h="413" extrusionOk="0">
                  <a:moveTo>
                    <a:pt x="378" y="1"/>
                  </a:moveTo>
                  <a:cubicBezTo>
                    <a:pt x="360" y="1"/>
                    <a:pt x="341" y="3"/>
                    <a:pt x="322" y="8"/>
                  </a:cubicBezTo>
                  <a:lnTo>
                    <a:pt x="119" y="103"/>
                  </a:lnTo>
                  <a:cubicBezTo>
                    <a:pt x="36" y="127"/>
                    <a:pt x="0" y="222"/>
                    <a:pt x="24" y="306"/>
                  </a:cubicBezTo>
                  <a:cubicBezTo>
                    <a:pt x="60" y="365"/>
                    <a:pt x="96" y="413"/>
                    <a:pt x="179" y="413"/>
                  </a:cubicBezTo>
                  <a:cubicBezTo>
                    <a:pt x="191" y="413"/>
                    <a:pt x="215" y="413"/>
                    <a:pt x="227" y="401"/>
                  </a:cubicBezTo>
                  <a:lnTo>
                    <a:pt x="441" y="306"/>
                  </a:lnTo>
                  <a:cubicBezTo>
                    <a:pt x="512" y="282"/>
                    <a:pt x="560" y="187"/>
                    <a:pt x="524" y="103"/>
                  </a:cubicBezTo>
                  <a:cubicBezTo>
                    <a:pt x="505" y="37"/>
                    <a:pt x="449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0" name="Google Shape;12879;p70"/>
            <p:cNvSpPr/>
            <p:nvPr/>
          </p:nvSpPr>
          <p:spPr>
            <a:xfrm>
              <a:off x="2359254" y="1709312"/>
              <a:ext cx="17825" cy="12732"/>
            </a:xfrm>
            <a:custGeom>
              <a:avLst/>
              <a:gdLst/>
              <a:ahLst/>
              <a:cxnLst/>
              <a:rect l="l" t="t" r="r" b="b"/>
              <a:pathLst>
                <a:path w="560" h="400" extrusionOk="0">
                  <a:moveTo>
                    <a:pt x="372" y="0"/>
                  </a:moveTo>
                  <a:cubicBezTo>
                    <a:pt x="356" y="0"/>
                    <a:pt x="339" y="2"/>
                    <a:pt x="322" y="6"/>
                  </a:cubicBezTo>
                  <a:lnTo>
                    <a:pt x="119" y="102"/>
                  </a:lnTo>
                  <a:cubicBezTo>
                    <a:pt x="48" y="125"/>
                    <a:pt x="0" y="221"/>
                    <a:pt x="24" y="304"/>
                  </a:cubicBezTo>
                  <a:cubicBezTo>
                    <a:pt x="60" y="364"/>
                    <a:pt x="119" y="399"/>
                    <a:pt x="179" y="399"/>
                  </a:cubicBezTo>
                  <a:cubicBezTo>
                    <a:pt x="191" y="399"/>
                    <a:pt x="227" y="399"/>
                    <a:pt x="238" y="387"/>
                  </a:cubicBezTo>
                  <a:lnTo>
                    <a:pt x="441" y="292"/>
                  </a:lnTo>
                  <a:cubicBezTo>
                    <a:pt x="512" y="268"/>
                    <a:pt x="560" y="173"/>
                    <a:pt x="536" y="90"/>
                  </a:cubicBezTo>
                  <a:cubicBezTo>
                    <a:pt x="507" y="41"/>
                    <a:pt x="445" y="0"/>
                    <a:pt x="3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51" name="Google Shape;12268;p69"/>
          <p:cNvGrpSpPr/>
          <p:nvPr/>
        </p:nvGrpSpPr>
        <p:grpSpPr>
          <a:xfrm>
            <a:off x="8398645" y="3054045"/>
            <a:ext cx="584588" cy="799257"/>
            <a:chOff x="3910637" y="3352690"/>
            <a:chExt cx="256800" cy="357024"/>
          </a:xfrm>
          <a:solidFill>
            <a:srgbClr val="000000"/>
          </a:solidFill>
        </p:grpSpPr>
        <p:sp>
          <p:nvSpPr>
            <p:cNvPr id="52" name="Google Shape;12269;p69"/>
            <p:cNvSpPr/>
            <p:nvPr/>
          </p:nvSpPr>
          <p:spPr>
            <a:xfrm>
              <a:off x="3910637" y="3352690"/>
              <a:ext cx="256800" cy="357024"/>
            </a:xfrm>
            <a:custGeom>
              <a:avLst/>
              <a:gdLst/>
              <a:ahLst/>
              <a:cxnLst/>
              <a:rect l="l" t="t" r="r" b="b"/>
              <a:pathLst>
                <a:path w="8025" h="11157" extrusionOk="0">
                  <a:moveTo>
                    <a:pt x="4001" y="310"/>
                  </a:moveTo>
                  <a:cubicBezTo>
                    <a:pt x="4596" y="310"/>
                    <a:pt x="5144" y="608"/>
                    <a:pt x="5477" y="1120"/>
                  </a:cubicBezTo>
                  <a:cubicBezTo>
                    <a:pt x="5501" y="1155"/>
                    <a:pt x="5560" y="1191"/>
                    <a:pt x="5608" y="1191"/>
                  </a:cubicBezTo>
                  <a:lnTo>
                    <a:pt x="5656" y="1191"/>
                  </a:lnTo>
                  <a:cubicBezTo>
                    <a:pt x="6668" y="1191"/>
                    <a:pt x="7501" y="2025"/>
                    <a:pt x="7501" y="3037"/>
                  </a:cubicBezTo>
                  <a:cubicBezTo>
                    <a:pt x="7501" y="3346"/>
                    <a:pt x="7418" y="3656"/>
                    <a:pt x="7263" y="3930"/>
                  </a:cubicBezTo>
                  <a:lnTo>
                    <a:pt x="7215" y="3882"/>
                  </a:lnTo>
                  <a:cubicBezTo>
                    <a:pt x="7186" y="3852"/>
                    <a:pt x="7144" y="3837"/>
                    <a:pt x="7101" y="3837"/>
                  </a:cubicBezTo>
                  <a:cubicBezTo>
                    <a:pt x="7058" y="3837"/>
                    <a:pt x="7013" y="3852"/>
                    <a:pt x="6977" y="3882"/>
                  </a:cubicBezTo>
                  <a:cubicBezTo>
                    <a:pt x="6918" y="3942"/>
                    <a:pt x="6918" y="4049"/>
                    <a:pt x="6977" y="4120"/>
                  </a:cubicBezTo>
                  <a:cubicBezTo>
                    <a:pt x="7418" y="4549"/>
                    <a:pt x="7656" y="5132"/>
                    <a:pt x="7656" y="5763"/>
                  </a:cubicBezTo>
                  <a:cubicBezTo>
                    <a:pt x="7692" y="7025"/>
                    <a:pt x="6668" y="8049"/>
                    <a:pt x="5418" y="8049"/>
                  </a:cubicBezTo>
                  <a:cubicBezTo>
                    <a:pt x="5179" y="8049"/>
                    <a:pt x="4953" y="8025"/>
                    <a:pt x="4727" y="7942"/>
                  </a:cubicBezTo>
                  <a:lnTo>
                    <a:pt x="4715" y="7513"/>
                  </a:lnTo>
                  <a:cubicBezTo>
                    <a:pt x="4763" y="7490"/>
                    <a:pt x="4810" y="7442"/>
                    <a:pt x="4834" y="7394"/>
                  </a:cubicBezTo>
                  <a:cubicBezTo>
                    <a:pt x="4894" y="7335"/>
                    <a:pt x="4894" y="7228"/>
                    <a:pt x="4834" y="7156"/>
                  </a:cubicBezTo>
                  <a:cubicBezTo>
                    <a:pt x="4804" y="7126"/>
                    <a:pt x="4763" y="7112"/>
                    <a:pt x="4720" y="7112"/>
                  </a:cubicBezTo>
                  <a:cubicBezTo>
                    <a:pt x="4676" y="7112"/>
                    <a:pt x="4632" y="7126"/>
                    <a:pt x="4596" y="7156"/>
                  </a:cubicBezTo>
                  <a:cubicBezTo>
                    <a:pt x="4382" y="7371"/>
                    <a:pt x="4120" y="7466"/>
                    <a:pt x="3834" y="7466"/>
                  </a:cubicBezTo>
                  <a:cubicBezTo>
                    <a:pt x="3667" y="7466"/>
                    <a:pt x="3524" y="7442"/>
                    <a:pt x="3370" y="7371"/>
                  </a:cubicBezTo>
                  <a:cubicBezTo>
                    <a:pt x="3350" y="7357"/>
                    <a:pt x="3327" y="7351"/>
                    <a:pt x="3304" y="7351"/>
                  </a:cubicBezTo>
                  <a:cubicBezTo>
                    <a:pt x="3244" y="7351"/>
                    <a:pt x="3181" y="7390"/>
                    <a:pt x="3155" y="7442"/>
                  </a:cubicBezTo>
                  <a:cubicBezTo>
                    <a:pt x="3108" y="7513"/>
                    <a:pt x="3155" y="7621"/>
                    <a:pt x="3227" y="7668"/>
                  </a:cubicBezTo>
                  <a:cubicBezTo>
                    <a:pt x="3358" y="7728"/>
                    <a:pt x="3489" y="7763"/>
                    <a:pt x="3644" y="7787"/>
                  </a:cubicBezTo>
                  <a:lnTo>
                    <a:pt x="3608" y="8347"/>
                  </a:lnTo>
                  <a:cubicBezTo>
                    <a:pt x="3513" y="8359"/>
                    <a:pt x="3405" y="8359"/>
                    <a:pt x="3298" y="8359"/>
                  </a:cubicBezTo>
                  <a:cubicBezTo>
                    <a:pt x="2036" y="8359"/>
                    <a:pt x="1024" y="7335"/>
                    <a:pt x="1024" y="6085"/>
                  </a:cubicBezTo>
                  <a:cubicBezTo>
                    <a:pt x="1024" y="6013"/>
                    <a:pt x="1024" y="5942"/>
                    <a:pt x="1036" y="5858"/>
                  </a:cubicBezTo>
                  <a:cubicBezTo>
                    <a:pt x="1036" y="5823"/>
                    <a:pt x="1024" y="5775"/>
                    <a:pt x="988" y="5739"/>
                  </a:cubicBezTo>
                  <a:cubicBezTo>
                    <a:pt x="560" y="5251"/>
                    <a:pt x="322" y="4644"/>
                    <a:pt x="322" y="3989"/>
                  </a:cubicBezTo>
                  <a:cubicBezTo>
                    <a:pt x="322" y="2906"/>
                    <a:pt x="988" y="1929"/>
                    <a:pt x="1989" y="1548"/>
                  </a:cubicBezTo>
                  <a:lnTo>
                    <a:pt x="1989" y="1548"/>
                  </a:lnTo>
                  <a:cubicBezTo>
                    <a:pt x="1965" y="1656"/>
                    <a:pt x="1941" y="1775"/>
                    <a:pt x="1929" y="1870"/>
                  </a:cubicBezTo>
                  <a:cubicBezTo>
                    <a:pt x="1917" y="1965"/>
                    <a:pt x="1989" y="2037"/>
                    <a:pt x="2084" y="2048"/>
                  </a:cubicBezTo>
                  <a:lnTo>
                    <a:pt x="2096" y="2048"/>
                  </a:lnTo>
                  <a:cubicBezTo>
                    <a:pt x="2179" y="2048"/>
                    <a:pt x="2239" y="1989"/>
                    <a:pt x="2262" y="1906"/>
                  </a:cubicBezTo>
                  <a:cubicBezTo>
                    <a:pt x="2274" y="1715"/>
                    <a:pt x="2322" y="1536"/>
                    <a:pt x="2393" y="1370"/>
                  </a:cubicBezTo>
                  <a:lnTo>
                    <a:pt x="2393" y="1358"/>
                  </a:lnTo>
                  <a:cubicBezTo>
                    <a:pt x="2679" y="715"/>
                    <a:pt x="3298" y="310"/>
                    <a:pt x="4001" y="310"/>
                  </a:cubicBezTo>
                  <a:close/>
                  <a:moveTo>
                    <a:pt x="4394" y="7704"/>
                  </a:moveTo>
                  <a:lnTo>
                    <a:pt x="4536" y="10847"/>
                  </a:lnTo>
                  <a:lnTo>
                    <a:pt x="3834" y="10847"/>
                  </a:lnTo>
                  <a:lnTo>
                    <a:pt x="3989" y="7811"/>
                  </a:lnTo>
                  <a:cubicBezTo>
                    <a:pt x="4120" y="7799"/>
                    <a:pt x="4251" y="7763"/>
                    <a:pt x="4394" y="7704"/>
                  </a:cubicBezTo>
                  <a:close/>
                  <a:moveTo>
                    <a:pt x="4013" y="1"/>
                  </a:moveTo>
                  <a:cubicBezTo>
                    <a:pt x="3215" y="1"/>
                    <a:pt x="2501" y="465"/>
                    <a:pt x="2143" y="1155"/>
                  </a:cubicBezTo>
                  <a:cubicBezTo>
                    <a:pt x="881" y="1536"/>
                    <a:pt x="0" y="2679"/>
                    <a:pt x="0" y="4001"/>
                  </a:cubicBezTo>
                  <a:cubicBezTo>
                    <a:pt x="0" y="4704"/>
                    <a:pt x="250" y="5382"/>
                    <a:pt x="703" y="5918"/>
                  </a:cubicBezTo>
                  <a:lnTo>
                    <a:pt x="703" y="6097"/>
                  </a:lnTo>
                  <a:cubicBezTo>
                    <a:pt x="703" y="7549"/>
                    <a:pt x="1869" y="8704"/>
                    <a:pt x="3298" y="8704"/>
                  </a:cubicBezTo>
                  <a:cubicBezTo>
                    <a:pt x="3405" y="8704"/>
                    <a:pt x="3501" y="8704"/>
                    <a:pt x="3596" y="8692"/>
                  </a:cubicBezTo>
                  <a:lnTo>
                    <a:pt x="3596" y="8692"/>
                  </a:lnTo>
                  <a:lnTo>
                    <a:pt x="3501" y="10835"/>
                  </a:lnTo>
                  <a:lnTo>
                    <a:pt x="3298" y="10835"/>
                  </a:lnTo>
                  <a:cubicBezTo>
                    <a:pt x="3215" y="10835"/>
                    <a:pt x="3143" y="10907"/>
                    <a:pt x="3143" y="11002"/>
                  </a:cubicBezTo>
                  <a:cubicBezTo>
                    <a:pt x="3143" y="11085"/>
                    <a:pt x="3215" y="11157"/>
                    <a:pt x="3298" y="11157"/>
                  </a:cubicBezTo>
                  <a:lnTo>
                    <a:pt x="5048" y="11157"/>
                  </a:lnTo>
                  <a:cubicBezTo>
                    <a:pt x="5132" y="11157"/>
                    <a:pt x="5203" y="11085"/>
                    <a:pt x="5203" y="11002"/>
                  </a:cubicBezTo>
                  <a:cubicBezTo>
                    <a:pt x="5203" y="10907"/>
                    <a:pt x="5132" y="10835"/>
                    <a:pt x="5048" y="10835"/>
                  </a:cubicBezTo>
                  <a:lnTo>
                    <a:pt x="4846" y="10835"/>
                  </a:lnTo>
                  <a:lnTo>
                    <a:pt x="4715" y="8275"/>
                  </a:lnTo>
                  <a:lnTo>
                    <a:pt x="4715" y="8275"/>
                  </a:lnTo>
                  <a:cubicBezTo>
                    <a:pt x="4941" y="8335"/>
                    <a:pt x="5168" y="8359"/>
                    <a:pt x="5382" y="8359"/>
                  </a:cubicBezTo>
                  <a:cubicBezTo>
                    <a:pt x="6834" y="8359"/>
                    <a:pt x="7989" y="7192"/>
                    <a:pt x="7989" y="5763"/>
                  </a:cubicBezTo>
                  <a:cubicBezTo>
                    <a:pt x="8025" y="5204"/>
                    <a:pt x="7846" y="4656"/>
                    <a:pt x="7513" y="4215"/>
                  </a:cubicBezTo>
                  <a:cubicBezTo>
                    <a:pt x="7739" y="3870"/>
                    <a:pt x="7858" y="3465"/>
                    <a:pt x="7858" y="3049"/>
                  </a:cubicBezTo>
                  <a:cubicBezTo>
                    <a:pt x="7858" y="1858"/>
                    <a:pt x="6906" y="894"/>
                    <a:pt x="5715" y="882"/>
                  </a:cubicBezTo>
                  <a:cubicBezTo>
                    <a:pt x="5322" y="322"/>
                    <a:pt x="4691" y="1"/>
                    <a:pt x="40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3" name="Google Shape;12270;p69"/>
            <p:cNvSpPr/>
            <p:nvPr/>
          </p:nvSpPr>
          <p:spPr>
            <a:xfrm>
              <a:off x="3960909" y="3498226"/>
              <a:ext cx="60992" cy="60992"/>
            </a:xfrm>
            <a:custGeom>
              <a:avLst/>
              <a:gdLst/>
              <a:ahLst/>
              <a:cxnLst/>
              <a:rect l="l" t="t" r="r" b="b"/>
              <a:pathLst>
                <a:path w="1906" h="1906" extrusionOk="0">
                  <a:moveTo>
                    <a:pt x="168" y="1"/>
                  </a:moveTo>
                  <a:cubicBezTo>
                    <a:pt x="84" y="1"/>
                    <a:pt x="1" y="84"/>
                    <a:pt x="1" y="167"/>
                  </a:cubicBezTo>
                  <a:cubicBezTo>
                    <a:pt x="1" y="1120"/>
                    <a:pt x="775" y="1906"/>
                    <a:pt x="1751" y="1906"/>
                  </a:cubicBezTo>
                  <a:cubicBezTo>
                    <a:pt x="1834" y="1906"/>
                    <a:pt x="1906" y="1834"/>
                    <a:pt x="1906" y="1751"/>
                  </a:cubicBezTo>
                  <a:cubicBezTo>
                    <a:pt x="1906" y="1656"/>
                    <a:pt x="1834" y="1584"/>
                    <a:pt x="1751" y="1584"/>
                  </a:cubicBezTo>
                  <a:cubicBezTo>
                    <a:pt x="977" y="1584"/>
                    <a:pt x="334" y="953"/>
                    <a:pt x="334" y="167"/>
                  </a:cubicBezTo>
                  <a:cubicBezTo>
                    <a:pt x="334" y="84"/>
                    <a:pt x="263" y="1"/>
                    <a:pt x="1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54" name="Google Shape;12271;p69"/>
            <p:cNvSpPr/>
            <p:nvPr/>
          </p:nvSpPr>
          <p:spPr>
            <a:xfrm>
              <a:off x="4083981" y="3408690"/>
              <a:ext cx="44224" cy="43872"/>
            </a:xfrm>
            <a:custGeom>
              <a:avLst/>
              <a:gdLst/>
              <a:ahLst/>
              <a:cxnLst/>
              <a:rect l="l" t="t" r="r" b="b"/>
              <a:pathLst>
                <a:path w="1382" h="1371" extrusionOk="0">
                  <a:moveTo>
                    <a:pt x="167" y="1"/>
                  </a:moveTo>
                  <a:cubicBezTo>
                    <a:pt x="72" y="1"/>
                    <a:pt x="1" y="84"/>
                    <a:pt x="1" y="167"/>
                  </a:cubicBezTo>
                  <a:cubicBezTo>
                    <a:pt x="1" y="263"/>
                    <a:pt x="72" y="334"/>
                    <a:pt x="167" y="334"/>
                  </a:cubicBezTo>
                  <a:cubicBezTo>
                    <a:pt x="655" y="334"/>
                    <a:pt x="1036" y="739"/>
                    <a:pt x="1036" y="1215"/>
                  </a:cubicBezTo>
                  <a:cubicBezTo>
                    <a:pt x="1036" y="1299"/>
                    <a:pt x="1120" y="1370"/>
                    <a:pt x="1203" y="1370"/>
                  </a:cubicBezTo>
                  <a:cubicBezTo>
                    <a:pt x="1298" y="1370"/>
                    <a:pt x="1370" y="1299"/>
                    <a:pt x="1370" y="1215"/>
                  </a:cubicBezTo>
                  <a:cubicBezTo>
                    <a:pt x="1382" y="560"/>
                    <a:pt x="834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4" name="Grafik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0100" y="5242790"/>
            <a:ext cx="1123885" cy="1123885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96753" y="4111125"/>
            <a:ext cx="1037692" cy="1037692"/>
          </a:xfrm>
          <a:prstGeom prst="rect">
            <a:avLst/>
          </a:prstGeom>
        </p:spPr>
      </p:pic>
      <p:pic>
        <p:nvPicPr>
          <p:cNvPr id="1026" name="Picture 2" descr="Bike Icon (Grafik) von marco.livolsi2014 · Creative Fabrica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37396" y="2094279"/>
            <a:ext cx="1324104" cy="881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Rectangle 1026"/>
          <p:cNvSpPr txBox="1">
            <a:spLocks noChangeArrowheads="1"/>
          </p:cNvSpPr>
          <p:nvPr/>
        </p:nvSpPr>
        <p:spPr>
          <a:xfrm>
            <a:off x="1433827" y="221162"/>
            <a:ext cx="9223375" cy="700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buClr>
                <a:schemeClr val="accent5"/>
              </a:buClr>
            </a:pPr>
            <a:r>
              <a:rPr lang="fr-FR" sz="3467" dirty="0"/>
              <a:t>EXERCISE II: </a:t>
            </a:r>
            <a:r>
              <a:rPr lang="fr-FR" sz="3467" b="0" dirty="0" err="1"/>
              <a:t>Think</a:t>
            </a:r>
            <a:r>
              <a:rPr lang="fr-FR" sz="3467" b="0" dirty="0"/>
              <a:t> </a:t>
            </a:r>
            <a:r>
              <a:rPr lang="fr-FR" sz="3467" b="0" dirty="0" err="1"/>
              <a:t>Differently</a:t>
            </a:r>
            <a:r>
              <a:rPr lang="fr-FR" sz="3467" b="0" dirty="0"/>
              <a:t> and </a:t>
            </a:r>
            <a:r>
              <a:rPr lang="fr-FR" sz="3467" b="0" dirty="0" err="1"/>
              <a:t>Unconventionally</a:t>
            </a:r>
            <a:endParaRPr lang="fr-FR" sz="3467" b="0" dirty="0">
              <a:solidFill>
                <a:schemeClr val="tx1"/>
              </a:solidFill>
            </a:endParaRPr>
          </a:p>
        </p:txBody>
      </p:sp>
      <p:pic>
        <p:nvPicPr>
          <p:cNvPr id="58" name="Grafik 57"/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86167" y="174884"/>
            <a:ext cx="695797" cy="608179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82216" y="5242789"/>
            <a:ext cx="1441029" cy="1193387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 rotWithShape="1"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61501" y="5232652"/>
            <a:ext cx="1422300" cy="1144161"/>
          </a:xfrm>
          <a:prstGeom prst="rect">
            <a:avLst/>
          </a:prstGeom>
        </p:spPr>
      </p:pic>
      <p:sp>
        <p:nvSpPr>
          <p:cNvPr id="55" name="Textfeld 54"/>
          <p:cNvSpPr txBox="1"/>
          <p:nvPr/>
        </p:nvSpPr>
        <p:spPr>
          <a:xfrm>
            <a:off x="271191" y="221162"/>
            <a:ext cx="6672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WS </a:t>
            </a:r>
          </a:p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8 </a:t>
            </a:r>
            <a:endParaRPr lang="en-GB" sz="2400" dirty="0">
              <a:latin typeface="Poppins" panose="020B0604020202020204" charset="0"/>
              <a:cs typeface="Poppins" panose="020B0604020202020204" charset="0"/>
            </a:endParaRPr>
          </a:p>
        </p:txBody>
      </p:sp>
      <p:grpSp>
        <p:nvGrpSpPr>
          <p:cNvPr id="82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83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85" name="Google Shape;8797;p63"/>
          <p:cNvGrpSpPr/>
          <p:nvPr/>
        </p:nvGrpSpPr>
        <p:grpSpPr>
          <a:xfrm>
            <a:off x="604841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86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7" name="Graphic 6" descr="Solar Panels outline">
            <a:extLst>
              <a:ext uri="{FF2B5EF4-FFF2-40B4-BE49-F238E27FC236}">
                <a16:creationId xmlns:a16="http://schemas.microsoft.com/office/drawing/2014/main" id="{3285A112-BB8D-B580-A96D-486AC2897D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90695" y="3993827"/>
            <a:ext cx="1154989" cy="11549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D7EB58-FAB6-6490-FA42-ADCF3CBC19E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00" y="1896443"/>
            <a:ext cx="120904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27420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/>
          <p:nvPr/>
        </p:nvSpPr>
        <p:spPr>
          <a:xfrm flipH="1">
            <a:off x="1228247" y="1542997"/>
            <a:ext cx="2083064" cy="61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" sz="2400" b="1" dirty="0">
                <a:solidFill>
                  <a:schemeClr val="accent5"/>
                </a:solidFill>
                <a:latin typeface="Poppins Light"/>
                <a:ea typeface="Poppins Light"/>
                <a:cs typeface="Poppins Light"/>
                <a:sym typeface="Poppins Light"/>
              </a:rPr>
              <a:t>S </a:t>
            </a:r>
            <a:r>
              <a:rPr lang="en" sz="2400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- Substitute</a:t>
            </a:r>
            <a:endParaRPr sz="2400" b="1" dirty="0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296" name="Google Shape;296;p36"/>
          <p:cNvCxnSpPr/>
          <p:nvPr/>
        </p:nvCxnSpPr>
        <p:spPr>
          <a:xfrm flipH="1" flipV="1">
            <a:off x="772130" y="3585333"/>
            <a:ext cx="10654156" cy="11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" name="Google Shape;288;p36"/>
          <p:cNvSpPr txBox="1"/>
          <p:nvPr/>
        </p:nvSpPr>
        <p:spPr>
          <a:xfrm flipH="1">
            <a:off x="1228247" y="2217235"/>
            <a:ext cx="2083064" cy="61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" sz="2400" b="1" dirty="0">
                <a:solidFill>
                  <a:schemeClr val="accent5"/>
                </a:solidFill>
                <a:latin typeface="Poppins Light"/>
                <a:ea typeface="Poppins Light"/>
                <a:cs typeface="Poppins Light"/>
                <a:sym typeface="Poppins Light"/>
              </a:rPr>
              <a:t>C </a:t>
            </a:r>
            <a:r>
              <a:rPr lang="en" sz="2400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- Combine</a:t>
            </a:r>
            <a:endParaRPr sz="2400" b="1" dirty="0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3" name="Google Shape;288;p36"/>
          <p:cNvSpPr txBox="1"/>
          <p:nvPr/>
        </p:nvSpPr>
        <p:spPr>
          <a:xfrm flipH="1">
            <a:off x="1228247" y="2895084"/>
            <a:ext cx="2083064" cy="61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" sz="2400" b="1" dirty="0">
                <a:solidFill>
                  <a:schemeClr val="accent5"/>
                </a:solidFill>
                <a:latin typeface="Poppins Light"/>
                <a:ea typeface="Poppins Light"/>
                <a:cs typeface="Poppins Light"/>
                <a:sym typeface="Poppins Light"/>
              </a:rPr>
              <a:t>A </a:t>
            </a:r>
            <a:r>
              <a:rPr lang="en" sz="2400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- Adapt</a:t>
            </a:r>
            <a:endParaRPr sz="2400" b="1" dirty="0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4" name="Google Shape;288;p36"/>
          <p:cNvSpPr txBox="1"/>
          <p:nvPr/>
        </p:nvSpPr>
        <p:spPr>
          <a:xfrm flipH="1">
            <a:off x="1228247" y="3572933"/>
            <a:ext cx="2083064" cy="61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" sz="2400" b="1" dirty="0">
                <a:solidFill>
                  <a:schemeClr val="accent5"/>
                </a:solidFill>
                <a:latin typeface="Poppins Light"/>
                <a:ea typeface="Poppins Light"/>
                <a:cs typeface="Poppins Light"/>
                <a:sym typeface="Poppins Light"/>
              </a:rPr>
              <a:t>M </a:t>
            </a:r>
            <a:r>
              <a:rPr lang="en" sz="2400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- </a:t>
            </a:r>
            <a:r>
              <a:rPr lang="de-DE" sz="2400" dirty="0" err="1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Modify</a:t>
            </a:r>
            <a:endParaRPr sz="2400" b="1" dirty="0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6" name="Google Shape;288;p36"/>
          <p:cNvSpPr txBox="1"/>
          <p:nvPr/>
        </p:nvSpPr>
        <p:spPr>
          <a:xfrm flipH="1">
            <a:off x="1228247" y="4876685"/>
            <a:ext cx="2083064" cy="61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" sz="2400" b="1" dirty="0">
                <a:solidFill>
                  <a:schemeClr val="accent5"/>
                </a:solidFill>
                <a:latin typeface="Poppins Light"/>
                <a:ea typeface="Poppins Light"/>
                <a:cs typeface="Poppins Light"/>
                <a:sym typeface="Poppins Light"/>
              </a:rPr>
              <a:t>E </a:t>
            </a:r>
            <a:r>
              <a:rPr lang="en" sz="2400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- </a:t>
            </a:r>
            <a:r>
              <a:rPr lang="de-DE" sz="2400" dirty="0" err="1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Eliminate</a:t>
            </a:r>
            <a:endParaRPr sz="2400" b="1" dirty="0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7" name="Google Shape;288;p36"/>
          <p:cNvSpPr txBox="1"/>
          <p:nvPr/>
        </p:nvSpPr>
        <p:spPr>
          <a:xfrm flipH="1">
            <a:off x="1228247" y="5502496"/>
            <a:ext cx="2083064" cy="61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" sz="2400" b="1" dirty="0">
                <a:solidFill>
                  <a:schemeClr val="accent5"/>
                </a:solidFill>
                <a:latin typeface="Poppins Light"/>
                <a:ea typeface="Poppins Light"/>
                <a:cs typeface="Poppins Light"/>
                <a:sym typeface="Poppins Light"/>
              </a:rPr>
              <a:t>R </a:t>
            </a:r>
            <a:r>
              <a:rPr lang="en" sz="2400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- Rearrange</a:t>
            </a:r>
            <a:endParaRPr sz="2400" b="1" dirty="0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" name="Rechteck 1"/>
          <p:cNvSpPr/>
          <p:nvPr/>
        </p:nvSpPr>
        <p:spPr>
          <a:xfrm>
            <a:off x="3215581" y="1650531"/>
            <a:ext cx="72100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latin typeface="Poppins Light" panose="020B0604020202020204" charset="0"/>
                <a:cs typeface="Poppins Light" panose="020B0604020202020204" charset="0"/>
              </a:rPr>
              <a:t>Can you replace part of the product/service? </a:t>
            </a:r>
            <a:endParaRPr lang="de-DE" sz="2400" dirty="0">
              <a:latin typeface="Poppins Light" panose="020B0604020202020204" charset="0"/>
              <a:cs typeface="Poppins Light" panose="020B0604020202020204" charset="0"/>
            </a:endParaRPr>
          </a:p>
        </p:txBody>
      </p:sp>
      <p:sp>
        <p:nvSpPr>
          <p:cNvPr id="3" name="Rechteck 2"/>
          <p:cNvSpPr/>
          <p:nvPr/>
        </p:nvSpPr>
        <p:spPr>
          <a:xfrm>
            <a:off x="3198789" y="2316077"/>
            <a:ext cx="76290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latin typeface="Poppins Light" panose="020B0604020202020204" charset="0"/>
                <a:cs typeface="Poppins Light" panose="020B0604020202020204" charset="0"/>
              </a:rPr>
              <a:t>Can you combine the product/service with another?</a:t>
            </a:r>
          </a:p>
        </p:txBody>
      </p:sp>
      <p:sp>
        <p:nvSpPr>
          <p:cNvPr id="60" name="Rechteck 59"/>
          <p:cNvSpPr/>
          <p:nvPr/>
        </p:nvSpPr>
        <p:spPr>
          <a:xfrm>
            <a:off x="3198789" y="3003891"/>
            <a:ext cx="76290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latin typeface="Poppins Light" panose="020B0604020202020204" charset="0"/>
                <a:cs typeface="Poppins Light" panose="020B0604020202020204" charset="0"/>
              </a:rPr>
              <a:t>Can you adapt the functionality of the product/service?</a:t>
            </a:r>
          </a:p>
        </p:txBody>
      </p:sp>
      <p:sp>
        <p:nvSpPr>
          <p:cNvPr id="61" name="Rechteck 60"/>
          <p:cNvSpPr/>
          <p:nvPr/>
        </p:nvSpPr>
        <p:spPr>
          <a:xfrm>
            <a:off x="3166933" y="3646215"/>
            <a:ext cx="84239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latin typeface="Poppins Light" panose="020B0604020202020204" charset="0"/>
                <a:cs typeface="Poppins Light" panose="020B0604020202020204" charset="0"/>
              </a:rPr>
              <a:t>Can you change the size or attributes of the product/service?</a:t>
            </a:r>
          </a:p>
        </p:txBody>
      </p:sp>
      <p:sp>
        <p:nvSpPr>
          <p:cNvPr id="62" name="Rechteck 61"/>
          <p:cNvSpPr/>
          <p:nvPr/>
        </p:nvSpPr>
        <p:spPr>
          <a:xfrm>
            <a:off x="3166932" y="4225810"/>
            <a:ext cx="81699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latin typeface="Poppins Light" panose="020B0604020202020204" charset="0"/>
                <a:cs typeface="Poppins Light" panose="020B0604020202020204" charset="0"/>
              </a:rPr>
              <a:t>Can you find other </a:t>
            </a:r>
            <a:r>
              <a:rPr lang="fr-FR" sz="2400" dirty="0">
                <a:solidFill>
                  <a:srgbClr val="47362D"/>
                </a:solidFill>
                <a:latin typeface="Poppins Light" panose="020B0604020202020204" charset="0"/>
                <a:cs typeface="Poppins Light" panose="020B0604020202020204" charset="0"/>
              </a:rPr>
              <a:t>areas where the product/service has an alternative use?</a:t>
            </a:r>
          </a:p>
        </p:txBody>
      </p:sp>
      <p:sp>
        <p:nvSpPr>
          <p:cNvPr id="63" name="Rechteck 62"/>
          <p:cNvSpPr/>
          <p:nvPr/>
        </p:nvSpPr>
        <p:spPr>
          <a:xfrm>
            <a:off x="3198789" y="4969997"/>
            <a:ext cx="76290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latin typeface="Poppins Light" panose="020B0604020202020204" charset="0"/>
                <a:cs typeface="Poppins Light" panose="020B0604020202020204" charset="0"/>
              </a:rPr>
              <a:t>Can you remove an element from the product/service?</a:t>
            </a:r>
          </a:p>
        </p:txBody>
      </p:sp>
      <p:sp>
        <p:nvSpPr>
          <p:cNvPr id="64" name="Rechteck 63"/>
          <p:cNvSpPr/>
          <p:nvPr/>
        </p:nvSpPr>
        <p:spPr>
          <a:xfrm>
            <a:off x="3198789" y="5597137"/>
            <a:ext cx="762906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latin typeface="Poppins Light" panose="020B0604020202020204" charset="0"/>
                <a:cs typeface="Poppins Light" panose="020B0604020202020204" charset="0"/>
              </a:rPr>
              <a:t>Can you change the idea behind the product/service? </a:t>
            </a:r>
          </a:p>
        </p:txBody>
      </p:sp>
      <p:sp>
        <p:nvSpPr>
          <p:cNvPr id="65" name="Google Shape;288;p36"/>
          <p:cNvSpPr txBox="1"/>
          <p:nvPr/>
        </p:nvSpPr>
        <p:spPr>
          <a:xfrm flipH="1">
            <a:off x="1228246" y="4220095"/>
            <a:ext cx="2203211" cy="615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80000"/>
              </a:lnSpc>
              <a:spcAft>
                <a:spcPts val="2133"/>
              </a:spcAft>
            </a:pPr>
            <a:r>
              <a:rPr lang="en" sz="2400" b="1" dirty="0">
                <a:solidFill>
                  <a:schemeClr val="accent5"/>
                </a:solidFill>
                <a:latin typeface="Poppins Light"/>
                <a:ea typeface="Poppins Light"/>
                <a:cs typeface="Poppins Light"/>
                <a:sym typeface="Poppins Light"/>
              </a:rPr>
              <a:t>P </a:t>
            </a:r>
            <a:r>
              <a:rPr lang="en" sz="1600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- </a:t>
            </a:r>
            <a:r>
              <a:rPr lang="en" sz="2400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rPr>
              <a:t>Put to another use</a:t>
            </a:r>
            <a:endParaRPr sz="2400" b="1" dirty="0">
              <a:solidFill>
                <a:srgbClr val="666666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25" name="Google Shape;296;p36"/>
          <p:cNvCxnSpPr/>
          <p:nvPr/>
        </p:nvCxnSpPr>
        <p:spPr>
          <a:xfrm flipH="1" flipV="1">
            <a:off x="772130" y="2986044"/>
            <a:ext cx="10654156" cy="11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" name="Google Shape;296;p36"/>
          <p:cNvCxnSpPr/>
          <p:nvPr/>
        </p:nvCxnSpPr>
        <p:spPr>
          <a:xfrm flipH="1" flipV="1">
            <a:off x="772130" y="2275329"/>
            <a:ext cx="10654156" cy="11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96;p36"/>
          <p:cNvCxnSpPr/>
          <p:nvPr/>
        </p:nvCxnSpPr>
        <p:spPr>
          <a:xfrm flipH="1" flipV="1">
            <a:off x="772127" y="4264832"/>
            <a:ext cx="10654156" cy="11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96;p36"/>
          <p:cNvCxnSpPr/>
          <p:nvPr/>
        </p:nvCxnSpPr>
        <p:spPr>
          <a:xfrm flipH="1" flipV="1">
            <a:off x="801275" y="5007691"/>
            <a:ext cx="10654156" cy="11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" name="Google Shape;296;p36"/>
          <p:cNvCxnSpPr/>
          <p:nvPr/>
        </p:nvCxnSpPr>
        <p:spPr>
          <a:xfrm flipH="1" flipV="1">
            <a:off x="884755" y="5617629"/>
            <a:ext cx="10654156" cy="11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0" name="Grafik 29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25655" y="181332"/>
            <a:ext cx="695797" cy="608179"/>
          </a:xfrm>
          <a:prstGeom prst="rect">
            <a:avLst/>
          </a:prstGeom>
        </p:spPr>
      </p:pic>
      <p:sp>
        <p:nvSpPr>
          <p:cNvPr id="31" name="Google Shape;284;p36"/>
          <p:cNvSpPr txBox="1">
            <a:spLocks noGrp="1"/>
          </p:cNvSpPr>
          <p:nvPr>
            <p:ph type="title"/>
          </p:nvPr>
        </p:nvSpPr>
        <p:spPr>
          <a:xfrm>
            <a:off x="1228247" y="552451"/>
            <a:ext cx="7733720" cy="95094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fr-CD" altLang="de-DE" sz="3200" dirty="0"/>
              <a:t>THE "SCAMPER" TECHNIQUE </a:t>
            </a:r>
            <a:endParaRPr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88295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 txBox="1">
            <a:spLocks noGrp="1"/>
          </p:cNvSpPr>
          <p:nvPr>
            <p:ph type="title"/>
          </p:nvPr>
        </p:nvSpPr>
        <p:spPr>
          <a:xfrm>
            <a:off x="1228249" y="552451"/>
            <a:ext cx="7733719" cy="126788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algn="l"/>
            <a:r>
              <a:rPr lang="fr-CD" altLang="de-DE" sz="3200" dirty="0"/>
              <a:t>THE "SCAMPER" TECHNIQUE </a:t>
            </a:r>
            <a:br>
              <a:rPr lang="fr-CD" altLang="de-DE" sz="3200" dirty="0"/>
            </a:br>
            <a:r>
              <a:rPr lang="fr-CD" sz="3200" dirty="0">
                <a:solidFill>
                  <a:schemeClr val="accent3"/>
                </a:solidFill>
              </a:rPr>
              <a:t>Example: A Notepad</a:t>
            </a:r>
            <a:br>
              <a:rPr lang="fr-CD" dirty="0"/>
            </a:br>
            <a:endParaRPr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1020564" y="1858507"/>
            <a:ext cx="9416972" cy="4309494"/>
            <a:chOff x="899325" y="1558772"/>
            <a:chExt cx="7786183" cy="3232120"/>
          </a:xfrm>
        </p:grpSpPr>
        <p:sp>
          <p:nvSpPr>
            <p:cNvPr id="288" name="Google Shape;288;p36"/>
            <p:cNvSpPr txBox="1"/>
            <p:nvPr/>
          </p:nvSpPr>
          <p:spPr>
            <a:xfrm flipH="1">
              <a:off x="983794" y="1631007"/>
              <a:ext cx="1499688" cy="3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2133"/>
                </a:spcAft>
              </a:pPr>
              <a:r>
                <a:rPr lang="en" sz="1600" b="1" dirty="0">
                  <a:solidFill>
                    <a:schemeClr val="accent5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 </a:t>
              </a:r>
              <a:r>
                <a:rPr lang="en" sz="1600" dirty="0">
                  <a:solidFill>
                    <a:srgbClr val="66666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 Substitute</a:t>
              </a:r>
              <a:endParaRPr sz="1600" b="1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cxnSp>
          <p:nvCxnSpPr>
            <p:cNvPr id="296" name="Google Shape;296;p36"/>
            <p:cNvCxnSpPr/>
            <p:nvPr/>
          </p:nvCxnSpPr>
          <p:spPr>
            <a:xfrm flipH="1">
              <a:off x="899326" y="2911501"/>
              <a:ext cx="7670387" cy="443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2" name="Google Shape;288;p36"/>
            <p:cNvSpPr txBox="1"/>
            <p:nvPr/>
          </p:nvSpPr>
          <p:spPr>
            <a:xfrm flipH="1">
              <a:off x="983795" y="2062298"/>
              <a:ext cx="1499688" cy="3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2133"/>
                </a:spcAft>
              </a:pPr>
              <a:r>
                <a:rPr lang="en" sz="1600" b="1" dirty="0">
                  <a:solidFill>
                    <a:schemeClr val="accent5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C </a:t>
              </a:r>
              <a:r>
                <a:rPr lang="en" sz="1600" dirty="0">
                  <a:solidFill>
                    <a:srgbClr val="66666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 Combine</a:t>
              </a:r>
              <a:endParaRPr sz="1600" b="1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3" name="Google Shape;288;p36"/>
            <p:cNvSpPr txBox="1"/>
            <p:nvPr/>
          </p:nvSpPr>
          <p:spPr>
            <a:xfrm flipH="1">
              <a:off x="983795" y="2467932"/>
              <a:ext cx="1499688" cy="3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2133"/>
                </a:spcAft>
              </a:pPr>
              <a:r>
                <a:rPr lang="en" sz="1600" b="1" dirty="0">
                  <a:solidFill>
                    <a:schemeClr val="accent5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A </a:t>
              </a:r>
              <a:r>
                <a:rPr lang="en" sz="1600" dirty="0">
                  <a:solidFill>
                    <a:srgbClr val="66666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 Adapt</a:t>
              </a:r>
              <a:endParaRPr sz="1600" b="1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4" name="Google Shape;288;p36"/>
            <p:cNvSpPr txBox="1"/>
            <p:nvPr/>
          </p:nvSpPr>
          <p:spPr>
            <a:xfrm flipH="1">
              <a:off x="983796" y="2927337"/>
              <a:ext cx="1499688" cy="3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2133"/>
                </a:spcAft>
              </a:pPr>
              <a:r>
                <a:rPr lang="en" sz="1600" b="1" dirty="0">
                  <a:solidFill>
                    <a:schemeClr val="accent5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 </a:t>
              </a:r>
              <a:r>
                <a:rPr lang="en" sz="1600" dirty="0">
                  <a:solidFill>
                    <a:srgbClr val="66666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 </a:t>
              </a:r>
              <a:r>
                <a:rPr lang="de-DE" sz="1600" dirty="0" err="1">
                  <a:solidFill>
                    <a:srgbClr val="66666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Modify</a:t>
              </a:r>
              <a:endParaRPr sz="1600" b="1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6" name="Google Shape;288;p36"/>
            <p:cNvSpPr txBox="1"/>
            <p:nvPr/>
          </p:nvSpPr>
          <p:spPr>
            <a:xfrm flipH="1">
              <a:off x="983796" y="3856049"/>
              <a:ext cx="1499688" cy="3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2133"/>
                </a:spcAft>
              </a:pPr>
              <a:r>
                <a:rPr lang="en" sz="1600" b="1" dirty="0">
                  <a:solidFill>
                    <a:schemeClr val="accent5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 </a:t>
              </a:r>
              <a:r>
                <a:rPr lang="en" sz="1600" dirty="0">
                  <a:solidFill>
                    <a:srgbClr val="66666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 </a:t>
              </a:r>
              <a:r>
                <a:rPr lang="de-DE" sz="1600" dirty="0" err="1">
                  <a:solidFill>
                    <a:srgbClr val="66666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Eliminate</a:t>
              </a:r>
              <a:endParaRPr sz="1600" b="1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57" name="Google Shape;288;p36"/>
            <p:cNvSpPr txBox="1"/>
            <p:nvPr/>
          </p:nvSpPr>
          <p:spPr>
            <a:xfrm flipH="1">
              <a:off x="983795" y="4250514"/>
              <a:ext cx="1499688" cy="3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lnSpc>
                  <a:spcPct val="115000"/>
                </a:lnSpc>
                <a:spcAft>
                  <a:spcPts val="2133"/>
                </a:spcAft>
              </a:pPr>
              <a:r>
                <a:rPr lang="en" sz="1600" b="1" dirty="0">
                  <a:solidFill>
                    <a:schemeClr val="accent5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R </a:t>
              </a:r>
              <a:r>
                <a:rPr lang="en" sz="1600" dirty="0">
                  <a:solidFill>
                    <a:srgbClr val="66666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- Rearrange</a:t>
              </a:r>
              <a:endParaRPr sz="1600" b="1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" name="Rechteck 1"/>
            <p:cNvSpPr/>
            <p:nvPr/>
          </p:nvSpPr>
          <p:spPr>
            <a:xfrm>
              <a:off x="2606536" y="1558772"/>
              <a:ext cx="5963176" cy="4847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800" kern="100" dirty="0">
                  <a:effectLst/>
                  <a:latin typeface="Calibri" panose="020F0502020204030204" pitchFamily="34" charset="0"/>
                  <a:ea typeface="Aptos"/>
                  <a:cs typeface="Times New Roman" panose="02020603050405020304" pitchFamily="18" charset="0"/>
                </a:rPr>
                <a:t>Replace paper with recycled materials or waterproof synthetic paper for durability and eco-friendliness.</a:t>
              </a:r>
            </a:p>
          </p:txBody>
        </p:sp>
        <p:sp>
          <p:nvSpPr>
            <p:cNvPr id="3" name="Rechteck 2"/>
            <p:cNvSpPr/>
            <p:nvPr/>
          </p:nvSpPr>
          <p:spPr>
            <a:xfrm>
              <a:off x="2628396" y="2033969"/>
              <a:ext cx="5492496" cy="4847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800" kern="100" dirty="0">
                  <a:effectLst/>
                  <a:latin typeface="Calibri" panose="020F0502020204030204" pitchFamily="34" charset="0"/>
                  <a:ea typeface="Aptos"/>
                  <a:cs typeface="Times New Roman" panose="02020603050405020304" pitchFamily="18" charset="0"/>
                </a:rPr>
                <a:t>Combine the notepad with a calendar and planner, integrating sections for scheduling and to-do lists.</a:t>
              </a:r>
            </a:p>
          </p:txBody>
        </p:sp>
        <p:sp>
          <p:nvSpPr>
            <p:cNvPr id="60" name="Rechteck 59"/>
            <p:cNvSpPr/>
            <p:nvPr/>
          </p:nvSpPr>
          <p:spPr>
            <a:xfrm>
              <a:off x="2613465" y="2453000"/>
              <a:ext cx="5492496" cy="4847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800" kern="100" dirty="0">
                  <a:effectLst/>
                  <a:latin typeface="Calibri" panose="020F0502020204030204" pitchFamily="34" charset="0"/>
                  <a:ea typeface="Aptos"/>
                  <a:cs typeface="Times New Roman" panose="02020603050405020304" pitchFamily="18" charset="0"/>
                </a:rPr>
                <a:t>Adapt the notepad for specific professions, such as adding templates for designers, engineers, or chefs to cater to their unique needs.</a:t>
              </a:r>
            </a:p>
          </p:txBody>
        </p:sp>
        <p:sp>
          <p:nvSpPr>
            <p:cNvPr id="61" name="Rechteck 60"/>
            <p:cNvSpPr/>
            <p:nvPr/>
          </p:nvSpPr>
          <p:spPr>
            <a:xfrm>
              <a:off x="2620747" y="2879398"/>
              <a:ext cx="6064761" cy="4847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800" kern="100" dirty="0">
                  <a:effectLst/>
                  <a:latin typeface="Calibri" panose="020F0502020204030204" pitchFamily="34" charset="0"/>
                  <a:ea typeface="Aptos"/>
                  <a:cs typeface="Times New Roman" panose="02020603050405020304" pitchFamily="18" charset="0"/>
                </a:rPr>
                <a:t>Modify the cover design to be customizable with personal photos or artwork, appealing to individual tastes.</a:t>
              </a:r>
            </a:p>
          </p:txBody>
        </p:sp>
        <p:sp>
          <p:nvSpPr>
            <p:cNvPr id="62" name="Rechteck 61"/>
            <p:cNvSpPr/>
            <p:nvPr/>
          </p:nvSpPr>
          <p:spPr>
            <a:xfrm>
              <a:off x="2628396" y="3341112"/>
              <a:ext cx="588188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GB" sz="1800" kern="100" dirty="0">
                <a:effectLst/>
                <a:latin typeface="Calibri" panose="020F0502020204030204" pitchFamily="34" charset="0"/>
                <a:ea typeface="Aptos"/>
                <a:cs typeface="Times New Roman" panose="02020603050405020304" pitchFamily="18" charset="0"/>
              </a:endParaRPr>
            </a:p>
          </p:txBody>
        </p:sp>
        <p:sp>
          <p:nvSpPr>
            <p:cNvPr id="63" name="Rechteck 62"/>
            <p:cNvSpPr/>
            <p:nvPr/>
          </p:nvSpPr>
          <p:spPr>
            <a:xfrm>
              <a:off x="2613465" y="3821451"/>
              <a:ext cx="5492496" cy="4847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kern="100" dirty="0">
                  <a:effectLst/>
                  <a:latin typeface="Calibri" panose="020F0502020204030204" pitchFamily="34" charset="0"/>
                  <a:ea typeface="Aptos"/>
                  <a:cs typeface="Times New Roman" panose="02020603050405020304" pitchFamily="18" charset="0"/>
                </a:rPr>
                <a:t>Eliminate the need for a separate bookmark by integrating a ribbon or elastic band marker</a:t>
              </a:r>
              <a:r>
                <a:rPr lang="en-GB" sz="1600" kern="100" dirty="0">
                  <a:effectLst/>
                  <a:latin typeface="Calibri" panose="020F0502020204030204" pitchFamily="34" charset="0"/>
                  <a:ea typeface="Aptos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64" name="Rechteck 63"/>
            <p:cNvSpPr/>
            <p:nvPr/>
          </p:nvSpPr>
          <p:spPr>
            <a:xfrm>
              <a:off x="2628396" y="4306144"/>
              <a:ext cx="5492496" cy="48474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800" kern="100" dirty="0">
                  <a:effectLst/>
                  <a:latin typeface="Calibri" panose="020F0502020204030204" pitchFamily="34" charset="0"/>
                  <a:ea typeface="Aptos" panose="02110004020202020204"/>
                  <a:cs typeface="Times New Roman" panose="02020603050405020304" pitchFamily="18" charset="0"/>
                </a:rPr>
                <a:t>Rearrange the order of pages to include sections for different purposes (notes, tasks, ideas) within one notepad.</a:t>
              </a:r>
            </a:p>
          </p:txBody>
        </p:sp>
        <p:sp>
          <p:nvSpPr>
            <p:cNvPr id="65" name="Google Shape;288;p36"/>
            <p:cNvSpPr txBox="1"/>
            <p:nvPr/>
          </p:nvSpPr>
          <p:spPr>
            <a:xfrm flipH="1">
              <a:off x="983796" y="3298671"/>
              <a:ext cx="1681188" cy="38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lnSpc>
                  <a:spcPct val="80000"/>
                </a:lnSpc>
                <a:spcAft>
                  <a:spcPts val="2133"/>
                </a:spcAft>
              </a:pPr>
              <a:r>
                <a:rPr lang="en" sz="1600" b="1" dirty="0">
                  <a:solidFill>
                    <a:schemeClr val="accent5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 </a:t>
              </a:r>
              <a:r>
                <a:rPr lang="en" sz="1467" dirty="0">
                  <a:solidFill>
                    <a:srgbClr val="66666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– </a:t>
              </a:r>
              <a:r>
                <a:rPr lang="en" sz="1600" dirty="0">
                  <a:solidFill>
                    <a:srgbClr val="666666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Put to another use</a:t>
              </a:r>
              <a:endParaRPr sz="1600" b="1" dirty="0">
                <a:solidFill>
                  <a:srgbClr val="666666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cxnSp>
          <p:nvCxnSpPr>
            <p:cNvPr id="25" name="Google Shape;296;p36"/>
            <p:cNvCxnSpPr/>
            <p:nvPr/>
          </p:nvCxnSpPr>
          <p:spPr>
            <a:xfrm flipH="1">
              <a:off x="899326" y="2462034"/>
              <a:ext cx="7670387" cy="443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96;p36"/>
            <p:cNvCxnSpPr/>
            <p:nvPr/>
          </p:nvCxnSpPr>
          <p:spPr>
            <a:xfrm flipH="1">
              <a:off x="899326" y="2031751"/>
              <a:ext cx="7670387" cy="443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96;p36"/>
            <p:cNvCxnSpPr/>
            <p:nvPr/>
          </p:nvCxnSpPr>
          <p:spPr>
            <a:xfrm flipH="1">
              <a:off x="899325" y="3323041"/>
              <a:ext cx="7670387" cy="443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96;p36"/>
            <p:cNvCxnSpPr/>
            <p:nvPr/>
          </p:nvCxnSpPr>
          <p:spPr>
            <a:xfrm flipH="1">
              <a:off x="983794" y="3851418"/>
              <a:ext cx="7670387" cy="443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6;p36"/>
            <p:cNvCxnSpPr/>
            <p:nvPr/>
          </p:nvCxnSpPr>
          <p:spPr>
            <a:xfrm flipH="1">
              <a:off x="983795" y="4262746"/>
              <a:ext cx="7670387" cy="4439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1" name="Grafik 30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25655" y="181332"/>
            <a:ext cx="695797" cy="608179"/>
          </a:xfrm>
          <a:prstGeom prst="rect">
            <a:avLst/>
          </a:prstGeom>
        </p:spPr>
      </p:pic>
      <p:grpSp>
        <p:nvGrpSpPr>
          <p:cNvPr id="107" name="Google Shape;4756;p61"/>
          <p:cNvGrpSpPr/>
          <p:nvPr/>
        </p:nvGrpSpPr>
        <p:grpSpPr>
          <a:xfrm>
            <a:off x="8577491" y="6479896"/>
            <a:ext cx="768952" cy="378104"/>
            <a:chOff x="6546428" y="4405392"/>
            <a:chExt cx="521819" cy="256585"/>
          </a:xfrm>
        </p:grpSpPr>
        <p:sp>
          <p:nvSpPr>
            <p:cNvPr id="108" name="Google Shape;4757;p61"/>
            <p:cNvSpPr/>
            <p:nvPr/>
          </p:nvSpPr>
          <p:spPr>
            <a:xfrm>
              <a:off x="6564492" y="4539811"/>
              <a:ext cx="503755" cy="122166"/>
            </a:xfrm>
            <a:custGeom>
              <a:avLst/>
              <a:gdLst/>
              <a:ahLst/>
              <a:cxnLst/>
              <a:rect l="l" t="t" r="r" b="b"/>
              <a:pathLst>
                <a:path w="11183" h="2712" extrusionOk="0">
                  <a:moveTo>
                    <a:pt x="1" y="0"/>
                  </a:moveTo>
                  <a:lnTo>
                    <a:pt x="241" y="2712"/>
                  </a:lnTo>
                  <a:lnTo>
                    <a:pt x="11183" y="2712"/>
                  </a:lnTo>
                  <a:lnTo>
                    <a:pt x="11183" y="81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" name="Google Shape;4758;p61"/>
            <p:cNvSpPr/>
            <p:nvPr/>
          </p:nvSpPr>
          <p:spPr>
            <a:xfrm>
              <a:off x="6592691" y="4470439"/>
              <a:ext cx="468349" cy="105544"/>
            </a:xfrm>
            <a:custGeom>
              <a:avLst/>
              <a:gdLst/>
              <a:ahLst/>
              <a:cxnLst/>
              <a:rect l="l" t="t" r="r" b="b"/>
              <a:pathLst>
                <a:path w="10397" h="2343" extrusionOk="0">
                  <a:moveTo>
                    <a:pt x="0" y="0"/>
                  </a:moveTo>
                  <a:lnTo>
                    <a:pt x="0" y="1589"/>
                  </a:lnTo>
                  <a:lnTo>
                    <a:pt x="10188" y="2343"/>
                  </a:lnTo>
                  <a:lnTo>
                    <a:pt x="10397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4759;p61"/>
            <p:cNvSpPr/>
            <p:nvPr/>
          </p:nvSpPr>
          <p:spPr>
            <a:xfrm>
              <a:off x="6546428" y="4405392"/>
              <a:ext cx="471952" cy="65092"/>
            </a:xfrm>
            <a:custGeom>
              <a:avLst/>
              <a:gdLst/>
              <a:ahLst/>
              <a:cxnLst/>
              <a:rect l="l" t="t" r="r" b="b"/>
              <a:pathLst>
                <a:path w="10477" h="1445" extrusionOk="0">
                  <a:moveTo>
                    <a:pt x="1" y="0"/>
                  </a:moveTo>
                  <a:lnTo>
                    <a:pt x="209" y="1444"/>
                  </a:lnTo>
                  <a:lnTo>
                    <a:pt x="10477" y="1444"/>
                  </a:lnTo>
                  <a:lnTo>
                    <a:pt x="10477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" name="Google Shape;4760;p61"/>
            <p:cNvSpPr/>
            <p:nvPr/>
          </p:nvSpPr>
          <p:spPr>
            <a:xfrm>
              <a:off x="6592691" y="4470439"/>
              <a:ext cx="452447" cy="15946"/>
            </a:xfrm>
            <a:custGeom>
              <a:avLst/>
              <a:gdLst/>
              <a:ahLst/>
              <a:cxnLst/>
              <a:rect l="l" t="t" r="r" b="b"/>
              <a:pathLst>
                <a:path w="10044" h="354" extrusionOk="0">
                  <a:moveTo>
                    <a:pt x="0" y="0"/>
                  </a:moveTo>
                  <a:lnTo>
                    <a:pt x="0" y="353"/>
                  </a:lnTo>
                  <a:lnTo>
                    <a:pt x="10044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" name="Google Shape;4761;p61"/>
            <p:cNvSpPr/>
            <p:nvPr/>
          </p:nvSpPr>
          <p:spPr>
            <a:xfrm>
              <a:off x="6592691" y="4541973"/>
              <a:ext cx="460375" cy="34010"/>
            </a:xfrm>
            <a:custGeom>
              <a:avLst/>
              <a:gdLst/>
              <a:ahLst/>
              <a:cxnLst/>
              <a:rect l="l" t="t" r="r" b="b"/>
              <a:pathLst>
                <a:path w="10220" h="755" extrusionOk="0">
                  <a:moveTo>
                    <a:pt x="0" y="1"/>
                  </a:moveTo>
                  <a:lnTo>
                    <a:pt x="10188" y="755"/>
                  </a:lnTo>
                  <a:lnTo>
                    <a:pt x="10220" y="3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" name="Google Shape;4762;p61"/>
            <p:cNvSpPr/>
            <p:nvPr/>
          </p:nvSpPr>
          <p:spPr>
            <a:xfrm>
              <a:off x="6844906" y="4504404"/>
              <a:ext cx="200232" cy="10135"/>
            </a:xfrm>
            <a:custGeom>
              <a:avLst/>
              <a:gdLst/>
              <a:ahLst/>
              <a:cxnLst/>
              <a:rect l="l" t="t" r="r" b="b"/>
              <a:pathLst>
                <a:path w="4445" h="225" extrusionOk="0">
                  <a:moveTo>
                    <a:pt x="1765" y="0"/>
                  </a:moveTo>
                  <a:lnTo>
                    <a:pt x="1" y="225"/>
                  </a:lnTo>
                  <a:lnTo>
                    <a:pt x="4445" y="225"/>
                  </a:lnTo>
                  <a:lnTo>
                    <a:pt x="1765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4763;p61"/>
            <p:cNvSpPr/>
            <p:nvPr/>
          </p:nvSpPr>
          <p:spPr>
            <a:xfrm>
              <a:off x="6571023" y="4611345"/>
              <a:ext cx="149645" cy="10901"/>
            </a:xfrm>
            <a:custGeom>
              <a:avLst/>
              <a:gdLst/>
              <a:ahLst/>
              <a:cxnLst/>
              <a:rect l="l" t="t" r="r" b="b"/>
              <a:pathLst>
                <a:path w="3322" h="242" extrusionOk="0">
                  <a:moveTo>
                    <a:pt x="0" y="1"/>
                  </a:moveTo>
                  <a:lnTo>
                    <a:pt x="16" y="241"/>
                  </a:lnTo>
                  <a:lnTo>
                    <a:pt x="332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4764;p61"/>
            <p:cNvSpPr/>
            <p:nvPr/>
          </p:nvSpPr>
          <p:spPr>
            <a:xfrm>
              <a:off x="6710487" y="4428501"/>
              <a:ext cx="308614" cy="9460"/>
            </a:xfrm>
            <a:custGeom>
              <a:avLst/>
              <a:gdLst/>
              <a:ahLst/>
              <a:cxnLst/>
              <a:rect l="l" t="t" r="r" b="b"/>
              <a:pathLst>
                <a:path w="6851" h="210" extrusionOk="0">
                  <a:moveTo>
                    <a:pt x="6835" y="1"/>
                  </a:moveTo>
                  <a:lnTo>
                    <a:pt x="0" y="209"/>
                  </a:lnTo>
                  <a:cubicBezTo>
                    <a:pt x="0" y="209"/>
                    <a:pt x="6851" y="161"/>
                    <a:pt x="683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16" name="Google Shape;4765;p61"/>
          <p:cNvGrpSpPr/>
          <p:nvPr/>
        </p:nvGrpSpPr>
        <p:grpSpPr>
          <a:xfrm>
            <a:off x="9467708" y="6176404"/>
            <a:ext cx="786096" cy="674165"/>
            <a:chOff x="5954517" y="4199439"/>
            <a:chExt cx="533452" cy="457495"/>
          </a:xfrm>
        </p:grpSpPr>
        <p:sp>
          <p:nvSpPr>
            <p:cNvPr id="117" name="Google Shape;4766;p61"/>
            <p:cNvSpPr/>
            <p:nvPr/>
          </p:nvSpPr>
          <p:spPr>
            <a:xfrm>
              <a:off x="5956724" y="4199439"/>
              <a:ext cx="526876" cy="70860"/>
            </a:xfrm>
            <a:custGeom>
              <a:avLst/>
              <a:gdLst/>
              <a:ahLst/>
              <a:cxnLst/>
              <a:rect l="l" t="t" r="r" b="b"/>
              <a:pathLst>
                <a:path w="11696" h="1573" extrusionOk="0">
                  <a:moveTo>
                    <a:pt x="0" y="0"/>
                  </a:moveTo>
                  <a:lnTo>
                    <a:pt x="0" y="1572"/>
                  </a:lnTo>
                  <a:lnTo>
                    <a:pt x="11696" y="1572"/>
                  </a:lnTo>
                  <a:lnTo>
                    <a:pt x="1169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" name="Google Shape;4767;p61"/>
            <p:cNvSpPr/>
            <p:nvPr/>
          </p:nvSpPr>
          <p:spPr>
            <a:xfrm>
              <a:off x="6025375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9" name="Google Shape;4768;p61"/>
            <p:cNvSpPr/>
            <p:nvPr/>
          </p:nvSpPr>
          <p:spPr>
            <a:xfrm>
              <a:off x="6013798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5" y="0"/>
                  </a:moveTo>
                  <a:cubicBezTo>
                    <a:pt x="33" y="0"/>
                    <a:pt x="1" y="337"/>
                    <a:pt x="1" y="738"/>
                  </a:cubicBezTo>
                  <a:cubicBezTo>
                    <a:pt x="1" y="1139"/>
                    <a:pt x="33" y="1476"/>
                    <a:pt x="65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6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0" name="Google Shape;4769;p61"/>
            <p:cNvSpPr/>
            <p:nvPr/>
          </p:nvSpPr>
          <p:spPr>
            <a:xfrm>
              <a:off x="6439487" y="4202322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64" y="0"/>
                  </a:moveTo>
                  <a:cubicBezTo>
                    <a:pt x="32" y="0"/>
                    <a:pt x="0" y="337"/>
                    <a:pt x="0" y="738"/>
                  </a:cubicBezTo>
                  <a:cubicBezTo>
                    <a:pt x="0" y="1139"/>
                    <a:pt x="32" y="1476"/>
                    <a:pt x="64" y="1476"/>
                  </a:cubicBezTo>
                  <a:cubicBezTo>
                    <a:pt x="112" y="1476"/>
                    <a:pt x="145" y="1139"/>
                    <a:pt x="145" y="738"/>
                  </a:cubicBezTo>
                  <a:cubicBezTo>
                    <a:pt x="145" y="337"/>
                    <a:pt x="112" y="0"/>
                    <a:pt x="6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1" name="Google Shape;4770;p61"/>
            <p:cNvSpPr/>
            <p:nvPr/>
          </p:nvSpPr>
          <p:spPr>
            <a:xfrm>
              <a:off x="6427910" y="4200881"/>
              <a:ext cx="6532" cy="66535"/>
            </a:xfrm>
            <a:custGeom>
              <a:avLst/>
              <a:gdLst/>
              <a:ahLst/>
              <a:cxnLst/>
              <a:rect l="l" t="t" r="r" b="b"/>
              <a:pathLst>
                <a:path w="145" h="1477" extrusionOk="0">
                  <a:moveTo>
                    <a:pt x="81" y="0"/>
                  </a:moveTo>
                  <a:cubicBezTo>
                    <a:pt x="33" y="0"/>
                    <a:pt x="0" y="337"/>
                    <a:pt x="0" y="738"/>
                  </a:cubicBezTo>
                  <a:cubicBezTo>
                    <a:pt x="0" y="1139"/>
                    <a:pt x="33" y="1476"/>
                    <a:pt x="81" y="1476"/>
                  </a:cubicBezTo>
                  <a:cubicBezTo>
                    <a:pt x="113" y="1476"/>
                    <a:pt x="145" y="1139"/>
                    <a:pt x="145" y="738"/>
                  </a:cubicBezTo>
                  <a:cubicBezTo>
                    <a:pt x="145" y="337"/>
                    <a:pt x="113" y="0"/>
                    <a:pt x="8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" name="Google Shape;4771;p61"/>
            <p:cNvSpPr/>
            <p:nvPr/>
          </p:nvSpPr>
          <p:spPr>
            <a:xfrm>
              <a:off x="6093305" y="4233404"/>
              <a:ext cx="268889" cy="6532"/>
            </a:xfrm>
            <a:custGeom>
              <a:avLst/>
              <a:gdLst/>
              <a:ahLst/>
              <a:cxnLst/>
              <a:rect l="l" t="t" r="r" b="b"/>
              <a:pathLst>
                <a:path w="5969" h="145" extrusionOk="0">
                  <a:moveTo>
                    <a:pt x="2984" y="0"/>
                  </a:moveTo>
                  <a:cubicBezTo>
                    <a:pt x="1332" y="0"/>
                    <a:pt x="0" y="32"/>
                    <a:pt x="0" y="80"/>
                  </a:cubicBezTo>
                  <a:cubicBezTo>
                    <a:pt x="0" y="112"/>
                    <a:pt x="1332" y="144"/>
                    <a:pt x="2984" y="144"/>
                  </a:cubicBezTo>
                  <a:cubicBezTo>
                    <a:pt x="4637" y="144"/>
                    <a:pt x="5968" y="112"/>
                    <a:pt x="5968" y="80"/>
                  </a:cubicBezTo>
                  <a:cubicBezTo>
                    <a:pt x="5968" y="32"/>
                    <a:pt x="4637" y="0"/>
                    <a:pt x="298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3" name="Google Shape;4772;p61"/>
            <p:cNvSpPr/>
            <p:nvPr/>
          </p:nvSpPr>
          <p:spPr>
            <a:xfrm>
              <a:off x="5954517" y="4516702"/>
              <a:ext cx="526921" cy="140233"/>
            </a:xfrm>
            <a:custGeom>
              <a:avLst/>
              <a:gdLst/>
              <a:ahLst/>
              <a:cxnLst/>
              <a:rect l="l" t="t" r="r" b="b"/>
              <a:pathLst>
                <a:path w="11697" h="3113" extrusionOk="0">
                  <a:moveTo>
                    <a:pt x="1" y="0"/>
                  </a:moveTo>
                  <a:lnTo>
                    <a:pt x="1" y="3112"/>
                  </a:lnTo>
                  <a:lnTo>
                    <a:pt x="11697" y="3112"/>
                  </a:lnTo>
                  <a:lnTo>
                    <a:pt x="11697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4" name="Google Shape;4773;p61"/>
            <p:cNvSpPr/>
            <p:nvPr/>
          </p:nvSpPr>
          <p:spPr>
            <a:xfrm>
              <a:off x="5956003" y="4528234"/>
              <a:ext cx="531966" cy="122259"/>
            </a:xfrm>
            <a:custGeom>
              <a:avLst/>
              <a:gdLst/>
              <a:ahLst/>
              <a:cxnLst/>
              <a:rect l="l" t="t" r="r" b="b"/>
              <a:pathLst>
                <a:path w="11809" h="2714" extrusionOk="0">
                  <a:moveTo>
                    <a:pt x="6494" y="154"/>
                  </a:moveTo>
                  <a:cubicBezTo>
                    <a:pt x="6583" y="154"/>
                    <a:pt x="6674" y="183"/>
                    <a:pt x="6754" y="241"/>
                  </a:cubicBezTo>
                  <a:cubicBezTo>
                    <a:pt x="6947" y="354"/>
                    <a:pt x="7075" y="546"/>
                    <a:pt x="7123" y="771"/>
                  </a:cubicBezTo>
                  <a:cubicBezTo>
                    <a:pt x="7198" y="1203"/>
                    <a:pt x="7078" y="1636"/>
                    <a:pt x="6778" y="1940"/>
                  </a:cubicBezTo>
                  <a:lnTo>
                    <a:pt x="6778" y="1940"/>
                  </a:lnTo>
                  <a:cubicBezTo>
                    <a:pt x="6568" y="1811"/>
                    <a:pt x="6381" y="1646"/>
                    <a:pt x="6225" y="1445"/>
                  </a:cubicBezTo>
                  <a:cubicBezTo>
                    <a:pt x="6081" y="1284"/>
                    <a:pt x="6000" y="1076"/>
                    <a:pt x="5984" y="851"/>
                  </a:cubicBezTo>
                  <a:cubicBezTo>
                    <a:pt x="5968" y="643"/>
                    <a:pt x="6032" y="418"/>
                    <a:pt x="6193" y="274"/>
                  </a:cubicBezTo>
                  <a:cubicBezTo>
                    <a:pt x="6280" y="195"/>
                    <a:pt x="6386" y="154"/>
                    <a:pt x="6494" y="154"/>
                  </a:cubicBezTo>
                  <a:close/>
                  <a:moveTo>
                    <a:pt x="9312" y="127"/>
                  </a:moveTo>
                  <a:cubicBezTo>
                    <a:pt x="9326" y="127"/>
                    <a:pt x="9340" y="128"/>
                    <a:pt x="9353" y="129"/>
                  </a:cubicBezTo>
                  <a:cubicBezTo>
                    <a:pt x="9658" y="145"/>
                    <a:pt x="9931" y="482"/>
                    <a:pt x="9963" y="819"/>
                  </a:cubicBezTo>
                  <a:cubicBezTo>
                    <a:pt x="9979" y="1204"/>
                    <a:pt x="9851" y="1557"/>
                    <a:pt x="9578" y="1830"/>
                  </a:cubicBezTo>
                  <a:cubicBezTo>
                    <a:pt x="9517" y="1894"/>
                    <a:pt x="9451" y="1953"/>
                    <a:pt x="9381" y="2006"/>
                  </a:cubicBezTo>
                  <a:lnTo>
                    <a:pt x="9381" y="2006"/>
                  </a:lnTo>
                  <a:cubicBezTo>
                    <a:pt x="9201" y="1884"/>
                    <a:pt x="9053" y="1726"/>
                    <a:pt x="8936" y="1557"/>
                  </a:cubicBezTo>
                  <a:cubicBezTo>
                    <a:pt x="8776" y="1300"/>
                    <a:pt x="8712" y="1012"/>
                    <a:pt x="8744" y="723"/>
                  </a:cubicBezTo>
                  <a:cubicBezTo>
                    <a:pt x="8776" y="562"/>
                    <a:pt x="8840" y="418"/>
                    <a:pt x="8936" y="306"/>
                  </a:cubicBezTo>
                  <a:cubicBezTo>
                    <a:pt x="9039" y="203"/>
                    <a:pt x="9168" y="127"/>
                    <a:pt x="9312" y="127"/>
                  </a:cubicBezTo>
                  <a:close/>
                  <a:moveTo>
                    <a:pt x="3584" y="182"/>
                  </a:moveTo>
                  <a:cubicBezTo>
                    <a:pt x="3710" y="182"/>
                    <a:pt x="3837" y="221"/>
                    <a:pt x="3947" y="306"/>
                  </a:cubicBezTo>
                  <a:cubicBezTo>
                    <a:pt x="4203" y="530"/>
                    <a:pt x="4300" y="899"/>
                    <a:pt x="4187" y="1236"/>
                  </a:cubicBezTo>
                  <a:cubicBezTo>
                    <a:pt x="4091" y="1541"/>
                    <a:pt x="3899" y="1814"/>
                    <a:pt x="3642" y="2006"/>
                  </a:cubicBezTo>
                  <a:cubicBezTo>
                    <a:pt x="3620" y="2024"/>
                    <a:pt x="3599" y="2042"/>
                    <a:pt x="3577" y="2060"/>
                  </a:cubicBezTo>
                  <a:lnTo>
                    <a:pt x="3577" y="2060"/>
                  </a:lnTo>
                  <a:cubicBezTo>
                    <a:pt x="3434" y="1939"/>
                    <a:pt x="3310" y="1796"/>
                    <a:pt x="3209" y="1637"/>
                  </a:cubicBezTo>
                  <a:cubicBezTo>
                    <a:pt x="2984" y="1316"/>
                    <a:pt x="2936" y="899"/>
                    <a:pt x="3080" y="530"/>
                  </a:cubicBezTo>
                  <a:cubicBezTo>
                    <a:pt x="3145" y="354"/>
                    <a:pt x="3289" y="225"/>
                    <a:pt x="3465" y="193"/>
                  </a:cubicBezTo>
                  <a:cubicBezTo>
                    <a:pt x="3504" y="186"/>
                    <a:pt x="3544" y="182"/>
                    <a:pt x="3584" y="182"/>
                  </a:cubicBezTo>
                  <a:close/>
                  <a:moveTo>
                    <a:pt x="6450" y="1"/>
                  </a:moveTo>
                  <a:cubicBezTo>
                    <a:pt x="6321" y="17"/>
                    <a:pt x="6193" y="65"/>
                    <a:pt x="6097" y="161"/>
                  </a:cubicBezTo>
                  <a:cubicBezTo>
                    <a:pt x="5904" y="354"/>
                    <a:pt x="5808" y="610"/>
                    <a:pt x="5840" y="867"/>
                  </a:cubicBezTo>
                  <a:cubicBezTo>
                    <a:pt x="5856" y="1108"/>
                    <a:pt x="5952" y="1348"/>
                    <a:pt x="6113" y="1541"/>
                  </a:cubicBezTo>
                  <a:cubicBezTo>
                    <a:pt x="6269" y="1732"/>
                    <a:pt x="6458" y="1899"/>
                    <a:pt x="6670" y="2036"/>
                  </a:cubicBezTo>
                  <a:lnTo>
                    <a:pt x="6670" y="2036"/>
                  </a:lnTo>
                  <a:cubicBezTo>
                    <a:pt x="6323" y="2307"/>
                    <a:pt x="5905" y="2473"/>
                    <a:pt x="5471" y="2504"/>
                  </a:cubicBezTo>
                  <a:cubicBezTo>
                    <a:pt x="5342" y="2523"/>
                    <a:pt x="5211" y="2532"/>
                    <a:pt x="5080" y="2532"/>
                  </a:cubicBezTo>
                  <a:cubicBezTo>
                    <a:pt x="4772" y="2532"/>
                    <a:pt x="4464" y="2481"/>
                    <a:pt x="4171" y="2391"/>
                  </a:cubicBezTo>
                  <a:cubicBezTo>
                    <a:pt x="3985" y="2332"/>
                    <a:pt x="3813" y="2241"/>
                    <a:pt x="3659" y="2126"/>
                  </a:cubicBezTo>
                  <a:lnTo>
                    <a:pt x="3659" y="2126"/>
                  </a:lnTo>
                  <a:cubicBezTo>
                    <a:pt x="3675" y="2113"/>
                    <a:pt x="3691" y="2100"/>
                    <a:pt x="3706" y="2086"/>
                  </a:cubicBezTo>
                  <a:cubicBezTo>
                    <a:pt x="3979" y="1878"/>
                    <a:pt x="4187" y="1589"/>
                    <a:pt x="4300" y="1268"/>
                  </a:cubicBezTo>
                  <a:cubicBezTo>
                    <a:pt x="4428" y="883"/>
                    <a:pt x="4316" y="466"/>
                    <a:pt x="4027" y="209"/>
                  </a:cubicBezTo>
                  <a:cubicBezTo>
                    <a:pt x="3886" y="107"/>
                    <a:pt x="3724" y="55"/>
                    <a:pt x="3558" y="55"/>
                  </a:cubicBezTo>
                  <a:cubicBezTo>
                    <a:pt x="3517" y="55"/>
                    <a:pt x="3475" y="59"/>
                    <a:pt x="3433" y="65"/>
                  </a:cubicBezTo>
                  <a:cubicBezTo>
                    <a:pt x="3225" y="113"/>
                    <a:pt x="3032" y="257"/>
                    <a:pt x="2952" y="466"/>
                  </a:cubicBezTo>
                  <a:cubicBezTo>
                    <a:pt x="2808" y="883"/>
                    <a:pt x="2856" y="1348"/>
                    <a:pt x="3080" y="1717"/>
                  </a:cubicBezTo>
                  <a:cubicBezTo>
                    <a:pt x="3184" y="1883"/>
                    <a:pt x="3311" y="2028"/>
                    <a:pt x="3457" y="2151"/>
                  </a:cubicBezTo>
                  <a:lnTo>
                    <a:pt x="3457" y="2151"/>
                  </a:lnTo>
                  <a:cubicBezTo>
                    <a:pt x="3062" y="2434"/>
                    <a:pt x="2600" y="2604"/>
                    <a:pt x="2102" y="2632"/>
                  </a:cubicBezTo>
                  <a:cubicBezTo>
                    <a:pt x="2066" y="2633"/>
                    <a:pt x="2030" y="2634"/>
                    <a:pt x="1995" y="2634"/>
                  </a:cubicBezTo>
                  <a:cubicBezTo>
                    <a:pt x="1600" y="2634"/>
                    <a:pt x="1220" y="2552"/>
                    <a:pt x="866" y="2375"/>
                  </a:cubicBezTo>
                  <a:cubicBezTo>
                    <a:pt x="529" y="2215"/>
                    <a:pt x="241" y="1990"/>
                    <a:pt x="0" y="1717"/>
                  </a:cubicBezTo>
                  <a:lnTo>
                    <a:pt x="0" y="1717"/>
                  </a:lnTo>
                  <a:cubicBezTo>
                    <a:pt x="0" y="1733"/>
                    <a:pt x="16" y="1750"/>
                    <a:pt x="32" y="1766"/>
                  </a:cubicBezTo>
                  <a:cubicBezTo>
                    <a:pt x="80" y="1830"/>
                    <a:pt x="128" y="1878"/>
                    <a:pt x="177" y="1926"/>
                  </a:cubicBezTo>
                  <a:cubicBezTo>
                    <a:pt x="369" y="2135"/>
                    <a:pt x="594" y="2295"/>
                    <a:pt x="834" y="2423"/>
                  </a:cubicBezTo>
                  <a:cubicBezTo>
                    <a:pt x="1207" y="2617"/>
                    <a:pt x="1607" y="2714"/>
                    <a:pt x="2009" y="2714"/>
                  </a:cubicBezTo>
                  <a:cubicBezTo>
                    <a:pt x="2040" y="2714"/>
                    <a:pt x="2071" y="2713"/>
                    <a:pt x="2102" y="2712"/>
                  </a:cubicBezTo>
                  <a:cubicBezTo>
                    <a:pt x="2625" y="2698"/>
                    <a:pt x="3123" y="2522"/>
                    <a:pt x="3541" y="2217"/>
                  </a:cubicBezTo>
                  <a:lnTo>
                    <a:pt x="3541" y="2217"/>
                  </a:lnTo>
                  <a:cubicBezTo>
                    <a:pt x="3715" y="2347"/>
                    <a:pt x="3911" y="2449"/>
                    <a:pt x="4123" y="2520"/>
                  </a:cubicBezTo>
                  <a:cubicBezTo>
                    <a:pt x="4441" y="2622"/>
                    <a:pt x="4768" y="2676"/>
                    <a:pt x="5090" y="2676"/>
                  </a:cubicBezTo>
                  <a:cubicBezTo>
                    <a:pt x="5223" y="2676"/>
                    <a:pt x="5356" y="2667"/>
                    <a:pt x="5487" y="2648"/>
                  </a:cubicBezTo>
                  <a:cubicBezTo>
                    <a:pt x="5968" y="2616"/>
                    <a:pt x="6433" y="2423"/>
                    <a:pt x="6802" y="2119"/>
                  </a:cubicBezTo>
                  <a:cubicBezTo>
                    <a:pt x="6803" y="2118"/>
                    <a:pt x="6804" y="2117"/>
                    <a:pt x="6805" y="2117"/>
                  </a:cubicBezTo>
                  <a:lnTo>
                    <a:pt x="6805" y="2117"/>
                  </a:lnTo>
                  <a:cubicBezTo>
                    <a:pt x="6946" y="2195"/>
                    <a:pt x="7096" y="2261"/>
                    <a:pt x="7252" y="2311"/>
                  </a:cubicBezTo>
                  <a:cubicBezTo>
                    <a:pt x="7587" y="2427"/>
                    <a:pt x="7933" y="2481"/>
                    <a:pt x="8289" y="2481"/>
                  </a:cubicBezTo>
                  <a:cubicBezTo>
                    <a:pt x="8376" y="2481"/>
                    <a:pt x="8463" y="2478"/>
                    <a:pt x="8551" y="2471"/>
                  </a:cubicBezTo>
                  <a:cubicBezTo>
                    <a:pt x="8873" y="2436"/>
                    <a:pt x="9177" y="2320"/>
                    <a:pt x="9431" y="2131"/>
                  </a:cubicBezTo>
                  <a:lnTo>
                    <a:pt x="9431" y="2131"/>
                  </a:lnTo>
                  <a:cubicBezTo>
                    <a:pt x="9442" y="2138"/>
                    <a:pt x="9454" y="2144"/>
                    <a:pt x="9466" y="2151"/>
                  </a:cubicBezTo>
                  <a:cubicBezTo>
                    <a:pt x="9767" y="2295"/>
                    <a:pt x="10094" y="2367"/>
                    <a:pt x="10422" y="2367"/>
                  </a:cubicBezTo>
                  <a:cubicBezTo>
                    <a:pt x="10532" y="2367"/>
                    <a:pt x="10641" y="2359"/>
                    <a:pt x="10749" y="2343"/>
                  </a:cubicBezTo>
                  <a:cubicBezTo>
                    <a:pt x="11022" y="2295"/>
                    <a:pt x="11295" y="2215"/>
                    <a:pt x="11551" y="2102"/>
                  </a:cubicBezTo>
                  <a:cubicBezTo>
                    <a:pt x="11632" y="2070"/>
                    <a:pt x="11696" y="2038"/>
                    <a:pt x="11744" y="2022"/>
                  </a:cubicBezTo>
                  <a:cubicBezTo>
                    <a:pt x="11760" y="2006"/>
                    <a:pt x="11792" y="2006"/>
                    <a:pt x="11808" y="1990"/>
                  </a:cubicBezTo>
                  <a:cubicBezTo>
                    <a:pt x="11808" y="1988"/>
                    <a:pt x="11806" y="1987"/>
                    <a:pt x="11803" y="1987"/>
                  </a:cubicBezTo>
                  <a:cubicBezTo>
                    <a:pt x="11781" y="1987"/>
                    <a:pt x="11689" y="2031"/>
                    <a:pt x="11535" y="2086"/>
                  </a:cubicBezTo>
                  <a:cubicBezTo>
                    <a:pt x="11279" y="2183"/>
                    <a:pt x="11022" y="2247"/>
                    <a:pt x="10749" y="2279"/>
                  </a:cubicBezTo>
                  <a:cubicBezTo>
                    <a:pt x="10645" y="2295"/>
                    <a:pt x="10540" y="2303"/>
                    <a:pt x="10434" y="2303"/>
                  </a:cubicBezTo>
                  <a:cubicBezTo>
                    <a:pt x="10118" y="2303"/>
                    <a:pt x="9803" y="2231"/>
                    <a:pt x="9514" y="2086"/>
                  </a:cubicBezTo>
                  <a:cubicBezTo>
                    <a:pt x="9509" y="2084"/>
                    <a:pt x="9504" y="2081"/>
                    <a:pt x="9499" y="2078"/>
                  </a:cubicBezTo>
                  <a:lnTo>
                    <a:pt x="9499" y="2078"/>
                  </a:lnTo>
                  <a:cubicBezTo>
                    <a:pt x="9561" y="2027"/>
                    <a:pt x="9620" y="1971"/>
                    <a:pt x="9674" y="1910"/>
                  </a:cubicBezTo>
                  <a:cubicBezTo>
                    <a:pt x="9963" y="1621"/>
                    <a:pt x="10107" y="1220"/>
                    <a:pt x="10075" y="803"/>
                  </a:cubicBezTo>
                  <a:cubicBezTo>
                    <a:pt x="10059" y="610"/>
                    <a:pt x="9979" y="434"/>
                    <a:pt x="9851" y="274"/>
                  </a:cubicBezTo>
                  <a:cubicBezTo>
                    <a:pt x="9722" y="129"/>
                    <a:pt x="9546" y="33"/>
                    <a:pt x="9353" y="17"/>
                  </a:cubicBezTo>
                  <a:cubicBezTo>
                    <a:pt x="9337" y="15"/>
                    <a:pt x="9321" y="15"/>
                    <a:pt x="9305" y="15"/>
                  </a:cubicBezTo>
                  <a:cubicBezTo>
                    <a:pt x="9132" y="15"/>
                    <a:pt x="8974" y="94"/>
                    <a:pt x="8856" y="241"/>
                  </a:cubicBezTo>
                  <a:cubicBezTo>
                    <a:pt x="8744" y="370"/>
                    <a:pt x="8680" y="530"/>
                    <a:pt x="8647" y="707"/>
                  </a:cubicBezTo>
                  <a:cubicBezTo>
                    <a:pt x="8599" y="1012"/>
                    <a:pt x="8680" y="1332"/>
                    <a:pt x="8856" y="1605"/>
                  </a:cubicBezTo>
                  <a:cubicBezTo>
                    <a:pt x="8981" y="1780"/>
                    <a:pt x="9135" y="1936"/>
                    <a:pt x="9311" y="2057"/>
                  </a:cubicBezTo>
                  <a:lnTo>
                    <a:pt x="9311" y="2057"/>
                  </a:lnTo>
                  <a:cubicBezTo>
                    <a:pt x="9083" y="2211"/>
                    <a:pt x="8817" y="2305"/>
                    <a:pt x="8535" y="2327"/>
                  </a:cubicBezTo>
                  <a:cubicBezTo>
                    <a:pt x="8443" y="2338"/>
                    <a:pt x="8350" y="2343"/>
                    <a:pt x="8256" y="2343"/>
                  </a:cubicBezTo>
                  <a:cubicBezTo>
                    <a:pt x="7928" y="2343"/>
                    <a:pt x="7596" y="2279"/>
                    <a:pt x="7284" y="2167"/>
                  </a:cubicBezTo>
                  <a:cubicBezTo>
                    <a:pt x="7153" y="2126"/>
                    <a:pt x="7027" y="2075"/>
                    <a:pt x="6907" y="2013"/>
                  </a:cubicBezTo>
                  <a:lnTo>
                    <a:pt x="6907" y="2013"/>
                  </a:lnTo>
                  <a:cubicBezTo>
                    <a:pt x="7219" y="1667"/>
                    <a:pt x="7355" y="1203"/>
                    <a:pt x="7268" y="739"/>
                  </a:cubicBezTo>
                  <a:cubicBezTo>
                    <a:pt x="7220" y="482"/>
                    <a:pt x="7059" y="257"/>
                    <a:pt x="6835" y="113"/>
                  </a:cubicBezTo>
                  <a:cubicBezTo>
                    <a:pt x="6722" y="33"/>
                    <a:pt x="6594" y="1"/>
                    <a:pt x="645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5" name="Google Shape;4774;p61"/>
            <p:cNvSpPr/>
            <p:nvPr/>
          </p:nvSpPr>
          <p:spPr>
            <a:xfrm>
              <a:off x="5989034" y="4271694"/>
              <a:ext cx="479936" cy="244338"/>
            </a:xfrm>
            <a:custGeom>
              <a:avLst/>
              <a:gdLst/>
              <a:ahLst/>
              <a:cxnLst/>
              <a:rect l="l" t="t" r="r" b="b"/>
              <a:pathLst>
                <a:path w="10654" h="5424" extrusionOk="0">
                  <a:moveTo>
                    <a:pt x="1" y="0"/>
                  </a:moveTo>
                  <a:lnTo>
                    <a:pt x="1" y="5423"/>
                  </a:lnTo>
                  <a:lnTo>
                    <a:pt x="10654" y="5423"/>
                  </a:lnTo>
                  <a:lnTo>
                    <a:pt x="10654" y="0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6" name="Google Shape;4775;p61"/>
            <p:cNvSpPr/>
            <p:nvPr/>
          </p:nvSpPr>
          <p:spPr>
            <a:xfrm>
              <a:off x="6065658" y="4280343"/>
              <a:ext cx="6532" cy="236409"/>
            </a:xfrm>
            <a:custGeom>
              <a:avLst/>
              <a:gdLst/>
              <a:ahLst/>
              <a:cxnLst/>
              <a:rect l="l" t="t" r="r" b="b"/>
              <a:pathLst>
                <a:path w="145" h="5248" extrusionOk="0">
                  <a:moveTo>
                    <a:pt x="65" y="1"/>
                  </a:moveTo>
                  <a:cubicBezTo>
                    <a:pt x="32" y="1"/>
                    <a:pt x="0" y="1172"/>
                    <a:pt x="0" y="2632"/>
                  </a:cubicBezTo>
                  <a:cubicBezTo>
                    <a:pt x="0" y="4076"/>
                    <a:pt x="32" y="5247"/>
                    <a:pt x="65" y="5247"/>
                  </a:cubicBezTo>
                  <a:cubicBezTo>
                    <a:pt x="113" y="5247"/>
                    <a:pt x="145" y="4076"/>
                    <a:pt x="145" y="2632"/>
                  </a:cubicBezTo>
                  <a:cubicBezTo>
                    <a:pt x="145" y="1172"/>
                    <a:pt x="113" y="1"/>
                    <a:pt x="65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" name="Google Shape;4776;p61"/>
            <p:cNvSpPr/>
            <p:nvPr/>
          </p:nvSpPr>
          <p:spPr>
            <a:xfrm>
              <a:off x="6101786" y="4277460"/>
              <a:ext cx="6532" cy="233481"/>
            </a:xfrm>
            <a:custGeom>
              <a:avLst/>
              <a:gdLst/>
              <a:ahLst/>
              <a:cxnLst/>
              <a:rect l="l" t="t" r="r" b="b"/>
              <a:pathLst>
                <a:path w="145" h="5183" extrusionOk="0">
                  <a:moveTo>
                    <a:pt x="81" y="1"/>
                  </a:moveTo>
                  <a:cubicBezTo>
                    <a:pt x="33" y="1"/>
                    <a:pt x="1" y="1156"/>
                    <a:pt x="1" y="2584"/>
                  </a:cubicBezTo>
                  <a:cubicBezTo>
                    <a:pt x="1" y="4012"/>
                    <a:pt x="33" y="5183"/>
                    <a:pt x="81" y="5183"/>
                  </a:cubicBezTo>
                  <a:cubicBezTo>
                    <a:pt x="113" y="5183"/>
                    <a:pt x="145" y="4012"/>
                    <a:pt x="145" y="2584"/>
                  </a:cubicBezTo>
                  <a:cubicBezTo>
                    <a:pt x="145" y="1156"/>
                    <a:pt x="113" y="1"/>
                    <a:pt x="81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8" name="Google Shape;4777;p61"/>
            <p:cNvSpPr/>
            <p:nvPr/>
          </p:nvSpPr>
          <p:spPr>
            <a:xfrm>
              <a:off x="6411120" y="4269532"/>
              <a:ext cx="6532" cy="245734"/>
            </a:xfrm>
            <a:custGeom>
              <a:avLst/>
              <a:gdLst/>
              <a:ahLst/>
              <a:cxnLst/>
              <a:rect l="l" t="t" r="r" b="b"/>
              <a:pathLst>
                <a:path w="145" h="5455" extrusionOk="0">
                  <a:moveTo>
                    <a:pt x="80" y="0"/>
                  </a:moveTo>
                  <a:cubicBezTo>
                    <a:pt x="32" y="0"/>
                    <a:pt x="0" y="1220"/>
                    <a:pt x="0" y="2728"/>
                  </a:cubicBezTo>
                  <a:cubicBezTo>
                    <a:pt x="0" y="4236"/>
                    <a:pt x="32" y="5455"/>
                    <a:pt x="80" y="5455"/>
                  </a:cubicBezTo>
                  <a:cubicBezTo>
                    <a:pt x="112" y="5455"/>
                    <a:pt x="145" y="4236"/>
                    <a:pt x="145" y="2728"/>
                  </a:cubicBezTo>
                  <a:cubicBezTo>
                    <a:pt x="145" y="1220"/>
                    <a:pt x="112" y="0"/>
                    <a:pt x="80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9" name="Google Shape;4778;p61"/>
            <p:cNvSpPr/>
            <p:nvPr/>
          </p:nvSpPr>
          <p:spPr>
            <a:xfrm>
              <a:off x="6368461" y="4273135"/>
              <a:ext cx="6532" cy="239247"/>
            </a:xfrm>
            <a:custGeom>
              <a:avLst/>
              <a:gdLst/>
              <a:ahLst/>
              <a:cxnLst/>
              <a:rect l="l" t="t" r="r" b="b"/>
              <a:pathLst>
                <a:path w="145" h="5311" extrusionOk="0">
                  <a:moveTo>
                    <a:pt x="65" y="0"/>
                  </a:moveTo>
                  <a:cubicBezTo>
                    <a:pt x="33" y="0"/>
                    <a:pt x="1" y="1188"/>
                    <a:pt x="1" y="2648"/>
                  </a:cubicBezTo>
                  <a:cubicBezTo>
                    <a:pt x="1" y="4124"/>
                    <a:pt x="33" y="5311"/>
                    <a:pt x="65" y="5311"/>
                  </a:cubicBezTo>
                  <a:cubicBezTo>
                    <a:pt x="113" y="5311"/>
                    <a:pt x="145" y="4124"/>
                    <a:pt x="145" y="2648"/>
                  </a:cubicBezTo>
                  <a:cubicBezTo>
                    <a:pt x="145" y="1188"/>
                    <a:pt x="113" y="0"/>
                    <a:pt x="6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30" name="Google Shape;4786;p61"/>
          <p:cNvGrpSpPr/>
          <p:nvPr/>
        </p:nvGrpSpPr>
        <p:grpSpPr>
          <a:xfrm>
            <a:off x="9601458" y="2411317"/>
            <a:ext cx="2564769" cy="4446745"/>
            <a:chOff x="5554375" y="1878575"/>
            <a:chExt cx="1500450" cy="2601450"/>
          </a:xfrm>
        </p:grpSpPr>
        <p:sp>
          <p:nvSpPr>
            <p:cNvPr id="131" name="Google Shape;4787;p61"/>
            <p:cNvSpPr/>
            <p:nvPr/>
          </p:nvSpPr>
          <p:spPr>
            <a:xfrm>
              <a:off x="5627475" y="1938300"/>
              <a:ext cx="1180900" cy="1193025"/>
            </a:xfrm>
            <a:custGeom>
              <a:avLst/>
              <a:gdLst/>
              <a:ahLst/>
              <a:cxnLst/>
              <a:rect l="l" t="t" r="r" b="b"/>
              <a:pathLst>
                <a:path w="47236" h="47721" extrusionOk="0">
                  <a:moveTo>
                    <a:pt x="2707" y="1"/>
                  </a:moveTo>
                  <a:lnTo>
                    <a:pt x="0" y="2490"/>
                  </a:lnTo>
                  <a:cubicBezTo>
                    <a:pt x="4495" y="8673"/>
                    <a:pt x="43994" y="47720"/>
                    <a:pt x="43994" y="47720"/>
                  </a:cubicBezTo>
                  <a:lnTo>
                    <a:pt x="47235" y="44295"/>
                  </a:lnTo>
                  <a:lnTo>
                    <a:pt x="2707" y="1"/>
                  </a:ln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2" name="Google Shape;4788;p61"/>
            <p:cNvSpPr/>
            <p:nvPr/>
          </p:nvSpPr>
          <p:spPr>
            <a:xfrm>
              <a:off x="6431975" y="2678950"/>
              <a:ext cx="622850" cy="658750"/>
            </a:xfrm>
            <a:custGeom>
              <a:avLst/>
              <a:gdLst/>
              <a:ahLst/>
              <a:cxnLst/>
              <a:rect l="l" t="t" r="r" b="b"/>
              <a:pathLst>
                <a:path w="24914" h="26350" extrusionOk="0">
                  <a:moveTo>
                    <a:pt x="525" y="1"/>
                  </a:moveTo>
                  <a:cubicBezTo>
                    <a:pt x="486" y="1"/>
                    <a:pt x="456" y="11"/>
                    <a:pt x="435" y="33"/>
                  </a:cubicBezTo>
                  <a:cubicBezTo>
                    <a:pt x="1" y="500"/>
                    <a:pt x="9107" y="8938"/>
                    <a:pt x="9107" y="8938"/>
                  </a:cubicBezTo>
                  <a:lnTo>
                    <a:pt x="4529" y="13333"/>
                  </a:lnTo>
                  <a:lnTo>
                    <a:pt x="10510" y="18713"/>
                  </a:lnTo>
                  <a:cubicBezTo>
                    <a:pt x="17119" y="25533"/>
                    <a:pt x="21869" y="26350"/>
                    <a:pt x="23728" y="26350"/>
                  </a:cubicBezTo>
                  <a:cubicBezTo>
                    <a:pt x="23768" y="26350"/>
                    <a:pt x="23807" y="26349"/>
                    <a:pt x="23844" y="26348"/>
                  </a:cubicBezTo>
                  <a:lnTo>
                    <a:pt x="23844" y="26332"/>
                  </a:lnTo>
                  <a:cubicBezTo>
                    <a:pt x="24445" y="26332"/>
                    <a:pt x="24913" y="25814"/>
                    <a:pt x="24880" y="25212"/>
                  </a:cubicBezTo>
                  <a:cubicBezTo>
                    <a:pt x="24612" y="21002"/>
                    <a:pt x="13000" y="10392"/>
                    <a:pt x="9525" y="7368"/>
                  </a:cubicBezTo>
                  <a:cubicBezTo>
                    <a:pt x="5879" y="4215"/>
                    <a:pt x="1323" y="1"/>
                    <a:pt x="525" y="1"/>
                  </a:cubicBezTo>
                  <a:close/>
                </a:path>
              </a:pathLst>
            </a:custGeom>
            <a:solidFill>
              <a:schemeClr val="accent6">
                <a:lumMod val="50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3" name="Google Shape;4789;p61"/>
            <p:cNvSpPr/>
            <p:nvPr/>
          </p:nvSpPr>
          <p:spPr>
            <a:xfrm>
              <a:off x="6431975" y="2678950"/>
              <a:ext cx="619500" cy="658325"/>
            </a:xfrm>
            <a:custGeom>
              <a:avLst/>
              <a:gdLst/>
              <a:ahLst/>
              <a:cxnLst/>
              <a:rect l="l" t="t" r="r" b="b"/>
              <a:pathLst>
                <a:path w="24780" h="26333" extrusionOk="0">
                  <a:moveTo>
                    <a:pt x="525" y="1"/>
                  </a:moveTo>
                  <a:cubicBezTo>
                    <a:pt x="486" y="1"/>
                    <a:pt x="456" y="11"/>
                    <a:pt x="435" y="33"/>
                  </a:cubicBezTo>
                  <a:cubicBezTo>
                    <a:pt x="1" y="500"/>
                    <a:pt x="9107" y="8938"/>
                    <a:pt x="9107" y="8938"/>
                  </a:cubicBezTo>
                  <a:lnTo>
                    <a:pt x="4529" y="13333"/>
                  </a:lnTo>
                  <a:lnTo>
                    <a:pt x="10510" y="18713"/>
                  </a:lnTo>
                  <a:cubicBezTo>
                    <a:pt x="17116" y="25531"/>
                    <a:pt x="21865" y="26333"/>
                    <a:pt x="23726" y="26333"/>
                  </a:cubicBezTo>
                  <a:cubicBezTo>
                    <a:pt x="23766" y="26333"/>
                    <a:pt x="23806" y="26332"/>
                    <a:pt x="23844" y="26332"/>
                  </a:cubicBezTo>
                  <a:cubicBezTo>
                    <a:pt x="24262" y="26332"/>
                    <a:pt x="24629" y="26081"/>
                    <a:pt x="24780" y="25714"/>
                  </a:cubicBezTo>
                  <a:cubicBezTo>
                    <a:pt x="22674" y="25563"/>
                    <a:pt x="18163" y="24410"/>
                    <a:pt x="12031" y="18061"/>
                  </a:cubicBezTo>
                  <a:lnTo>
                    <a:pt x="6066" y="12664"/>
                  </a:lnTo>
                  <a:lnTo>
                    <a:pt x="10611" y="8320"/>
                  </a:lnTo>
                  <a:cubicBezTo>
                    <a:pt x="10193" y="7952"/>
                    <a:pt x="9825" y="7635"/>
                    <a:pt x="9525" y="7368"/>
                  </a:cubicBezTo>
                  <a:cubicBezTo>
                    <a:pt x="5895" y="4215"/>
                    <a:pt x="1324" y="1"/>
                    <a:pt x="525" y="1"/>
                  </a:cubicBezTo>
                  <a:close/>
                </a:path>
              </a:pathLst>
            </a:custGeom>
            <a:solidFill>
              <a:srgbClr val="263238">
                <a:alpha val="1964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4" name="Google Shape;4790;p61"/>
            <p:cNvSpPr/>
            <p:nvPr/>
          </p:nvSpPr>
          <p:spPr>
            <a:xfrm>
              <a:off x="5751100" y="2062375"/>
              <a:ext cx="809975" cy="812475"/>
            </a:xfrm>
            <a:custGeom>
              <a:avLst/>
              <a:gdLst/>
              <a:ahLst/>
              <a:cxnLst/>
              <a:rect l="l" t="t" r="r" b="b"/>
              <a:pathLst>
                <a:path w="32399" h="32499" extrusionOk="0">
                  <a:moveTo>
                    <a:pt x="1321" y="0"/>
                  </a:moveTo>
                  <a:lnTo>
                    <a:pt x="1" y="1203"/>
                  </a:lnTo>
                  <a:lnTo>
                    <a:pt x="31146" y="32498"/>
                  </a:lnTo>
                  <a:lnTo>
                    <a:pt x="32399" y="31162"/>
                  </a:lnTo>
                  <a:lnTo>
                    <a:pt x="132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5" name="Google Shape;4791;p61"/>
            <p:cNvSpPr/>
            <p:nvPr/>
          </p:nvSpPr>
          <p:spPr>
            <a:xfrm>
              <a:off x="5554375" y="1878575"/>
              <a:ext cx="234350" cy="213900"/>
            </a:xfrm>
            <a:custGeom>
              <a:avLst/>
              <a:gdLst/>
              <a:ahLst/>
              <a:cxnLst/>
              <a:rect l="l" t="t" r="r" b="b"/>
              <a:pathLst>
                <a:path w="9374" h="8556" extrusionOk="0">
                  <a:moveTo>
                    <a:pt x="950" y="0"/>
                  </a:moveTo>
                  <a:cubicBezTo>
                    <a:pt x="900" y="0"/>
                    <a:pt x="856" y="6"/>
                    <a:pt x="819" y="17"/>
                  </a:cubicBezTo>
                  <a:cubicBezTo>
                    <a:pt x="0" y="268"/>
                    <a:pt x="2941" y="4913"/>
                    <a:pt x="2941" y="4913"/>
                  </a:cubicBezTo>
                  <a:lnTo>
                    <a:pt x="3759" y="4211"/>
                  </a:lnTo>
                  <a:lnTo>
                    <a:pt x="7870" y="8555"/>
                  </a:lnTo>
                  <a:lnTo>
                    <a:pt x="9374" y="7519"/>
                  </a:lnTo>
                  <a:lnTo>
                    <a:pt x="4862" y="3175"/>
                  </a:lnTo>
                  <a:lnTo>
                    <a:pt x="5631" y="2390"/>
                  </a:lnTo>
                  <a:cubicBezTo>
                    <a:pt x="5631" y="2390"/>
                    <a:pt x="1993" y="0"/>
                    <a:pt x="95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6" name="Google Shape;4792;p61"/>
            <p:cNvSpPr/>
            <p:nvPr/>
          </p:nvSpPr>
          <p:spPr>
            <a:xfrm>
              <a:off x="6236900" y="2098525"/>
              <a:ext cx="220175" cy="432375"/>
            </a:xfrm>
            <a:custGeom>
              <a:avLst/>
              <a:gdLst/>
              <a:ahLst/>
              <a:cxnLst/>
              <a:rect l="l" t="t" r="r" b="b"/>
              <a:pathLst>
                <a:path w="8807" h="17295" extrusionOk="0">
                  <a:moveTo>
                    <a:pt x="3792" y="1"/>
                  </a:moveTo>
                  <a:cubicBezTo>
                    <a:pt x="2525" y="1"/>
                    <a:pt x="1255" y="291"/>
                    <a:pt x="84" y="877"/>
                  </a:cubicBezTo>
                  <a:cubicBezTo>
                    <a:pt x="84" y="877"/>
                    <a:pt x="1" y="6357"/>
                    <a:pt x="185" y="8730"/>
                  </a:cubicBezTo>
                  <a:cubicBezTo>
                    <a:pt x="352" y="11102"/>
                    <a:pt x="2758" y="11320"/>
                    <a:pt x="2758" y="11320"/>
                  </a:cubicBezTo>
                  <a:cubicBezTo>
                    <a:pt x="2758" y="11320"/>
                    <a:pt x="2808" y="12924"/>
                    <a:pt x="2858" y="14494"/>
                  </a:cubicBezTo>
                  <a:cubicBezTo>
                    <a:pt x="2922" y="16068"/>
                    <a:pt x="4211" y="17294"/>
                    <a:pt x="5746" y="17294"/>
                  </a:cubicBezTo>
                  <a:cubicBezTo>
                    <a:pt x="5824" y="17294"/>
                    <a:pt x="5903" y="17291"/>
                    <a:pt x="5982" y="17285"/>
                  </a:cubicBezTo>
                  <a:cubicBezTo>
                    <a:pt x="7486" y="17168"/>
                    <a:pt x="8656" y="15931"/>
                    <a:pt x="8673" y="14427"/>
                  </a:cubicBezTo>
                  <a:lnTo>
                    <a:pt x="8806" y="1662"/>
                  </a:lnTo>
                  <a:lnTo>
                    <a:pt x="8439" y="1428"/>
                  </a:lnTo>
                  <a:cubicBezTo>
                    <a:pt x="7039" y="480"/>
                    <a:pt x="5418" y="1"/>
                    <a:pt x="3792" y="1"/>
                  </a:cubicBezTo>
                  <a:close/>
                </a:path>
              </a:pathLst>
            </a:custGeom>
            <a:solidFill>
              <a:srgbClr val="8767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7" name="Google Shape;4793;p61"/>
            <p:cNvSpPr/>
            <p:nvPr/>
          </p:nvSpPr>
          <p:spPr>
            <a:xfrm>
              <a:off x="6134975" y="2042025"/>
              <a:ext cx="364700" cy="371875"/>
            </a:xfrm>
            <a:custGeom>
              <a:avLst/>
              <a:gdLst/>
              <a:ahLst/>
              <a:cxnLst/>
              <a:rect l="l" t="t" r="r" b="b"/>
              <a:pathLst>
                <a:path w="14588" h="14875" extrusionOk="0">
                  <a:moveTo>
                    <a:pt x="9241" y="0"/>
                  </a:moveTo>
                  <a:cubicBezTo>
                    <a:pt x="8760" y="0"/>
                    <a:pt x="8310" y="50"/>
                    <a:pt x="7737" y="113"/>
                  </a:cubicBezTo>
                  <a:cubicBezTo>
                    <a:pt x="6818" y="230"/>
                    <a:pt x="5899" y="597"/>
                    <a:pt x="5364" y="1282"/>
                  </a:cubicBezTo>
                  <a:cubicBezTo>
                    <a:pt x="5030" y="1717"/>
                    <a:pt x="4863" y="2251"/>
                    <a:pt x="4462" y="2652"/>
                  </a:cubicBezTo>
                  <a:cubicBezTo>
                    <a:pt x="4011" y="3103"/>
                    <a:pt x="3309" y="3337"/>
                    <a:pt x="3008" y="3872"/>
                  </a:cubicBezTo>
                  <a:cubicBezTo>
                    <a:pt x="2440" y="4908"/>
                    <a:pt x="3744" y="6194"/>
                    <a:pt x="3226" y="7264"/>
                  </a:cubicBezTo>
                  <a:cubicBezTo>
                    <a:pt x="2942" y="7899"/>
                    <a:pt x="2073" y="8216"/>
                    <a:pt x="1822" y="8868"/>
                  </a:cubicBezTo>
                  <a:cubicBezTo>
                    <a:pt x="1471" y="9737"/>
                    <a:pt x="2357" y="10672"/>
                    <a:pt x="2089" y="11558"/>
                  </a:cubicBezTo>
                  <a:cubicBezTo>
                    <a:pt x="1922" y="12126"/>
                    <a:pt x="1354" y="12494"/>
                    <a:pt x="886" y="12895"/>
                  </a:cubicBezTo>
                  <a:cubicBezTo>
                    <a:pt x="419" y="13296"/>
                    <a:pt x="1" y="13914"/>
                    <a:pt x="302" y="14432"/>
                  </a:cubicBezTo>
                  <a:cubicBezTo>
                    <a:pt x="2460" y="14728"/>
                    <a:pt x="4635" y="14875"/>
                    <a:pt x="6810" y="14875"/>
                  </a:cubicBezTo>
                  <a:cubicBezTo>
                    <a:pt x="9046" y="14875"/>
                    <a:pt x="11282" y="14720"/>
                    <a:pt x="13501" y="14415"/>
                  </a:cubicBezTo>
                  <a:cubicBezTo>
                    <a:pt x="13735" y="14415"/>
                    <a:pt x="13953" y="14332"/>
                    <a:pt x="14120" y="14181"/>
                  </a:cubicBezTo>
                  <a:cubicBezTo>
                    <a:pt x="14237" y="14031"/>
                    <a:pt x="14303" y="13830"/>
                    <a:pt x="14287" y="13646"/>
                  </a:cubicBezTo>
                  <a:cubicBezTo>
                    <a:pt x="14437" y="11073"/>
                    <a:pt x="14588" y="8500"/>
                    <a:pt x="14471" y="5944"/>
                  </a:cubicBezTo>
                  <a:cubicBezTo>
                    <a:pt x="14404" y="4624"/>
                    <a:pt x="14270" y="3287"/>
                    <a:pt x="13602" y="2118"/>
                  </a:cubicBezTo>
                  <a:cubicBezTo>
                    <a:pt x="12945" y="985"/>
                    <a:pt x="11659" y="62"/>
                    <a:pt x="10251" y="62"/>
                  </a:cubicBezTo>
                  <a:cubicBezTo>
                    <a:pt x="10226" y="62"/>
                    <a:pt x="10201" y="62"/>
                    <a:pt x="10176" y="62"/>
                  </a:cubicBezTo>
                  <a:cubicBezTo>
                    <a:pt x="9831" y="18"/>
                    <a:pt x="9530" y="0"/>
                    <a:pt x="924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8" name="Google Shape;4794;p61"/>
            <p:cNvSpPr/>
            <p:nvPr/>
          </p:nvSpPr>
          <p:spPr>
            <a:xfrm>
              <a:off x="6388125" y="2111650"/>
              <a:ext cx="201775" cy="294950"/>
            </a:xfrm>
            <a:custGeom>
              <a:avLst/>
              <a:gdLst/>
              <a:ahLst/>
              <a:cxnLst/>
              <a:rect l="l" t="t" r="r" b="b"/>
              <a:pathLst>
                <a:path w="8071" h="11798" extrusionOk="0">
                  <a:moveTo>
                    <a:pt x="3426" y="1"/>
                  </a:moveTo>
                  <a:lnTo>
                    <a:pt x="0" y="11730"/>
                  </a:lnTo>
                  <a:lnTo>
                    <a:pt x="7920" y="11797"/>
                  </a:lnTo>
                  <a:cubicBezTo>
                    <a:pt x="8020" y="10962"/>
                    <a:pt x="8071" y="9993"/>
                    <a:pt x="7469" y="9408"/>
                  </a:cubicBezTo>
                  <a:cubicBezTo>
                    <a:pt x="7035" y="8973"/>
                    <a:pt x="6333" y="8856"/>
                    <a:pt x="5982" y="8355"/>
                  </a:cubicBezTo>
                  <a:cubicBezTo>
                    <a:pt x="5431" y="7587"/>
                    <a:pt x="6049" y="6501"/>
                    <a:pt x="5832" y="5582"/>
                  </a:cubicBezTo>
                  <a:cubicBezTo>
                    <a:pt x="5665" y="4863"/>
                    <a:pt x="5046" y="4362"/>
                    <a:pt x="4746" y="3710"/>
                  </a:cubicBezTo>
                  <a:cubicBezTo>
                    <a:pt x="4462" y="3075"/>
                    <a:pt x="4478" y="2374"/>
                    <a:pt x="4395" y="1705"/>
                  </a:cubicBezTo>
                  <a:cubicBezTo>
                    <a:pt x="4311" y="1020"/>
                    <a:pt x="4044" y="285"/>
                    <a:pt x="34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39" name="Google Shape;4795;p61"/>
            <p:cNvSpPr/>
            <p:nvPr/>
          </p:nvSpPr>
          <p:spPr>
            <a:xfrm>
              <a:off x="6419875" y="2030650"/>
              <a:ext cx="210125" cy="179400"/>
            </a:xfrm>
            <a:custGeom>
              <a:avLst/>
              <a:gdLst/>
              <a:ahLst/>
              <a:cxnLst/>
              <a:rect l="l" t="t" r="r" b="b"/>
              <a:pathLst>
                <a:path w="8405" h="7176" extrusionOk="0">
                  <a:moveTo>
                    <a:pt x="2784" y="1"/>
                  </a:moveTo>
                  <a:cubicBezTo>
                    <a:pt x="1679" y="1"/>
                    <a:pt x="635" y="777"/>
                    <a:pt x="418" y="1971"/>
                  </a:cubicBezTo>
                  <a:lnTo>
                    <a:pt x="418" y="1754"/>
                  </a:lnTo>
                  <a:cubicBezTo>
                    <a:pt x="0" y="1888"/>
                    <a:pt x="67" y="2573"/>
                    <a:pt x="418" y="2840"/>
                  </a:cubicBezTo>
                  <a:cubicBezTo>
                    <a:pt x="769" y="3107"/>
                    <a:pt x="1237" y="3141"/>
                    <a:pt x="1654" y="3308"/>
                  </a:cubicBezTo>
                  <a:cubicBezTo>
                    <a:pt x="2573" y="3692"/>
                    <a:pt x="3024" y="4711"/>
                    <a:pt x="3526" y="5580"/>
                  </a:cubicBezTo>
                  <a:cubicBezTo>
                    <a:pt x="3982" y="6371"/>
                    <a:pt x="4715" y="7175"/>
                    <a:pt x="5586" y="7175"/>
                  </a:cubicBezTo>
                  <a:cubicBezTo>
                    <a:pt x="5672" y="7175"/>
                    <a:pt x="5759" y="7167"/>
                    <a:pt x="5848" y="7151"/>
                  </a:cubicBezTo>
                  <a:cubicBezTo>
                    <a:pt x="5684" y="6676"/>
                    <a:pt x="5505" y="6185"/>
                    <a:pt x="5340" y="5694"/>
                  </a:cubicBezTo>
                  <a:lnTo>
                    <a:pt x="5340" y="5694"/>
                  </a:lnTo>
                  <a:cubicBezTo>
                    <a:pt x="5497" y="6147"/>
                    <a:pt x="5875" y="6485"/>
                    <a:pt x="6333" y="6583"/>
                  </a:cubicBezTo>
                  <a:cubicBezTo>
                    <a:pt x="6387" y="6592"/>
                    <a:pt x="6441" y="6597"/>
                    <a:pt x="6494" y="6597"/>
                  </a:cubicBezTo>
                  <a:cubicBezTo>
                    <a:pt x="6918" y="6597"/>
                    <a:pt x="7300" y="6311"/>
                    <a:pt x="7419" y="5881"/>
                  </a:cubicBezTo>
                  <a:cubicBezTo>
                    <a:pt x="7494" y="5529"/>
                    <a:pt x="7257" y="5157"/>
                    <a:pt x="6936" y="5038"/>
                  </a:cubicBezTo>
                  <a:lnTo>
                    <a:pt x="6936" y="5038"/>
                  </a:lnTo>
                  <a:cubicBezTo>
                    <a:pt x="7001" y="5042"/>
                    <a:pt x="7066" y="5045"/>
                    <a:pt x="7131" y="5045"/>
                  </a:cubicBezTo>
                  <a:cubicBezTo>
                    <a:pt x="7357" y="5045"/>
                    <a:pt x="7580" y="5015"/>
                    <a:pt x="7786" y="4912"/>
                  </a:cubicBezTo>
                  <a:cubicBezTo>
                    <a:pt x="8154" y="4745"/>
                    <a:pt x="8405" y="4277"/>
                    <a:pt x="8204" y="3926"/>
                  </a:cubicBezTo>
                  <a:cubicBezTo>
                    <a:pt x="8004" y="3592"/>
                    <a:pt x="7552" y="3558"/>
                    <a:pt x="7185" y="3441"/>
                  </a:cubicBezTo>
                  <a:cubicBezTo>
                    <a:pt x="5765" y="3007"/>
                    <a:pt x="5313" y="1136"/>
                    <a:pt x="4044" y="367"/>
                  </a:cubicBezTo>
                  <a:cubicBezTo>
                    <a:pt x="3644" y="116"/>
                    <a:pt x="3209" y="1"/>
                    <a:pt x="27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0" name="Google Shape;4796;p61"/>
            <p:cNvSpPr/>
            <p:nvPr/>
          </p:nvSpPr>
          <p:spPr>
            <a:xfrm>
              <a:off x="6399825" y="2080700"/>
              <a:ext cx="42200" cy="57575"/>
            </a:xfrm>
            <a:custGeom>
              <a:avLst/>
              <a:gdLst/>
              <a:ahLst/>
              <a:cxnLst/>
              <a:rect l="l" t="t" r="r" b="b"/>
              <a:pathLst>
                <a:path w="1688" h="2303" extrusionOk="0">
                  <a:moveTo>
                    <a:pt x="799" y="0"/>
                  </a:moveTo>
                  <a:cubicBezTo>
                    <a:pt x="773" y="0"/>
                    <a:pt x="605" y="91"/>
                    <a:pt x="451" y="337"/>
                  </a:cubicBezTo>
                  <a:cubicBezTo>
                    <a:pt x="0" y="1055"/>
                    <a:pt x="368" y="2024"/>
                    <a:pt x="1203" y="2258"/>
                  </a:cubicBezTo>
                  <a:cubicBezTo>
                    <a:pt x="1284" y="2285"/>
                    <a:pt x="1374" y="2302"/>
                    <a:pt x="1463" y="2302"/>
                  </a:cubicBezTo>
                  <a:cubicBezTo>
                    <a:pt x="1541" y="2302"/>
                    <a:pt x="1618" y="2289"/>
                    <a:pt x="1688" y="2258"/>
                  </a:cubicBezTo>
                  <a:cubicBezTo>
                    <a:pt x="1688" y="2241"/>
                    <a:pt x="1504" y="2241"/>
                    <a:pt x="1253" y="2141"/>
                  </a:cubicBezTo>
                  <a:cubicBezTo>
                    <a:pt x="535" y="1891"/>
                    <a:pt x="201" y="1055"/>
                    <a:pt x="568" y="387"/>
                  </a:cubicBezTo>
                  <a:cubicBezTo>
                    <a:pt x="685" y="136"/>
                    <a:pt x="819" y="19"/>
                    <a:pt x="802" y="3"/>
                  </a:cubicBezTo>
                  <a:cubicBezTo>
                    <a:pt x="802" y="1"/>
                    <a:pt x="801" y="0"/>
                    <a:pt x="799" y="0"/>
                  </a:cubicBezTo>
                  <a:close/>
                </a:path>
              </a:pathLst>
            </a:custGeom>
            <a:solidFill>
              <a:srgbClr val="19B5B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1" name="Google Shape;4797;p61"/>
            <p:cNvSpPr/>
            <p:nvPr/>
          </p:nvSpPr>
          <p:spPr>
            <a:xfrm>
              <a:off x="5970000" y="3919950"/>
              <a:ext cx="235175" cy="509200"/>
            </a:xfrm>
            <a:custGeom>
              <a:avLst/>
              <a:gdLst/>
              <a:ahLst/>
              <a:cxnLst/>
              <a:rect l="l" t="t" r="r" b="b"/>
              <a:pathLst>
                <a:path w="9407" h="20368" extrusionOk="0">
                  <a:moveTo>
                    <a:pt x="2373" y="0"/>
                  </a:moveTo>
                  <a:lnTo>
                    <a:pt x="0" y="20234"/>
                  </a:lnTo>
                  <a:lnTo>
                    <a:pt x="5363" y="20368"/>
                  </a:lnTo>
                  <a:lnTo>
                    <a:pt x="9407" y="1654"/>
                  </a:lnTo>
                  <a:lnTo>
                    <a:pt x="2373" y="0"/>
                  </a:lnTo>
                  <a:close/>
                </a:path>
              </a:pathLst>
            </a:custGeom>
            <a:solidFill>
              <a:srgbClr val="8767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2" name="Google Shape;4798;p61"/>
            <p:cNvSpPr/>
            <p:nvPr/>
          </p:nvSpPr>
          <p:spPr>
            <a:xfrm>
              <a:off x="6569825" y="2657600"/>
              <a:ext cx="200525" cy="247750"/>
            </a:xfrm>
            <a:custGeom>
              <a:avLst/>
              <a:gdLst/>
              <a:ahLst/>
              <a:cxnLst/>
              <a:rect l="l" t="t" r="r" b="b"/>
              <a:pathLst>
                <a:path w="8021" h="9910" extrusionOk="0">
                  <a:moveTo>
                    <a:pt x="4512" y="1"/>
                  </a:moveTo>
                  <a:lnTo>
                    <a:pt x="1" y="3376"/>
                  </a:lnTo>
                  <a:lnTo>
                    <a:pt x="869" y="5398"/>
                  </a:lnTo>
                  <a:lnTo>
                    <a:pt x="5982" y="9909"/>
                  </a:lnTo>
                  <a:cubicBezTo>
                    <a:pt x="8021" y="6634"/>
                    <a:pt x="5598" y="1739"/>
                    <a:pt x="4746" y="369"/>
                  </a:cubicBezTo>
                  <a:cubicBezTo>
                    <a:pt x="4595" y="135"/>
                    <a:pt x="4512" y="1"/>
                    <a:pt x="4512" y="1"/>
                  </a:cubicBezTo>
                  <a:close/>
                </a:path>
              </a:pathLst>
            </a:custGeom>
            <a:solidFill>
              <a:srgbClr val="8767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3" name="Google Shape;4799;p61"/>
            <p:cNvSpPr/>
            <p:nvPr/>
          </p:nvSpPr>
          <p:spPr>
            <a:xfrm>
              <a:off x="6421550" y="3583275"/>
              <a:ext cx="230175" cy="830425"/>
            </a:xfrm>
            <a:custGeom>
              <a:avLst/>
              <a:gdLst/>
              <a:ahLst/>
              <a:cxnLst/>
              <a:rect l="l" t="t" r="r" b="b"/>
              <a:pathLst>
                <a:path w="9207" h="33217" extrusionOk="0">
                  <a:moveTo>
                    <a:pt x="7485" y="0"/>
                  </a:moveTo>
                  <a:lnTo>
                    <a:pt x="0" y="668"/>
                  </a:lnTo>
                  <a:lnTo>
                    <a:pt x="3943" y="33217"/>
                  </a:lnTo>
                  <a:lnTo>
                    <a:pt x="9206" y="31947"/>
                  </a:lnTo>
                  <a:lnTo>
                    <a:pt x="7485" y="0"/>
                  </a:lnTo>
                  <a:close/>
                </a:path>
              </a:pathLst>
            </a:custGeom>
            <a:solidFill>
              <a:srgbClr val="8767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4" name="Google Shape;4800;p61"/>
            <p:cNvSpPr/>
            <p:nvPr/>
          </p:nvSpPr>
          <p:spPr>
            <a:xfrm>
              <a:off x="6026800" y="2406575"/>
              <a:ext cx="684250" cy="632025"/>
            </a:xfrm>
            <a:custGeom>
              <a:avLst/>
              <a:gdLst/>
              <a:ahLst/>
              <a:cxnLst/>
              <a:rect l="l" t="t" r="r" b="b"/>
              <a:pathLst>
                <a:path w="27370" h="25281" extrusionOk="0">
                  <a:moveTo>
                    <a:pt x="1471" y="0"/>
                  </a:moveTo>
                  <a:lnTo>
                    <a:pt x="0" y="6901"/>
                  </a:lnTo>
                  <a:lnTo>
                    <a:pt x="7436" y="8689"/>
                  </a:lnTo>
                  <a:lnTo>
                    <a:pt x="7853" y="14420"/>
                  </a:lnTo>
                  <a:lnTo>
                    <a:pt x="6834" y="17678"/>
                  </a:lnTo>
                  <a:cubicBezTo>
                    <a:pt x="6834" y="17795"/>
                    <a:pt x="5163" y="23292"/>
                    <a:pt x="5163" y="23292"/>
                  </a:cubicBezTo>
                  <a:lnTo>
                    <a:pt x="4629" y="25113"/>
                  </a:lnTo>
                  <a:lnTo>
                    <a:pt x="21605" y="25280"/>
                  </a:lnTo>
                  <a:cubicBezTo>
                    <a:pt x="21671" y="23309"/>
                    <a:pt x="20351" y="21354"/>
                    <a:pt x="20351" y="21354"/>
                  </a:cubicBezTo>
                  <a:cubicBezTo>
                    <a:pt x="19382" y="19716"/>
                    <a:pt x="19633" y="17243"/>
                    <a:pt x="20084" y="15355"/>
                  </a:cubicBezTo>
                  <a:cubicBezTo>
                    <a:pt x="20218" y="14770"/>
                    <a:pt x="20418" y="13785"/>
                    <a:pt x="20485" y="13183"/>
                  </a:cubicBezTo>
                  <a:lnTo>
                    <a:pt x="20502" y="13083"/>
                  </a:lnTo>
                  <a:lnTo>
                    <a:pt x="21471" y="14787"/>
                  </a:lnTo>
                  <a:lnTo>
                    <a:pt x="27369" y="10527"/>
                  </a:lnTo>
                  <a:cubicBezTo>
                    <a:pt x="25448" y="6834"/>
                    <a:pt x="22641" y="3108"/>
                    <a:pt x="22306" y="2824"/>
                  </a:cubicBezTo>
                  <a:cubicBezTo>
                    <a:pt x="21070" y="1805"/>
                    <a:pt x="19533" y="1237"/>
                    <a:pt x="17929" y="1220"/>
                  </a:cubicBezTo>
                  <a:lnTo>
                    <a:pt x="10610" y="1287"/>
                  </a:lnTo>
                  <a:cubicBezTo>
                    <a:pt x="10610" y="1287"/>
                    <a:pt x="4829" y="568"/>
                    <a:pt x="14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5" name="Google Shape;4801;p61"/>
            <p:cNvSpPr/>
            <p:nvPr/>
          </p:nvSpPr>
          <p:spPr>
            <a:xfrm>
              <a:off x="6059800" y="2427025"/>
              <a:ext cx="555175" cy="114925"/>
            </a:xfrm>
            <a:custGeom>
              <a:avLst/>
              <a:gdLst/>
              <a:ahLst/>
              <a:cxnLst/>
              <a:rect l="l" t="t" r="r" b="b"/>
              <a:pathLst>
                <a:path w="22207" h="4597" extrusionOk="0">
                  <a:moveTo>
                    <a:pt x="0" y="1"/>
                  </a:moveTo>
                  <a:cubicBezTo>
                    <a:pt x="11" y="1"/>
                    <a:pt x="21" y="7"/>
                    <a:pt x="35" y="12"/>
                  </a:cubicBezTo>
                  <a:lnTo>
                    <a:pt x="35" y="12"/>
                  </a:lnTo>
                  <a:cubicBezTo>
                    <a:pt x="29" y="8"/>
                    <a:pt x="23" y="5"/>
                    <a:pt x="17" y="1"/>
                  </a:cubicBezTo>
                  <a:close/>
                  <a:moveTo>
                    <a:pt x="35" y="12"/>
                  </a:moveTo>
                  <a:cubicBezTo>
                    <a:pt x="295" y="175"/>
                    <a:pt x="540" y="340"/>
                    <a:pt x="769" y="552"/>
                  </a:cubicBezTo>
                  <a:cubicBezTo>
                    <a:pt x="1003" y="753"/>
                    <a:pt x="1254" y="1020"/>
                    <a:pt x="1554" y="1338"/>
                  </a:cubicBezTo>
                  <a:cubicBezTo>
                    <a:pt x="1888" y="1705"/>
                    <a:pt x="2239" y="2039"/>
                    <a:pt x="2640" y="2340"/>
                  </a:cubicBezTo>
                  <a:cubicBezTo>
                    <a:pt x="3676" y="3109"/>
                    <a:pt x="4929" y="3576"/>
                    <a:pt x="6216" y="3677"/>
                  </a:cubicBezTo>
                  <a:cubicBezTo>
                    <a:pt x="6391" y="3692"/>
                    <a:pt x="6566" y="3699"/>
                    <a:pt x="6741" y="3699"/>
                  </a:cubicBezTo>
                  <a:cubicBezTo>
                    <a:pt x="7333" y="3699"/>
                    <a:pt x="7921" y="3614"/>
                    <a:pt x="8488" y="3460"/>
                  </a:cubicBezTo>
                  <a:cubicBezTo>
                    <a:pt x="9257" y="3259"/>
                    <a:pt x="10009" y="2908"/>
                    <a:pt x="10794" y="2691"/>
                  </a:cubicBezTo>
                  <a:cubicBezTo>
                    <a:pt x="11178" y="2574"/>
                    <a:pt x="11579" y="2507"/>
                    <a:pt x="11980" y="2490"/>
                  </a:cubicBezTo>
                  <a:cubicBezTo>
                    <a:pt x="12381" y="2490"/>
                    <a:pt x="12766" y="2541"/>
                    <a:pt x="13150" y="2624"/>
                  </a:cubicBezTo>
                  <a:cubicBezTo>
                    <a:pt x="13868" y="2841"/>
                    <a:pt x="14570" y="3109"/>
                    <a:pt x="15239" y="3460"/>
                  </a:cubicBezTo>
                  <a:cubicBezTo>
                    <a:pt x="15840" y="3777"/>
                    <a:pt x="16475" y="4044"/>
                    <a:pt x="17110" y="4278"/>
                  </a:cubicBezTo>
                  <a:cubicBezTo>
                    <a:pt x="17678" y="4495"/>
                    <a:pt x="18280" y="4596"/>
                    <a:pt x="18881" y="4596"/>
                  </a:cubicBezTo>
                  <a:cubicBezTo>
                    <a:pt x="18915" y="4596"/>
                    <a:pt x="18949" y="4597"/>
                    <a:pt x="18983" y="4597"/>
                  </a:cubicBezTo>
                  <a:cubicBezTo>
                    <a:pt x="19832" y="4597"/>
                    <a:pt x="20649" y="4397"/>
                    <a:pt x="21404" y="4028"/>
                  </a:cubicBezTo>
                  <a:cubicBezTo>
                    <a:pt x="21621" y="3927"/>
                    <a:pt x="21822" y="3794"/>
                    <a:pt x="22006" y="3660"/>
                  </a:cubicBezTo>
                  <a:cubicBezTo>
                    <a:pt x="22072" y="3627"/>
                    <a:pt x="22139" y="3576"/>
                    <a:pt x="22206" y="3510"/>
                  </a:cubicBezTo>
                  <a:cubicBezTo>
                    <a:pt x="22205" y="3509"/>
                    <a:pt x="22205" y="3509"/>
                    <a:pt x="22203" y="3509"/>
                  </a:cubicBezTo>
                  <a:cubicBezTo>
                    <a:pt x="22170" y="3509"/>
                    <a:pt x="21902" y="3719"/>
                    <a:pt x="21371" y="3961"/>
                  </a:cubicBezTo>
                  <a:cubicBezTo>
                    <a:pt x="20662" y="4300"/>
                    <a:pt x="19881" y="4483"/>
                    <a:pt x="19082" y="4483"/>
                  </a:cubicBezTo>
                  <a:cubicBezTo>
                    <a:pt x="19015" y="4483"/>
                    <a:pt x="18948" y="4481"/>
                    <a:pt x="18881" y="4479"/>
                  </a:cubicBezTo>
                  <a:cubicBezTo>
                    <a:pt x="18296" y="4462"/>
                    <a:pt x="17711" y="4362"/>
                    <a:pt x="17160" y="4161"/>
                  </a:cubicBezTo>
                  <a:cubicBezTo>
                    <a:pt x="16525" y="3911"/>
                    <a:pt x="15907" y="3643"/>
                    <a:pt x="15305" y="3326"/>
                  </a:cubicBezTo>
                  <a:cubicBezTo>
                    <a:pt x="14637" y="2958"/>
                    <a:pt x="13919" y="2674"/>
                    <a:pt x="13183" y="2474"/>
                  </a:cubicBezTo>
                  <a:cubicBezTo>
                    <a:pt x="12799" y="2373"/>
                    <a:pt x="12381" y="2323"/>
                    <a:pt x="11980" y="2323"/>
                  </a:cubicBezTo>
                  <a:cubicBezTo>
                    <a:pt x="11563" y="2340"/>
                    <a:pt x="11145" y="2407"/>
                    <a:pt x="10744" y="2524"/>
                  </a:cubicBezTo>
                  <a:cubicBezTo>
                    <a:pt x="9942" y="2758"/>
                    <a:pt x="9190" y="3109"/>
                    <a:pt x="8438" y="3309"/>
                  </a:cubicBezTo>
                  <a:cubicBezTo>
                    <a:pt x="7871" y="3467"/>
                    <a:pt x="7294" y="3542"/>
                    <a:pt x="6707" y="3542"/>
                  </a:cubicBezTo>
                  <a:cubicBezTo>
                    <a:pt x="6549" y="3542"/>
                    <a:pt x="6391" y="3537"/>
                    <a:pt x="6233" y="3526"/>
                  </a:cubicBezTo>
                  <a:cubicBezTo>
                    <a:pt x="4963" y="3426"/>
                    <a:pt x="3743" y="2992"/>
                    <a:pt x="2707" y="2257"/>
                  </a:cubicBezTo>
                  <a:cubicBezTo>
                    <a:pt x="2323" y="1956"/>
                    <a:pt x="1955" y="1638"/>
                    <a:pt x="1621" y="1271"/>
                  </a:cubicBezTo>
                  <a:cubicBezTo>
                    <a:pt x="1370" y="1003"/>
                    <a:pt x="1103" y="753"/>
                    <a:pt x="819" y="502"/>
                  </a:cubicBezTo>
                  <a:cubicBezTo>
                    <a:pt x="635" y="352"/>
                    <a:pt x="452" y="218"/>
                    <a:pt x="234" y="101"/>
                  </a:cubicBezTo>
                  <a:cubicBezTo>
                    <a:pt x="184" y="68"/>
                    <a:pt x="117" y="51"/>
                    <a:pt x="67" y="18"/>
                  </a:cubicBezTo>
                  <a:cubicBezTo>
                    <a:pt x="54" y="18"/>
                    <a:pt x="44" y="15"/>
                    <a:pt x="35" y="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" name="Google Shape;4802;p61"/>
            <p:cNvSpPr/>
            <p:nvPr/>
          </p:nvSpPr>
          <p:spPr>
            <a:xfrm>
              <a:off x="6221875" y="2583675"/>
              <a:ext cx="438200" cy="100575"/>
            </a:xfrm>
            <a:custGeom>
              <a:avLst/>
              <a:gdLst/>
              <a:ahLst/>
              <a:cxnLst/>
              <a:rect l="l" t="t" r="r" b="b"/>
              <a:pathLst>
                <a:path w="17528" h="4023" extrusionOk="0">
                  <a:moveTo>
                    <a:pt x="17528" y="1"/>
                  </a:moveTo>
                  <a:cubicBezTo>
                    <a:pt x="17494" y="51"/>
                    <a:pt x="17444" y="101"/>
                    <a:pt x="17411" y="168"/>
                  </a:cubicBezTo>
                  <a:lnTo>
                    <a:pt x="17093" y="652"/>
                  </a:lnTo>
                  <a:cubicBezTo>
                    <a:pt x="16709" y="1254"/>
                    <a:pt x="16274" y="1822"/>
                    <a:pt x="15790" y="2340"/>
                  </a:cubicBezTo>
                  <a:cubicBezTo>
                    <a:pt x="15456" y="2707"/>
                    <a:pt x="15071" y="3008"/>
                    <a:pt x="14654" y="3275"/>
                  </a:cubicBezTo>
                  <a:cubicBezTo>
                    <a:pt x="14186" y="3559"/>
                    <a:pt x="13651" y="3760"/>
                    <a:pt x="13100" y="3827"/>
                  </a:cubicBezTo>
                  <a:cubicBezTo>
                    <a:pt x="12904" y="3848"/>
                    <a:pt x="12708" y="3859"/>
                    <a:pt x="12513" y="3859"/>
                  </a:cubicBezTo>
                  <a:cubicBezTo>
                    <a:pt x="12092" y="3859"/>
                    <a:pt x="11673" y="3807"/>
                    <a:pt x="11262" y="3693"/>
                  </a:cubicBezTo>
                  <a:cubicBezTo>
                    <a:pt x="10627" y="3526"/>
                    <a:pt x="9992" y="3292"/>
                    <a:pt x="9374" y="3025"/>
                  </a:cubicBezTo>
                  <a:cubicBezTo>
                    <a:pt x="8104" y="2490"/>
                    <a:pt x="6851" y="1972"/>
                    <a:pt x="5614" y="1939"/>
                  </a:cubicBezTo>
                  <a:cubicBezTo>
                    <a:pt x="5579" y="1938"/>
                    <a:pt x="5543" y="1937"/>
                    <a:pt x="5507" y="1937"/>
                  </a:cubicBezTo>
                  <a:cubicBezTo>
                    <a:pt x="4973" y="1937"/>
                    <a:pt x="4428" y="2054"/>
                    <a:pt x="3927" y="2273"/>
                  </a:cubicBezTo>
                  <a:cubicBezTo>
                    <a:pt x="3492" y="2507"/>
                    <a:pt x="3075" y="2757"/>
                    <a:pt x="2674" y="3058"/>
                  </a:cubicBezTo>
                  <a:cubicBezTo>
                    <a:pt x="2340" y="3309"/>
                    <a:pt x="1989" y="3493"/>
                    <a:pt x="1604" y="3610"/>
                  </a:cubicBezTo>
                  <a:cubicBezTo>
                    <a:pt x="1381" y="3672"/>
                    <a:pt x="1158" y="3706"/>
                    <a:pt x="935" y="3706"/>
                  </a:cubicBezTo>
                  <a:cubicBezTo>
                    <a:pt x="857" y="3706"/>
                    <a:pt x="780" y="3702"/>
                    <a:pt x="702" y="3693"/>
                  </a:cubicBezTo>
                  <a:cubicBezTo>
                    <a:pt x="451" y="3643"/>
                    <a:pt x="201" y="3543"/>
                    <a:pt x="0" y="3376"/>
                  </a:cubicBezTo>
                  <a:lnTo>
                    <a:pt x="0" y="3376"/>
                  </a:lnTo>
                  <a:cubicBezTo>
                    <a:pt x="50" y="3426"/>
                    <a:pt x="101" y="3476"/>
                    <a:pt x="151" y="3509"/>
                  </a:cubicBezTo>
                  <a:cubicBezTo>
                    <a:pt x="318" y="3643"/>
                    <a:pt x="502" y="3710"/>
                    <a:pt x="685" y="3743"/>
                  </a:cubicBezTo>
                  <a:cubicBezTo>
                    <a:pt x="818" y="3771"/>
                    <a:pt x="950" y="3785"/>
                    <a:pt x="1082" y="3785"/>
                  </a:cubicBezTo>
                  <a:cubicBezTo>
                    <a:pt x="1265" y="3785"/>
                    <a:pt x="1446" y="3759"/>
                    <a:pt x="1621" y="3710"/>
                  </a:cubicBezTo>
                  <a:cubicBezTo>
                    <a:pt x="2022" y="3593"/>
                    <a:pt x="2390" y="3409"/>
                    <a:pt x="2741" y="3158"/>
                  </a:cubicBezTo>
                  <a:cubicBezTo>
                    <a:pt x="3125" y="2874"/>
                    <a:pt x="3559" y="2624"/>
                    <a:pt x="3994" y="2390"/>
                  </a:cubicBezTo>
                  <a:cubicBezTo>
                    <a:pt x="4432" y="2200"/>
                    <a:pt x="4921" y="2100"/>
                    <a:pt x="5405" y="2100"/>
                  </a:cubicBezTo>
                  <a:cubicBezTo>
                    <a:pt x="5475" y="2100"/>
                    <a:pt x="5545" y="2102"/>
                    <a:pt x="5614" y="2106"/>
                  </a:cubicBezTo>
                  <a:cubicBezTo>
                    <a:pt x="6801" y="2139"/>
                    <a:pt x="8037" y="2641"/>
                    <a:pt x="9307" y="3192"/>
                  </a:cubicBezTo>
                  <a:cubicBezTo>
                    <a:pt x="9925" y="3459"/>
                    <a:pt x="10577" y="3676"/>
                    <a:pt x="11228" y="3860"/>
                  </a:cubicBezTo>
                  <a:cubicBezTo>
                    <a:pt x="11666" y="3967"/>
                    <a:pt x="12112" y="4023"/>
                    <a:pt x="12561" y="4023"/>
                  </a:cubicBezTo>
                  <a:cubicBezTo>
                    <a:pt x="12746" y="4023"/>
                    <a:pt x="12931" y="4013"/>
                    <a:pt x="13117" y="3994"/>
                  </a:cubicBezTo>
                  <a:cubicBezTo>
                    <a:pt x="13701" y="3910"/>
                    <a:pt x="14253" y="3710"/>
                    <a:pt x="14737" y="3392"/>
                  </a:cubicBezTo>
                  <a:cubicBezTo>
                    <a:pt x="15155" y="3125"/>
                    <a:pt x="15539" y="2791"/>
                    <a:pt x="15873" y="2423"/>
                  </a:cubicBezTo>
                  <a:cubicBezTo>
                    <a:pt x="16358" y="1889"/>
                    <a:pt x="16776" y="1304"/>
                    <a:pt x="17143" y="686"/>
                  </a:cubicBezTo>
                  <a:cubicBezTo>
                    <a:pt x="17277" y="468"/>
                    <a:pt x="17377" y="301"/>
                    <a:pt x="17444" y="184"/>
                  </a:cubicBezTo>
                  <a:cubicBezTo>
                    <a:pt x="17477" y="118"/>
                    <a:pt x="17511" y="67"/>
                    <a:pt x="175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7" name="Google Shape;4803;p61"/>
            <p:cNvSpPr/>
            <p:nvPr/>
          </p:nvSpPr>
          <p:spPr>
            <a:xfrm>
              <a:off x="6215600" y="2777800"/>
              <a:ext cx="302875" cy="48500"/>
            </a:xfrm>
            <a:custGeom>
              <a:avLst/>
              <a:gdLst/>
              <a:ahLst/>
              <a:cxnLst/>
              <a:rect l="l" t="t" r="r" b="b"/>
              <a:pathLst>
                <a:path w="12115" h="1940" extrusionOk="0">
                  <a:moveTo>
                    <a:pt x="8341" y="1"/>
                  </a:moveTo>
                  <a:cubicBezTo>
                    <a:pt x="7559" y="1"/>
                    <a:pt x="6769" y="168"/>
                    <a:pt x="6049" y="490"/>
                  </a:cubicBezTo>
                  <a:cubicBezTo>
                    <a:pt x="5214" y="824"/>
                    <a:pt x="4445" y="1241"/>
                    <a:pt x="3727" y="1492"/>
                  </a:cubicBezTo>
                  <a:cubicBezTo>
                    <a:pt x="3184" y="1701"/>
                    <a:pt x="2617" y="1805"/>
                    <a:pt x="2057" y="1805"/>
                  </a:cubicBezTo>
                  <a:cubicBezTo>
                    <a:pt x="1945" y="1805"/>
                    <a:pt x="1833" y="1801"/>
                    <a:pt x="1722" y="1793"/>
                  </a:cubicBezTo>
                  <a:cubicBezTo>
                    <a:pt x="1254" y="1776"/>
                    <a:pt x="803" y="1626"/>
                    <a:pt x="418" y="1392"/>
                  </a:cubicBezTo>
                  <a:cubicBezTo>
                    <a:pt x="149" y="1233"/>
                    <a:pt x="30" y="1090"/>
                    <a:pt x="4" y="1090"/>
                  </a:cubicBezTo>
                  <a:cubicBezTo>
                    <a:pt x="3" y="1090"/>
                    <a:pt x="2" y="1090"/>
                    <a:pt x="1" y="1091"/>
                  </a:cubicBezTo>
                  <a:cubicBezTo>
                    <a:pt x="1" y="1091"/>
                    <a:pt x="34" y="1125"/>
                    <a:pt x="84" y="1191"/>
                  </a:cubicBezTo>
                  <a:cubicBezTo>
                    <a:pt x="168" y="1292"/>
                    <a:pt x="268" y="1375"/>
                    <a:pt x="385" y="1459"/>
                  </a:cubicBezTo>
                  <a:cubicBezTo>
                    <a:pt x="769" y="1726"/>
                    <a:pt x="1237" y="1876"/>
                    <a:pt x="1705" y="1927"/>
                  </a:cubicBezTo>
                  <a:cubicBezTo>
                    <a:pt x="1823" y="1935"/>
                    <a:pt x="1941" y="1939"/>
                    <a:pt x="2059" y="1939"/>
                  </a:cubicBezTo>
                  <a:cubicBezTo>
                    <a:pt x="2642" y="1939"/>
                    <a:pt x="3221" y="1837"/>
                    <a:pt x="3777" y="1642"/>
                  </a:cubicBezTo>
                  <a:cubicBezTo>
                    <a:pt x="4529" y="1375"/>
                    <a:pt x="5281" y="974"/>
                    <a:pt x="6116" y="640"/>
                  </a:cubicBezTo>
                  <a:cubicBezTo>
                    <a:pt x="6820" y="334"/>
                    <a:pt x="7580" y="168"/>
                    <a:pt x="8345" y="168"/>
                  </a:cubicBezTo>
                  <a:cubicBezTo>
                    <a:pt x="8415" y="168"/>
                    <a:pt x="8485" y="169"/>
                    <a:pt x="8555" y="172"/>
                  </a:cubicBezTo>
                  <a:cubicBezTo>
                    <a:pt x="9241" y="206"/>
                    <a:pt x="9909" y="356"/>
                    <a:pt x="10527" y="640"/>
                  </a:cubicBezTo>
                  <a:cubicBezTo>
                    <a:pt x="11567" y="1127"/>
                    <a:pt x="12054" y="1694"/>
                    <a:pt x="12095" y="1694"/>
                  </a:cubicBezTo>
                  <a:cubicBezTo>
                    <a:pt x="12096" y="1694"/>
                    <a:pt x="12097" y="1694"/>
                    <a:pt x="12098" y="1693"/>
                  </a:cubicBezTo>
                  <a:cubicBezTo>
                    <a:pt x="12114" y="1693"/>
                    <a:pt x="12081" y="1659"/>
                    <a:pt x="12014" y="1592"/>
                  </a:cubicBezTo>
                  <a:cubicBezTo>
                    <a:pt x="11931" y="1492"/>
                    <a:pt x="11847" y="1409"/>
                    <a:pt x="11747" y="1325"/>
                  </a:cubicBezTo>
                  <a:cubicBezTo>
                    <a:pt x="11396" y="1008"/>
                    <a:pt x="11012" y="740"/>
                    <a:pt x="10577" y="540"/>
                  </a:cubicBezTo>
                  <a:cubicBezTo>
                    <a:pt x="9942" y="239"/>
                    <a:pt x="9257" y="55"/>
                    <a:pt x="8555" y="5"/>
                  </a:cubicBezTo>
                  <a:cubicBezTo>
                    <a:pt x="8484" y="2"/>
                    <a:pt x="8413" y="1"/>
                    <a:pt x="834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8" name="Google Shape;4804;p61"/>
            <p:cNvSpPr/>
            <p:nvPr/>
          </p:nvSpPr>
          <p:spPr>
            <a:xfrm>
              <a:off x="6170075" y="2916025"/>
              <a:ext cx="356325" cy="43650"/>
            </a:xfrm>
            <a:custGeom>
              <a:avLst/>
              <a:gdLst/>
              <a:ahLst/>
              <a:cxnLst/>
              <a:rect l="l" t="t" r="r" b="b"/>
              <a:pathLst>
                <a:path w="14253" h="1746" extrusionOk="0">
                  <a:moveTo>
                    <a:pt x="2561" y="1"/>
                  </a:moveTo>
                  <a:cubicBezTo>
                    <a:pt x="2381" y="1"/>
                    <a:pt x="2201" y="8"/>
                    <a:pt x="2022" y="23"/>
                  </a:cubicBezTo>
                  <a:cubicBezTo>
                    <a:pt x="1471" y="73"/>
                    <a:pt x="953" y="240"/>
                    <a:pt x="485" y="491"/>
                  </a:cubicBezTo>
                  <a:cubicBezTo>
                    <a:pt x="351" y="558"/>
                    <a:pt x="234" y="641"/>
                    <a:pt x="117" y="742"/>
                  </a:cubicBezTo>
                  <a:cubicBezTo>
                    <a:pt x="51" y="792"/>
                    <a:pt x="0" y="825"/>
                    <a:pt x="17" y="842"/>
                  </a:cubicBezTo>
                  <a:cubicBezTo>
                    <a:pt x="17" y="843"/>
                    <a:pt x="18" y="843"/>
                    <a:pt x="19" y="843"/>
                  </a:cubicBezTo>
                  <a:cubicBezTo>
                    <a:pt x="37" y="843"/>
                    <a:pt x="203" y="715"/>
                    <a:pt x="518" y="541"/>
                  </a:cubicBezTo>
                  <a:cubicBezTo>
                    <a:pt x="986" y="324"/>
                    <a:pt x="1504" y="190"/>
                    <a:pt x="2022" y="140"/>
                  </a:cubicBezTo>
                  <a:cubicBezTo>
                    <a:pt x="2169" y="131"/>
                    <a:pt x="2317" y="126"/>
                    <a:pt x="2464" y="126"/>
                  </a:cubicBezTo>
                  <a:cubicBezTo>
                    <a:pt x="3101" y="126"/>
                    <a:pt x="3734" y="214"/>
                    <a:pt x="4345" y="391"/>
                  </a:cubicBezTo>
                  <a:cubicBezTo>
                    <a:pt x="5197" y="625"/>
                    <a:pt x="6099" y="992"/>
                    <a:pt x="7085" y="1293"/>
                  </a:cubicBezTo>
                  <a:cubicBezTo>
                    <a:pt x="7958" y="1595"/>
                    <a:pt x="8876" y="1745"/>
                    <a:pt x="9797" y="1745"/>
                  </a:cubicBezTo>
                  <a:cubicBezTo>
                    <a:pt x="9845" y="1745"/>
                    <a:pt x="9894" y="1745"/>
                    <a:pt x="9942" y="1744"/>
                  </a:cubicBezTo>
                  <a:cubicBezTo>
                    <a:pt x="10744" y="1744"/>
                    <a:pt x="11529" y="1611"/>
                    <a:pt x="12281" y="1360"/>
                  </a:cubicBezTo>
                  <a:cubicBezTo>
                    <a:pt x="12799" y="1210"/>
                    <a:pt x="13284" y="992"/>
                    <a:pt x="13752" y="725"/>
                  </a:cubicBezTo>
                  <a:cubicBezTo>
                    <a:pt x="13919" y="641"/>
                    <a:pt x="14036" y="558"/>
                    <a:pt x="14119" y="508"/>
                  </a:cubicBezTo>
                  <a:cubicBezTo>
                    <a:pt x="14203" y="458"/>
                    <a:pt x="14253" y="424"/>
                    <a:pt x="14253" y="408"/>
                  </a:cubicBezTo>
                  <a:cubicBezTo>
                    <a:pt x="14252" y="406"/>
                    <a:pt x="14250" y="406"/>
                    <a:pt x="14248" y="406"/>
                  </a:cubicBezTo>
                  <a:cubicBezTo>
                    <a:pt x="14212" y="406"/>
                    <a:pt x="14031" y="518"/>
                    <a:pt x="13718" y="675"/>
                  </a:cubicBezTo>
                  <a:cubicBezTo>
                    <a:pt x="13250" y="909"/>
                    <a:pt x="12766" y="1109"/>
                    <a:pt x="12248" y="1260"/>
                  </a:cubicBezTo>
                  <a:cubicBezTo>
                    <a:pt x="11496" y="1477"/>
                    <a:pt x="10727" y="1594"/>
                    <a:pt x="9942" y="1594"/>
                  </a:cubicBezTo>
                  <a:cubicBezTo>
                    <a:pt x="8990" y="1594"/>
                    <a:pt x="8037" y="1443"/>
                    <a:pt x="7135" y="1143"/>
                  </a:cubicBezTo>
                  <a:cubicBezTo>
                    <a:pt x="6149" y="825"/>
                    <a:pt x="5247" y="474"/>
                    <a:pt x="4378" y="240"/>
                  </a:cubicBezTo>
                  <a:cubicBezTo>
                    <a:pt x="3785" y="86"/>
                    <a:pt x="3171" y="1"/>
                    <a:pt x="25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" name="Google Shape;4805;p61"/>
            <p:cNvSpPr/>
            <p:nvPr/>
          </p:nvSpPr>
          <p:spPr>
            <a:xfrm>
              <a:off x="6019725" y="3014300"/>
              <a:ext cx="630750" cy="945800"/>
            </a:xfrm>
            <a:custGeom>
              <a:avLst/>
              <a:gdLst>
                <a:gd name="connsiteX0" fmla="*/ 21989 w 25230"/>
                <a:gd name="connsiteY0" fmla="*/ 0 h 37832"/>
                <a:gd name="connsiteX1" fmla="*/ 4929 w 25230"/>
                <a:gd name="connsiteY1" fmla="*/ 318 h 37832"/>
                <a:gd name="connsiteX2" fmla="*/ 0 w 25230"/>
                <a:gd name="connsiteY2" fmla="*/ 36141 h 37832"/>
                <a:gd name="connsiteX3" fmla="*/ 8037 w 25230"/>
                <a:gd name="connsiteY3" fmla="*/ 37628 h 37832"/>
                <a:gd name="connsiteX4" fmla="*/ 13498 w 25230"/>
                <a:gd name="connsiteY4" fmla="*/ 37832 h 37832"/>
                <a:gd name="connsiteX5" fmla="*/ 17194 w 25230"/>
                <a:gd name="connsiteY5" fmla="*/ 37360 h 37832"/>
                <a:gd name="connsiteX6" fmla="*/ 25230 w 25230"/>
                <a:gd name="connsiteY6" fmla="*/ 37310 h 37832"/>
                <a:gd name="connsiteX7" fmla="*/ 21989 w 25230"/>
                <a:gd name="connsiteY7" fmla="*/ 0 h 37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230" h="37832" extrusionOk="0">
                  <a:moveTo>
                    <a:pt x="21989" y="0"/>
                  </a:moveTo>
                  <a:lnTo>
                    <a:pt x="4929" y="318"/>
                  </a:lnTo>
                  <a:lnTo>
                    <a:pt x="0" y="36141"/>
                  </a:lnTo>
                  <a:lnTo>
                    <a:pt x="8037" y="37628"/>
                  </a:lnTo>
                  <a:lnTo>
                    <a:pt x="13498" y="37832"/>
                  </a:lnTo>
                  <a:lnTo>
                    <a:pt x="17194" y="37360"/>
                  </a:lnTo>
                  <a:lnTo>
                    <a:pt x="25230" y="37310"/>
                  </a:lnTo>
                  <a:lnTo>
                    <a:pt x="2198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" name="Google Shape;4806;p61"/>
            <p:cNvSpPr/>
            <p:nvPr/>
          </p:nvSpPr>
          <p:spPr>
            <a:xfrm>
              <a:off x="6203500" y="3184625"/>
              <a:ext cx="308300" cy="36650"/>
            </a:xfrm>
            <a:custGeom>
              <a:avLst/>
              <a:gdLst/>
              <a:ahLst/>
              <a:cxnLst/>
              <a:rect l="l" t="t" r="r" b="b"/>
              <a:pathLst>
                <a:path w="12332" h="1466" extrusionOk="0">
                  <a:moveTo>
                    <a:pt x="48" y="0"/>
                  </a:moveTo>
                  <a:cubicBezTo>
                    <a:pt x="16" y="0"/>
                    <a:pt x="0" y="2"/>
                    <a:pt x="0" y="6"/>
                  </a:cubicBezTo>
                  <a:cubicBezTo>
                    <a:pt x="0" y="56"/>
                    <a:pt x="2757" y="407"/>
                    <a:pt x="6149" y="825"/>
                  </a:cubicBezTo>
                  <a:cubicBezTo>
                    <a:pt x="9295" y="1195"/>
                    <a:pt x="11901" y="1466"/>
                    <a:pt x="12283" y="1466"/>
                  </a:cubicBezTo>
                  <a:cubicBezTo>
                    <a:pt x="12315" y="1466"/>
                    <a:pt x="12331" y="1464"/>
                    <a:pt x="12331" y="1460"/>
                  </a:cubicBezTo>
                  <a:cubicBezTo>
                    <a:pt x="12331" y="1426"/>
                    <a:pt x="9574" y="1059"/>
                    <a:pt x="6166" y="658"/>
                  </a:cubicBezTo>
                  <a:cubicBezTo>
                    <a:pt x="3034" y="272"/>
                    <a:pt x="430" y="0"/>
                    <a:pt x="4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1" name="Google Shape;4807;p61"/>
            <p:cNvSpPr/>
            <p:nvPr/>
          </p:nvSpPr>
          <p:spPr>
            <a:xfrm>
              <a:off x="5822950" y="4424550"/>
              <a:ext cx="281150" cy="54800"/>
            </a:xfrm>
            <a:custGeom>
              <a:avLst/>
              <a:gdLst/>
              <a:ahLst/>
              <a:cxnLst/>
              <a:rect l="l" t="t" r="r" b="b"/>
              <a:pathLst>
                <a:path w="11246" h="2192" extrusionOk="0">
                  <a:moveTo>
                    <a:pt x="5180" y="0"/>
                  </a:moveTo>
                  <a:lnTo>
                    <a:pt x="5164" y="602"/>
                  </a:lnTo>
                  <a:cubicBezTo>
                    <a:pt x="5164" y="602"/>
                    <a:pt x="1" y="1537"/>
                    <a:pt x="1220" y="1921"/>
                  </a:cubicBezTo>
                  <a:cubicBezTo>
                    <a:pt x="1925" y="2135"/>
                    <a:pt x="4961" y="2192"/>
                    <a:pt x="7499" y="2192"/>
                  </a:cubicBezTo>
                  <a:cubicBezTo>
                    <a:pt x="8933" y="2192"/>
                    <a:pt x="10208" y="2174"/>
                    <a:pt x="10811" y="2155"/>
                  </a:cubicBezTo>
                  <a:lnTo>
                    <a:pt x="11195" y="2155"/>
                  </a:lnTo>
                  <a:lnTo>
                    <a:pt x="11245" y="184"/>
                  </a:lnTo>
                  <a:lnTo>
                    <a:pt x="51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2" name="Google Shape;4808;p61"/>
            <p:cNvSpPr/>
            <p:nvPr/>
          </p:nvSpPr>
          <p:spPr>
            <a:xfrm>
              <a:off x="6048100" y="4436800"/>
              <a:ext cx="55575" cy="39550"/>
            </a:xfrm>
            <a:custGeom>
              <a:avLst/>
              <a:gdLst/>
              <a:ahLst/>
              <a:cxnLst/>
              <a:rect l="l" t="t" r="r" b="b"/>
              <a:pathLst>
                <a:path w="2223" h="1582" extrusionOk="0">
                  <a:moveTo>
                    <a:pt x="2015" y="1"/>
                  </a:moveTo>
                  <a:cubicBezTo>
                    <a:pt x="1585" y="1"/>
                    <a:pt x="1163" y="134"/>
                    <a:pt x="803" y="379"/>
                  </a:cubicBezTo>
                  <a:cubicBezTo>
                    <a:pt x="402" y="663"/>
                    <a:pt x="101" y="1081"/>
                    <a:pt x="1" y="1548"/>
                  </a:cubicBezTo>
                  <a:lnTo>
                    <a:pt x="2173" y="1582"/>
                  </a:lnTo>
                  <a:lnTo>
                    <a:pt x="2223" y="11"/>
                  </a:lnTo>
                  <a:cubicBezTo>
                    <a:pt x="2154" y="4"/>
                    <a:pt x="2084" y="1"/>
                    <a:pt x="2015" y="1"/>
                  </a:cubicBez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" name="Google Shape;4809;p61"/>
            <p:cNvSpPr/>
            <p:nvPr/>
          </p:nvSpPr>
          <p:spPr>
            <a:xfrm>
              <a:off x="5843425" y="4452950"/>
              <a:ext cx="259000" cy="27075"/>
            </a:xfrm>
            <a:custGeom>
              <a:avLst/>
              <a:gdLst/>
              <a:ahLst/>
              <a:cxnLst/>
              <a:rect l="l" t="t" r="r" b="b"/>
              <a:pathLst>
                <a:path w="10360" h="1083" extrusionOk="0">
                  <a:moveTo>
                    <a:pt x="1822" y="0"/>
                  </a:moveTo>
                  <a:cubicBezTo>
                    <a:pt x="1822" y="0"/>
                    <a:pt x="0" y="435"/>
                    <a:pt x="218" y="719"/>
                  </a:cubicBezTo>
                  <a:cubicBezTo>
                    <a:pt x="378" y="928"/>
                    <a:pt x="4161" y="1083"/>
                    <a:pt x="7357" y="1083"/>
                  </a:cubicBezTo>
                  <a:cubicBezTo>
                    <a:pt x="8496" y="1083"/>
                    <a:pt x="9561" y="1063"/>
                    <a:pt x="10360" y="1019"/>
                  </a:cubicBezTo>
                  <a:lnTo>
                    <a:pt x="10360" y="886"/>
                  </a:lnTo>
                  <a:lnTo>
                    <a:pt x="2323" y="735"/>
                  </a:lnTo>
                  <a:cubicBezTo>
                    <a:pt x="2323" y="735"/>
                    <a:pt x="2172" y="34"/>
                    <a:pt x="1822" y="0"/>
                  </a:cubicBez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4" name="Google Shape;4810;p61"/>
            <p:cNvSpPr/>
            <p:nvPr/>
          </p:nvSpPr>
          <p:spPr>
            <a:xfrm>
              <a:off x="5848850" y="4468400"/>
              <a:ext cx="256075" cy="7550"/>
            </a:xfrm>
            <a:custGeom>
              <a:avLst/>
              <a:gdLst/>
              <a:ahLst/>
              <a:cxnLst/>
              <a:rect l="l" t="t" r="r" b="b"/>
              <a:pathLst>
                <a:path w="10243" h="302" extrusionOk="0">
                  <a:moveTo>
                    <a:pt x="10143" y="268"/>
                  </a:moveTo>
                  <a:cubicBezTo>
                    <a:pt x="10154" y="273"/>
                    <a:pt x="10165" y="275"/>
                    <a:pt x="10176" y="275"/>
                  </a:cubicBezTo>
                  <a:cubicBezTo>
                    <a:pt x="10198" y="275"/>
                    <a:pt x="10221" y="268"/>
                    <a:pt x="10243" y="268"/>
                  </a:cubicBezTo>
                  <a:close/>
                  <a:moveTo>
                    <a:pt x="1" y="0"/>
                  </a:moveTo>
                  <a:cubicBezTo>
                    <a:pt x="34" y="17"/>
                    <a:pt x="67" y="17"/>
                    <a:pt x="101" y="17"/>
                  </a:cubicBezTo>
                  <a:cubicBezTo>
                    <a:pt x="201" y="34"/>
                    <a:pt x="285" y="34"/>
                    <a:pt x="402" y="51"/>
                  </a:cubicBezTo>
                  <a:cubicBezTo>
                    <a:pt x="702" y="67"/>
                    <a:pt x="1070" y="84"/>
                    <a:pt x="1504" y="117"/>
                  </a:cubicBezTo>
                  <a:cubicBezTo>
                    <a:pt x="2423" y="167"/>
                    <a:pt x="3710" y="234"/>
                    <a:pt x="5113" y="268"/>
                  </a:cubicBezTo>
                  <a:cubicBezTo>
                    <a:pt x="6534" y="301"/>
                    <a:pt x="7803" y="301"/>
                    <a:pt x="8739" y="301"/>
                  </a:cubicBezTo>
                  <a:lnTo>
                    <a:pt x="9842" y="284"/>
                  </a:lnTo>
                  <a:lnTo>
                    <a:pt x="10143" y="268"/>
                  </a:lnTo>
                  <a:lnTo>
                    <a:pt x="9842" y="251"/>
                  </a:lnTo>
                  <a:lnTo>
                    <a:pt x="8739" y="251"/>
                  </a:lnTo>
                  <a:cubicBezTo>
                    <a:pt x="7820" y="251"/>
                    <a:pt x="6534" y="234"/>
                    <a:pt x="5113" y="201"/>
                  </a:cubicBezTo>
                  <a:cubicBezTo>
                    <a:pt x="3710" y="167"/>
                    <a:pt x="2423" y="101"/>
                    <a:pt x="1504" y="67"/>
                  </a:cubicBezTo>
                  <a:cubicBezTo>
                    <a:pt x="1070" y="51"/>
                    <a:pt x="702" y="34"/>
                    <a:pt x="402" y="17"/>
                  </a:cubicBezTo>
                  <a:cubicBezTo>
                    <a:pt x="301" y="17"/>
                    <a:pt x="201" y="17"/>
                    <a:pt x="1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5" name="Google Shape;4811;p61"/>
            <p:cNvSpPr/>
            <p:nvPr/>
          </p:nvSpPr>
          <p:spPr>
            <a:xfrm>
              <a:off x="5887700" y="4451275"/>
              <a:ext cx="14650" cy="22575"/>
            </a:xfrm>
            <a:custGeom>
              <a:avLst/>
              <a:gdLst/>
              <a:ahLst/>
              <a:cxnLst/>
              <a:rect l="l" t="t" r="r" b="b"/>
              <a:pathLst>
                <a:path w="586" h="903" extrusionOk="0">
                  <a:moveTo>
                    <a:pt x="0" y="0"/>
                  </a:moveTo>
                  <a:lnTo>
                    <a:pt x="0" y="0"/>
                  </a:lnTo>
                  <a:cubicBezTo>
                    <a:pt x="134" y="117"/>
                    <a:pt x="251" y="251"/>
                    <a:pt x="368" y="401"/>
                  </a:cubicBezTo>
                  <a:cubicBezTo>
                    <a:pt x="452" y="552"/>
                    <a:pt x="502" y="719"/>
                    <a:pt x="552" y="903"/>
                  </a:cubicBezTo>
                  <a:cubicBezTo>
                    <a:pt x="585" y="702"/>
                    <a:pt x="535" y="518"/>
                    <a:pt x="418" y="368"/>
                  </a:cubicBezTo>
                  <a:cubicBezTo>
                    <a:pt x="335" y="201"/>
                    <a:pt x="184" y="67"/>
                    <a:pt x="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6" name="Google Shape;4812;p61"/>
            <p:cNvSpPr/>
            <p:nvPr/>
          </p:nvSpPr>
          <p:spPr>
            <a:xfrm>
              <a:off x="5938650" y="4442025"/>
              <a:ext cx="8400" cy="11825"/>
            </a:xfrm>
            <a:custGeom>
              <a:avLst/>
              <a:gdLst/>
              <a:ahLst/>
              <a:cxnLst/>
              <a:rect l="l" t="t" r="r" b="b"/>
              <a:pathLst>
                <a:path w="336" h="473" extrusionOk="0">
                  <a:moveTo>
                    <a:pt x="22" y="1"/>
                  </a:moveTo>
                  <a:cubicBezTo>
                    <a:pt x="20" y="1"/>
                    <a:pt x="19" y="2"/>
                    <a:pt x="18" y="3"/>
                  </a:cubicBezTo>
                  <a:cubicBezTo>
                    <a:pt x="1" y="3"/>
                    <a:pt x="51" y="120"/>
                    <a:pt x="135" y="253"/>
                  </a:cubicBezTo>
                  <a:cubicBezTo>
                    <a:pt x="212" y="377"/>
                    <a:pt x="289" y="472"/>
                    <a:pt x="314" y="472"/>
                  </a:cubicBezTo>
                  <a:cubicBezTo>
                    <a:pt x="316" y="472"/>
                    <a:pt x="317" y="472"/>
                    <a:pt x="318" y="471"/>
                  </a:cubicBezTo>
                  <a:cubicBezTo>
                    <a:pt x="335" y="454"/>
                    <a:pt x="285" y="354"/>
                    <a:pt x="201" y="220"/>
                  </a:cubicBezTo>
                  <a:cubicBezTo>
                    <a:pt x="124" y="96"/>
                    <a:pt x="47" y="1"/>
                    <a:pt x="2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7" name="Google Shape;4813;p61"/>
            <p:cNvSpPr/>
            <p:nvPr/>
          </p:nvSpPr>
          <p:spPr>
            <a:xfrm>
              <a:off x="5949525" y="4439925"/>
              <a:ext cx="10050" cy="8100"/>
            </a:xfrm>
            <a:custGeom>
              <a:avLst/>
              <a:gdLst/>
              <a:ahLst/>
              <a:cxnLst/>
              <a:rect l="l" t="t" r="r" b="b"/>
              <a:pathLst>
                <a:path w="402" h="324" extrusionOk="0">
                  <a:moveTo>
                    <a:pt x="24" y="1"/>
                  </a:moveTo>
                  <a:cubicBezTo>
                    <a:pt x="21" y="1"/>
                    <a:pt x="19" y="1"/>
                    <a:pt x="17" y="3"/>
                  </a:cubicBezTo>
                  <a:cubicBezTo>
                    <a:pt x="0" y="20"/>
                    <a:pt x="67" y="103"/>
                    <a:pt x="167" y="187"/>
                  </a:cubicBezTo>
                  <a:cubicBezTo>
                    <a:pt x="255" y="275"/>
                    <a:pt x="342" y="324"/>
                    <a:pt x="374" y="324"/>
                  </a:cubicBezTo>
                  <a:cubicBezTo>
                    <a:pt x="379" y="324"/>
                    <a:pt x="382" y="323"/>
                    <a:pt x="385" y="321"/>
                  </a:cubicBezTo>
                  <a:cubicBezTo>
                    <a:pt x="401" y="321"/>
                    <a:pt x="318" y="237"/>
                    <a:pt x="218" y="137"/>
                  </a:cubicBezTo>
                  <a:cubicBezTo>
                    <a:pt x="128" y="62"/>
                    <a:pt x="51" y="1"/>
                    <a:pt x="2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8" name="Google Shape;4814;p61"/>
            <p:cNvSpPr/>
            <p:nvPr/>
          </p:nvSpPr>
          <p:spPr>
            <a:xfrm>
              <a:off x="5951600" y="4434050"/>
              <a:ext cx="15500" cy="1950"/>
            </a:xfrm>
            <a:custGeom>
              <a:avLst/>
              <a:gdLst/>
              <a:ahLst/>
              <a:cxnLst/>
              <a:rect l="l" t="t" r="r" b="b"/>
              <a:pathLst>
                <a:path w="620" h="78" extrusionOk="0">
                  <a:moveTo>
                    <a:pt x="310" y="0"/>
                  </a:moveTo>
                  <a:cubicBezTo>
                    <a:pt x="206" y="0"/>
                    <a:pt x="101" y="13"/>
                    <a:pt x="1" y="38"/>
                  </a:cubicBezTo>
                  <a:cubicBezTo>
                    <a:pt x="101" y="71"/>
                    <a:pt x="201" y="71"/>
                    <a:pt x="302" y="71"/>
                  </a:cubicBezTo>
                  <a:cubicBezTo>
                    <a:pt x="333" y="76"/>
                    <a:pt x="363" y="78"/>
                    <a:pt x="392" y="78"/>
                  </a:cubicBezTo>
                  <a:cubicBezTo>
                    <a:pt x="472" y="78"/>
                    <a:pt x="546" y="62"/>
                    <a:pt x="619" y="38"/>
                  </a:cubicBezTo>
                  <a:cubicBezTo>
                    <a:pt x="519" y="13"/>
                    <a:pt x="414" y="0"/>
                    <a:pt x="31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9" name="Google Shape;4815;p61"/>
            <p:cNvSpPr/>
            <p:nvPr/>
          </p:nvSpPr>
          <p:spPr>
            <a:xfrm>
              <a:off x="5952025" y="4425800"/>
              <a:ext cx="18000" cy="2250"/>
            </a:xfrm>
            <a:custGeom>
              <a:avLst/>
              <a:gdLst/>
              <a:ahLst/>
              <a:cxnLst/>
              <a:rect l="l" t="t" r="r" b="b"/>
              <a:pathLst>
                <a:path w="720" h="90" extrusionOk="0">
                  <a:moveTo>
                    <a:pt x="719" y="0"/>
                  </a:moveTo>
                  <a:cubicBezTo>
                    <a:pt x="485" y="17"/>
                    <a:pt x="251" y="17"/>
                    <a:pt x="1" y="34"/>
                  </a:cubicBezTo>
                  <a:cubicBezTo>
                    <a:pt x="88" y="71"/>
                    <a:pt x="185" y="90"/>
                    <a:pt x="278" y="90"/>
                  </a:cubicBezTo>
                  <a:cubicBezTo>
                    <a:pt x="309" y="90"/>
                    <a:pt x="339" y="88"/>
                    <a:pt x="368" y="84"/>
                  </a:cubicBezTo>
                  <a:cubicBezTo>
                    <a:pt x="388" y="87"/>
                    <a:pt x="409" y="88"/>
                    <a:pt x="430" y="88"/>
                  </a:cubicBezTo>
                  <a:cubicBezTo>
                    <a:pt x="530" y="88"/>
                    <a:pt x="636" y="56"/>
                    <a:pt x="71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0" name="Google Shape;4816;p61"/>
            <p:cNvSpPr/>
            <p:nvPr/>
          </p:nvSpPr>
          <p:spPr>
            <a:xfrm>
              <a:off x="5913600" y="4428400"/>
              <a:ext cx="28425" cy="15375"/>
            </a:xfrm>
            <a:custGeom>
              <a:avLst/>
              <a:gdLst/>
              <a:ahLst/>
              <a:cxnLst/>
              <a:rect l="l" t="t" r="r" b="b"/>
              <a:pathLst>
                <a:path w="1137" h="615" extrusionOk="0">
                  <a:moveTo>
                    <a:pt x="368" y="61"/>
                  </a:moveTo>
                  <a:cubicBezTo>
                    <a:pt x="442" y="61"/>
                    <a:pt x="515" y="73"/>
                    <a:pt x="585" y="97"/>
                  </a:cubicBezTo>
                  <a:cubicBezTo>
                    <a:pt x="702" y="130"/>
                    <a:pt x="819" y="214"/>
                    <a:pt x="903" y="297"/>
                  </a:cubicBezTo>
                  <a:cubicBezTo>
                    <a:pt x="958" y="364"/>
                    <a:pt x="999" y="430"/>
                    <a:pt x="1030" y="502"/>
                  </a:cubicBezTo>
                  <a:lnTo>
                    <a:pt x="1030" y="502"/>
                  </a:lnTo>
                  <a:cubicBezTo>
                    <a:pt x="963" y="493"/>
                    <a:pt x="868" y="481"/>
                    <a:pt x="752" y="464"/>
                  </a:cubicBezTo>
                  <a:cubicBezTo>
                    <a:pt x="619" y="431"/>
                    <a:pt x="485" y="397"/>
                    <a:pt x="351" y="347"/>
                  </a:cubicBezTo>
                  <a:cubicBezTo>
                    <a:pt x="284" y="331"/>
                    <a:pt x="218" y="297"/>
                    <a:pt x="151" y="264"/>
                  </a:cubicBezTo>
                  <a:cubicBezTo>
                    <a:pt x="67" y="230"/>
                    <a:pt x="51" y="147"/>
                    <a:pt x="117" y="113"/>
                  </a:cubicBezTo>
                  <a:cubicBezTo>
                    <a:pt x="198" y="78"/>
                    <a:pt x="283" y="61"/>
                    <a:pt x="368" y="61"/>
                  </a:cubicBezTo>
                  <a:close/>
                  <a:moveTo>
                    <a:pt x="372" y="1"/>
                  </a:moveTo>
                  <a:cubicBezTo>
                    <a:pt x="271" y="1"/>
                    <a:pt x="167" y="21"/>
                    <a:pt x="67" y="63"/>
                  </a:cubicBezTo>
                  <a:cubicBezTo>
                    <a:pt x="17" y="97"/>
                    <a:pt x="0" y="147"/>
                    <a:pt x="17" y="197"/>
                  </a:cubicBezTo>
                  <a:cubicBezTo>
                    <a:pt x="17" y="247"/>
                    <a:pt x="51" y="297"/>
                    <a:pt x="101" y="314"/>
                  </a:cubicBezTo>
                  <a:cubicBezTo>
                    <a:pt x="167" y="364"/>
                    <a:pt x="251" y="397"/>
                    <a:pt x="335" y="414"/>
                  </a:cubicBezTo>
                  <a:cubicBezTo>
                    <a:pt x="468" y="464"/>
                    <a:pt x="602" y="481"/>
                    <a:pt x="752" y="514"/>
                  </a:cubicBezTo>
                  <a:cubicBezTo>
                    <a:pt x="811" y="523"/>
                    <a:pt x="873" y="527"/>
                    <a:pt x="938" y="527"/>
                  </a:cubicBezTo>
                  <a:cubicBezTo>
                    <a:pt x="971" y="527"/>
                    <a:pt x="1005" y="526"/>
                    <a:pt x="1039" y="524"/>
                  </a:cubicBezTo>
                  <a:lnTo>
                    <a:pt x="1039" y="524"/>
                  </a:lnTo>
                  <a:cubicBezTo>
                    <a:pt x="1051" y="553"/>
                    <a:pt x="1061" y="583"/>
                    <a:pt x="1070" y="615"/>
                  </a:cubicBezTo>
                  <a:cubicBezTo>
                    <a:pt x="1070" y="615"/>
                    <a:pt x="1070" y="584"/>
                    <a:pt x="1070" y="521"/>
                  </a:cubicBezTo>
                  <a:lnTo>
                    <a:pt x="1070" y="521"/>
                  </a:lnTo>
                  <a:cubicBezTo>
                    <a:pt x="1092" y="519"/>
                    <a:pt x="1114" y="517"/>
                    <a:pt x="1137" y="514"/>
                  </a:cubicBezTo>
                  <a:cubicBezTo>
                    <a:pt x="1137" y="514"/>
                    <a:pt x="1112" y="512"/>
                    <a:pt x="1066" y="506"/>
                  </a:cubicBezTo>
                  <a:lnTo>
                    <a:pt x="1066" y="506"/>
                  </a:lnTo>
                  <a:cubicBezTo>
                    <a:pt x="1034" y="425"/>
                    <a:pt x="1001" y="345"/>
                    <a:pt x="953" y="280"/>
                  </a:cubicBezTo>
                  <a:cubicBezTo>
                    <a:pt x="804" y="97"/>
                    <a:pt x="593" y="1"/>
                    <a:pt x="37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1" name="Google Shape;4817;p61"/>
            <p:cNvSpPr/>
            <p:nvPr/>
          </p:nvSpPr>
          <p:spPr>
            <a:xfrm>
              <a:off x="5937825" y="4424550"/>
              <a:ext cx="15050" cy="17150"/>
            </a:xfrm>
            <a:custGeom>
              <a:avLst/>
              <a:gdLst/>
              <a:ahLst/>
              <a:cxnLst/>
              <a:rect l="l" t="t" r="r" b="b"/>
              <a:pathLst>
                <a:path w="602" h="686" extrusionOk="0">
                  <a:moveTo>
                    <a:pt x="468" y="0"/>
                  </a:moveTo>
                  <a:cubicBezTo>
                    <a:pt x="335" y="0"/>
                    <a:pt x="218" y="67"/>
                    <a:pt x="134" y="184"/>
                  </a:cubicBezTo>
                  <a:cubicBezTo>
                    <a:pt x="84" y="251"/>
                    <a:pt x="34" y="351"/>
                    <a:pt x="34" y="434"/>
                  </a:cubicBezTo>
                  <a:cubicBezTo>
                    <a:pt x="0" y="518"/>
                    <a:pt x="17" y="618"/>
                    <a:pt x="67" y="685"/>
                  </a:cubicBezTo>
                  <a:cubicBezTo>
                    <a:pt x="67" y="602"/>
                    <a:pt x="67" y="535"/>
                    <a:pt x="84" y="451"/>
                  </a:cubicBezTo>
                  <a:cubicBezTo>
                    <a:pt x="101" y="368"/>
                    <a:pt x="134" y="284"/>
                    <a:pt x="201" y="217"/>
                  </a:cubicBezTo>
                  <a:cubicBezTo>
                    <a:pt x="251" y="134"/>
                    <a:pt x="351" y="84"/>
                    <a:pt x="452" y="67"/>
                  </a:cubicBezTo>
                  <a:cubicBezTo>
                    <a:pt x="552" y="84"/>
                    <a:pt x="502" y="217"/>
                    <a:pt x="452" y="301"/>
                  </a:cubicBezTo>
                  <a:cubicBezTo>
                    <a:pt x="401" y="368"/>
                    <a:pt x="351" y="451"/>
                    <a:pt x="285" y="518"/>
                  </a:cubicBezTo>
                  <a:cubicBezTo>
                    <a:pt x="168" y="618"/>
                    <a:pt x="84" y="668"/>
                    <a:pt x="101" y="685"/>
                  </a:cubicBezTo>
                  <a:cubicBezTo>
                    <a:pt x="184" y="652"/>
                    <a:pt x="251" y="602"/>
                    <a:pt x="318" y="551"/>
                  </a:cubicBezTo>
                  <a:cubicBezTo>
                    <a:pt x="401" y="485"/>
                    <a:pt x="452" y="418"/>
                    <a:pt x="518" y="334"/>
                  </a:cubicBezTo>
                  <a:cubicBezTo>
                    <a:pt x="552" y="284"/>
                    <a:pt x="569" y="234"/>
                    <a:pt x="585" y="167"/>
                  </a:cubicBezTo>
                  <a:cubicBezTo>
                    <a:pt x="602" y="100"/>
                    <a:pt x="552" y="17"/>
                    <a:pt x="4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2" name="Google Shape;4818;p61"/>
            <p:cNvSpPr/>
            <p:nvPr/>
          </p:nvSpPr>
          <p:spPr>
            <a:xfrm>
              <a:off x="6048100" y="4435400"/>
              <a:ext cx="54750" cy="39325"/>
            </a:xfrm>
            <a:custGeom>
              <a:avLst/>
              <a:gdLst/>
              <a:ahLst/>
              <a:cxnLst/>
              <a:rect l="l" t="t" r="r" b="b"/>
              <a:pathLst>
                <a:path w="2190" h="1573" extrusionOk="0">
                  <a:moveTo>
                    <a:pt x="1738" y="0"/>
                  </a:moveTo>
                  <a:cubicBezTo>
                    <a:pt x="1371" y="17"/>
                    <a:pt x="1020" y="134"/>
                    <a:pt x="719" y="351"/>
                  </a:cubicBezTo>
                  <a:cubicBezTo>
                    <a:pt x="435" y="552"/>
                    <a:pt x="201" y="836"/>
                    <a:pt x="84" y="1170"/>
                  </a:cubicBezTo>
                  <a:cubicBezTo>
                    <a:pt x="51" y="1270"/>
                    <a:pt x="17" y="1371"/>
                    <a:pt x="1" y="1471"/>
                  </a:cubicBezTo>
                  <a:cubicBezTo>
                    <a:pt x="1" y="1504"/>
                    <a:pt x="1" y="1538"/>
                    <a:pt x="1" y="1571"/>
                  </a:cubicBezTo>
                  <a:cubicBezTo>
                    <a:pt x="1" y="1572"/>
                    <a:pt x="2" y="1572"/>
                    <a:pt x="3" y="1572"/>
                  </a:cubicBezTo>
                  <a:cubicBezTo>
                    <a:pt x="19" y="1572"/>
                    <a:pt x="39" y="1410"/>
                    <a:pt x="134" y="1187"/>
                  </a:cubicBezTo>
                  <a:cubicBezTo>
                    <a:pt x="268" y="869"/>
                    <a:pt x="485" y="602"/>
                    <a:pt x="769" y="401"/>
                  </a:cubicBezTo>
                  <a:cubicBezTo>
                    <a:pt x="1053" y="201"/>
                    <a:pt x="1387" y="84"/>
                    <a:pt x="1755" y="51"/>
                  </a:cubicBezTo>
                  <a:cubicBezTo>
                    <a:pt x="1811" y="47"/>
                    <a:pt x="1863" y="46"/>
                    <a:pt x="1910" y="46"/>
                  </a:cubicBezTo>
                  <a:cubicBezTo>
                    <a:pt x="2039" y="46"/>
                    <a:pt x="2129" y="55"/>
                    <a:pt x="2168" y="55"/>
                  </a:cubicBezTo>
                  <a:cubicBezTo>
                    <a:pt x="2182" y="55"/>
                    <a:pt x="2189" y="54"/>
                    <a:pt x="2189" y="51"/>
                  </a:cubicBezTo>
                  <a:cubicBezTo>
                    <a:pt x="2156" y="34"/>
                    <a:pt x="2123" y="17"/>
                    <a:pt x="2072" y="17"/>
                  </a:cubicBezTo>
                  <a:cubicBezTo>
                    <a:pt x="1972" y="0"/>
                    <a:pt x="1855" y="0"/>
                    <a:pt x="17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3" name="Google Shape;4819;p61"/>
            <p:cNvSpPr/>
            <p:nvPr/>
          </p:nvSpPr>
          <p:spPr>
            <a:xfrm>
              <a:off x="5985450" y="4460700"/>
              <a:ext cx="43875" cy="2375"/>
            </a:xfrm>
            <a:custGeom>
              <a:avLst/>
              <a:gdLst/>
              <a:ahLst/>
              <a:cxnLst/>
              <a:rect l="l" t="t" r="r" b="b"/>
              <a:pathLst>
                <a:path w="1755" h="95" extrusionOk="0">
                  <a:moveTo>
                    <a:pt x="92" y="1"/>
                  </a:moveTo>
                  <a:cubicBezTo>
                    <a:pt x="33" y="1"/>
                    <a:pt x="0" y="3"/>
                    <a:pt x="0" y="8"/>
                  </a:cubicBezTo>
                  <a:cubicBezTo>
                    <a:pt x="323" y="65"/>
                    <a:pt x="656" y="95"/>
                    <a:pt x="991" y="95"/>
                  </a:cubicBezTo>
                  <a:cubicBezTo>
                    <a:pt x="1246" y="95"/>
                    <a:pt x="1502" y="77"/>
                    <a:pt x="1755" y="41"/>
                  </a:cubicBezTo>
                  <a:lnTo>
                    <a:pt x="1755" y="24"/>
                  </a:lnTo>
                  <a:cubicBezTo>
                    <a:pt x="1755" y="19"/>
                    <a:pt x="1712" y="17"/>
                    <a:pt x="1636" y="17"/>
                  </a:cubicBezTo>
                  <a:cubicBezTo>
                    <a:pt x="1485" y="17"/>
                    <a:pt x="1203" y="24"/>
                    <a:pt x="869" y="24"/>
                  </a:cubicBezTo>
                  <a:cubicBezTo>
                    <a:pt x="526" y="13"/>
                    <a:pt x="234" y="1"/>
                    <a:pt x="9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4" name="Google Shape;4820;p61"/>
            <p:cNvSpPr/>
            <p:nvPr/>
          </p:nvSpPr>
          <p:spPr>
            <a:xfrm>
              <a:off x="6053950" y="4462050"/>
              <a:ext cx="5450" cy="8050"/>
            </a:xfrm>
            <a:custGeom>
              <a:avLst/>
              <a:gdLst/>
              <a:ahLst/>
              <a:cxnLst/>
              <a:rect l="l" t="t" r="r" b="b"/>
              <a:pathLst>
                <a:path w="218" h="322" extrusionOk="0">
                  <a:moveTo>
                    <a:pt x="192" y="1"/>
                  </a:moveTo>
                  <a:cubicBezTo>
                    <a:pt x="164" y="1"/>
                    <a:pt x="94" y="50"/>
                    <a:pt x="51" y="137"/>
                  </a:cubicBezTo>
                  <a:cubicBezTo>
                    <a:pt x="0" y="238"/>
                    <a:pt x="17" y="321"/>
                    <a:pt x="34" y="321"/>
                  </a:cubicBezTo>
                  <a:cubicBezTo>
                    <a:pt x="51" y="321"/>
                    <a:pt x="84" y="254"/>
                    <a:pt x="117" y="171"/>
                  </a:cubicBezTo>
                  <a:cubicBezTo>
                    <a:pt x="168" y="87"/>
                    <a:pt x="218" y="20"/>
                    <a:pt x="201" y="4"/>
                  </a:cubicBezTo>
                  <a:cubicBezTo>
                    <a:pt x="199" y="2"/>
                    <a:pt x="196" y="1"/>
                    <a:pt x="19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" name="Google Shape;4821;p61"/>
            <p:cNvSpPr/>
            <p:nvPr/>
          </p:nvSpPr>
          <p:spPr>
            <a:xfrm>
              <a:off x="6064400" y="4449500"/>
              <a:ext cx="6275" cy="5550"/>
            </a:xfrm>
            <a:custGeom>
              <a:avLst/>
              <a:gdLst/>
              <a:ahLst/>
              <a:cxnLst/>
              <a:rect l="l" t="t" r="r" b="b"/>
              <a:pathLst>
                <a:path w="251" h="222" extrusionOk="0">
                  <a:moveTo>
                    <a:pt x="238" y="0"/>
                  </a:moveTo>
                  <a:cubicBezTo>
                    <a:pt x="211" y="0"/>
                    <a:pt x="156" y="33"/>
                    <a:pt x="100" y="88"/>
                  </a:cubicBezTo>
                  <a:cubicBezTo>
                    <a:pt x="34" y="138"/>
                    <a:pt x="0" y="205"/>
                    <a:pt x="17" y="222"/>
                  </a:cubicBezTo>
                  <a:cubicBezTo>
                    <a:pt x="34" y="222"/>
                    <a:pt x="84" y="188"/>
                    <a:pt x="151" y="138"/>
                  </a:cubicBezTo>
                  <a:cubicBezTo>
                    <a:pt x="217" y="71"/>
                    <a:pt x="251" y="21"/>
                    <a:pt x="251" y="5"/>
                  </a:cubicBezTo>
                  <a:cubicBezTo>
                    <a:pt x="248" y="2"/>
                    <a:pt x="244" y="0"/>
                    <a:pt x="23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6" name="Google Shape;4822;p61"/>
            <p:cNvSpPr/>
            <p:nvPr/>
          </p:nvSpPr>
          <p:spPr>
            <a:xfrm>
              <a:off x="6077750" y="4443400"/>
              <a:ext cx="9100" cy="3375"/>
            </a:xfrm>
            <a:custGeom>
              <a:avLst/>
              <a:gdLst/>
              <a:ahLst/>
              <a:cxnLst/>
              <a:rect l="l" t="t" r="r" b="b"/>
              <a:pathLst>
                <a:path w="364" h="135" extrusionOk="0">
                  <a:moveTo>
                    <a:pt x="252" y="0"/>
                  </a:moveTo>
                  <a:cubicBezTo>
                    <a:pt x="222" y="0"/>
                    <a:pt x="187" y="4"/>
                    <a:pt x="151" y="15"/>
                  </a:cubicBezTo>
                  <a:cubicBezTo>
                    <a:pt x="51" y="48"/>
                    <a:pt x="1" y="115"/>
                    <a:pt x="18" y="132"/>
                  </a:cubicBezTo>
                  <a:cubicBezTo>
                    <a:pt x="18" y="134"/>
                    <a:pt x="19" y="135"/>
                    <a:pt x="21" y="135"/>
                  </a:cubicBezTo>
                  <a:cubicBezTo>
                    <a:pt x="37" y="135"/>
                    <a:pt x="98" y="96"/>
                    <a:pt x="185" y="81"/>
                  </a:cubicBezTo>
                  <a:cubicBezTo>
                    <a:pt x="268" y="48"/>
                    <a:pt x="352" y="48"/>
                    <a:pt x="352" y="31"/>
                  </a:cubicBezTo>
                  <a:cubicBezTo>
                    <a:pt x="363" y="20"/>
                    <a:pt x="319" y="0"/>
                    <a:pt x="2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7" name="Google Shape;4823;p61"/>
            <p:cNvSpPr/>
            <p:nvPr/>
          </p:nvSpPr>
          <p:spPr>
            <a:xfrm>
              <a:off x="6093225" y="4441350"/>
              <a:ext cx="5025" cy="2325"/>
            </a:xfrm>
            <a:custGeom>
              <a:avLst/>
              <a:gdLst/>
              <a:ahLst/>
              <a:cxnLst/>
              <a:rect l="l" t="t" r="r" b="b"/>
              <a:pathLst>
                <a:path w="201" h="93" extrusionOk="0">
                  <a:moveTo>
                    <a:pt x="155" y="1"/>
                  </a:moveTo>
                  <a:cubicBezTo>
                    <a:pt x="134" y="1"/>
                    <a:pt x="109" y="5"/>
                    <a:pt x="84" y="13"/>
                  </a:cubicBezTo>
                  <a:cubicBezTo>
                    <a:pt x="33" y="30"/>
                    <a:pt x="0" y="63"/>
                    <a:pt x="17" y="80"/>
                  </a:cubicBezTo>
                  <a:cubicBezTo>
                    <a:pt x="17" y="88"/>
                    <a:pt x="29" y="92"/>
                    <a:pt x="48" y="92"/>
                  </a:cubicBezTo>
                  <a:cubicBezTo>
                    <a:pt x="67" y="92"/>
                    <a:pt x="92" y="88"/>
                    <a:pt x="117" y="80"/>
                  </a:cubicBezTo>
                  <a:cubicBezTo>
                    <a:pt x="167" y="63"/>
                    <a:pt x="201" y="30"/>
                    <a:pt x="201" y="13"/>
                  </a:cubicBezTo>
                  <a:cubicBezTo>
                    <a:pt x="192" y="5"/>
                    <a:pt x="176" y="1"/>
                    <a:pt x="1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8" name="Google Shape;4824;p61"/>
            <p:cNvSpPr/>
            <p:nvPr/>
          </p:nvSpPr>
          <p:spPr>
            <a:xfrm>
              <a:off x="6520125" y="4375250"/>
              <a:ext cx="157925" cy="98600"/>
            </a:xfrm>
            <a:custGeom>
              <a:avLst/>
              <a:gdLst/>
              <a:ahLst/>
              <a:cxnLst/>
              <a:rect l="l" t="t" r="r" b="b"/>
              <a:pathLst>
                <a:path w="6317" h="3944" extrusionOk="0">
                  <a:moveTo>
                    <a:pt x="5431" y="0"/>
                  </a:moveTo>
                  <a:lnTo>
                    <a:pt x="0" y="1371"/>
                  </a:lnTo>
                  <a:lnTo>
                    <a:pt x="251" y="3944"/>
                  </a:lnTo>
                  <a:lnTo>
                    <a:pt x="6316" y="3944"/>
                  </a:lnTo>
                  <a:lnTo>
                    <a:pt x="54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9" name="Google Shape;4825;p61"/>
            <p:cNvSpPr/>
            <p:nvPr/>
          </p:nvSpPr>
          <p:spPr>
            <a:xfrm>
              <a:off x="6523450" y="4454450"/>
              <a:ext cx="150400" cy="6600"/>
            </a:xfrm>
            <a:custGeom>
              <a:avLst/>
              <a:gdLst/>
              <a:ahLst/>
              <a:cxnLst/>
              <a:rect l="l" t="t" r="r" b="b"/>
              <a:pathLst>
                <a:path w="6016" h="264" extrusionOk="0">
                  <a:moveTo>
                    <a:pt x="5363" y="1"/>
                  </a:moveTo>
                  <a:cubicBezTo>
                    <a:pt x="5290" y="1"/>
                    <a:pt x="5218" y="3"/>
                    <a:pt x="5147" y="7"/>
                  </a:cubicBezTo>
                  <a:cubicBezTo>
                    <a:pt x="4596" y="7"/>
                    <a:pt x="3844" y="24"/>
                    <a:pt x="3008" y="40"/>
                  </a:cubicBezTo>
                  <a:lnTo>
                    <a:pt x="886" y="141"/>
                  </a:lnTo>
                  <a:cubicBezTo>
                    <a:pt x="586" y="141"/>
                    <a:pt x="285" y="157"/>
                    <a:pt x="1" y="208"/>
                  </a:cubicBezTo>
                  <a:cubicBezTo>
                    <a:pt x="226" y="245"/>
                    <a:pt x="443" y="264"/>
                    <a:pt x="663" y="264"/>
                  </a:cubicBezTo>
                  <a:cubicBezTo>
                    <a:pt x="737" y="264"/>
                    <a:pt x="811" y="262"/>
                    <a:pt x="886" y="258"/>
                  </a:cubicBezTo>
                  <a:cubicBezTo>
                    <a:pt x="1438" y="258"/>
                    <a:pt x="2190" y="241"/>
                    <a:pt x="3008" y="208"/>
                  </a:cubicBezTo>
                  <a:lnTo>
                    <a:pt x="5147" y="124"/>
                  </a:lnTo>
                  <a:cubicBezTo>
                    <a:pt x="5431" y="124"/>
                    <a:pt x="5732" y="107"/>
                    <a:pt x="6016" y="57"/>
                  </a:cubicBezTo>
                  <a:cubicBezTo>
                    <a:pt x="5803" y="20"/>
                    <a:pt x="5581" y="1"/>
                    <a:pt x="536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0" name="Google Shape;4826;p61"/>
            <p:cNvSpPr/>
            <p:nvPr/>
          </p:nvSpPr>
          <p:spPr>
            <a:xfrm>
              <a:off x="6586525" y="4394475"/>
              <a:ext cx="6725" cy="63500"/>
            </a:xfrm>
            <a:custGeom>
              <a:avLst/>
              <a:gdLst/>
              <a:ahLst/>
              <a:cxnLst/>
              <a:rect l="l" t="t" r="r" b="b"/>
              <a:pathLst>
                <a:path w="269" h="2540" extrusionOk="0">
                  <a:moveTo>
                    <a:pt x="51" y="0"/>
                  </a:moveTo>
                  <a:cubicBezTo>
                    <a:pt x="1" y="0"/>
                    <a:pt x="1" y="568"/>
                    <a:pt x="51" y="1270"/>
                  </a:cubicBezTo>
                  <a:cubicBezTo>
                    <a:pt x="101" y="1972"/>
                    <a:pt x="168" y="2540"/>
                    <a:pt x="218" y="2540"/>
                  </a:cubicBezTo>
                  <a:cubicBezTo>
                    <a:pt x="268" y="2540"/>
                    <a:pt x="268" y="1972"/>
                    <a:pt x="218" y="1270"/>
                  </a:cubicBezTo>
                  <a:cubicBezTo>
                    <a:pt x="168" y="568"/>
                    <a:pt x="101" y="0"/>
                    <a:pt x="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1" name="Google Shape;4827;p61"/>
            <p:cNvSpPr/>
            <p:nvPr/>
          </p:nvSpPr>
          <p:spPr>
            <a:xfrm>
              <a:off x="6525125" y="4455875"/>
              <a:ext cx="152925" cy="17975"/>
            </a:xfrm>
            <a:custGeom>
              <a:avLst/>
              <a:gdLst/>
              <a:ahLst/>
              <a:cxnLst/>
              <a:rect l="l" t="t" r="r" b="b"/>
              <a:pathLst>
                <a:path w="6117" h="719" extrusionOk="0">
                  <a:moveTo>
                    <a:pt x="6016" y="0"/>
                  </a:moveTo>
                  <a:lnTo>
                    <a:pt x="1" y="151"/>
                  </a:lnTo>
                  <a:lnTo>
                    <a:pt x="51" y="719"/>
                  </a:lnTo>
                  <a:lnTo>
                    <a:pt x="6116" y="719"/>
                  </a:lnTo>
                  <a:lnTo>
                    <a:pt x="6116" y="652"/>
                  </a:lnTo>
                  <a:lnTo>
                    <a:pt x="6016" y="0"/>
                  </a:lnTo>
                  <a:close/>
                </a:path>
              </a:pathLst>
            </a:custGeom>
            <a:solidFill>
              <a:srgbClr val="FFFFFF">
                <a:alpha val="562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72" name="Google Shape;4828;p61"/>
            <p:cNvSpPr/>
            <p:nvPr/>
          </p:nvSpPr>
          <p:spPr>
            <a:xfrm>
              <a:off x="5692200" y="2077775"/>
              <a:ext cx="368050" cy="470850"/>
            </a:xfrm>
            <a:custGeom>
              <a:avLst/>
              <a:gdLst/>
              <a:ahLst/>
              <a:cxnLst/>
              <a:rect l="l" t="t" r="r" b="b"/>
              <a:pathLst>
                <a:path w="14722" h="18834" extrusionOk="0">
                  <a:moveTo>
                    <a:pt x="3424" y="1"/>
                  </a:moveTo>
                  <a:cubicBezTo>
                    <a:pt x="3277" y="1"/>
                    <a:pt x="2872" y="748"/>
                    <a:pt x="2858" y="1473"/>
                  </a:cubicBezTo>
                  <a:lnTo>
                    <a:pt x="636" y="688"/>
                  </a:lnTo>
                  <a:cubicBezTo>
                    <a:pt x="636" y="688"/>
                    <a:pt x="1" y="1439"/>
                    <a:pt x="218" y="2342"/>
                  </a:cubicBezTo>
                  <a:cubicBezTo>
                    <a:pt x="419" y="3044"/>
                    <a:pt x="669" y="3745"/>
                    <a:pt x="953" y="4414"/>
                  </a:cubicBezTo>
                  <a:lnTo>
                    <a:pt x="5348" y="14923"/>
                  </a:lnTo>
                  <a:cubicBezTo>
                    <a:pt x="5882" y="16227"/>
                    <a:pt x="7018" y="17196"/>
                    <a:pt x="8372" y="17530"/>
                  </a:cubicBezTo>
                  <a:lnTo>
                    <a:pt x="13652" y="18833"/>
                  </a:lnTo>
                  <a:lnTo>
                    <a:pt x="14721" y="13837"/>
                  </a:lnTo>
                  <a:lnTo>
                    <a:pt x="10928" y="13018"/>
                  </a:lnTo>
                  <a:cubicBezTo>
                    <a:pt x="10093" y="12885"/>
                    <a:pt x="8940" y="12150"/>
                    <a:pt x="8305" y="10863"/>
                  </a:cubicBezTo>
                  <a:lnTo>
                    <a:pt x="3693" y="2843"/>
                  </a:lnTo>
                  <a:cubicBezTo>
                    <a:pt x="3693" y="2843"/>
                    <a:pt x="3476" y="554"/>
                    <a:pt x="3476" y="120"/>
                  </a:cubicBezTo>
                  <a:cubicBezTo>
                    <a:pt x="3476" y="38"/>
                    <a:pt x="3456" y="1"/>
                    <a:pt x="3424" y="1"/>
                  </a:cubicBezTo>
                  <a:close/>
                </a:path>
              </a:pathLst>
            </a:custGeom>
            <a:solidFill>
              <a:srgbClr val="87675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2833ED1-55B1-B262-7A77-FE73471D5EBA}"/>
              </a:ext>
            </a:extLst>
          </p:cNvPr>
          <p:cNvSpPr txBox="1"/>
          <p:nvPr/>
        </p:nvSpPr>
        <p:spPr>
          <a:xfrm>
            <a:off x="3117052" y="423903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kern="100" dirty="0">
                <a:effectLst/>
                <a:latin typeface="Calibri" panose="020F0502020204030204" pitchFamily="34" charset="0"/>
                <a:ea typeface="Aptos" panose="02110004020202020204"/>
                <a:cs typeface="Times New Roman" panose="02020603050405020304" pitchFamily="18" charset="0"/>
              </a:rPr>
              <a:t>Repurpose the notepad as a sketchbook by using thicker, higher-quality paper suitable for drawing and painting.</a:t>
            </a:r>
          </a:p>
        </p:txBody>
      </p:sp>
    </p:spTree>
    <p:extLst>
      <p:ext uri="{BB962C8B-B14F-4D97-AF65-F5344CB8AC3E}">
        <p14:creationId xmlns:p14="http://schemas.microsoft.com/office/powerpoint/2010/main" val="4032027585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433828" y="1397127"/>
            <a:ext cx="10218369" cy="7696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3300"/>
              </a:buClr>
              <a:defRPr/>
            </a:pPr>
            <a:r>
              <a:rPr lang="fr-FR" altLang="de-DE" sz="1467" b="1" dirty="0">
                <a:latin typeface="Poppins" panose="00000500000000000000" pitchFamily="2" charset="0"/>
                <a:cs typeface="Poppins" panose="00000500000000000000" pitchFamily="2" charset="0"/>
              </a:rPr>
              <a:t>Instruction:</a:t>
            </a:r>
            <a:br>
              <a:rPr lang="fr-FR" altLang="de-DE" sz="1467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fr-FR" altLang="de-DE" sz="1467" dirty="0">
                <a:latin typeface="Poppins" panose="00000500000000000000" pitchFamily="2" charset="0"/>
                <a:cs typeface="Poppins" panose="00000500000000000000" pitchFamily="2" charset="0"/>
              </a:rPr>
              <a:t>Work in </a:t>
            </a:r>
            <a:r>
              <a:rPr lang="fr-FR" altLang="de-DE" sz="1467" b="1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groups of two (02) </a:t>
            </a:r>
            <a:r>
              <a:rPr lang="fr-FR" altLang="de-DE" sz="1467" dirty="0">
                <a:latin typeface="Poppins" panose="00000500000000000000" pitchFamily="2" charset="0"/>
                <a:cs typeface="Poppins" panose="00000500000000000000" pitchFamily="2" charset="0"/>
              </a:rPr>
              <a:t>and choose a </a:t>
            </a:r>
            <a:r>
              <a:rPr lang="fr-FR" altLang="de-DE" sz="1467" dirty="0">
                <a:solidFill>
                  <a:srgbClr val="47362D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product or service </a:t>
            </a:r>
            <a:r>
              <a:rPr lang="fr-FR" altLang="de-DE" sz="1467" dirty="0">
                <a:latin typeface="Poppins" panose="00000500000000000000" pitchFamily="2" charset="0"/>
                <a:cs typeface="Poppins" panose="00000500000000000000" pitchFamily="2" charset="0"/>
              </a:rPr>
              <a:t>from one of your projects. Can you modify it using the </a:t>
            </a:r>
            <a:r>
              <a:rPr lang="fr-FR" altLang="de-DE" sz="1467" b="1" dirty="0">
                <a:solidFill>
                  <a:schemeClr val="accent5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SCAMPER </a:t>
            </a:r>
            <a:r>
              <a:rPr lang="fr-FR" altLang="de-DE" sz="1467" dirty="0">
                <a:latin typeface="Poppins" panose="00000500000000000000" pitchFamily="2" charset="0"/>
                <a:cs typeface="Poppins" panose="00000500000000000000" pitchFamily="2" charset="0"/>
              </a:rPr>
              <a:t>technique? </a:t>
            </a:r>
          </a:p>
        </p:txBody>
      </p:sp>
      <p:sp>
        <p:nvSpPr>
          <p:cNvPr id="42" name="Rectangle 1026"/>
          <p:cNvSpPr txBox="1">
            <a:spLocks noChangeArrowheads="1"/>
          </p:cNvSpPr>
          <p:nvPr/>
        </p:nvSpPr>
        <p:spPr>
          <a:xfrm>
            <a:off x="1433827" y="221162"/>
            <a:ext cx="9223375" cy="700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Josefin Sans"/>
              <a:buNone/>
              <a:defRPr sz="2600" b="1" i="0" u="none" strike="noStrike" cap="none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pPr>
              <a:buClr>
                <a:schemeClr val="accent5"/>
              </a:buClr>
            </a:pPr>
            <a:r>
              <a:rPr lang="fr-FR" sz="3467" dirty="0"/>
              <a:t>EXERCISE III: </a:t>
            </a:r>
            <a:r>
              <a:rPr lang="fr-FR" sz="3467" b="0" dirty="0" err="1"/>
              <a:t>Think</a:t>
            </a:r>
            <a:r>
              <a:rPr lang="fr-FR" sz="3467" b="0" dirty="0"/>
              <a:t> </a:t>
            </a:r>
            <a:r>
              <a:rPr lang="fr-FR" sz="3467" b="0" dirty="0" err="1"/>
              <a:t>Differently</a:t>
            </a:r>
            <a:r>
              <a:rPr lang="fr-FR" sz="3467" b="0" dirty="0"/>
              <a:t> and </a:t>
            </a:r>
            <a:r>
              <a:rPr lang="fr-FR" sz="3467" b="0" dirty="0" err="1"/>
              <a:t>Unconventionally</a:t>
            </a:r>
            <a:endParaRPr lang="fr-FR" sz="3467" b="0" dirty="0">
              <a:solidFill>
                <a:schemeClr val="tx1"/>
              </a:solidFill>
            </a:endParaRPr>
          </a:p>
        </p:txBody>
      </p:sp>
      <p:pic>
        <p:nvPicPr>
          <p:cNvPr id="27" name="Grafik 2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25655" y="181332"/>
            <a:ext cx="695797" cy="608179"/>
          </a:xfrm>
          <a:prstGeom prst="rect">
            <a:avLst/>
          </a:prstGeom>
        </p:spPr>
      </p:pic>
      <p:sp>
        <p:nvSpPr>
          <p:cNvPr id="26" name="Textfeld 25"/>
          <p:cNvSpPr txBox="1"/>
          <p:nvPr/>
        </p:nvSpPr>
        <p:spPr>
          <a:xfrm>
            <a:off x="151154" y="324955"/>
            <a:ext cx="907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WS </a:t>
            </a:r>
          </a:p>
          <a:p>
            <a:pPr algn="ctr"/>
            <a:r>
              <a:rPr lang="de-DE" sz="2400" dirty="0">
                <a:latin typeface="Poppins" panose="020B0604020202020204" charset="0"/>
                <a:cs typeface="Poppins" panose="020B0604020202020204" charset="0"/>
              </a:rPr>
              <a:t>9 </a:t>
            </a:r>
            <a:endParaRPr lang="en-GB" sz="2400" dirty="0">
              <a:latin typeface="Poppins" panose="020B0604020202020204" charset="0"/>
              <a:cs typeface="Poppins" panose="020B0604020202020204" charset="0"/>
            </a:endParaRPr>
          </a:p>
        </p:txBody>
      </p:sp>
      <p:grpSp>
        <p:nvGrpSpPr>
          <p:cNvPr id="39" name="Google Shape;8797;p63"/>
          <p:cNvGrpSpPr/>
          <p:nvPr/>
        </p:nvGrpSpPr>
        <p:grpSpPr>
          <a:xfrm>
            <a:off x="288514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40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1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43" name="Google Shape;8797;p63"/>
          <p:cNvGrpSpPr/>
          <p:nvPr/>
        </p:nvGrpSpPr>
        <p:grpSpPr>
          <a:xfrm>
            <a:off x="604841" y="1137524"/>
            <a:ext cx="197108" cy="389321"/>
            <a:chOff x="3527539" y="4476677"/>
            <a:chExt cx="159232" cy="314510"/>
          </a:xfrm>
          <a:solidFill>
            <a:srgbClr val="000000"/>
          </a:solidFill>
        </p:grpSpPr>
        <p:sp>
          <p:nvSpPr>
            <p:cNvPr id="44" name="Google Shape;8798;p63"/>
            <p:cNvSpPr/>
            <p:nvPr/>
          </p:nvSpPr>
          <p:spPr>
            <a:xfrm>
              <a:off x="3527539" y="4536716"/>
              <a:ext cx="159232" cy="254471"/>
            </a:xfrm>
            <a:custGeom>
              <a:avLst/>
              <a:gdLst/>
              <a:ahLst/>
              <a:cxnLst/>
              <a:rect l="l" t="t" r="r" b="b"/>
              <a:pathLst>
                <a:path w="97241" h="155402" extrusionOk="0">
                  <a:moveTo>
                    <a:pt x="35360" y="0"/>
                  </a:moveTo>
                  <a:cubicBezTo>
                    <a:pt x="27173" y="0"/>
                    <a:pt x="21268" y="5220"/>
                    <a:pt x="17713" y="15527"/>
                  </a:cubicBezTo>
                  <a:cubicBezTo>
                    <a:pt x="15527" y="21921"/>
                    <a:pt x="1533" y="61750"/>
                    <a:pt x="1403" y="62174"/>
                  </a:cubicBezTo>
                  <a:cubicBezTo>
                    <a:pt x="0" y="66121"/>
                    <a:pt x="2088" y="70492"/>
                    <a:pt x="6068" y="71895"/>
                  </a:cubicBezTo>
                  <a:cubicBezTo>
                    <a:pt x="6895" y="72179"/>
                    <a:pt x="7739" y="72315"/>
                    <a:pt x="8570" y="72315"/>
                  </a:cubicBezTo>
                  <a:cubicBezTo>
                    <a:pt x="11735" y="72315"/>
                    <a:pt x="14703" y="70350"/>
                    <a:pt x="15788" y="67197"/>
                  </a:cubicBezTo>
                  <a:cubicBezTo>
                    <a:pt x="16245" y="65925"/>
                    <a:pt x="24661" y="42569"/>
                    <a:pt x="29358" y="29130"/>
                  </a:cubicBezTo>
                  <a:lnTo>
                    <a:pt x="29358" y="29130"/>
                  </a:lnTo>
                  <a:cubicBezTo>
                    <a:pt x="28869" y="33142"/>
                    <a:pt x="30272" y="24824"/>
                    <a:pt x="18431" y="85856"/>
                  </a:cubicBezTo>
                  <a:cubicBezTo>
                    <a:pt x="17941" y="88498"/>
                    <a:pt x="19964" y="90912"/>
                    <a:pt x="22606" y="90912"/>
                  </a:cubicBezTo>
                  <a:lnTo>
                    <a:pt x="28412" y="90912"/>
                  </a:lnTo>
                  <a:lnTo>
                    <a:pt x="28412" y="146235"/>
                  </a:lnTo>
                  <a:cubicBezTo>
                    <a:pt x="28412" y="151291"/>
                    <a:pt x="32522" y="155401"/>
                    <a:pt x="37578" y="155401"/>
                  </a:cubicBezTo>
                  <a:cubicBezTo>
                    <a:pt x="42634" y="155401"/>
                    <a:pt x="46745" y="151291"/>
                    <a:pt x="46745" y="146235"/>
                  </a:cubicBezTo>
                  <a:lnTo>
                    <a:pt x="46745" y="90912"/>
                  </a:lnTo>
                  <a:lnTo>
                    <a:pt x="50692" y="90912"/>
                  </a:lnTo>
                  <a:lnTo>
                    <a:pt x="50692" y="146235"/>
                  </a:lnTo>
                  <a:cubicBezTo>
                    <a:pt x="50692" y="151291"/>
                    <a:pt x="54769" y="155401"/>
                    <a:pt x="59825" y="155401"/>
                  </a:cubicBezTo>
                  <a:cubicBezTo>
                    <a:pt x="64881" y="155401"/>
                    <a:pt x="68991" y="151291"/>
                    <a:pt x="68991" y="146235"/>
                  </a:cubicBezTo>
                  <a:lnTo>
                    <a:pt x="68991" y="90912"/>
                  </a:lnTo>
                  <a:lnTo>
                    <a:pt x="74798" y="90912"/>
                  </a:lnTo>
                  <a:cubicBezTo>
                    <a:pt x="77472" y="90912"/>
                    <a:pt x="79462" y="88498"/>
                    <a:pt x="78973" y="85856"/>
                  </a:cubicBezTo>
                  <a:cubicBezTo>
                    <a:pt x="67262" y="25379"/>
                    <a:pt x="68535" y="32392"/>
                    <a:pt x="68143" y="29130"/>
                  </a:cubicBezTo>
                  <a:lnTo>
                    <a:pt x="68143" y="29130"/>
                  </a:lnTo>
                  <a:cubicBezTo>
                    <a:pt x="72873" y="42667"/>
                    <a:pt x="81028" y="65958"/>
                    <a:pt x="81485" y="67197"/>
                  </a:cubicBezTo>
                  <a:cubicBezTo>
                    <a:pt x="82570" y="70350"/>
                    <a:pt x="85538" y="72315"/>
                    <a:pt x="88687" y="72315"/>
                  </a:cubicBezTo>
                  <a:cubicBezTo>
                    <a:pt x="89513" y="72315"/>
                    <a:pt x="90352" y="72179"/>
                    <a:pt x="91173" y="71895"/>
                  </a:cubicBezTo>
                  <a:cubicBezTo>
                    <a:pt x="95152" y="70492"/>
                    <a:pt x="97240" y="66121"/>
                    <a:pt x="95870" y="62174"/>
                  </a:cubicBezTo>
                  <a:cubicBezTo>
                    <a:pt x="95707" y="61750"/>
                    <a:pt x="81746" y="21921"/>
                    <a:pt x="79560" y="15527"/>
                  </a:cubicBezTo>
                  <a:cubicBezTo>
                    <a:pt x="76005" y="5220"/>
                    <a:pt x="70068" y="0"/>
                    <a:pt x="619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5" name="Google Shape;8799;p63"/>
            <p:cNvSpPr/>
            <p:nvPr/>
          </p:nvSpPr>
          <p:spPr>
            <a:xfrm>
              <a:off x="3581381" y="4476677"/>
              <a:ext cx="51814" cy="51761"/>
            </a:xfrm>
            <a:custGeom>
              <a:avLst/>
              <a:gdLst/>
              <a:ahLst/>
              <a:cxnLst/>
              <a:rect l="l" t="t" r="r" b="b"/>
              <a:pathLst>
                <a:path w="31642" h="31610" extrusionOk="0">
                  <a:moveTo>
                    <a:pt x="15821" y="1"/>
                  </a:moveTo>
                  <a:cubicBezTo>
                    <a:pt x="7079" y="1"/>
                    <a:pt x="0" y="7079"/>
                    <a:pt x="0" y="15821"/>
                  </a:cubicBezTo>
                  <a:cubicBezTo>
                    <a:pt x="0" y="24531"/>
                    <a:pt x="7079" y="31609"/>
                    <a:pt x="15821" y="31609"/>
                  </a:cubicBezTo>
                  <a:cubicBezTo>
                    <a:pt x="24563" y="31609"/>
                    <a:pt x="31641" y="24531"/>
                    <a:pt x="31641" y="15821"/>
                  </a:cubicBezTo>
                  <a:cubicBezTo>
                    <a:pt x="31641" y="7079"/>
                    <a:pt x="24563" y="1"/>
                    <a:pt x="15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B1B768D-4082-819A-B2B3-69D2CC2C3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743" y="2087467"/>
            <a:ext cx="10074513" cy="477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8514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1010</Words>
  <Application>Microsoft Office PowerPoint</Application>
  <PresentationFormat>Widescreen</PresentationFormat>
  <Paragraphs>165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Courier New</vt:lpstr>
      <vt:lpstr>Josefin Sans</vt:lpstr>
      <vt:lpstr>Poppins</vt:lpstr>
      <vt:lpstr>Poppins Light</vt:lpstr>
      <vt:lpstr>Rokkitt Regular</vt:lpstr>
      <vt:lpstr>Wingdings</vt:lpstr>
      <vt:lpstr>Office Theme</vt:lpstr>
      <vt:lpstr>THE ENTREPRENEURIAL PROCESS :</vt:lpstr>
      <vt:lpstr>PERSONAL INITIATIVE IN THE ENTREPRENEURIAL PROCESS</vt:lpstr>
      <vt:lpstr>INNOVATION AND OPPORTUNITY IDENTIFICATION</vt:lpstr>
      <vt:lpstr>SELF-ASSESSMENT QUESTIONNAIRE  "Innovation and  and opportunity identification    </vt:lpstr>
      <vt:lpstr>EVERY BUSINESS CAN AND SHOULD  BE IMPROVED </vt:lpstr>
      <vt:lpstr>INNOVATIVE SOLUTIONS</vt:lpstr>
      <vt:lpstr>THE IMPORTANCE OF INNOVATION</vt:lpstr>
      <vt:lpstr>THE IMPORTANCE OF INNOVATION</vt:lpstr>
      <vt:lpstr>Process of Opportunity Identification</vt:lpstr>
      <vt:lpstr>THE IMPORTANCE OF INNOVATION</vt:lpstr>
      <vt:lpstr>WHAT YOU NEED TO DO Be Creative</vt:lpstr>
      <vt:lpstr>PowerPoint Presentation</vt:lpstr>
      <vt:lpstr>DIFFERENT UNCONVENTIONAL</vt:lpstr>
      <vt:lpstr>PowerPoint Presentation</vt:lpstr>
      <vt:lpstr>THE "SCAMPER" TECHNIQUE </vt:lpstr>
      <vt:lpstr>THE "SCAMPER" TECHNIQUE  Example: A Notepad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ENTREPRENEURIAL PROCESS :</dc:title>
  <dc:creator>Shona Passfield</dc:creator>
  <cp:lastModifiedBy>Shona Passfield</cp:lastModifiedBy>
  <cp:revision>3</cp:revision>
  <dcterms:created xsi:type="dcterms:W3CDTF">2024-03-07T11:31:19Z</dcterms:created>
  <dcterms:modified xsi:type="dcterms:W3CDTF">2024-07-30T11:48:56Z</dcterms:modified>
</cp:coreProperties>
</file>